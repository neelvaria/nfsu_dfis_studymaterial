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11C462-60C8-4E1E-B942-6A1234A0BADC}" v="13" dt="2025-11-25T05:11:10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 `Varia" userId="90d38fd1ad2f4c4a" providerId="LiveId" clId="{8FFEE7C5-1D7A-40A3-B4FB-B961531B4291}"/>
    <pc:docChg chg="undo custSel modSld">
      <pc:chgData name="Neel `Varia" userId="90d38fd1ad2f4c4a" providerId="LiveId" clId="{8FFEE7C5-1D7A-40A3-B4FB-B961531B4291}" dt="2025-11-25T05:11:10.695" v="50" actId="5793"/>
      <pc:docMkLst>
        <pc:docMk/>
      </pc:docMkLst>
      <pc:sldChg chg="modSp mod">
        <pc:chgData name="Neel `Varia" userId="90d38fd1ad2f4c4a" providerId="LiveId" clId="{8FFEE7C5-1D7A-40A3-B4FB-B961531B4291}" dt="2025-11-25T05:04:18.956" v="8" actId="27636"/>
        <pc:sldMkLst>
          <pc:docMk/>
          <pc:sldMk cId="0" sldId="256"/>
        </pc:sldMkLst>
        <pc:spChg chg="mod">
          <ac:chgData name="Neel `Varia" userId="90d38fd1ad2f4c4a" providerId="LiveId" clId="{8FFEE7C5-1D7A-40A3-B4FB-B961531B4291}" dt="2025-11-25T05:04:18.956" v="8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eel `Varia" userId="90d38fd1ad2f4c4a" providerId="LiveId" clId="{8FFEE7C5-1D7A-40A3-B4FB-B961531B4291}" dt="2025-11-25T05:04:10.813" v="6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Neel `Varia" userId="90d38fd1ad2f4c4a" providerId="LiveId" clId="{8FFEE7C5-1D7A-40A3-B4FB-B961531B4291}" dt="2025-11-25T05:06:02.433" v="24" actId="207"/>
        <pc:sldMkLst>
          <pc:docMk/>
          <pc:sldMk cId="0" sldId="257"/>
        </pc:sldMkLst>
        <pc:spChg chg="mod">
          <ac:chgData name="Neel `Varia" userId="90d38fd1ad2f4c4a" providerId="LiveId" clId="{8FFEE7C5-1D7A-40A3-B4FB-B961531B4291}" dt="2025-11-25T05:06:02.433" v="24" actId="20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eel `Varia" userId="90d38fd1ad2f4c4a" providerId="LiveId" clId="{8FFEE7C5-1D7A-40A3-B4FB-B961531B4291}" dt="2025-11-25T05:07:21.214" v="35" actId="113"/>
        <pc:sldMkLst>
          <pc:docMk/>
          <pc:sldMk cId="0" sldId="258"/>
        </pc:sldMkLst>
        <pc:spChg chg="mod">
          <ac:chgData name="Neel `Varia" userId="90d38fd1ad2f4c4a" providerId="LiveId" clId="{8FFEE7C5-1D7A-40A3-B4FB-B961531B4291}" dt="2025-11-25T05:07:21.214" v="35" actId="11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Neel `Varia" userId="90d38fd1ad2f4c4a" providerId="LiveId" clId="{8FFEE7C5-1D7A-40A3-B4FB-B961531B4291}" dt="2025-11-25T05:11:10.695" v="50" actId="5793"/>
        <pc:sldMkLst>
          <pc:docMk/>
          <pc:sldMk cId="0" sldId="259"/>
        </pc:sldMkLst>
        <pc:spChg chg="mod">
          <ac:chgData name="Neel `Varia" userId="90d38fd1ad2f4c4a" providerId="LiveId" clId="{8FFEE7C5-1D7A-40A3-B4FB-B961531B4291}" dt="2025-11-25T05:11:10.695" v="50" actId="5793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Neel `Varia" userId="90d38fd1ad2f4c4a" providerId="LiveId" clId="{8FFEE7C5-1D7A-40A3-B4FB-B961531B4291}" dt="2025-11-25T05:11:10.338" v="49" actId="20577"/>
        <pc:sldMkLst>
          <pc:docMk/>
          <pc:sldMk cId="0" sldId="260"/>
        </pc:sldMkLst>
        <pc:spChg chg="add del mod">
          <ac:chgData name="Neel `Varia" userId="90d38fd1ad2f4c4a" providerId="LiveId" clId="{8FFEE7C5-1D7A-40A3-B4FB-B961531B4291}" dt="2025-11-25T05:11:10.338" v="49" actId="20577"/>
          <ac:spMkLst>
            <pc:docMk/>
            <pc:sldMk cId="0" sldId="260"/>
            <ac:spMk id="3" creationId="{00000000-0000-0000-0000-000000000000}"/>
          </ac:spMkLst>
        </pc:spChg>
        <pc:spChg chg="add">
          <ac:chgData name="Neel `Varia" userId="90d38fd1ad2f4c4a" providerId="LiveId" clId="{8FFEE7C5-1D7A-40A3-B4FB-B961531B4291}" dt="2025-11-25T05:09:54.927" v="37"/>
          <ac:spMkLst>
            <pc:docMk/>
            <pc:sldMk cId="0" sldId="260"/>
            <ac:spMk id="4" creationId="{81E9B8BF-6160-8A87-28B1-F10EF8375A89}"/>
          </ac:spMkLst>
        </pc:spChg>
        <pc:spChg chg="add mod">
          <ac:chgData name="Neel `Varia" userId="90d38fd1ad2f4c4a" providerId="LiveId" clId="{8FFEE7C5-1D7A-40A3-B4FB-B961531B4291}" dt="2025-11-25T05:10:28.843" v="40"/>
          <ac:spMkLst>
            <pc:docMk/>
            <pc:sldMk cId="0" sldId="260"/>
            <ac:spMk id="5" creationId="{A759F3E3-7026-71AD-6F3C-7F4BC8559397}"/>
          </ac:spMkLst>
        </pc:spChg>
        <pc:spChg chg="add mod">
          <ac:chgData name="Neel `Varia" userId="90d38fd1ad2f4c4a" providerId="LiveId" clId="{8FFEE7C5-1D7A-40A3-B4FB-B961531B4291}" dt="2025-11-25T05:11:10.084" v="48"/>
          <ac:spMkLst>
            <pc:docMk/>
            <pc:sldMk cId="0" sldId="260"/>
            <ac:spMk id="6" creationId="{0742FC51-6314-CFB9-FFCA-7561C9EB083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981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Enterprise Solutions for Incident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0" y="6281531"/>
            <a:ext cx="3900115" cy="957815"/>
          </a:xfrm>
        </p:spPr>
        <p:txBody>
          <a:bodyPr>
            <a:normAutofit/>
          </a:bodyPr>
          <a:lstStyle/>
          <a:p>
            <a:pPr marL="457200" lvl="1" indent="0">
              <a:buNone/>
              <a:defRPr sz="2400">
                <a:solidFill>
                  <a:srgbClr val="C8C8C8"/>
                </a:solidFill>
              </a:defRPr>
            </a:pPr>
            <a:r>
              <a:rPr dirty="0"/>
              <a:t>Prepared by: Neel Varia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What is Incident Response (IR)?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 structured approach to manage and address cybersecurity incidents.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Goal: </a:t>
            </a:r>
            <a:r>
              <a:rPr lang="en-US" sz="2400" b="1" dirty="0">
                <a:solidFill>
                  <a:schemeClr val="bg1"/>
                </a:solidFill>
              </a:rPr>
              <a:t>Detect, contain, eradicate, recover, and learn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Ensures business continuity and reduces damage</a:t>
            </a: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Enterprises Need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Protects critical business operations</a:t>
            </a:r>
          </a:p>
          <a:p>
            <a:r>
              <a:rPr lang="en-US" sz="2400" dirty="0">
                <a:solidFill>
                  <a:schemeClr val="bg1"/>
                </a:solidFill>
              </a:rPr>
              <a:t>Minimizes financial and reputational damage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Ensures compliance </a:t>
            </a:r>
            <a:r>
              <a:rPr lang="en-US" sz="2400" b="1" dirty="0">
                <a:solidFill>
                  <a:schemeClr val="bg1"/>
                </a:solidFill>
              </a:rPr>
              <a:t>(ISO 27001, CERT-In guidelines)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Enables quick recovery after an attack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IR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dirty="0"/>
              <a:t>Preparation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dirty="0"/>
              <a:t>Detection &amp; Analysis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dirty="0"/>
              <a:t>Containment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dirty="0"/>
              <a:t>Eradication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dirty="0"/>
              <a:t>Recovery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dirty="0"/>
              <a:t>Post-Incident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SIEM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lang="en-IN" dirty="0"/>
              <a:t>Splunk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lang="en-IN" dirty="0"/>
              <a:t>IBM </a:t>
            </a:r>
            <a:r>
              <a:rPr lang="en-IN" dirty="0" err="1"/>
              <a:t>QRadar</a:t>
            </a:r>
            <a:endParaRPr lang="en-IN" dirty="0"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lang="en-IN" dirty="0"/>
              <a:t>Azure Sentinel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rPr lang="en-IN" dirty="0"/>
              <a:t>ArcSight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SOAR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Cortex XSOAR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IBM Resilient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Splunk SOAR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EDR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CrowdStrike Falcon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Defender for Endpoint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SentinelOne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NDR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Darktrace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ExtraHop Reveal(x)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Cisco Secure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Threat Intelligence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MISP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Anomali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Recorded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Vulnerability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Qualys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Nessus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Rapid7 InsightVM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Cloud Security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AWS GuardDuty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Azure Security Center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Google Chronicle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Email &amp; Identity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Proofpoint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Mimecast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Okta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Azure 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IR Team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SOC Analysts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IR Manager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Forensic Analysts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Threat Hunters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Legal &amp; PR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IR Playbooks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Ransomware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Phishing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Data Breach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Insider Threat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Reporting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ServiceNow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Jira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CERT-In reporting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Faster detection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Reduced downtime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Compliance-ready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Tool integration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Skill shortage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Alert fatigue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Zero Trust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Patching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Backups</a:t>
            </a:r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24/7 monitoring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solidFill>
                  <a:srgbClr val="C8C8C8"/>
                </a:solidFill>
              </a:defRPr>
            </a:pPr>
            <a:r>
              <a:t>Enterprise IR strengthens security and continuity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208</Words>
  <Application>Microsoft Office PowerPoint</Application>
  <PresentationFormat>On-screen Show (4:3)</PresentationFormat>
  <Paragraphs>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Enterprise Solutions for Incident Response</vt:lpstr>
      <vt:lpstr>What is Incident Response (IR)?</vt:lpstr>
      <vt:lpstr>Why Enterprises Need IR</vt:lpstr>
      <vt:lpstr>IR Lifecycle</vt:lpstr>
      <vt:lpstr>SIEM Solutions</vt:lpstr>
      <vt:lpstr>SOAR Solutions</vt:lpstr>
      <vt:lpstr>EDR Solutions</vt:lpstr>
      <vt:lpstr>NDR Solutions</vt:lpstr>
      <vt:lpstr>Threat Intelligence Platforms</vt:lpstr>
      <vt:lpstr>Vulnerability Management</vt:lpstr>
      <vt:lpstr>Cloud Security IR</vt:lpstr>
      <vt:lpstr>Email &amp; Identity Security</vt:lpstr>
      <vt:lpstr>IR Team Roles</vt:lpstr>
      <vt:lpstr>IR Playbooks</vt:lpstr>
      <vt:lpstr>Reporting &amp; Documentation</vt:lpstr>
      <vt:lpstr>Benefits</vt:lpstr>
      <vt:lpstr>Challenges</vt:lpstr>
      <vt:lpstr>Best Practices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Neel `Varia</cp:lastModifiedBy>
  <cp:revision>1</cp:revision>
  <dcterms:created xsi:type="dcterms:W3CDTF">2013-01-27T09:14:16Z</dcterms:created>
  <dcterms:modified xsi:type="dcterms:W3CDTF">2025-11-25T05:11:19Z</dcterms:modified>
  <cp:category/>
</cp:coreProperties>
</file>