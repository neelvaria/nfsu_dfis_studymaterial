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Solutions for Incident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Prepared by: Neel Varia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Incident Response (IR)?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Structured approach to manage and address incidents</a:t>
            </a:r>
          </a:p>
          <a:p>
            <a:r>
              <a:t>- Detect, contain, eradicate, recover, learn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Enterprises Need 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Protect operations</a:t>
            </a:r>
          </a:p>
          <a:p>
            <a:r>
              <a:t>- Minimize damage</a:t>
            </a:r>
          </a:p>
          <a:p>
            <a:r>
              <a:t>- Ensure compliance</a:t>
            </a:r>
          </a:p>
          <a:p>
            <a:r>
              <a:t>- Faster recovery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IR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Preparation</a:t>
            </a:r>
          </a:p>
          <a:p>
            <a:r>
              <a:t>2. Detection &amp; Analysis</a:t>
            </a:r>
          </a:p>
          <a:p>
            <a:r>
              <a:t>3. Containment</a:t>
            </a:r>
          </a:p>
          <a:p>
            <a:r>
              <a:t>4. Eradication</a:t>
            </a:r>
          </a:p>
          <a:p>
            <a:r>
              <a:t>5. Recovery</a:t>
            </a:r>
          </a:p>
          <a:p>
            <a:r>
              <a:t>6. Post-Incident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SIEM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Examples: Splunk, IBM QRadar, Azure Sentinel, ArcSight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SOAR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Examples: Cortex XSOAR, IBM Resilient, Splunk SOAR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EDR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Examples: CrowdStrike, Defender for Endpoint, SentinelOne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NDR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Examples: Darktrace, ExtraHop Reveal(x), Cisco Secure 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Intelligence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Examples: MISP, Anomali, Recorded Future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Vulnerability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Examples: Qualys, Nessus, Rapid7 InsightVM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Security 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GuardDuty, Azure Security Center, Google Chronicle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Email &amp; Identity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Proofpoint, Mimecast, Okta, Azure 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IR Team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SOC Analysts, IR Manager, Forensic Analysts, Threat Hunters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IR Playbooks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Ransomware, Phishing, Data Breach, Insider Threat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Reporting &amp;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ServiceNow, Jira, CERT-In compliant reporting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Faster detection, reduced downtime, compliance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Tool integration, manpower shortage, alert fatigue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Zero Trust, patching, backups, continuous monitoring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 IR strengthens security &amp; ensures continuity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