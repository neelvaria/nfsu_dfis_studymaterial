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Urbanis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regular.fntdata"/><Relationship Id="rId14" Type="http://schemas.openxmlformats.org/officeDocument/2006/relationships/slide" Target="slides/slide9.xml"/><Relationship Id="rId17" Type="http://schemas.openxmlformats.org/officeDocument/2006/relationships/font" Target="fonts/Urbanist-italic.fntdata"/><Relationship Id="rId16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10" Type="http://schemas.openxmlformats.org/officeDocument/2006/relationships/image" Target="../media/image21.png"/><Relationship Id="rId9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9" Type="http://schemas.openxmlformats.org/officeDocument/2006/relationships/image" Target="../media/image29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70140" y="2282279"/>
            <a:ext cx="6251718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MOVEit Breach: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A Deep Dive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18991" y="3981301"/>
            <a:ext cx="5954017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Anatomy of a Supply Chain Crisis (2023-2024)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366550" y="5874075"/>
            <a:ext cx="354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Name: Varia Neel Jitesh </a:t>
            </a:r>
            <a:b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Enrollment No.: 250447003019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54422" y="3867150"/>
            <a:ext cx="296912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F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2.7K+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4422" y="5105400"/>
            <a:ext cx="2969121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BREACHED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579887" y="3867150"/>
            <a:ext cx="287312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F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96M+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579887" y="5105400"/>
            <a:ext cx="2873126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AFFECTED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209359" y="3867150"/>
            <a:ext cx="312821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F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$10B+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209359" y="5105400"/>
            <a:ext cx="312821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GLOBAL COST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6250" y="1257300"/>
            <a:ext cx="11715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Incident Profile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476250" y="1933575"/>
            <a:ext cx="11239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3543300" y="2705100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scale of the MOVEit breach re-defined supply chain risk.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1095375"/>
            <a:ext cx="5200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Vulnerability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1771650"/>
            <a:ext cx="4953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206692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CVE-2023-34362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6765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Type: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SQL Injection (Zero-Day).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3362325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Mechanism: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moveitisapi.dll component failed to properly sanitize user input. Attackers sent malicious SQL commands that the database executed as legitimate code.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49625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Result: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This allowed attackers to bypass authentication entirely and generate valid "SysAdmin" session tokens.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4440" y="30241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6680" y="30241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8920" y="30241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1160" y="30241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476250" y="3262312"/>
            <a:ext cx="11239500" cy="1905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414434" y="3738562"/>
            <a:ext cx="25962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Reconnaissance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76250" y="4252912"/>
            <a:ext cx="247263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Attackers scanned the internet to identify public-facing MOVEit Transfer servers.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336674" y="3738562"/>
            <a:ext cx="25962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Injection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398490" y="4252912"/>
            <a:ext cx="247263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Used SQL injection to forge a SysAdmin session token and gain access.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258914" y="3738562"/>
            <a:ext cx="25962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Web Shell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20730" y="4252912"/>
            <a:ext cx="247263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Deployed human2.aspx (LEMURLOOT) to maintain persistent backdoor access.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181154" y="3738562"/>
            <a:ext cx="25962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Exfiltration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242970" y="4252912"/>
            <a:ext cx="247263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Automated scripts downloaded mass volumes of files via the web shell.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76250" y="1195387"/>
            <a:ext cx="11715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Attack Chain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476250" y="1871662"/>
            <a:ext cx="11239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5265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476250" y="2252662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human2.aspx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76250" y="277653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Once inside, Cl0p deployed a specific web shell named LEMURLOOT.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62175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19150" y="35766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57250" y="35766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Function: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It acted as a custom control panel for the attackers.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19150" y="41862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57250" y="41862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Stealth: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It masqueraded as a legitimate system file to avoid detection.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19150" y="47958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57250" y="47958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Persistence: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Even if the SQL vulnerability was patched, the web shell allowed attackers to return and execute commands or download files at will.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76250" y="895350"/>
            <a:ext cx="11715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Backdoor: LEMURLOOT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476250" y="1571625"/>
            <a:ext cx="11239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066925"/>
            <a:ext cx="3555950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066925"/>
            <a:ext cx="3555950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2066925"/>
            <a:ext cx="3555950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3622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771525" y="3219450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Who They Are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71525" y="3733800"/>
            <a:ext cx="2965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Cl0p is a Russian-speaking cybercriminal gang, a subset of the TA505 group. They are notorious for targeting large-scale file transfer platforms.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3225" y="23622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4613225" y="3219450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The Strategy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4613225" y="3733800"/>
            <a:ext cx="2965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Extortion Only.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Unlike typical ransomware, they did not encrypt machines. They stole data and threatened to leak it, maximizing pressure while minimizing operational disruption.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4925" y="23622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454925" y="3219450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The Timing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454925" y="3733800"/>
            <a:ext cx="2965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Holiday Blitz.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attack was launched over the US Memorial Day weekend, exploiting lower IT staffing levels to maximize the window of opportunity.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252412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32287" y="252412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35900" y="252412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476250" y="809625"/>
            <a:ext cx="11715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Threat Actor: Cl0p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476250" y="1485900"/>
            <a:ext cx="11239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552700"/>
            <a:ext cx="533400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52700"/>
            <a:ext cx="533400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866775" y="29432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Government &amp; Education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66775" y="3457575"/>
            <a:ext cx="45529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breach hit the public sector hard. Major victims included the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 Department of Energy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multiple state motor vehicle agencies (OMVs), and the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National Student Clearinghouse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which affected dozens of universities.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772275" y="29432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Finance &amp; Healthcare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772275" y="3457575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Sensitive personal data was the primary target. Insurance providers like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Genworth Financial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Wilton Reassurance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were breached, alongside healthcare networks like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CareSource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971800"/>
            <a:ext cx="2614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971800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476250" y="1295400"/>
            <a:ext cx="11715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Scope of Impact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476250" y="1971675"/>
            <a:ext cx="11239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105025"/>
            <a:ext cx="3555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105025"/>
            <a:ext cx="3555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2105025"/>
            <a:ext cx="35559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387351" y="4391025"/>
            <a:ext cx="37337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Niche Software Risk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476250" y="4905375"/>
            <a:ext cx="3555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Small, specialized tools often hold the "crown jewels." Treat them as high-risk assets.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4229051" y="4391025"/>
            <a:ext cx="37337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Behavioral Monitoring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4317950" y="4905375"/>
            <a:ext cx="3555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Patching isn't enough. You must detect massive data outflows (exfiltration) in real-time.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070752" y="4391025"/>
            <a:ext cx="37337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Data Minimization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159650" y="4905375"/>
            <a:ext cx="3555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Don't be a data hoarder. Aggressively delete old files so they aren't there to be stolen.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775" y="2114550"/>
            <a:ext cx="35369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27475" y="2114550"/>
            <a:ext cx="35369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69175" y="2114550"/>
            <a:ext cx="353690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476250" y="847725"/>
            <a:ext cx="11715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Critical Lessons Learned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476250" y="1524000"/>
            <a:ext cx="11239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2787" y="2068859"/>
            <a:ext cx="5686425" cy="272013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3710701" y="2640359"/>
            <a:ext cx="4770596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3824287" y="3623220"/>
            <a:ext cx="4543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Discussion on supply chain defense strategies.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