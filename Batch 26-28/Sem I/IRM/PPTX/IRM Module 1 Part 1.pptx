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png" ContentType="image/pn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jpg" ContentType="image/jp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slide" Target="slides/slide61.xml"/><Relationship Id="rId67" Type="http://schemas.openxmlformats.org/officeDocument/2006/relationships/slide" Target="slides/slide62.xml"/><Relationship Id="rId68" Type="http://schemas.openxmlformats.org/officeDocument/2006/relationships/slide" Target="slides/slide63.xml"/><Relationship Id="rId69" Type="http://schemas.openxmlformats.org/officeDocument/2006/relationships/slide" Target="slides/slide64.xml"/><Relationship Id="rId70" Type="http://schemas.openxmlformats.org/officeDocument/2006/relationships/slide" Target="slides/slide65.xml"/><Relationship Id="rId71" Type="http://schemas.openxmlformats.org/officeDocument/2006/relationships/slide" Target="slides/slide66.xml"/><Relationship Id="rId72" Type="http://schemas.openxmlformats.org/officeDocument/2006/relationships/slide" Target="slides/slide67.xml"/><Relationship Id="rId73" Type="http://schemas.openxmlformats.org/officeDocument/2006/relationships/slide" Target="slides/slide68.xml"/><Relationship Id="rId74" Type="http://schemas.openxmlformats.org/officeDocument/2006/relationships/slide" Target="slides/slide69.xml"/><Relationship Id="rId75" Type="http://schemas.openxmlformats.org/officeDocument/2006/relationships/slide" Target="slides/slide70.xml"/><Relationship Id="rId76" Type="http://schemas.openxmlformats.org/officeDocument/2006/relationships/slide" Target="slides/slide71.xml"/><Relationship Id="rId77" Type="http://schemas.openxmlformats.org/officeDocument/2006/relationships/slide" Target="slides/slide72.xml"/><Relationship Id="rId78" Type="http://schemas.openxmlformats.org/officeDocument/2006/relationships/slide" Target="slides/slide73.xml"/><Relationship Id="rId79" Type="http://schemas.openxmlformats.org/officeDocument/2006/relationships/slide" Target="slides/slide74.xml"/><Relationship Id="rId80" Type="http://schemas.openxmlformats.org/officeDocument/2006/relationships/slide" Target="slides/slide75.xml"/><Relationship Id="rId81" Type="http://schemas.openxmlformats.org/officeDocument/2006/relationships/slide" Target="slides/slide76.xml"/><Relationship Id="rId82" Type="http://schemas.openxmlformats.org/officeDocument/2006/relationships/slide" Target="slides/slide77.xml"/><Relationship Id="rId83" Type="http://schemas.openxmlformats.org/officeDocument/2006/relationships/slide" Target="slides/slide78.xml"/><Relationship Id="rId84" Type="http://schemas.openxmlformats.org/officeDocument/2006/relationships/slide" Target="slides/slide79.xml"/><Relationship Id="rId85" Type="http://schemas.openxmlformats.org/officeDocument/2006/relationships/slide" Target="slides/slide80.xml"/><Relationship Id="rId86" Type="http://schemas.openxmlformats.org/officeDocument/2006/relationships/slide" Target="slides/slide81.xml"/><Relationship Id="rId87" Type="http://schemas.openxmlformats.org/officeDocument/2006/relationships/slide" Target="slides/slide82.xml"/><Relationship Id="rId88" Type="http://schemas.openxmlformats.org/officeDocument/2006/relationships/slide" Target="slides/slide83.xml"/><Relationship Id="rId89" Type="http://schemas.openxmlformats.org/officeDocument/2006/relationships/slide" Target="slides/slide84.xml"/><Relationship Id="rId90" Type="http://schemas.openxmlformats.org/officeDocument/2006/relationships/slide" Target="slides/slide85.xml"/><Relationship Id="rId91" Type="http://schemas.openxmlformats.org/officeDocument/2006/relationships/slide" Target="slides/slide86.xml"/><Relationship Id="rId92" Type="http://schemas.openxmlformats.org/officeDocument/2006/relationships/slide" Target="slides/slide87.xml"/><Relationship Id="rId93" Type="http://schemas.openxmlformats.org/officeDocument/2006/relationships/slide" Target="slides/slide88.xml"/><Relationship Id="rId94" Type="http://schemas.openxmlformats.org/officeDocument/2006/relationships/slide" Target="slides/slide89.xml"/><Relationship Id="rId95" Type="http://schemas.openxmlformats.org/officeDocument/2006/relationships/slide" Target="slides/slide90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1" i="0">
                <a:solidFill>
                  <a:schemeClr val="tx1"/>
                </a:solidFill>
                <a:latin typeface="Comic Sans MS"/>
                <a:cs typeface="Comic Sans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0" i="0">
                <a:solidFill>
                  <a:schemeClr val="tx1"/>
                </a:solidFill>
                <a:latin typeface="Comic Sans MS"/>
                <a:cs typeface="Comic Sans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1" i="0">
                <a:solidFill>
                  <a:schemeClr val="tx1"/>
                </a:solidFill>
                <a:latin typeface="Comic Sans MS"/>
                <a:cs typeface="Comic Sans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700" b="0" i="0">
                <a:solidFill>
                  <a:schemeClr val="tx1"/>
                </a:solidFill>
                <a:latin typeface="Comic Sans MS"/>
                <a:cs typeface="Comic Sans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1" i="0">
                <a:solidFill>
                  <a:schemeClr val="tx1"/>
                </a:solidFill>
                <a:latin typeface="Comic Sans MS"/>
                <a:cs typeface="Comic Sans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6860377" y="1"/>
            <a:ext cx="1428115" cy="10287000"/>
          </a:xfrm>
          <a:custGeom>
            <a:avLst/>
            <a:gdLst/>
            <a:ahLst/>
            <a:cxnLst/>
            <a:rect l="l" t="t" r="r" b="b"/>
            <a:pathLst>
              <a:path w="1428115" h="10287000">
                <a:moveTo>
                  <a:pt x="501629" y="62878"/>
                </a:moveTo>
                <a:lnTo>
                  <a:pt x="528368" y="0"/>
                </a:lnTo>
                <a:lnTo>
                  <a:pt x="1427619" y="0"/>
                </a:lnTo>
                <a:lnTo>
                  <a:pt x="1427619" y="10286999"/>
                </a:lnTo>
                <a:lnTo>
                  <a:pt x="1287213" y="10286999"/>
                </a:lnTo>
                <a:lnTo>
                  <a:pt x="711966" y="878980"/>
                </a:lnTo>
                <a:lnTo>
                  <a:pt x="501629" y="62878"/>
                </a:lnTo>
                <a:close/>
              </a:path>
              <a:path w="1428115" h="10287000">
                <a:moveTo>
                  <a:pt x="491447" y="1212337"/>
                </a:moveTo>
                <a:lnTo>
                  <a:pt x="711966" y="878980"/>
                </a:lnTo>
                <a:lnTo>
                  <a:pt x="1287213" y="10286999"/>
                </a:lnTo>
                <a:lnTo>
                  <a:pt x="1180173" y="10286999"/>
                </a:lnTo>
                <a:lnTo>
                  <a:pt x="647623" y="1577285"/>
                </a:lnTo>
                <a:lnTo>
                  <a:pt x="491447" y="1212337"/>
                </a:lnTo>
                <a:close/>
              </a:path>
              <a:path w="1428115" h="10287000">
                <a:moveTo>
                  <a:pt x="170825" y="2959008"/>
                </a:moveTo>
                <a:lnTo>
                  <a:pt x="283851" y="2569972"/>
                </a:lnTo>
                <a:lnTo>
                  <a:pt x="508307" y="2361372"/>
                </a:lnTo>
                <a:lnTo>
                  <a:pt x="563780" y="1956662"/>
                </a:lnTo>
                <a:lnTo>
                  <a:pt x="647623" y="1577285"/>
                </a:lnTo>
                <a:lnTo>
                  <a:pt x="1180173" y="10286999"/>
                </a:lnTo>
                <a:lnTo>
                  <a:pt x="912696" y="10286999"/>
                </a:lnTo>
                <a:lnTo>
                  <a:pt x="713477" y="7028812"/>
                </a:lnTo>
                <a:lnTo>
                  <a:pt x="674720" y="6986557"/>
                </a:lnTo>
                <a:lnTo>
                  <a:pt x="497692" y="4091303"/>
                </a:lnTo>
                <a:lnTo>
                  <a:pt x="418855" y="3960970"/>
                </a:lnTo>
                <a:lnTo>
                  <a:pt x="383650" y="3385205"/>
                </a:lnTo>
                <a:lnTo>
                  <a:pt x="170825" y="2959008"/>
                </a:lnTo>
                <a:close/>
              </a:path>
              <a:path w="1428115" h="10287000">
                <a:moveTo>
                  <a:pt x="539942" y="7253246"/>
                </a:moveTo>
                <a:lnTo>
                  <a:pt x="713477" y="7028812"/>
                </a:lnTo>
                <a:lnTo>
                  <a:pt x="912696" y="10286999"/>
                </a:lnTo>
                <a:lnTo>
                  <a:pt x="758412" y="10286999"/>
                </a:lnTo>
                <a:lnTo>
                  <a:pt x="588680" y="7511086"/>
                </a:lnTo>
                <a:lnTo>
                  <a:pt x="539942" y="7253246"/>
                </a:lnTo>
                <a:close/>
              </a:path>
              <a:path w="1428115" h="10287000">
                <a:moveTo>
                  <a:pt x="186086" y="5401904"/>
                </a:moveTo>
                <a:lnTo>
                  <a:pt x="379883" y="5070181"/>
                </a:lnTo>
                <a:lnTo>
                  <a:pt x="499960" y="4848770"/>
                </a:lnTo>
                <a:lnTo>
                  <a:pt x="473895" y="4422473"/>
                </a:lnTo>
                <a:lnTo>
                  <a:pt x="497692" y="4091303"/>
                </a:lnTo>
                <a:lnTo>
                  <a:pt x="674720" y="6986557"/>
                </a:lnTo>
                <a:lnTo>
                  <a:pt x="596682" y="6901474"/>
                </a:lnTo>
                <a:lnTo>
                  <a:pt x="542295" y="6011995"/>
                </a:lnTo>
                <a:lnTo>
                  <a:pt x="417356" y="5683030"/>
                </a:lnTo>
                <a:lnTo>
                  <a:pt x="186086" y="5401904"/>
                </a:lnTo>
                <a:close/>
              </a:path>
              <a:path w="1428115" h="10287000">
                <a:moveTo>
                  <a:pt x="300053" y="3764568"/>
                </a:moveTo>
                <a:lnTo>
                  <a:pt x="383650" y="3385205"/>
                </a:lnTo>
                <a:lnTo>
                  <a:pt x="418855" y="3960970"/>
                </a:lnTo>
                <a:lnTo>
                  <a:pt x="300053" y="3764568"/>
                </a:lnTo>
                <a:close/>
              </a:path>
              <a:path w="1428115" h="10287000">
                <a:moveTo>
                  <a:pt x="446141" y="6737342"/>
                </a:moveTo>
                <a:lnTo>
                  <a:pt x="532848" y="6449076"/>
                </a:lnTo>
                <a:lnTo>
                  <a:pt x="542295" y="6011995"/>
                </a:lnTo>
                <a:lnTo>
                  <a:pt x="596682" y="6901474"/>
                </a:lnTo>
                <a:lnTo>
                  <a:pt x="446141" y="6737342"/>
                </a:lnTo>
                <a:close/>
              </a:path>
              <a:path w="1428115" h="10287000">
                <a:moveTo>
                  <a:pt x="0" y="8515803"/>
                </a:moveTo>
                <a:lnTo>
                  <a:pt x="274697" y="8179134"/>
                </a:lnTo>
                <a:lnTo>
                  <a:pt x="439829" y="7756893"/>
                </a:lnTo>
                <a:lnTo>
                  <a:pt x="588680" y="7511086"/>
                </a:lnTo>
                <a:lnTo>
                  <a:pt x="758412" y="10286999"/>
                </a:lnTo>
                <a:lnTo>
                  <a:pt x="403581" y="10286999"/>
                </a:lnTo>
                <a:lnTo>
                  <a:pt x="323501" y="8977310"/>
                </a:lnTo>
                <a:lnTo>
                  <a:pt x="0" y="8515803"/>
                </a:lnTo>
                <a:close/>
              </a:path>
              <a:path w="1428115" h="10287000">
                <a:moveTo>
                  <a:pt x="233450" y="9347716"/>
                </a:moveTo>
                <a:lnTo>
                  <a:pt x="323501" y="8977306"/>
                </a:lnTo>
                <a:lnTo>
                  <a:pt x="403581" y="10286999"/>
                </a:lnTo>
                <a:lnTo>
                  <a:pt x="377744" y="10286999"/>
                </a:lnTo>
                <a:lnTo>
                  <a:pt x="343446" y="9726069"/>
                </a:lnTo>
                <a:lnTo>
                  <a:pt x="233450" y="9347716"/>
                </a:lnTo>
                <a:close/>
              </a:path>
              <a:path w="1428115" h="10287000">
                <a:moveTo>
                  <a:pt x="157361" y="10286999"/>
                </a:moveTo>
                <a:lnTo>
                  <a:pt x="179944" y="10110563"/>
                </a:lnTo>
                <a:lnTo>
                  <a:pt x="343446" y="9726069"/>
                </a:lnTo>
                <a:lnTo>
                  <a:pt x="377744" y="10286999"/>
                </a:lnTo>
                <a:lnTo>
                  <a:pt x="157361" y="10286999"/>
                </a:lnTo>
                <a:close/>
              </a:path>
            </a:pathLst>
          </a:custGeom>
          <a:solidFill>
            <a:srgbClr val="D8D8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16932849" y="1"/>
            <a:ext cx="1355725" cy="10287000"/>
          </a:xfrm>
          <a:custGeom>
            <a:avLst/>
            <a:gdLst/>
            <a:ahLst/>
            <a:cxnLst/>
            <a:rect l="l" t="t" r="r" b="b"/>
            <a:pathLst>
              <a:path w="1355725" h="10287000">
                <a:moveTo>
                  <a:pt x="551392" y="0"/>
                </a:moveTo>
                <a:lnTo>
                  <a:pt x="1355147" y="0"/>
                </a:lnTo>
                <a:lnTo>
                  <a:pt x="1355147" y="10286999"/>
                </a:lnTo>
                <a:lnTo>
                  <a:pt x="1301111" y="10286999"/>
                </a:lnTo>
                <a:lnTo>
                  <a:pt x="709714" y="614851"/>
                </a:lnTo>
                <a:lnTo>
                  <a:pt x="551392" y="0"/>
                </a:lnTo>
                <a:close/>
              </a:path>
              <a:path w="1355725" h="10287000">
                <a:moveTo>
                  <a:pt x="489441" y="948192"/>
                </a:moveTo>
                <a:lnTo>
                  <a:pt x="709714" y="614851"/>
                </a:lnTo>
                <a:lnTo>
                  <a:pt x="1301111" y="10286999"/>
                </a:lnTo>
                <a:lnTo>
                  <a:pt x="1194071" y="10286999"/>
                </a:lnTo>
                <a:lnTo>
                  <a:pt x="645356" y="1312910"/>
                </a:lnTo>
                <a:lnTo>
                  <a:pt x="489441" y="948192"/>
                </a:lnTo>
                <a:close/>
              </a:path>
              <a:path w="1355725" h="10287000">
                <a:moveTo>
                  <a:pt x="168618" y="2695615"/>
                </a:moveTo>
                <a:lnTo>
                  <a:pt x="281875" y="2306319"/>
                </a:lnTo>
                <a:lnTo>
                  <a:pt x="506085" y="2097733"/>
                </a:lnTo>
                <a:lnTo>
                  <a:pt x="561573" y="1693269"/>
                </a:lnTo>
                <a:lnTo>
                  <a:pt x="645356" y="1312910"/>
                </a:lnTo>
                <a:lnTo>
                  <a:pt x="1194071" y="10286999"/>
                </a:lnTo>
                <a:lnTo>
                  <a:pt x="926595" y="10286999"/>
                </a:lnTo>
                <a:lnTo>
                  <a:pt x="711285" y="6765664"/>
                </a:lnTo>
                <a:lnTo>
                  <a:pt x="672529" y="6723409"/>
                </a:lnTo>
                <a:lnTo>
                  <a:pt x="495470" y="3827665"/>
                </a:lnTo>
                <a:lnTo>
                  <a:pt x="416639" y="3697430"/>
                </a:lnTo>
                <a:lnTo>
                  <a:pt x="381428" y="3121567"/>
                </a:lnTo>
                <a:lnTo>
                  <a:pt x="168618" y="2695615"/>
                </a:lnTo>
                <a:close/>
              </a:path>
              <a:path w="1355725" h="10287000">
                <a:moveTo>
                  <a:pt x="537765" y="6990343"/>
                </a:moveTo>
                <a:lnTo>
                  <a:pt x="711285" y="6765664"/>
                </a:lnTo>
                <a:lnTo>
                  <a:pt x="926595" y="10286999"/>
                </a:lnTo>
                <a:lnTo>
                  <a:pt x="773294" y="10286999"/>
                </a:lnTo>
                <a:lnTo>
                  <a:pt x="587439" y="7247387"/>
                </a:lnTo>
                <a:lnTo>
                  <a:pt x="537765" y="6990343"/>
                </a:lnTo>
                <a:close/>
              </a:path>
              <a:path w="1355725" h="10287000">
                <a:moveTo>
                  <a:pt x="183970" y="5139981"/>
                </a:moveTo>
                <a:lnTo>
                  <a:pt x="377692" y="4807033"/>
                </a:lnTo>
                <a:lnTo>
                  <a:pt x="497784" y="4585867"/>
                </a:lnTo>
                <a:lnTo>
                  <a:pt x="471704" y="4159325"/>
                </a:lnTo>
                <a:lnTo>
                  <a:pt x="495470" y="3827665"/>
                </a:lnTo>
                <a:lnTo>
                  <a:pt x="672529" y="6723409"/>
                </a:lnTo>
                <a:lnTo>
                  <a:pt x="594754" y="6638613"/>
                </a:lnTo>
                <a:lnTo>
                  <a:pt x="540349" y="5748832"/>
                </a:lnTo>
                <a:lnTo>
                  <a:pt x="415165" y="5419882"/>
                </a:lnTo>
                <a:lnTo>
                  <a:pt x="183970" y="5139981"/>
                </a:lnTo>
                <a:close/>
              </a:path>
              <a:path w="1355725" h="10287000">
                <a:moveTo>
                  <a:pt x="297847" y="3501176"/>
                </a:moveTo>
                <a:lnTo>
                  <a:pt x="381428" y="3121567"/>
                </a:lnTo>
                <a:lnTo>
                  <a:pt x="416639" y="3697430"/>
                </a:lnTo>
                <a:lnTo>
                  <a:pt x="297847" y="3501176"/>
                </a:lnTo>
                <a:close/>
              </a:path>
              <a:path w="1355725" h="10287000">
                <a:moveTo>
                  <a:pt x="443949" y="6474194"/>
                </a:moveTo>
                <a:lnTo>
                  <a:pt x="530656" y="6185928"/>
                </a:lnTo>
                <a:lnTo>
                  <a:pt x="540349" y="5748832"/>
                </a:lnTo>
                <a:lnTo>
                  <a:pt x="594754" y="6638613"/>
                </a:lnTo>
                <a:lnTo>
                  <a:pt x="443949" y="6474194"/>
                </a:lnTo>
                <a:close/>
              </a:path>
              <a:path w="1355725" h="10287000">
                <a:moveTo>
                  <a:pt x="0" y="8252274"/>
                </a:moveTo>
                <a:lnTo>
                  <a:pt x="273471" y="7915680"/>
                </a:lnTo>
                <a:lnTo>
                  <a:pt x="438587" y="7493194"/>
                </a:lnTo>
                <a:lnTo>
                  <a:pt x="587439" y="7247387"/>
                </a:lnTo>
                <a:lnTo>
                  <a:pt x="773294" y="10286999"/>
                </a:lnTo>
                <a:lnTo>
                  <a:pt x="418463" y="10286999"/>
                </a:lnTo>
                <a:lnTo>
                  <a:pt x="322275" y="8713855"/>
                </a:lnTo>
                <a:lnTo>
                  <a:pt x="0" y="8252274"/>
                </a:lnTo>
                <a:close/>
              </a:path>
              <a:path w="1355725" h="10287000">
                <a:moveTo>
                  <a:pt x="231183" y="9083341"/>
                </a:moveTo>
                <a:lnTo>
                  <a:pt x="322275" y="8713854"/>
                </a:lnTo>
                <a:lnTo>
                  <a:pt x="418463" y="10286999"/>
                </a:lnTo>
                <a:lnTo>
                  <a:pt x="390658" y="10286999"/>
                </a:lnTo>
                <a:lnTo>
                  <a:pt x="340259" y="9462735"/>
                </a:lnTo>
                <a:lnTo>
                  <a:pt x="231183" y="9083341"/>
                </a:lnTo>
                <a:close/>
              </a:path>
              <a:path w="1355725" h="10287000">
                <a:moveTo>
                  <a:pt x="120215" y="10286999"/>
                </a:moveTo>
                <a:lnTo>
                  <a:pt x="176496" y="9847000"/>
                </a:lnTo>
                <a:lnTo>
                  <a:pt x="340259" y="9462735"/>
                </a:lnTo>
                <a:lnTo>
                  <a:pt x="390658" y="10286999"/>
                </a:lnTo>
                <a:lnTo>
                  <a:pt x="120215" y="102869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17462089" y="1"/>
            <a:ext cx="826135" cy="10287000"/>
          </a:xfrm>
          <a:custGeom>
            <a:avLst/>
            <a:gdLst/>
            <a:ahLst/>
            <a:cxnLst/>
            <a:rect l="l" t="t" r="r" b="b"/>
            <a:pathLst>
              <a:path w="826134" h="10287000">
                <a:moveTo>
                  <a:pt x="283569" y="0"/>
                </a:moveTo>
                <a:lnTo>
                  <a:pt x="825907" y="0"/>
                </a:lnTo>
                <a:lnTo>
                  <a:pt x="825907" y="7492473"/>
                </a:lnTo>
                <a:lnTo>
                  <a:pt x="654527" y="4689589"/>
                </a:lnTo>
                <a:lnTo>
                  <a:pt x="654275" y="4689477"/>
                </a:lnTo>
                <a:lnTo>
                  <a:pt x="396998" y="481783"/>
                </a:lnTo>
                <a:lnTo>
                  <a:pt x="367330" y="343176"/>
                </a:lnTo>
                <a:lnTo>
                  <a:pt x="283569" y="0"/>
                </a:lnTo>
                <a:close/>
              </a:path>
              <a:path w="826134" h="10287000">
                <a:moveTo>
                  <a:pt x="334431" y="5233506"/>
                </a:moveTo>
                <a:lnTo>
                  <a:pt x="654527" y="4689589"/>
                </a:lnTo>
                <a:lnTo>
                  <a:pt x="825907" y="7492473"/>
                </a:lnTo>
                <a:lnTo>
                  <a:pt x="825907" y="7717846"/>
                </a:lnTo>
                <a:lnTo>
                  <a:pt x="779865" y="6964833"/>
                </a:lnTo>
                <a:lnTo>
                  <a:pt x="726497" y="6719826"/>
                </a:lnTo>
                <a:lnTo>
                  <a:pt x="459680" y="6545463"/>
                </a:lnTo>
                <a:lnTo>
                  <a:pt x="409481" y="5724475"/>
                </a:lnTo>
                <a:lnTo>
                  <a:pt x="334431" y="5233506"/>
                </a:lnTo>
                <a:close/>
              </a:path>
              <a:path w="826134" h="10287000">
                <a:moveTo>
                  <a:pt x="287909" y="927171"/>
                </a:moveTo>
                <a:lnTo>
                  <a:pt x="305650" y="865564"/>
                </a:lnTo>
                <a:lnTo>
                  <a:pt x="344309" y="725770"/>
                </a:lnTo>
                <a:lnTo>
                  <a:pt x="382040" y="575330"/>
                </a:lnTo>
                <a:lnTo>
                  <a:pt x="396998" y="481783"/>
                </a:lnTo>
                <a:lnTo>
                  <a:pt x="654275" y="4689477"/>
                </a:lnTo>
                <a:lnTo>
                  <a:pt x="605201" y="4667623"/>
                </a:lnTo>
                <a:lnTo>
                  <a:pt x="395979" y="1245849"/>
                </a:lnTo>
                <a:lnTo>
                  <a:pt x="287909" y="927171"/>
                </a:lnTo>
                <a:close/>
              </a:path>
              <a:path w="826134" h="10287000">
                <a:moveTo>
                  <a:pt x="0" y="8183006"/>
                </a:moveTo>
                <a:lnTo>
                  <a:pt x="263855" y="7898426"/>
                </a:lnTo>
                <a:lnTo>
                  <a:pt x="307763" y="7469572"/>
                </a:lnTo>
                <a:lnTo>
                  <a:pt x="456860" y="7223750"/>
                </a:lnTo>
                <a:lnTo>
                  <a:pt x="779865" y="6964833"/>
                </a:lnTo>
                <a:lnTo>
                  <a:pt x="825907" y="7717846"/>
                </a:lnTo>
                <a:lnTo>
                  <a:pt x="825907" y="10286999"/>
                </a:lnTo>
                <a:lnTo>
                  <a:pt x="402768" y="10286999"/>
                </a:lnTo>
                <a:lnTo>
                  <a:pt x="298266" y="8577897"/>
                </a:lnTo>
                <a:lnTo>
                  <a:pt x="0" y="8183006"/>
                </a:lnTo>
                <a:close/>
              </a:path>
              <a:path w="826134" h="10287000">
                <a:moveTo>
                  <a:pt x="37676" y="2670031"/>
                </a:moveTo>
                <a:lnTo>
                  <a:pt x="45156" y="2569448"/>
                </a:lnTo>
                <a:lnTo>
                  <a:pt x="85223" y="2440044"/>
                </a:lnTo>
                <a:lnTo>
                  <a:pt x="129831" y="2328310"/>
                </a:lnTo>
                <a:lnTo>
                  <a:pt x="150933" y="2280734"/>
                </a:lnTo>
                <a:lnTo>
                  <a:pt x="172397" y="2240468"/>
                </a:lnTo>
                <a:lnTo>
                  <a:pt x="219310" y="2147443"/>
                </a:lnTo>
                <a:lnTo>
                  <a:pt x="265087" y="2044138"/>
                </a:lnTo>
                <a:lnTo>
                  <a:pt x="283630" y="1971940"/>
                </a:lnTo>
                <a:lnTo>
                  <a:pt x="282364" y="1938106"/>
                </a:lnTo>
                <a:lnTo>
                  <a:pt x="282616" y="1889261"/>
                </a:lnTo>
                <a:lnTo>
                  <a:pt x="286467" y="1712640"/>
                </a:lnTo>
                <a:lnTo>
                  <a:pt x="286776" y="1663732"/>
                </a:lnTo>
                <a:lnTo>
                  <a:pt x="285594" y="1629802"/>
                </a:lnTo>
                <a:lnTo>
                  <a:pt x="300748" y="1545751"/>
                </a:lnTo>
                <a:lnTo>
                  <a:pt x="338925" y="1416440"/>
                </a:lnTo>
                <a:lnTo>
                  <a:pt x="378033" y="1297822"/>
                </a:lnTo>
                <a:lnTo>
                  <a:pt x="395979" y="1245849"/>
                </a:lnTo>
                <a:lnTo>
                  <a:pt x="605201" y="4667623"/>
                </a:lnTo>
                <a:lnTo>
                  <a:pt x="412448" y="4581785"/>
                </a:lnTo>
                <a:lnTo>
                  <a:pt x="364772" y="3802066"/>
                </a:lnTo>
                <a:lnTo>
                  <a:pt x="97509" y="3521247"/>
                </a:lnTo>
                <a:lnTo>
                  <a:pt x="51796" y="2773638"/>
                </a:lnTo>
                <a:lnTo>
                  <a:pt x="37676" y="2670031"/>
                </a:lnTo>
                <a:close/>
              </a:path>
              <a:path w="826134" h="10287000">
                <a:moveTo>
                  <a:pt x="366916" y="4561509"/>
                </a:moveTo>
                <a:lnTo>
                  <a:pt x="340745" y="4133496"/>
                </a:lnTo>
                <a:lnTo>
                  <a:pt x="364772" y="3802066"/>
                </a:lnTo>
                <a:lnTo>
                  <a:pt x="412448" y="4581785"/>
                </a:lnTo>
                <a:lnTo>
                  <a:pt x="366916" y="4561509"/>
                </a:lnTo>
                <a:close/>
              </a:path>
              <a:path w="826134" h="10287000">
                <a:moveTo>
                  <a:pt x="313326" y="6449822"/>
                </a:moveTo>
                <a:lnTo>
                  <a:pt x="399788" y="6161571"/>
                </a:lnTo>
                <a:lnTo>
                  <a:pt x="409481" y="5724475"/>
                </a:lnTo>
                <a:lnTo>
                  <a:pt x="459680" y="6545463"/>
                </a:lnTo>
                <a:lnTo>
                  <a:pt x="313326" y="6449822"/>
                </a:lnTo>
                <a:close/>
              </a:path>
              <a:path w="826134" h="10287000">
                <a:moveTo>
                  <a:pt x="60262" y="3482112"/>
                </a:moveTo>
                <a:lnTo>
                  <a:pt x="62662" y="3078679"/>
                </a:lnTo>
                <a:lnTo>
                  <a:pt x="62164" y="3028079"/>
                </a:lnTo>
                <a:lnTo>
                  <a:pt x="59250" y="2909693"/>
                </a:lnTo>
                <a:lnTo>
                  <a:pt x="51796" y="2773638"/>
                </a:lnTo>
                <a:lnTo>
                  <a:pt x="97509" y="3521247"/>
                </a:lnTo>
                <a:lnTo>
                  <a:pt x="60262" y="3482112"/>
                </a:lnTo>
                <a:close/>
              </a:path>
              <a:path w="826134" h="10287000">
                <a:moveTo>
                  <a:pt x="101110" y="9059919"/>
                </a:moveTo>
                <a:lnTo>
                  <a:pt x="298266" y="8577897"/>
                </a:lnTo>
                <a:lnTo>
                  <a:pt x="402768" y="10286999"/>
                </a:lnTo>
                <a:lnTo>
                  <a:pt x="379638" y="10286999"/>
                </a:lnTo>
                <a:lnTo>
                  <a:pt x="331955" y="9507159"/>
                </a:lnTo>
                <a:lnTo>
                  <a:pt x="101110" y="9059919"/>
                </a:lnTo>
                <a:close/>
              </a:path>
              <a:path w="826134" h="10287000">
                <a:moveTo>
                  <a:pt x="175275" y="10272869"/>
                </a:moveTo>
                <a:lnTo>
                  <a:pt x="160505" y="9741553"/>
                </a:lnTo>
                <a:lnTo>
                  <a:pt x="331955" y="9507159"/>
                </a:lnTo>
                <a:lnTo>
                  <a:pt x="379638" y="10286999"/>
                </a:lnTo>
                <a:lnTo>
                  <a:pt x="182582" y="10286999"/>
                </a:lnTo>
                <a:lnTo>
                  <a:pt x="175275" y="10272869"/>
                </a:lnTo>
                <a:close/>
              </a:path>
            </a:pathLst>
          </a:custGeom>
          <a:solidFill>
            <a:srgbClr val="FFD0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1" i="0">
                <a:solidFill>
                  <a:schemeClr val="tx1"/>
                </a:solidFill>
                <a:latin typeface="Comic Sans MS"/>
                <a:cs typeface="Comic Sans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66667" y="798523"/>
            <a:ext cx="15754664" cy="1511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1" i="0">
                <a:solidFill>
                  <a:schemeClr val="tx1"/>
                </a:solidFill>
                <a:latin typeface="Comic Sans MS"/>
                <a:cs typeface="Comic Sans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795324" y="2245282"/>
            <a:ext cx="14123669" cy="69545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0" i="0">
                <a:solidFill>
                  <a:schemeClr val="tx1"/>
                </a:solidFill>
                <a:latin typeface="Comic Sans MS"/>
                <a:cs typeface="Comic Sans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jp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jp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22.pn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jpg"/><Relationship Id="rId3" Type="http://schemas.openxmlformats.org/officeDocument/2006/relationships/image" Target="../media/image24.png"/><Relationship Id="rId4" Type="http://schemas.openxmlformats.org/officeDocument/2006/relationships/image" Target="../media/image25.pn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jp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jp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0.jp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1.jp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pn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png"/><Relationship Id="rId3" Type="http://schemas.openxmlformats.org/officeDocument/2006/relationships/image" Target="../media/image33.jpg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4.jpg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5.jpg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image" Target="../media/image40.png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2.png"/><Relationship Id="rId3" Type="http://schemas.openxmlformats.org/officeDocument/2006/relationships/image" Target="../media/image43.png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6.png"/><Relationship Id="rId3" Type="http://schemas.openxmlformats.org/officeDocument/2006/relationships/image" Target="../media/image47.png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8.png"/><Relationship Id="rId3" Type="http://schemas.openxmlformats.org/officeDocument/2006/relationships/image" Target="../media/image49.png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0.png"/><Relationship Id="rId3" Type="http://schemas.openxmlformats.org/officeDocument/2006/relationships/image" Target="../media/image51.png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2.png"/><Relationship Id="rId3" Type="http://schemas.openxmlformats.org/officeDocument/2006/relationships/image" Target="../media/image53.png"/><Relationship Id="rId4" Type="http://schemas.openxmlformats.org/officeDocument/2006/relationships/image" Target="../media/image54.png"/><Relationship Id="rId5" Type="http://schemas.openxmlformats.org/officeDocument/2006/relationships/image" Target="../media/image55.png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6.png"/><Relationship Id="rId3" Type="http://schemas.openxmlformats.org/officeDocument/2006/relationships/image" Target="../media/image57.png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8.png"/><Relationship Id="rId3" Type="http://schemas.openxmlformats.org/officeDocument/2006/relationships/image" Target="../media/image59.png"/></Relationships>
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0.jpg"/></Relationships>
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1.jpg"/></Relationships>
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2.png"/></Relationships>
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2.png"/></Relationships>
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2.png"/></Relationships>
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3.png"/></Relationships>
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4.png"/><Relationship Id="rId3" Type="http://schemas.openxmlformats.org/officeDocument/2006/relationships/image" Target="../media/image65.png"/><Relationship Id="rId4" Type="http://schemas.openxmlformats.org/officeDocument/2006/relationships/image" Target="../media/image66.jpg"/></Relationships>
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7.jpg"/><Relationship Id="rId3" Type="http://schemas.openxmlformats.org/officeDocument/2006/relationships/image" Target="../media/image68.jpg"/></Relationships>
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9.jpg"/></Relationships>
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0.jpg"/><Relationship Id="rId3" Type="http://schemas.openxmlformats.org/officeDocument/2006/relationships/image" Target="../media/image71.png"/></Relationships>
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2.png"/><Relationship Id="rId3" Type="http://schemas.openxmlformats.org/officeDocument/2006/relationships/image" Target="../media/image71.png"/></Relationships>
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3.jpg"/><Relationship Id="rId3" Type="http://schemas.openxmlformats.org/officeDocument/2006/relationships/image" Target="../media/image71.png"/></Relationships>
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4.jpg"/><Relationship Id="rId3" Type="http://schemas.openxmlformats.org/officeDocument/2006/relationships/image" Target="../media/image71.png"/></Relationships>
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5.jpg"/><Relationship Id="rId3" Type="http://schemas.openxmlformats.org/officeDocument/2006/relationships/image" Target="../media/image71.png"/></Relationships>
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6.jpg"/><Relationship Id="rId3" Type="http://schemas.openxmlformats.org/officeDocument/2006/relationships/image" Target="../media/image71.png"/></Relationships>
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7.png"/><Relationship Id="rId3" Type="http://schemas.openxmlformats.org/officeDocument/2006/relationships/image" Target="../media/image71.png"/></Relationships>
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8.png"/><Relationship Id="rId3" Type="http://schemas.openxmlformats.org/officeDocument/2006/relationships/image" Target="../media/image71.png"/></Relationships>
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9.png"/><Relationship Id="rId3" Type="http://schemas.openxmlformats.org/officeDocument/2006/relationships/image" Target="../media/image80.png"/><Relationship Id="rId4" Type="http://schemas.openxmlformats.org/officeDocument/2006/relationships/image" Target="../media/image81.png"/><Relationship Id="rId5" Type="http://schemas.openxmlformats.org/officeDocument/2006/relationships/image" Target="../media/image82.png"/><Relationship Id="rId6" Type="http://schemas.openxmlformats.org/officeDocument/2006/relationships/image" Target="../media/image71.png"/></Relationships>
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3.png"/><Relationship Id="rId3" Type="http://schemas.openxmlformats.org/officeDocument/2006/relationships/image" Target="../media/image71.png"/></Relationships>
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4.jpg"/><Relationship Id="rId3" Type="http://schemas.openxmlformats.org/officeDocument/2006/relationships/image" Target="../media/image71.png"/></Relationships>
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5.jpg"/><Relationship Id="rId3" Type="http://schemas.openxmlformats.org/officeDocument/2006/relationships/image" Target="../media/image71.png"/></Relationships>
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6.jpg"/><Relationship Id="rId3" Type="http://schemas.openxmlformats.org/officeDocument/2006/relationships/image" Target="../media/image87.jpg"/><Relationship Id="rId4" Type="http://schemas.openxmlformats.org/officeDocument/2006/relationships/image" Target="../media/image71.png"/></Relationships>
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8.jpg"/></Relationships>
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9.png"/><Relationship Id="rId3" Type="http://schemas.openxmlformats.org/officeDocument/2006/relationships/image" Target="../media/image71.png"/></Relationships>
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0.png"/><Relationship Id="rId3" Type="http://schemas.openxmlformats.org/officeDocument/2006/relationships/image" Target="../media/image91.png"/></Relationships>
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1.png"/><Relationship Id="rId3" Type="http://schemas.openxmlformats.org/officeDocument/2006/relationships/image" Target="../media/image92.png"/><Relationship Id="rId4" Type="http://schemas.openxmlformats.org/officeDocument/2006/relationships/image" Target="../media/image93.jpg"/></Relationships>
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4.jpg"/><Relationship Id="rId3" Type="http://schemas.openxmlformats.org/officeDocument/2006/relationships/image" Target="../media/image95.jpg"/><Relationship Id="rId4" Type="http://schemas.openxmlformats.org/officeDocument/2006/relationships/image" Target="../media/image71.png"/></Relationships>
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6.jpg"/><Relationship Id="rId3" Type="http://schemas.openxmlformats.org/officeDocument/2006/relationships/image" Target="../media/image71.png"/></Relationships>
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7.png"/><Relationship Id="rId3" Type="http://schemas.openxmlformats.org/officeDocument/2006/relationships/image" Target="../media/image98.png"/><Relationship Id="rId4" Type="http://schemas.openxmlformats.org/officeDocument/2006/relationships/image" Target="../media/image99.png"/><Relationship Id="rId5" Type="http://schemas.openxmlformats.org/officeDocument/2006/relationships/image" Target="../media/image71.png"/></Relationships>
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0.jpg"/><Relationship Id="rId3" Type="http://schemas.openxmlformats.org/officeDocument/2006/relationships/image" Target="../media/image71.png"/></Relationships>
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1.jpg"/><Relationship Id="rId3" Type="http://schemas.openxmlformats.org/officeDocument/2006/relationships/image" Target="../media/image71.png"/></Relationships>
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2.png"/><Relationship Id="rId3" Type="http://schemas.openxmlformats.org/officeDocument/2006/relationships/image" Target="../media/image71.png"/></Relationships>
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3.jpg"/><Relationship Id="rId3" Type="http://schemas.openxmlformats.org/officeDocument/2006/relationships/image" Target="../media/image104.png"/></Relationships>
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5.jpg"/><Relationship Id="rId3" Type="http://schemas.openxmlformats.org/officeDocument/2006/relationships/image" Target="../media/image71.png"/></Relationships>
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6.jpg"/><Relationship Id="rId3" Type="http://schemas.openxmlformats.org/officeDocument/2006/relationships/image" Target="../media/image71.png"/></Relationships>
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7.jpg"/><Relationship Id="rId3" Type="http://schemas.openxmlformats.org/officeDocument/2006/relationships/image" Target="../media/image71.png"/></Relationships>
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8.jpg"/><Relationship Id="rId3" Type="http://schemas.openxmlformats.org/officeDocument/2006/relationships/image" Target="../media/image71.png"/></Relationships>
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9.jpg"/></Relationships>
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0.png"/><Relationship Id="rId3" Type="http://schemas.openxmlformats.org/officeDocument/2006/relationships/image" Target="../media/image111.png"/><Relationship Id="rId4" Type="http://schemas.openxmlformats.org/officeDocument/2006/relationships/image" Target="../media/image112.png"/><Relationship Id="rId5" Type="http://schemas.openxmlformats.org/officeDocument/2006/relationships/image" Target="../media/image113.png"/></Relationships>
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2.png"/></Relationships>
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4.png"/><Relationship Id="rId3" Type="http://schemas.openxmlformats.org/officeDocument/2006/relationships/image" Target="../media/image115.png"/></Relationships>
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2.png"/></Relationships>
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2.png"/></Relationships>
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2.png"/></Relationships>
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2.png"/></Relationships>
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2.png"/></Relationships>
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2.png"/><Relationship Id="rId3" Type="http://schemas.openxmlformats.org/officeDocument/2006/relationships/image" Target="../media/image116.png"/></Relationships>
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2.png"/></Relationships>
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2.png"/></Relationships>
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7.png"/><Relationship Id="rId3" Type="http://schemas.openxmlformats.org/officeDocument/2006/relationships/image" Target="../media/image118.png"/><Relationship Id="rId4" Type="http://schemas.openxmlformats.org/officeDocument/2006/relationships/image" Target="../media/image119.png"/></Relationships>
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2.png"/></Relationships>
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2.png"/></Relationships>
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0.png"/><Relationship Id="rId3" Type="http://schemas.openxmlformats.org/officeDocument/2006/relationships/image" Target="../media/image121.png"/></Relationships>
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2.png"/></Relationships>
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2.png"/></Relationships>
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2.png"/><Relationship Id="rId3" Type="http://schemas.openxmlformats.org/officeDocument/2006/relationships/image" Target="../media/image123.png"/><Relationship Id="rId4" Type="http://schemas.openxmlformats.org/officeDocument/2006/relationships/image" Target="../media/image124.png"/><Relationship Id="rId5" Type="http://schemas.openxmlformats.org/officeDocument/2006/relationships/image" Target="../media/image125.png"/><Relationship Id="rId6" Type="http://schemas.openxmlformats.org/officeDocument/2006/relationships/image" Target="../media/image126.png"/></Relationships>
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7.png"/><Relationship Id="rId3" Type="http://schemas.openxmlformats.org/officeDocument/2006/relationships/image" Target="../media/image128.png"/><Relationship Id="rId4" Type="http://schemas.openxmlformats.org/officeDocument/2006/relationships/image" Target="../media/image129.png"/><Relationship Id="rId5" Type="http://schemas.openxmlformats.org/officeDocument/2006/relationships/image" Target="../media/image130.png"/><Relationship Id="rId6" Type="http://schemas.openxmlformats.org/officeDocument/2006/relationships/image" Target="../media/image131.png"/></Relationships>
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2.png"/><Relationship Id="rId3" Type="http://schemas.openxmlformats.org/officeDocument/2006/relationships/image" Target="../media/image133.png"/><Relationship Id="rId4" Type="http://schemas.openxmlformats.org/officeDocument/2006/relationships/image" Target="../media/image134.png"/></Relationships>
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5.png"/></Relationships>
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2.png"/></Relationships>
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36.pn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842356" y="2251401"/>
            <a:ext cx="4603115" cy="15494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0" b="0">
                <a:solidFill>
                  <a:srgbClr val="5460A8"/>
                </a:solidFill>
                <a:latin typeface="Comic Sans MS"/>
                <a:cs typeface="Comic Sans MS"/>
              </a:rPr>
              <a:t>UNIT</a:t>
            </a:r>
            <a:r>
              <a:rPr dirty="0" sz="10000" spc="-170" b="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10000" spc="-50" b="0">
                <a:solidFill>
                  <a:srgbClr val="5460A8"/>
                </a:solidFill>
                <a:latin typeface="Comic Sans MS"/>
                <a:cs typeface="Comic Sans MS"/>
              </a:rPr>
              <a:t>I</a:t>
            </a:r>
            <a:endParaRPr sz="10000">
              <a:latin typeface="Comic Sans MS"/>
              <a:cs typeface="Comic Sans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660310" y="4489776"/>
            <a:ext cx="14967585" cy="2720975"/>
          </a:xfrm>
          <a:prstGeom prst="rect">
            <a:avLst/>
          </a:prstGeom>
        </p:spPr>
        <p:txBody>
          <a:bodyPr wrap="square" lIns="0" tIns="364490" rIns="0" bIns="0" rtlCol="0" vert="horz">
            <a:spAutoFit/>
          </a:bodyPr>
          <a:lstStyle/>
          <a:p>
            <a:pPr marL="826135" marR="5080" indent="-814069">
              <a:lnSpc>
                <a:spcPct val="76900"/>
              </a:lnSpc>
              <a:spcBef>
                <a:spcPts val="2870"/>
              </a:spcBef>
            </a:pPr>
            <a:r>
              <a:rPr dirty="0" sz="10000" spc="-1235">
                <a:solidFill>
                  <a:srgbClr val="5460A8"/>
                </a:solidFill>
                <a:latin typeface="Arial"/>
                <a:cs typeface="Arial"/>
              </a:rPr>
              <a:t>FOUND</a:t>
            </a:r>
            <a:r>
              <a:rPr dirty="0" sz="10000" spc="-1810">
                <a:solidFill>
                  <a:srgbClr val="5460A8"/>
                </a:solidFill>
                <a:latin typeface="Arial"/>
                <a:cs typeface="Arial"/>
              </a:rPr>
              <a:t>A</a:t>
            </a:r>
            <a:r>
              <a:rPr dirty="0" sz="10000" spc="-1235">
                <a:solidFill>
                  <a:srgbClr val="5460A8"/>
                </a:solidFill>
                <a:latin typeface="Arial"/>
                <a:cs typeface="Arial"/>
              </a:rPr>
              <a:t>T</a:t>
            </a:r>
            <a:r>
              <a:rPr dirty="0" sz="10000" spc="-1230">
                <a:solidFill>
                  <a:srgbClr val="5460A8"/>
                </a:solidFill>
                <a:latin typeface="Arial"/>
                <a:cs typeface="Arial"/>
              </a:rPr>
              <a:t>I</a:t>
            </a:r>
            <a:r>
              <a:rPr dirty="0" sz="10000" spc="-1235">
                <a:solidFill>
                  <a:srgbClr val="5460A8"/>
                </a:solidFill>
                <a:latin typeface="Arial"/>
                <a:cs typeface="Arial"/>
              </a:rPr>
              <a:t>ON</a:t>
            </a:r>
            <a:r>
              <a:rPr dirty="0" sz="10000" spc="-1225">
                <a:solidFill>
                  <a:srgbClr val="5460A8"/>
                </a:solidFill>
                <a:latin typeface="Arial"/>
                <a:cs typeface="Arial"/>
              </a:rPr>
              <a:t>S</a:t>
            </a:r>
            <a:r>
              <a:rPr dirty="0" sz="10000" spc="375">
                <a:solidFill>
                  <a:srgbClr val="5460A8"/>
                </a:solidFill>
                <a:latin typeface="Arial"/>
                <a:cs typeface="Arial"/>
              </a:rPr>
              <a:t> </a:t>
            </a:r>
            <a:r>
              <a:rPr dirty="0" sz="10000" spc="-1420">
                <a:solidFill>
                  <a:srgbClr val="5460A8"/>
                </a:solidFill>
                <a:latin typeface="Arial"/>
                <a:cs typeface="Arial"/>
              </a:rPr>
              <a:t>OF</a:t>
            </a:r>
            <a:r>
              <a:rPr dirty="0" sz="10000" spc="375">
                <a:solidFill>
                  <a:srgbClr val="5460A8"/>
                </a:solidFill>
                <a:latin typeface="Arial"/>
                <a:cs typeface="Arial"/>
              </a:rPr>
              <a:t> </a:t>
            </a:r>
            <a:r>
              <a:rPr dirty="0" sz="10000" spc="-790">
                <a:solidFill>
                  <a:srgbClr val="5460A8"/>
                </a:solidFill>
                <a:latin typeface="Arial"/>
                <a:cs typeface="Arial"/>
              </a:rPr>
              <a:t>INCIDENT </a:t>
            </a:r>
            <a:r>
              <a:rPr dirty="0" sz="10000" spc="-1555">
                <a:solidFill>
                  <a:srgbClr val="5460A8"/>
                </a:solidFill>
                <a:latin typeface="Arial"/>
                <a:cs typeface="Arial"/>
              </a:rPr>
              <a:t>RESPONSE</a:t>
            </a:r>
            <a:r>
              <a:rPr dirty="0" sz="10000" spc="350">
                <a:solidFill>
                  <a:srgbClr val="5460A8"/>
                </a:solidFill>
                <a:latin typeface="Arial"/>
                <a:cs typeface="Arial"/>
              </a:rPr>
              <a:t> </a:t>
            </a:r>
            <a:r>
              <a:rPr dirty="0" sz="10000" spc="-1395">
                <a:solidFill>
                  <a:srgbClr val="5460A8"/>
                </a:solidFill>
                <a:latin typeface="Arial"/>
                <a:cs typeface="Arial"/>
              </a:rPr>
              <a:t>MANAGEMENT</a:t>
            </a:r>
            <a:endParaRPr sz="100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0"/>
            <a:ext cx="18288000" cy="1734185"/>
            <a:chOff x="0" y="0"/>
            <a:chExt cx="18288000" cy="1734185"/>
          </a:xfrm>
        </p:grpSpPr>
        <p:sp>
          <p:nvSpPr>
            <p:cNvPr id="5" name="object 5"/>
            <p:cNvSpPr/>
            <p:nvPr/>
          </p:nvSpPr>
          <p:spPr>
            <a:xfrm>
              <a:off x="72240" y="0"/>
              <a:ext cx="18216245" cy="1734185"/>
            </a:xfrm>
            <a:custGeom>
              <a:avLst/>
              <a:gdLst/>
              <a:ahLst/>
              <a:cxnLst/>
              <a:rect l="l" t="t" r="r" b="b"/>
              <a:pathLst>
                <a:path w="18216245" h="1734185">
                  <a:moveTo>
                    <a:pt x="481628" y="1425917"/>
                  </a:moveTo>
                  <a:lnTo>
                    <a:pt x="23707" y="1221331"/>
                  </a:lnTo>
                  <a:lnTo>
                    <a:pt x="0" y="0"/>
                  </a:lnTo>
                  <a:lnTo>
                    <a:pt x="18001735" y="0"/>
                  </a:lnTo>
                  <a:lnTo>
                    <a:pt x="18213445" y="425325"/>
                  </a:lnTo>
                  <a:lnTo>
                    <a:pt x="1721202" y="745463"/>
                  </a:lnTo>
                  <a:lnTo>
                    <a:pt x="1631752" y="817986"/>
                  </a:lnTo>
                  <a:lnTo>
                    <a:pt x="1490832" y="943880"/>
                  </a:lnTo>
                  <a:lnTo>
                    <a:pt x="1360656" y="1063301"/>
                  </a:lnTo>
                  <a:lnTo>
                    <a:pt x="1303439" y="1116406"/>
                  </a:lnTo>
                  <a:lnTo>
                    <a:pt x="824449" y="1205788"/>
                  </a:lnTo>
                  <a:lnTo>
                    <a:pt x="481628" y="1425917"/>
                  </a:lnTo>
                  <a:close/>
                </a:path>
                <a:path w="18216245" h="1734185">
                  <a:moveTo>
                    <a:pt x="2126011" y="833411"/>
                  </a:moveTo>
                  <a:lnTo>
                    <a:pt x="2070817" y="814814"/>
                  </a:lnTo>
                  <a:lnTo>
                    <a:pt x="1945094" y="776491"/>
                  </a:lnTo>
                  <a:lnTo>
                    <a:pt x="1808628" y="744641"/>
                  </a:lnTo>
                  <a:lnTo>
                    <a:pt x="1721202" y="745463"/>
                  </a:lnTo>
                  <a:lnTo>
                    <a:pt x="18213445" y="425325"/>
                  </a:lnTo>
                  <a:lnTo>
                    <a:pt x="18215759" y="429974"/>
                  </a:lnTo>
                  <a:lnTo>
                    <a:pt x="18215759" y="441002"/>
                  </a:lnTo>
                  <a:lnTo>
                    <a:pt x="4820117" y="701030"/>
                  </a:lnTo>
                  <a:lnTo>
                    <a:pt x="4809170" y="712788"/>
                  </a:lnTo>
                  <a:lnTo>
                    <a:pt x="2499392" y="757624"/>
                  </a:lnTo>
                  <a:lnTo>
                    <a:pt x="2126011" y="833411"/>
                  </a:lnTo>
                  <a:close/>
                </a:path>
                <a:path w="18216245" h="1734185">
                  <a:moveTo>
                    <a:pt x="5197468" y="880404"/>
                  </a:moveTo>
                  <a:lnTo>
                    <a:pt x="4820117" y="701030"/>
                  </a:lnTo>
                  <a:lnTo>
                    <a:pt x="18215759" y="441002"/>
                  </a:lnTo>
                  <a:lnTo>
                    <a:pt x="18215759" y="467533"/>
                  </a:lnTo>
                  <a:lnTo>
                    <a:pt x="6021622" y="704239"/>
                  </a:lnTo>
                  <a:lnTo>
                    <a:pt x="5197468" y="880404"/>
                  </a:lnTo>
                  <a:close/>
                </a:path>
                <a:path w="18216245" h="1734185">
                  <a:moveTo>
                    <a:pt x="3573437" y="1179939"/>
                  </a:moveTo>
                  <a:lnTo>
                    <a:pt x="3150099" y="884035"/>
                  </a:lnTo>
                  <a:lnTo>
                    <a:pt x="2669801" y="893358"/>
                  </a:lnTo>
                  <a:lnTo>
                    <a:pt x="2499392" y="757624"/>
                  </a:lnTo>
                  <a:lnTo>
                    <a:pt x="4809170" y="712788"/>
                  </a:lnTo>
                  <a:lnTo>
                    <a:pt x="4719038" y="809607"/>
                  </a:lnTo>
                  <a:lnTo>
                    <a:pt x="4261838" y="818482"/>
                  </a:lnTo>
                  <a:lnTo>
                    <a:pt x="4085395" y="1055280"/>
                  </a:lnTo>
                  <a:lnTo>
                    <a:pt x="3573437" y="1179939"/>
                  </a:lnTo>
                  <a:close/>
                </a:path>
                <a:path w="18216245" h="1734185">
                  <a:moveTo>
                    <a:pt x="6345505" y="938449"/>
                  </a:moveTo>
                  <a:lnTo>
                    <a:pt x="6021622" y="704239"/>
                  </a:lnTo>
                  <a:lnTo>
                    <a:pt x="18215759" y="467533"/>
                  </a:lnTo>
                  <a:lnTo>
                    <a:pt x="18215759" y="574394"/>
                  </a:lnTo>
                  <a:lnTo>
                    <a:pt x="6716641" y="797608"/>
                  </a:lnTo>
                  <a:lnTo>
                    <a:pt x="6345505" y="938449"/>
                  </a:lnTo>
                  <a:close/>
                </a:path>
                <a:path w="18216245" h="1734185">
                  <a:moveTo>
                    <a:pt x="4617028" y="919184"/>
                  </a:moveTo>
                  <a:lnTo>
                    <a:pt x="4261838" y="818482"/>
                  </a:lnTo>
                  <a:lnTo>
                    <a:pt x="4719038" y="809607"/>
                  </a:lnTo>
                  <a:lnTo>
                    <a:pt x="4617028" y="919184"/>
                  </a:lnTo>
                  <a:close/>
                </a:path>
                <a:path w="18216245" h="1734185">
                  <a:moveTo>
                    <a:pt x="8077309" y="1331537"/>
                  </a:moveTo>
                  <a:lnTo>
                    <a:pt x="7693317" y="1202406"/>
                  </a:lnTo>
                  <a:lnTo>
                    <a:pt x="7494245" y="969458"/>
                  </a:lnTo>
                  <a:lnTo>
                    <a:pt x="7092198" y="897178"/>
                  </a:lnTo>
                  <a:lnTo>
                    <a:pt x="6716641" y="797608"/>
                  </a:lnTo>
                  <a:lnTo>
                    <a:pt x="18215759" y="574394"/>
                  </a:lnTo>
                  <a:lnTo>
                    <a:pt x="18215759" y="761338"/>
                  </a:lnTo>
                  <a:lnTo>
                    <a:pt x="18215759" y="766135"/>
                  </a:lnTo>
                  <a:lnTo>
                    <a:pt x="18193703" y="807703"/>
                  </a:lnTo>
                  <a:lnTo>
                    <a:pt x="17129089" y="828368"/>
                  </a:lnTo>
                  <a:lnTo>
                    <a:pt x="16942885" y="866130"/>
                  </a:lnTo>
                  <a:lnTo>
                    <a:pt x="12166181" y="958852"/>
                  </a:lnTo>
                  <a:lnTo>
                    <a:pt x="12122349" y="995815"/>
                  </a:lnTo>
                  <a:lnTo>
                    <a:pt x="9222233" y="1052111"/>
                  </a:lnTo>
                  <a:lnTo>
                    <a:pt x="9088731" y="1125451"/>
                  </a:lnTo>
                  <a:lnTo>
                    <a:pt x="8511999" y="1136647"/>
                  </a:lnTo>
                  <a:lnTo>
                    <a:pt x="8077309" y="1331537"/>
                  </a:lnTo>
                  <a:close/>
                </a:path>
                <a:path w="18216245" h="1734185">
                  <a:moveTo>
                    <a:pt x="17479469" y="909020"/>
                  </a:moveTo>
                  <a:lnTo>
                    <a:pt x="17129089" y="828368"/>
                  </a:lnTo>
                  <a:lnTo>
                    <a:pt x="17743459" y="816442"/>
                  </a:lnTo>
                  <a:lnTo>
                    <a:pt x="17479469" y="909020"/>
                  </a:lnTo>
                  <a:close/>
                </a:path>
                <a:path w="18216245" h="1734185">
                  <a:moveTo>
                    <a:pt x="18024597" y="1126407"/>
                  </a:moveTo>
                  <a:lnTo>
                    <a:pt x="17743459" y="816442"/>
                  </a:lnTo>
                  <a:lnTo>
                    <a:pt x="18193703" y="807703"/>
                  </a:lnTo>
                  <a:lnTo>
                    <a:pt x="18024597" y="1126407"/>
                  </a:lnTo>
                  <a:close/>
                </a:path>
                <a:path w="18216245" h="1734185">
                  <a:moveTo>
                    <a:pt x="12383193" y="1141584"/>
                  </a:moveTo>
                  <a:lnTo>
                    <a:pt x="12166181" y="958852"/>
                  </a:lnTo>
                  <a:lnTo>
                    <a:pt x="16942885" y="866130"/>
                  </a:lnTo>
                  <a:lnTo>
                    <a:pt x="16652207" y="925078"/>
                  </a:lnTo>
                  <a:lnTo>
                    <a:pt x="16562199" y="1027546"/>
                  </a:lnTo>
                  <a:lnTo>
                    <a:pt x="12642839" y="1103626"/>
                  </a:lnTo>
                  <a:lnTo>
                    <a:pt x="12383193" y="1141584"/>
                  </a:lnTo>
                  <a:close/>
                </a:path>
                <a:path w="18216245" h="1734185">
                  <a:moveTo>
                    <a:pt x="10518720" y="1418029"/>
                  </a:moveTo>
                  <a:lnTo>
                    <a:pt x="10195356" y="1210585"/>
                  </a:lnTo>
                  <a:lnTo>
                    <a:pt x="9979138" y="1081391"/>
                  </a:lnTo>
                  <a:lnTo>
                    <a:pt x="9552125" y="1089680"/>
                  </a:lnTo>
                  <a:lnTo>
                    <a:pt x="9222233" y="1052111"/>
                  </a:lnTo>
                  <a:lnTo>
                    <a:pt x="12122349" y="995815"/>
                  </a:lnTo>
                  <a:lnTo>
                    <a:pt x="12034089" y="1070243"/>
                  </a:lnTo>
                  <a:lnTo>
                    <a:pt x="11143117" y="1087538"/>
                  </a:lnTo>
                  <a:lnTo>
                    <a:pt x="10809234" y="1198668"/>
                  </a:lnTo>
                  <a:lnTo>
                    <a:pt x="10518720" y="1418029"/>
                  </a:lnTo>
                  <a:close/>
                </a:path>
                <a:path w="18216245" h="1734185">
                  <a:moveTo>
                    <a:pt x="8887551" y="1235971"/>
                  </a:moveTo>
                  <a:lnTo>
                    <a:pt x="8511999" y="1136647"/>
                  </a:lnTo>
                  <a:lnTo>
                    <a:pt x="9088731" y="1125451"/>
                  </a:lnTo>
                  <a:lnTo>
                    <a:pt x="8887551" y="1235971"/>
                  </a:lnTo>
                  <a:close/>
                </a:path>
                <a:path w="18216245" h="1734185">
                  <a:moveTo>
                    <a:pt x="11863830" y="1213817"/>
                  </a:moveTo>
                  <a:lnTo>
                    <a:pt x="11579425" y="1115180"/>
                  </a:lnTo>
                  <a:lnTo>
                    <a:pt x="11143117" y="1087538"/>
                  </a:lnTo>
                  <a:lnTo>
                    <a:pt x="12034089" y="1070243"/>
                  </a:lnTo>
                  <a:lnTo>
                    <a:pt x="11863830" y="1213817"/>
                  </a:lnTo>
                  <a:close/>
                </a:path>
                <a:path w="18216245" h="1734185">
                  <a:moveTo>
                    <a:pt x="13622167" y="1733640"/>
                  </a:moveTo>
                  <a:lnTo>
                    <a:pt x="13297231" y="1445159"/>
                  </a:lnTo>
                  <a:lnTo>
                    <a:pt x="12882234" y="1262586"/>
                  </a:lnTo>
                  <a:lnTo>
                    <a:pt x="12642839" y="1103626"/>
                  </a:lnTo>
                  <a:lnTo>
                    <a:pt x="16562199" y="1027546"/>
                  </a:lnTo>
                  <a:lnTo>
                    <a:pt x="16396013" y="1216733"/>
                  </a:lnTo>
                  <a:lnTo>
                    <a:pt x="16117165" y="1390420"/>
                  </a:lnTo>
                  <a:lnTo>
                    <a:pt x="14096746" y="1429640"/>
                  </a:lnTo>
                  <a:lnTo>
                    <a:pt x="13622167" y="1733640"/>
                  </a:lnTo>
                  <a:close/>
                </a:path>
                <a:path w="18216245" h="1734185">
                  <a:moveTo>
                    <a:pt x="14463081" y="1535039"/>
                  </a:moveTo>
                  <a:lnTo>
                    <a:pt x="14096743" y="1429640"/>
                  </a:lnTo>
                  <a:lnTo>
                    <a:pt x="16117165" y="1390420"/>
                  </a:lnTo>
                  <a:lnTo>
                    <a:pt x="16074424" y="1417043"/>
                  </a:lnTo>
                  <a:lnTo>
                    <a:pt x="14845690" y="1440894"/>
                  </a:lnTo>
                  <a:lnTo>
                    <a:pt x="14463081" y="1535039"/>
                  </a:lnTo>
                  <a:close/>
                </a:path>
                <a:path w="18216245" h="1734185">
                  <a:moveTo>
                    <a:pt x="15789140" y="1712400"/>
                  </a:moveTo>
                  <a:lnTo>
                    <a:pt x="15765777" y="1712854"/>
                  </a:lnTo>
                  <a:lnTo>
                    <a:pt x="15223037" y="1620269"/>
                  </a:lnTo>
                  <a:lnTo>
                    <a:pt x="14845685" y="1440895"/>
                  </a:lnTo>
                  <a:lnTo>
                    <a:pt x="16074424" y="1417043"/>
                  </a:lnTo>
                  <a:lnTo>
                    <a:pt x="15789140" y="171240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0" y="0"/>
              <a:ext cx="18288000" cy="1650364"/>
            </a:xfrm>
            <a:custGeom>
              <a:avLst/>
              <a:gdLst/>
              <a:ahLst/>
              <a:cxnLst/>
              <a:rect l="l" t="t" r="r" b="b"/>
              <a:pathLst>
                <a:path w="18288000" h="1650364">
                  <a:moveTo>
                    <a:pt x="293875" y="1344739"/>
                  </a:moveTo>
                  <a:lnTo>
                    <a:pt x="0" y="1213287"/>
                  </a:lnTo>
                  <a:lnTo>
                    <a:pt x="0" y="0"/>
                  </a:lnTo>
                  <a:lnTo>
                    <a:pt x="18287999" y="0"/>
                  </a:lnTo>
                  <a:lnTo>
                    <a:pt x="18287999" y="338072"/>
                  </a:lnTo>
                  <a:lnTo>
                    <a:pt x="1532939" y="663311"/>
                  </a:lnTo>
                  <a:lnTo>
                    <a:pt x="1443631" y="735794"/>
                  </a:lnTo>
                  <a:lnTo>
                    <a:pt x="1302782" y="861602"/>
                  </a:lnTo>
                  <a:lnTo>
                    <a:pt x="1172631" y="980938"/>
                  </a:lnTo>
                  <a:lnTo>
                    <a:pt x="1115417" y="1034004"/>
                  </a:lnTo>
                  <a:lnTo>
                    <a:pt x="636692" y="1124363"/>
                  </a:lnTo>
                  <a:lnTo>
                    <a:pt x="293875" y="1344739"/>
                  </a:lnTo>
                  <a:close/>
                </a:path>
                <a:path w="18288000" h="1650364">
                  <a:moveTo>
                    <a:pt x="1937502" y="751264"/>
                  </a:moveTo>
                  <a:lnTo>
                    <a:pt x="1882313" y="732667"/>
                  </a:lnTo>
                  <a:lnTo>
                    <a:pt x="1756617" y="694344"/>
                  </a:lnTo>
                  <a:lnTo>
                    <a:pt x="1620223" y="662492"/>
                  </a:lnTo>
                  <a:lnTo>
                    <a:pt x="1532939" y="663311"/>
                  </a:lnTo>
                  <a:lnTo>
                    <a:pt x="18287999" y="338072"/>
                  </a:lnTo>
                  <a:lnTo>
                    <a:pt x="18287999" y="354530"/>
                  </a:lnTo>
                  <a:lnTo>
                    <a:pt x="4630395" y="619644"/>
                  </a:lnTo>
                  <a:lnTo>
                    <a:pt x="4620159" y="630652"/>
                  </a:lnTo>
                  <a:lnTo>
                    <a:pt x="2310883" y="675478"/>
                  </a:lnTo>
                  <a:lnTo>
                    <a:pt x="1937502" y="751264"/>
                  </a:lnTo>
                  <a:close/>
                </a:path>
                <a:path w="18288000" h="1650364">
                  <a:moveTo>
                    <a:pt x="5007752" y="799263"/>
                  </a:moveTo>
                  <a:lnTo>
                    <a:pt x="4630395" y="619644"/>
                  </a:lnTo>
                  <a:lnTo>
                    <a:pt x="18287999" y="354530"/>
                  </a:lnTo>
                  <a:lnTo>
                    <a:pt x="18287999" y="381308"/>
                  </a:lnTo>
                  <a:lnTo>
                    <a:pt x="5832887" y="623079"/>
                  </a:lnTo>
                  <a:lnTo>
                    <a:pt x="5007752" y="799263"/>
                  </a:lnTo>
                  <a:close/>
                </a:path>
                <a:path w="18288000" h="1650364">
                  <a:moveTo>
                    <a:pt x="3384929" y="1097792"/>
                  </a:moveTo>
                  <a:lnTo>
                    <a:pt x="2961591" y="801888"/>
                  </a:lnTo>
                  <a:lnTo>
                    <a:pt x="2481293" y="811211"/>
                  </a:lnTo>
                  <a:lnTo>
                    <a:pt x="2310883" y="675478"/>
                  </a:lnTo>
                  <a:lnTo>
                    <a:pt x="4620159" y="630652"/>
                  </a:lnTo>
                  <a:lnTo>
                    <a:pt x="4529202" y="728469"/>
                  </a:lnTo>
                  <a:lnTo>
                    <a:pt x="4072121" y="737341"/>
                  </a:lnTo>
                  <a:lnTo>
                    <a:pt x="3895678" y="974139"/>
                  </a:lnTo>
                  <a:lnTo>
                    <a:pt x="3384929" y="1097792"/>
                  </a:lnTo>
                  <a:close/>
                </a:path>
                <a:path w="18288000" h="1650364">
                  <a:moveTo>
                    <a:pt x="6156765" y="857044"/>
                  </a:moveTo>
                  <a:lnTo>
                    <a:pt x="5832887" y="623079"/>
                  </a:lnTo>
                  <a:lnTo>
                    <a:pt x="18287999" y="381308"/>
                  </a:lnTo>
                  <a:lnTo>
                    <a:pt x="18287999" y="488168"/>
                  </a:lnTo>
                  <a:lnTo>
                    <a:pt x="6527660" y="716453"/>
                  </a:lnTo>
                  <a:lnTo>
                    <a:pt x="6156765" y="857044"/>
                  </a:lnTo>
                  <a:close/>
                </a:path>
                <a:path w="18288000" h="1650364">
                  <a:moveTo>
                    <a:pt x="4427311" y="838044"/>
                  </a:moveTo>
                  <a:lnTo>
                    <a:pt x="4072121" y="737341"/>
                  </a:lnTo>
                  <a:lnTo>
                    <a:pt x="4529202" y="728469"/>
                  </a:lnTo>
                  <a:lnTo>
                    <a:pt x="4427311" y="838044"/>
                  </a:lnTo>
                  <a:close/>
                </a:path>
                <a:path w="18288000" h="1650364">
                  <a:moveTo>
                    <a:pt x="7889310" y="1250363"/>
                  </a:moveTo>
                  <a:lnTo>
                    <a:pt x="7505069" y="1120991"/>
                  </a:lnTo>
                  <a:lnTo>
                    <a:pt x="7306002" y="888289"/>
                  </a:lnTo>
                  <a:lnTo>
                    <a:pt x="6904200" y="816004"/>
                  </a:lnTo>
                  <a:lnTo>
                    <a:pt x="6527660" y="716453"/>
                  </a:lnTo>
                  <a:lnTo>
                    <a:pt x="18287999" y="488168"/>
                  </a:lnTo>
                  <a:lnTo>
                    <a:pt x="18287999" y="721295"/>
                  </a:lnTo>
                  <a:lnTo>
                    <a:pt x="16941098" y="747440"/>
                  </a:lnTo>
                  <a:lnTo>
                    <a:pt x="16756235" y="784930"/>
                  </a:lnTo>
                  <a:lnTo>
                    <a:pt x="11978429" y="877674"/>
                  </a:lnTo>
                  <a:lnTo>
                    <a:pt x="11934596" y="914637"/>
                  </a:lnTo>
                  <a:lnTo>
                    <a:pt x="9033990" y="970942"/>
                  </a:lnTo>
                  <a:lnTo>
                    <a:pt x="8900586" y="1044280"/>
                  </a:lnTo>
                  <a:lnTo>
                    <a:pt x="8323756" y="1055477"/>
                  </a:lnTo>
                  <a:lnTo>
                    <a:pt x="7889310" y="1250363"/>
                  </a:lnTo>
                  <a:close/>
                </a:path>
                <a:path w="18288000" h="1650364">
                  <a:moveTo>
                    <a:pt x="17291724" y="828087"/>
                  </a:moveTo>
                  <a:lnTo>
                    <a:pt x="16941098" y="747440"/>
                  </a:lnTo>
                  <a:lnTo>
                    <a:pt x="17555468" y="735514"/>
                  </a:lnTo>
                  <a:lnTo>
                    <a:pt x="17291724" y="828087"/>
                  </a:lnTo>
                  <a:close/>
                </a:path>
                <a:path w="18288000" h="1650364">
                  <a:moveTo>
                    <a:pt x="18287999" y="1148321"/>
                  </a:moveTo>
                  <a:lnTo>
                    <a:pt x="17885052" y="1136906"/>
                  </a:lnTo>
                  <a:lnTo>
                    <a:pt x="17555468" y="735514"/>
                  </a:lnTo>
                  <a:lnTo>
                    <a:pt x="18287999" y="721295"/>
                  </a:lnTo>
                  <a:lnTo>
                    <a:pt x="18287999" y="1148321"/>
                  </a:lnTo>
                  <a:close/>
                </a:path>
                <a:path w="18288000" h="1650364">
                  <a:moveTo>
                    <a:pt x="12195686" y="1060400"/>
                  </a:moveTo>
                  <a:lnTo>
                    <a:pt x="11978429" y="877674"/>
                  </a:lnTo>
                  <a:lnTo>
                    <a:pt x="16756235" y="784930"/>
                  </a:lnTo>
                  <a:lnTo>
                    <a:pt x="16464217" y="844150"/>
                  </a:lnTo>
                  <a:lnTo>
                    <a:pt x="16375390" y="945366"/>
                  </a:lnTo>
                  <a:lnTo>
                    <a:pt x="12454575" y="1021474"/>
                  </a:lnTo>
                  <a:lnTo>
                    <a:pt x="12195686" y="1060400"/>
                  </a:lnTo>
                  <a:close/>
                </a:path>
                <a:path w="18288000" h="1650364">
                  <a:moveTo>
                    <a:pt x="10332195" y="1336826"/>
                  </a:moveTo>
                  <a:lnTo>
                    <a:pt x="10007604" y="1129405"/>
                  </a:lnTo>
                  <a:lnTo>
                    <a:pt x="9791631" y="1000207"/>
                  </a:lnTo>
                  <a:lnTo>
                    <a:pt x="9364373" y="1008500"/>
                  </a:lnTo>
                  <a:lnTo>
                    <a:pt x="9033990" y="970942"/>
                  </a:lnTo>
                  <a:lnTo>
                    <a:pt x="11934596" y="914637"/>
                  </a:lnTo>
                  <a:lnTo>
                    <a:pt x="11846635" y="988812"/>
                  </a:lnTo>
                  <a:lnTo>
                    <a:pt x="10955360" y="1006113"/>
                  </a:lnTo>
                  <a:lnTo>
                    <a:pt x="10621482" y="1117489"/>
                  </a:lnTo>
                  <a:lnTo>
                    <a:pt x="10332195" y="1336826"/>
                  </a:lnTo>
                  <a:close/>
                </a:path>
                <a:path w="18288000" h="1650364">
                  <a:moveTo>
                    <a:pt x="8699555" y="1154796"/>
                  </a:moveTo>
                  <a:lnTo>
                    <a:pt x="8323756" y="1055477"/>
                  </a:lnTo>
                  <a:lnTo>
                    <a:pt x="8900586" y="1044280"/>
                  </a:lnTo>
                  <a:lnTo>
                    <a:pt x="8699555" y="1154796"/>
                  </a:lnTo>
                  <a:close/>
                </a:path>
                <a:path w="18288000" h="1650364">
                  <a:moveTo>
                    <a:pt x="11676078" y="1132638"/>
                  </a:moveTo>
                  <a:lnTo>
                    <a:pt x="11391673" y="1034001"/>
                  </a:lnTo>
                  <a:lnTo>
                    <a:pt x="10955360" y="1006113"/>
                  </a:lnTo>
                  <a:lnTo>
                    <a:pt x="11846635" y="988812"/>
                  </a:lnTo>
                  <a:lnTo>
                    <a:pt x="11676078" y="1132638"/>
                  </a:lnTo>
                  <a:close/>
                </a:path>
                <a:path w="18288000" h="1650364">
                  <a:moveTo>
                    <a:pt x="13434126" y="1650255"/>
                  </a:moveTo>
                  <a:lnTo>
                    <a:pt x="13109213" y="1363003"/>
                  </a:lnTo>
                  <a:lnTo>
                    <a:pt x="12693970" y="1180434"/>
                  </a:lnTo>
                  <a:lnTo>
                    <a:pt x="12454575" y="1021474"/>
                  </a:lnTo>
                  <a:lnTo>
                    <a:pt x="16375390" y="945366"/>
                  </a:lnTo>
                  <a:lnTo>
                    <a:pt x="16208267" y="1135800"/>
                  </a:lnTo>
                  <a:lnTo>
                    <a:pt x="15930888" y="1308230"/>
                  </a:lnTo>
                  <a:lnTo>
                    <a:pt x="13908727" y="1347483"/>
                  </a:lnTo>
                  <a:lnTo>
                    <a:pt x="13434126" y="1650255"/>
                  </a:lnTo>
                  <a:close/>
                </a:path>
                <a:path w="18288000" h="1650364">
                  <a:moveTo>
                    <a:pt x="14274099" y="1453884"/>
                  </a:moveTo>
                  <a:lnTo>
                    <a:pt x="13908727" y="1347483"/>
                  </a:lnTo>
                  <a:lnTo>
                    <a:pt x="15930888" y="1308230"/>
                  </a:lnTo>
                  <a:lnTo>
                    <a:pt x="15886427" y="1335870"/>
                  </a:lnTo>
                  <a:lnTo>
                    <a:pt x="15885463" y="1336871"/>
                  </a:lnTo>
                  <a:lnTo>
                    <a:pt x="14657707" y="1360704"/>
                  </a:lnTo>
                  <a:lnTo>
                    <a:pt x="14274099" y="1453884"/>
                  </a:lnTo>
                  <a:close/>
                </a:path>
                <a:path w="18288000" h="1650364">
                  <a:moveTo>
                    <a:pt x="15597485" y="1636266"/>
                  </a:moveTo>
                  <a:lnTo>
                    <a:pt x="15034818" y="1540328"/>
                  </a:lnTo>
                  <a:lnTo>
                    <a:pt x="14657707" y="1360704"/>
                  </a:lnTo>
                  <a:lnTo>
                    <a:pt x="15885463" y="1336871"/>
                  </a:lnTo>
                  <a:lnTo>
                    <a:pt x="15597485" y="163626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0" y="0"/>
              <a:ext cx="18288000" cy="1118870"/>
            </a:xfrm>
            <a:custGeom>
              <a:avLst/>
              <a:gdLst/>
              <a:ahLst/>
              <a:cxnLst/>
              <a:rect l="l" t="t" r="r" b="b"/>
              <a:pathLst>
                <a:path w="18288000" h="1118870">
                  <a:moveTo>
                    <a:pt x="693576" y="840509"/>
                  </a:moveTo>
                  <a:lnTo>
                    <a:pt x="148436" y="786975"/>
                  </a:lnTo>
                  <a:lnTo>
                    <a:pt x="0" y="596237"/>
                  </a:lnTo>
                  <a:lnTo>
                    <a:pt x="0" y="0"/>
                  </a:lnTo>
                  <a:lnTo>
                    <a:pt x="18287999" y="0"/>
                  </a:lnTo>
                  <a:lnTo>
                    <a:pt x="18287999" y="33951"/>
                  </a:lnTo>
                  <a:lnTo>
                    <a:pt x="4722886" y="297269"/>
                  </a:lnTo>
                  <a:lnTo>
                    <a:pt x="4574434" y="366476"/>
                  </a:lnTo>
                  <a:lnTo>
                    <a:pt x="1891004" y="418565"/>
                  </a:lnTo>
                  <a:lnTo>
                    <a:pt x="1842744" y="431270"/>
                  </a:lnTo>
                  <a:lnTo>
                    <a:pt x="1732237" y="461812"/>
                  </a:lnTo>
                  <a:lnTo>
                    <a:pt x="1610893" y="498828"/>
                  </a:lnTo>
                  <a:lnTo>
                    <a:pt x="1530124" y="530957"/>
                  </a:lnTo>
                  <a:lnTo>
                    <a:pt x="1425503" y="564163"/>
                  </a:lnTo>
                  <a:lnTo>
                    <a:pt x="1251684" y="603549"/>
                  </a:lnTo>
                  <a:lnTo>
                    <a:pt x="1088701" y="636460"/>
                  </a:lnTo>
                  <a:lnTo>
                    <a:pt x="1016588" y="650243"/>
                  </a:lnTo>
                  <a:lnTo>
                    <a:pt x="693576" y="840509"/>
                  </a:lnTo>
                  <a:close/>
                </a:path>
                <a:path w="18288000" h="1118870">
                  <a:moveTo>
                    <a:pt x="4968465" y="547001"/>
                  </a:moveTo>
                  <a:lnTo>
                    <a:pt x="4722886" y="297269"/>
                  </a:lnTo>
                  <a:lnTo>
                    <a:pt x="18287999" y="33951"/>
                  </a:lnTo>
                  <a:lnTo>
                    <a:pt x="18287999" y="156779"/>
                  </a:lnTo>
                  <a:lnTo>
                    <a:pt x="9923832" y="319139"/>
                  </a:lnTo>
                  <a:lnTo>
                    <a:pt x="9923710" y="319386"/>
                  </a:lnTo>
                  <a:lnTo>
                    <a:pt x="5708952" y="401201"/>
                  </a:lnTo>
                  <a:lnTo>
                    <a:pt x="5569230" y="425070"/>
                  </a:lnTo>
                  <a:lnTo>
                    <a:pt x="4968465" y="547001"/>
                  </a:lnTo>
                  <a:close/>
                </a:path>
                <a:path w="18288000" h="1118870">
                  <a:moveTo>
                    <a:pt x="2478743" y="679835"/>
                  </a:moveTo>
                  <a:lnTo>
                    <a:pt x="2308333" y="544102"/>
                  </a:lnTo>
                  <a:lnTo>
                    <a:pt x="1891004" y="418565"/>
                  </a:lnTo>
                  <a:lnTo>
                    <a:pt x="4574434" y="366476"/>
                  </a:lnTo>
                  <a:lnTo>
                    <a:pt x="4563435" y="371604"/>
                  </a:lnTo>
                  <a:lnTo>
                    <a:pt x="2953845" y="402848"/>
                  </a:lnTo>
                  <a:lnTo>
                    <a:pt x="2478743" y="679835"/>
                  </a:lnTo>
                  <a:close/>
                </a:path>
                <a:path w="18288000" h="1118870">
                  <a:moveTo>
                    <a:pt x="3526516" y="799029"/>
                  </a:moveTo>
                  <a:lnTo>
                    <a:pt x="2953845" y="402848"/>
                  </a:lnTo>
                  <a:lnTo>
                    <a:pt x="4563435" y="371604"/>
                  </a:lnTo>
                  <a:lnTo>
                    <a:pt x="4418829" y="439018"/>
                  </a:lnTo>
                  <a:lnTo>
                    <a:pt x="4058243" y="503255"/>
                  </a:lnTo>
                  <a:lnTo>
                    <a:pt x="3887687" y="575104"/>
                  </a:lnTo>
                  <a:lnTo>
                    <a:pt x="3526516" y="799029"/>
                  </a:lnTo>
                  <a:close/>
                </a:path>
                <a:path w="18288000" h="1118870">
                  <a:moveTo>
                    <a:pt x="10453947" y="661610"/>
                  </a:moveTo>
                  <a:lnTo>
                    <a:pt x="9923832" y="319139"/>
                  </a:lnTo>
                  <a:lnTo>
                    <a:pt x="18287999" y="156779"/>
                  </a:lnTo>
                  <a:lnTo>
                    <a:pt x="18287999" y="169798"/>
                  </a:lnTo>
                  <a:lnTo>
                    <a:pt x="18287999" y="170536"/>
                  </a:lnTo>
                  <a:lnTo>
                    <a:pt x="12202323" y="288667"/>
                  </a:lnTo>
                  <a:lnTo>
                    <a:pt x="11955305" y="331785"/>
                  </a:lnTo>
                  <a:lnTo>
                    <a:pt x="11769981" y="591109"/>
                  </a:lnTo>
                  <a:lnTo>
                    <a:pt x="10947615" y="607073"/>
                  </a:lnTo>
                  <a:lnTo>
                    <a:pt x="10453947" y="661610"/>
                  </a:lnTo>
                  <a:close/>
                </a:path>
                <a:path w="18288000" h="1118870">
                  <a:moveTo>
                    <a:pt x="6149410" y="528744"/>
                  </a:moveTo>
                  <a:lnTo>
                    <a:pt x="6088596" y="508453"/>
                  </a:lnTo>
                  <a:lnTo>
                    <a:pt x="5950533" y="464005"/>
                  </a:lnTo>
                  <a:lnTo>
                    <a:pt x="5801795" y="420041"/>
                  </a:lnTo>
                  <a:lnTo>
                    <a:pt x="5708952" y="401201"/>
                  </a:lnTo>
                  <a:lnTo>
                    <a:pt x="9923710" y="319386"/>
                  </a:lnTo>
                  <a:lnTo>
                    <a:pt x="9899831" y="367507"/>
                  </a:lnTo>
                  <a:lnTo>
                    <a:pt x="6472313" y="434040"/>
                  </a:lnTo>
                  <a:lnTo>
                    <a:pt x="6149410" y="528744"/>
                  </a:lnTo>
                  <a:close/>
                </a:path>
                <a:path w="18288000" h="1118870">
                  <a:moveTo>
                    <a:pt x="13386959" y="1118590"/>
                  </a:moveTo>
                  <a:lnTo>
                    <a:pt x="13113615" y="843111"/>
                  </a:lnTo>
                  <a:lnTo>
                    <a:pt x="12686961" y="781381"/>
                  </a:lnTo>
                  <a:lnTo>
                    <a:pt x="12447562" y="622175"/>
                  </a:lnTo>
                  <a:lnTo>
                    <a:pt x="12202323" y="288667"/>
                  </a:lnTo>
                  <a:lnTo>
                    <a:pt x="18287999" y="170536"/>
                  </a:lnTo>
                  <a:lnTo>
                    <a:pt x="18287999" y="233914"/>
                  </a:lnTo>
                  <a:lnTo>
                    <a:pt x="18287999" y="237354"/>
                  </a:lnTo>
                  <a:lnTo>
                    <a:pt x="16579584" y="270516"/>
                  </a:lnTo>
                  <a:lnTo>
                    <a:pt x="16199276" y="736047"/>
                  </a:lnTo>
                  <a:lnTo>
                    <a:pt x="16044612" y="793339"/>
                  </a:lnTo>
                  <a:lnTo>
                    <a:pt x="13793930" y="837028"/>
                  </a:lnTo>
                  <a:lnTo>
                    <a:pt x="13386959" y="1118590"/>
                  </a:lnTo>
                  <a:close/>
                </a:path>
                <a:path w="18288000" h="1118870">
                  <a:moveTo>
                    <a:pt x="7880336" y="851346"/>
                  </a:moveTo>
                  <a:lnTo>
                    <a:pt x="7780152" y="839683"/>
                  </a:lnTo>
                  <a:lnTo>
                    <a:pt x="7652530" y="794262"/>
                  </a:lnTo>
                  <a:lnTo>
                    <a:pt x="7542750" y="745039"/>
                  </a:lnTo>
                  <a:lnTo>
                    <a:pt x="7496094" y="721974"/>
                  </a:lnTo>
                  <a:lnTo>
                    <a:pt x="7456757" y="698851"/>
                  </a:lnTo>
                  <a:lnTo>
                    <a:pt x="7365766" y="648105"/>
                  </a:lnTo>
                  <a:lnTo>
                    <a:pt x="7264458" y="598065"/>
                  </a:lnTo>
                  <a:lnTo>
                    <a:pt x="7193095" y="576531"/>
                  </a:lnTo>
                  <a:lnTo>
                    <a:pt x="7159237" y="576387"/>
                  </a:lnTo>
                  <a:lnTo>
                    <a:pt x="7110445" y="574101"/>
                  </a:lnTo>
                  <a:lnTo>
                    <a:pt x="6934138" y="562898"/>
                  </a:lnTo>
                  <a:lnTo>
                    <a:pt x="6885285" y="560552"/>
                  </a:lnTo>
                  <a:lnTo>
                    <a:pt x="6851336" y="560320"/>
                  </a:lnTo>
                  <a:lnTo>
                    <a:pt x="6767989" y="541679"/>
                  </a:lnTo>
                  <a:lnTo>
                    <a:pt x="6640380" y="498149"/>
                  </a:lnTo>
                  <a:lnTo>
                    <a:pt x="6523494" y="454135"/>
                  </a:lnTo>
                  <a:lnTo>
                    <a:pt x="6472313" y="434040"/>
                  </a:lnTo>
                  <a:lnTo>
                    <a:pt x="9899831" y="367507"/>
                  </a:lnTo>
                  <a:lnTo>
                    <a:pt x="9806040" y="556518"/>
                  </a:lnTo>
                  <a:lnTo>
                    <a:pt x="9025012" y="571679"/>
                  </a:lnTo>
                  <a:lnTo>
                    <a:pt x="8733306" y="827016"/>
                  </a:lnTo>
                  <a:lnTo>
                    <a:pt x="7984441" y="841552"/>
                  </a:lnTo>
                  <a:lnTo>
                    <a:pt x="7880336" y="851346"/>
                  </a:lnTo>
                  <a:close/>
                </a:path>
                <a:path w="18288000" h="1118870">
                  <a:moveTo>
                    <a:pt x="17204913" y="544813"/>
                  </a:moveTo>
                  <a:lnTo>
                    <a:pt x="16932106" y="347688"/>
                  </a:lnTo>
                  <a:lnTo>
                    <a:pt x="16579584" y="270516"/>
                  </a:lnTo>
                  <a:lnTo>
                    <a:pt x="18287999" y="237354"/>
                  </a:lnTo>
                  <a:lnTo>
                    <a:pt x="18287999" y="314980"/>
                  </a:lnTo>
                  <a:lnTo>
                    <a:pt x="18287999" y="321368"/>
                  </a:lnTo>
                  <a:lnTo>
                    <a:pt x="17546475" y="335762"/>
                  </a:lnTo>
                  <a:lnTo>
                    <a:pt x="17204913" y="544813"/>
                  </a:lnTo>
                  <a:close/>
                </a:path>
                <a:path w="18288000" h="1118870">
                  <a:moveTo>
                    <a:pt x="17882399" y="595532"/>
                  </a:moveTo>
                  <a:lnTo>
                    <a:pt x="17546475" y="335762"/>
                  </a:lnTo>
                  <a:lnTo>
                    <a:pt x="18287999" y="321368"/>
                  </a:lnTo>
                  <a:lnTo>
                    <a:pt x="18287999" y="483759"/>
                  </a:lnTo>
                  <a:lnTo>
                    <a:pt x="17882399" y="595532"/>
                  </a:lnTo>
                  <a:close/>
                </a:path>
                <a:path w="18288000" h="1118870">
                  <a:moveTo>
                    <a:pt x="9783885" y="601166"/>
                  </a:moveTo>
                  <a:lnTo>
                    <a:pt x="9355154" y="609488"/>
                  </a:lnTo>
                  <a:lnTo>
                    <a:pt x="9025012" y="571679"/>
                  </a:lnTo>
                  <a:lnTo>
                    <a:pt x="9806040" y="556518"/>
                  </a:lnTo>
                  <a:lnTo>
                    <a:pt x="9783885" y="601166"/>
                  </a:lnTo>
                  <a:close/>
                </a:path>
                <a:path w="18288000" h="1118870">
                  <a:moveTo>
                    <a:pt x="11668328" y="733353"/>
                  </a:moveTo>
                  <a:lnTo>
                    <a:pt x="11383928" y="634961"/>
                  </a:lnTo>
                  <a:lnTo>
                    <a:pt x="10947615" y="607073"/>
                  </a:lnTo>
                  <a:lnTo>
                    <a:pt x="11769981" y="591109"/>
                  </a:lnTo>
                  <a:lnTo>
                    <a:pt x="11668328" y="733353"/>
                  </a:lnTo>
                  <a:close/>
                </a:path>
                <a:path w="18288000" h="1118870">
                  <a:moveTo>
                    <a:pt x="8692653" y="862600"/>
                  </a:moveTo>
                  <a:lnTo>
                    <a:pt x="8289670" y="843400"/>
                  </a:lnTo>
                  <a:lnTo>
                    <a:pt x="8239094" y="841791"/>
                  </a:lnTo>
                  <a:lnTo>
                    <a:pt x="8120689" y="839771"/>
                  </a:lnTo>
                  <a:lnTo>
                    <a:pt x="7984441" y="841552"/>
                  </a:lnTo>
                  <a:lnTo>
                    <a:pt x="8733306" y="827016"/>
                  </a:lnTo>
                  <a:lnTo>
                    <a:pt x="8692653" y="862600"/>
                  </a:lnTo>
                  <a:close/>
                </a:path>
                <a:path w="18288000" h="1118870">
                  <a:moveTo>
                    <a:pt x="14267322" y="1054088"/>
                  </a:moveTo>
                  <a:lnTo>
                    <a:pt x="13793930" y="837028"/>
                  </a:lnTo>
                  <a:lnTo>
                    <a:pt x="16044612" y="793339"/>
                  </a:lnTo>
                  <a:lnTo>
                    <a:pt x="15978827" y="817708"/>
                  </a:lnTo>
                  <a:lnTo>
                    <a:pt x="14723788" y="842070"/>
                  </a:lnTo>
                  <a:lnTo>
                    <a:pt x="14267322" y="1054088"/>
                  </a:lnTo>
                  <a:close/>
                </a:path>
                <a:path w="18288000" h="1118870">
                  <a:moveTo>
                    <a:pt x="15482309" y="1030503"/>
                  </a:moveTo>
                  <a:lnTo>
                    <a:pt x="14950838" y="1023132"/>
                  </a:lnTo>
                  <a:lnTo>
                    <a:pt x="14723788" y="842070"/>
                  </a:lnTo>
                  <a:lnTo>
                    <a:pt x="15978827" y="817708"/>
                  </a:lnTo>
                  <a:lnTo>
                    <a:pt x="15786370" y="888999"/>
                  </a:lnTo>
                  <a:lnTo>
                    <a:pt x="15482309" y="1030503"/>
                  </a:lnTo>
                  <a:close/>
                </a:path>
              </a:pathLst>
            </a:custGeom>
            <a:solidFill>
              <a:srgbClr val="FFD04D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" name="object 8"/>
          <p:cNvGrpSpPr/>
          <p:nvPr/>
        </p:nvGrpSpPr>
        <p:grpSpPr>
          <a:xfrm>
            <a:off x="0" y="8656373"/>
            <a:ext cx="18288000" cy="1630680"/>
            <a:chOff x="0" y="8656373"/>
            <a:chExt cx="18288000" cy="1630680"/>
          </a:xfrm>
        </p:grpSpPr>
        <p:sp>
          <p:nvSpPr>
            <p:cNvPr id="9" name="object 9"/>
            <p:cNvSpPr/>
            <p:nvPr/>
          </p:nvSpPr>
          <p:spPr>
            <a:xfrm>
              <a:off x="0" y="8656373"/>
              <a:ext cx="18288000" cy="1630680"/>
            </a:xfrm>
            <a:custGeom>
              <a:avLst/>
              <a:gdLst/>
              <a:ahLst/>
              <a:cxnLst/>
              <a:rect l="l" t="t" r="r" b="b"/>
              <a:pathLst>
                <a:path w="18288000" h="1630679">
                  <a:moveTo>
                    <a:pt x="4097635" y="816582"/>
                  </a:moveTo>
                  <a:lnTo>
                    <a:pt x="338149" y="889559"/>
                  </a:lnTo>
                  <a:lnTo>
                    <a:pt x="584686" y="252209"/>
                  </a:lnTo>
                  <a:lnTo>
                    <a:pt x="1156958" y="324132"/>
                  </a:lnTo>
                  <a:lnTo>
                    <a:pt x="1637256" y="314809"/>
                  </a:lnTo>
                  <a:lnTo>
                    <a:pt x="2069989" y="601196"/>
                  </a:lnTo>
                  <a:lnTo>
                    <a:pt x="3954454" y="564616"/>
                  </a:lnTo>
                  <a:lnTo>
                    <a:pt x="4097635" y="816582"/>
                  </a:lnTo>
                  <a:close/>
                </a:path>
                <a:path w="18288000" h="1630679">
                  <a:moveTo>
                    <a:pt x="18201031" y="660976"/>
                  </a:moveTo>
                  <a:lnTo>
                    <a:pt x="12352066" y="774512"/>
                  </a:lnTo>
                  <a:lnTo>
                    <a:pt x="12551150" y="451295"/>
                  </a:lnTo>
                  <a:lnTo>
                    <a:pt x="12807485" y="331352"/>
                  </a:lnTo>
                  <a:lnTo>
                    <a:pt x="13161427" y="291809"/>
                  </a:lnTo>
                  <a:lnTo>
                    <a:pt x="13577532" y="0"/>
                  </a:lnTo>
                  <a:lnTo>
                    <a:pt x="14040162" y="105495"/>
                  </a:lnTo>
                  <a:lnTo>
                    <a:pt x="14296202" y="387942"/>
                  </a:lnTo>
                  <a:lnTo>
                    <a:pt x="15987483" y="355112"/>
                  </a:lnTo>
                  <a:lnTo>
                    <a:pt x="16356489" y="404450"/>
                  </a:lnTo>
                  <a:lnTo>
                    <a:pt x="16716167" y="407294"/>
                  </a:lnTo>
                  <a:lnTo>
                    <a:pt x="18282796" y="376884"/>
                  </a:lnTo>
                  <a:lnTo>
                    <a:pt x="18201031" y="660976"/>
                  </a:lnTo>
                  <a:close/>
                </a:path>
                <a:path w="18288000" h="1630679">
                  <a:moveTo>
                    <a:pt x="3485346" y="573722"/>
                  </a:moveTo>
                  <a:lnTo>
                    <a:pt x="2069989" y="601196"/>
                  </a:lnTo>
                  <a:lnTo>
                    <a:pt x="2441645" y="487121"/>
                  </a:lnTo>
                  <a:lnTo>
                    <a:pt x="2799757" y="295437"/>
                  </a:lnTo>
                  <a:lnTo>
                    <a:pt x="3177266" y="432309"/>
                  </a:lnTo>
                  <a:lnTo>
                    <a:pt x="3485346" y="573722"/>
                  </a:lnTo>
                  <a:close/>
                </a:path>
                <a:path w="18288000" h="1630679">
                  <a:moveTo>
                    <a:pt x="15987483" y="355112"/>
                  </a:moveTo>
                  <a:lnTo>
                    <a:pt x="14296202" y="387942"/>
                  </a:lnTo>
                  <a:lnTo>
                    <a:pt x="14767276" y="295766"/>
                  </a:lnTo>
                  <a:lnTo>
                    <a:pt x="14987128" y="106028"/>
                  </a:lnTo>
                  <a:lnTo>
                    <a:pt x="15506178" y="106271"/>
                  </a:lnTo>
                  <a:lnTo>
                    <a:pt x="15798166" y="329800"/>
                  </a:lnTo>
                  <a:lnTo>
                    <a:pt x="15987483" y="355112"/>
                  </a:lnTo>
                  <a:close/>
                </a:path>
                <a:path w="18288000" h="1630679">
                  <a:moveTo>
                    <a:pt x="6283209" y="554540"/>
                  </a:moveTo>
                  <a:lnTo>
                    <a:pt x="5129010" y="576945"/>
                  </a:lnTo>
                  <a:lnTo>
                    <a:pt x="5867236" y="301974"/>
                  </a:lnTo>
                  <a:lnTo>
                    <a:pt x="6179231" y="467877"/>
                  </a:lnTo>
                  <a:lnTo>
                    <a:pt x="6283209" y="554540"/>
                  </a:lnTo>
                  <a:close/>
                </a:path>
                <a:path w="18288000" h="1630679">
                  <a:moveTo>
                    <a:pt x="18282796" y="376884"/>
                  </a:moveTo>
                  <a:lnTo>
                    <a:pt x="16716167" y="407294"/>
                  </a:lnTo>
                  <a:lnTo>
                    <a:pt x="17056087" y="202206"/>
                  </a:lnTo>
                  <a:lnTo>
                    <a:pt x="17359436" y="188457"/>
                  </a:lnTo>
                  <a:lnTo>
                    <a:pt x="17588852" y="137083"/>
                  </a:lnTo>
                  <a:lnTo>
                    <a:pt x="18027022" y="172059"/>
                  </a:lnTo>
                  <a:lnTo>
                    <a:pt x="18287999" y="217474"/>
                  </a:lnTo>
                  <a:lnTo>
                    <a:pt x="18287999" y="358808"/>
                  </a:lnTo>
                  <a:lnTo>
                    <a:pt x="18282796" y="376884"/>
                  </a:lnTo>
                  <a:close/>
                </a:path>
                <a:path w="18288000" h="1630679">
                  <a:moveTo>
                    <a:pt x="6554819" y="780921"/>
                  </a:moveTo>
                  <a:lnTo>
                    <a:pt x="4104400" y="828487"/>
                  </a:lnTo>
                  <a:lnTo>
                    <a:pt x="4214244" y="526901"/>
                  </a:lnTo>
                  <a:lnTo>
                    <a:pt x="4782584" y="446839"/>
                  </a:lnTo>
                  <a:lnTo>
                    <a:pt x="5129010" y="576945"/>
                  </a:lnTo>
                  <a:lnTo>
                    <a:pt x="6283209" y="554540"/>
                  </a:lnTo>
                  <a:lnTo>
                    <a:pt x="6554819" y="780921"/>
                  </a:lnTo>
                  <a:close/>
                </a:path>
                <a:path w="18288000" h="1630679">
                  <a:moveTo>
                    <a:pt x="3954454" y="564616"/>
                  </a:moveTo>
                  <a:lnTo>
                    <a:pt x="3485346" y="573722"/>
                  </a:lnTo>
                  <a:lnTo>
                    <a:pt x="3943409" y="545178"/>
                  </a:lnTo>
                  <a:lnTo>
                    <a:pt x="3954454" y="564616"/>
                  </a:lnTo>
                  <a:close/>
                </a:path>
                <a:path w="18288000" h="1630679">
                  <a:moveTo>
                    <a:pt x="8934443" y="762734"/>
                  </a:moveTo>
                  <a:lnTo>
                    <a:pt x="7493304" y="790709"/>
                  </a:lnTo>
                  <a:lnTo>
                    <a:pt x="7839748" y="757207"/>
                  </a:lnTo>
                  <a:lnTo>
                    <a:pt x="8211923" y="669899"/>
                  </a:lnTo>
                  <a:lnTo>
                    <a:pt x="8662868" y="527755"/>
                  </a:lnTo>
                  <a:lnTo>
                    <a:pt x="8934443" y="762734"/>
                  </a:lnTo>
                  <a:close/>
                </a:path>
                <a:path w="18288000" h="1630679">
                  <a:moveTo>
                    <a:pt x="17921950" y="1630626"/>
                  </a:moveTo>
                  <a:lnTo>
                    <a:pt x="0" y="1630626"/>
                  </a:lnTo>
                  <a:lnTo>
                    <a:pt x="0" y="739934"/>
                  </a:lnTo>
                  <a:lnTo>
                    <a:pt x="338149" y="889559"/>
                  </a:lnTo>
                  <a:lnTo>
                    <a:pt x="4097635" y="816582"/>
                  </a:lnTo>
                  <a:lnTo>
                    <a:pt x="4104400" y="828487"/>
                  </a:lnTo>
                  <a:lnTo>
                    <a:pt x="6554819" y="780921"/>
                  </a:lnTo>
                  <a:lnTo>
                    <a:pt x="6586214" y="807089"/>
                  </a:lnTo>
                  <a:lnTo>
                    <a:pt x="7488091" y="789582"/>
                  </a:lnTo>
                  <a:lnTo>
                    <a:pt x="7493304" y="790709"/>
                  </a:lnTo>
                  <a:lnTo>
                    <a:pt x="8934443" y="762734"/>
                  </a:lnTo>
                  <a:lnTo>
                    <a:pt x="9079640" y="865057"/>
                  </a:lnTo>
                  <a:lnTo>
                    <a:pt x="11180340" y="824279"/>
                  </a:lnTo>
                  <a:lnTo>
                    <a:pt x="11258698" y="850026"/>
                  </a:lnTo>
                  <a:lnTo>
                    <a:pt x="18185317" y="715571"/>
                  </a:lnTo>
                  <a:lnTo>
                    <a:pt x="17921950" y="1630626"/>
                  </a:lnTo>
                  <a:close/>
                </a:path>
                <a:path w="18288000" h="1630679">
                  <a:moveTo>
                    <a:pt x="7488091" y="789582"/>
                  </a:moveTo>
                  <a:lnTo>
                    <a:pt x="6586214" y="807089"/>
                  </a:lnTo>
                  <a:lnTo>
                    <a:pt x="7013760" y="687016"/>
                  </a:lnTo>
                  <a:lnTo>
                    <a:pt x="7488091" y="789582"/>
                  </a:lnTo>
                  <a:close/>
                </a:path>
                <a:path w="18288000" h="1630679">
                  <a:moveTo>
                    <a:pt x="18185317" y="715571"/>
                  </a:moveTo>
                  <a:lnTo>
                    <a:pt x="11258698" y="850026"/>
                  </a:lnTo>
                  <a:lnTo>
                    <a:pt x="11541846" y="630809"/>
                  </a:lnTo>
                  <a:lnTo>
                    <a:pt x="11817492" y="759095"/>
                  </a:lnTo>
                  <a:lnTo>
                    <a:pt x="12274514" y="750224"/>
                  </a:lnTo>
                  <a:lnTo>
                    <a:pt x="12352066" y="774512"/>
                  </a:lnTo>
                  <a:lnTo>
                    <a:pt x="18201031" y="660976"/>
                  </a:lnTo>
                  <a:lnTo>
                    <a:pt x="18185317" y="715571"/>
                  </a:lnTo>
                  <a:close/>
                </a:path>
                <a:path w="18288000" h="1630679">
                  <a:moveTo>
                    <a:pt x="11180340" y="824279"/>
                  </a:moveTo>
                  <a:lnTo>
                    <a:pt x="10164239" y="844003"/>
                  </a:lnTo>
                  <a:lnTo>
                    <a:pt x="10485862" y="721319"/>
                  </a:lnTo>
                  <a:lnTo>
                    <a:pt x="10721489" y="673510"/>
                  </a:lnTo>
                  <a:lnTo>
                    <a:pt x="11180340" y="824279"/>
                  </a:lnTo>
                  <a:close/>
                </a:path>
                <a:path w="18288000" h="1630679">
                  <a:moveTo>
                    <a:pt x="12274514" y="750224"/>
                  </a:moveTo>
                  <a:lnTo>
                    <a:pt x="11817492" y="759095"/>
                  </a:lnTo>
                  <a:lnTo>
                    <a:pt x="12030776" y="673888"/>
                  </a:lnTo>
                  <a:lnTo>
                    <a:pt x="12274514" y="750224"/>
                  </a:lnTo>
                  <a:close/>
                </a:path>
                <a:path w="18288000" h="1630679">
                  <a:moveTo>
                    <a:pt x="10164239" y="844003"/>
                  </a:moveTo>
                  <a:lnTo>
                    <a:pt x="9079640" y="865057"/>
                  </a:lnTo>
                  <a:lnTo>
                    <a:pt x="9468767" y="777911"/>
                  </a:lnTo>
                  <a:lnTo>
                    <a:pt x="9825953" y="791612"/>
                  </a:lnTo>
                  <a:lnTo>
                    <a:pt x="10164239" y="844003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0" y="8808713"/>
              <a:ext cx="18288000" cy="1478280"/>
            </a:xfrm>
            <a:custGeom>
              <a:avLst/>
              <a:gdLst/>
              <a:ahLst/>
              <a:cxnLst/>
              <a:rect l="l" t="t" r="r" b="b"/>
              <a:pathLst>
                <a:path w="18288000" h="1478279">
                  <a:moveTo>
                    <a:pt x="841980" y="326774"/>
                  </a:moveTo>
                  <a:lnTo>
                    <a:pt x="153823" y="340132"/>
                  </a:lnTo>
                  <a:lnTo>
                    <a:pt x="577157" y="91663"/>
                  </a:lnTo>
                  <a:lnTo>
                    <a:pt x="841980" y="326774"/>
                  </a:lnTo>
                  <a:close/>
                </a:path>
                <a:path w="18288000" h="1478279">
                  <a:moveTo>
                    <a:pt x="3228720" y="627556"/>
                  </a:moveTo>
                  <a:lnTo>
                    <a:pt x="1815082" y="654996"/>
                  </a:lnTo>
                  <a:lnTo>
                    <a:pt x="2186983" y="540917"/>
                  </a:lnTo>
                  <a:lnTo>
                    <a:pt x="2499464" y="187739"/>
                  </a:lnTo>
                  <a:lnTo>
                    <a:pt x="2856912" y="290855"/>
                  </a:lnTo>
                  <a:lnTo>
                    <a:pt x="3228720" y="627556"/>
                  </a:lnTo>
                  <a:close/>
                </a:path>
                <a:path w="18288000" h="1478279">
                  <a:moveTo>
                    <a:pt x="13919352" y="326195"/>
                  </a:moveTo>
                  <a:lnTo>
                    <a:pt x="12906524" y="345855"/>
                  </a:lnTo>
                  <a:lnTo>
                    <a:pt x="13234639" y="13501"/>
                  </a:lnTo>
                  <a:lnTo>
                    <a:pt x="13575822" y="0"/>
                  </a:lnTo>
                  <a:lnTo>
                    <a:pt x="13919352" y="326195"/>
                  </a:lnTo>
                  <a:close/>
                </a:path>
                <a:path w="18288000" h="1478279">
                  <a:moveTo>
                    <a:pt x="18287999" y="1478286"/>
                  </a:moveTo>
                  <a:lnTo>
                    <a:pt x="0" y="1478286"/>
                  </a:lnTo>
                  <a:lnTo>
                    <a:pt x="0" y="333484"/>
                  </a:lnTo>
                  <a:lnTo>
                    <a:pt x="153823" y="340132"/>
                  </a:lnTo>
                  <a:lnTo>
                    <a:pt x="841980" y="326774"/>
                  </a:lnTo>
                  <a:lnTo>
                    <a:pt x="902094" y="380143"/>
                  </a:lnTo>
                  <a:lnTo>
                    <a:pt x="1382637" y="370814"/>
                  </a:lnTo>
                  <a:lnTo>
                    <a:pt x="1815082" y="654996"/>
                  </a:lnTo>
                  <a:lnTo>
                    <a:pt x="3697658" y="618453"/>
                  </a:lnTo>
                  <a:lnTo>
                    <a:pt x="3848762" y="882548"/>
                  </a:lnTo>
                  <a:lnTo>
                    <a:pt x="6300408" y="834958"/>
                  </a:lnTo>
                  <a:lnTo>
                    <a:pt x="6331803" y="861125"/>
                  </a:lnTo>
                  <a:lnTo>
                    <a:pt x="7234470" y="843603"/>
                  </a:lnTo>
                  <a:lnTo>
                    <a:pt x="7239629" y="844731"/>
                  </a:lnTo>
                  <a:lnTo>
                    <a:pt x="8680768" y="816757"/>
                  </a:lnTo>
                  <a:lnTo>
                    <a:pt x="8898295" y="1026009"/>
                  </a:lnTo>
                  <a:lnTo>
                    <a:pt x="18287999" y="843742"/>
                  </a:lnTo>
                  <a:lnTo>
                    <a:pt x="18287999" y="1478286"/>
                  </a:lnTo>
                  <a:close/>
                </a:path>
                <a:path w="18288000" h="1478279">
                  <a:moveTo>
                    <a:pt x="18287999" y="216091"/>
                  </a:moveTo>
                  <a:lnTo>
                    <a:pt x="17772365" y="226100"/>
                  </a:lnTo>
                  <a:lnTo>
                    <a:pt x="18287999" y="70945"/>
                  </a:lnTo>
                  <a:lnTo>
                    <a:pt x="18287999" y="216091"/>
                  </a:lnTo>
                  <a:close/>
                </a:path>
                <a:path w="18288000" h="1478279">
                  <a:moveTo>
                    <a:pt x="15954998" y="404841"/>
                  </a:moveTo>
                  <a:lnTo>
                    <a:pt x="14041298" y="441988"/>
                  </a:lnTo>
                  <a:lnTo>
                    <a:pt x="14511893" y="350313"/>
                  </a:lnTo>
                  <a:lnTo>
                    <a:pt x="14731995" y="160816"/>
                  </a:lnTo>
                  <a:lnTo>
                    <a:pt x="15262270" y="131853"/>
                  </a:lnTo>
                  <a:lnTo>
                    <a:pt x="15571595" y="261450"/>
                  </a:lnTo>
                  <a:lnTo>
                    <a:pt x="15954998" y="404841"/>
                  </a:lnTo>
                  <a:close/>
                </a:path>
                <a:path w="18288000" h="1478279">
                  <a:moveTo>
                    <a:pt x="18287999" y="426618"/>
                  </a:moveTo>
                  <a:lnTo>
                    <a:pt x="16462017" y="462063"/>
                  </a:lnTo>
                  <a:lnTo>
                    <a:pt x="16799349" y="123634"/>
                  </a:lnTo>
                  <a:lnTo>
                    <a:pt x="17102692" y="109639"/>
                  </a:lnTo>
                  <a:lnTo>
                    <a:pt x="17333950" y="191129"/>
                  </a:lnTo>
                  <a:lnTo>
                    <a:pt x="17772365" y="226100"/>
                  </a:lnTo>
                  <a:lnTo>
                    <a:pt x="18287999" y="216091"/>
                  </a:lnTo>
                  <a:lnTo>
                    <a:pt x="18287999" y="426618"/>
                  </a:lnTo>
                  <a:close/>
                </a:path>
                <a:path w="18288000" h="1478279">
                  <a:moveTo>
                    <a:pt x="6300408" y="834958"/>
                  </a:moveTo>
                  <a:lnTo>
                    <a:pt x="3848762" y="882548"/>
                  </a:lnTo>
                  <a:lnTo>
                    <a:pt x="4217615" y="371056"/>
                  </a:lnTo>
                  <a:lnTo>
                    <a:pt x="4527682" y="500885"/>
                  </a:lnTo>
                  <a:lnTo>
                    <a:pt x="4874103" y="630745"/>
                  </a:lnTo>
                  <a:lnTo>
                    <a:pt x="6028510" y="608337"/>
                  </a:lnTo>
                  <a:lnTo>
                    <a:pt x="6300408" y="834958"/>
                  </a:lnTo>
                  <a:close/>
                </a:path>
                <a:path w="18288000" h="1478279">
                  <a:moveTo>
                    <a:pt x="6028510" y="608337"/>
                  </a:moveTo>
                  <a:lnTo>
                    <a:pt x="4874103" y="630745"/>
                  </a:lnTo>
                  <a:lnTo>
                    <a:pt x="5612825" y="356010"/>
                  </a:lnTo>
                  <a:lnTo>
                    <a:pt x="5924820" y="521913"/>
                  </a:lnTo>
                  <a:lnTo>
                    <a:pt x="6028510" y="608337"/>
                  </a:lnTo>
                  <a:close/>
                </a:path>
                <a:path w="18288000" h="1478279">
                  <a:moveTo>
                    <a:pt x="18287999" y="709122"/>
                  </a:moveTo>
                  <a:lnTo>
                    <a:pt x="12097424" y="829290"/>
                  </a:lnTo>
                  <a:lnTo>
                    <a:pt x="12171253" y="507276"/>
                  </a:lnTo>
                  <a:lnTo>
                    <a:pt x="12540594" y="286631"/>
                  </a:lnTo>
                  <a:lnTo>
                    <a:pt x="12906524" y="345855"/>
                  </a:lnTo>
                  <a:lnTo>
                    <a:pt x="13919352" y="326195"/>
                  </a:lnTo>
                  <a:lnTo>
                    <a:pt x="14041298" y="441988"/>
                  </a:lnTo>
                  <a:lnTo>
                    <a:pt x="15954998" y="404841"/>
                  </a:lnTo>
                  <a:lnTo>
                    <a:pt x="16101117" y="459488"/>
                  </a:lnTo>
                  <a:lnTo>
                    <a:pt x="16462017" y="462063"/>
                  </a:lnTo>
                  <a:lnTo>
                    <a:pt x="18287999" y="426618"/>
                  </a:lnTo>
                  <a:lnTo>
                    <a:pt x="18287999" y="709122"/>
                  </a:lnTo>
                  <a:close/>
                </a:path>
                <a:path w="18288000" h="1478279">
                  <a:moveTo>
                    <a:pt x="3697658" y="618453"/>
                  </a:moveTo>
                  <a:lnTo>
                    <a:pt x="3228720" y="627556"/>
                  </a:lnTo>
                  <a:lnTo>
                    <a:pt x="3686537" y="599016"/>
                  </a:lnTo>
                  <a:lnTo>
                    <a:pt x="3697658" y="618453"/>
                  </a:lnTo>
                  <a:close/>
                </a:path>
                <a:path w="18288000" h="1478279">
                  <a:moveTo>
                    <a:pt x="8680768" y="816757"/>
                  </a:moveTo>
                  <a:lnTo>
                    <a:pt x="7239629" y="844731"/>
                  </a:lnTo>
                  <a:lnTo>
                    <a:pt x="7586073" y="811230"/>
                  </a:lnTo>
                  <a:lnTo>
                    <a:pt x="7958002" y="723926"/>
                  </a:lnTo>
                  <a:lnTo>
                    <a:pt x="8409188" y="581531"/>
                  </a:lnTo>
                  <a:lnTo>
                    <a:pt x="8680768" y="816757"/>
                  </a:lnTo>
                  <a:close/>
                </a:path>
                <a:path w="18288000" h="1478279">
                  <a:moveTo>
                    <a:pt x="10927072" y="877557"/>
                  </a:moveTo>
                  <a:lnTo>
                    <a:pt x="9909323" y="897312"/>
                  </a:lnTo>
                  <a:lnTo>
                    <a:pt x="10144295" y="625969"/>
                  </a:lnTo>
                  <a:lnTo>
                    <a:pt x="10466807" y="726323"/>
                  </a:lnTo>
                  <a:lnTo>
                    <a:pt x="10927072" y="877557"/>
                  </a:lnTo>
                  <a:close/>
                </a:path>
                <a:path w="18288000" h="1478279">
                  <a:moveTo>
                    <a:pt x="7234470" y="843603"/>
                  </a:moveTo>
                  <a:lnTo>
                    <a:pt x="6331803" y="861125"/>
                  </a:lnTo>
                  <a:lnTo>
                    <a:pt x="6759816" y="739815"/>
                  </a:lnTo>
                  <a:lnTo>
                    <a:pt x="7234470" y="843603"/>
                  </a:lnTo>
                  <a:close/>
                </a:path>
                <a:path w="18288000" h="1478279">
                  <a:moveTo>
                    <a:pt x="18287999" y="761447"/>
                  </a:moveTo>
                  <a:lnTo>
                    <a:pt x="11004018" y="902839"/>
                  </a:lnTo>
                  <a:lnTo>
                    <a:pt x="11287171" y="683868"/>
                  </a:lnTo>
                  <a:lnTo>
                    <a:pt x="11563058" y="811904"/>
                  </a:lnTo>
                  <a:lnTo>
                    <a:pt x="12013644" y="803157"/>
                  </a:lnTo>
                  <a:lnTo>
                    <a:pt x="12097424" y="829290"/>
                  </a:lnTo>
                  <a:lnTo>
                    <a:pt x="18287999" y="709122"/>
                  </a:lnTo>
                  <a:lnTo>
                    <a:pt x="18287999" y="761447"/>
                  </a:lnTo>
                  <a:close/>
                </a:path>
                <a:path w="18288000" h="1478279">
                  <a:moveTo>
                    <a:pt x="18287999" y="843742"/>
                  </a:moveTo>
                  <a:lnTo>
                    <a:pt x="8898295" y="1026009"/>
                  </a:lnTo>
                  <a:lnTo>
                    <a:pt x="9213884" y="832939"/>
                  </a:lnTo>
                  <a:lnTo>
                    <a:pt x="9719596" y="740828"/>
                  </a:lnTo>
                  <a:lnTo>
                    <a:pt x="9909323" y="897312"/>
                  </a:lnTo>
                  <a:lnTo>
                    <a:pt x="10927072" y="877557"/>
                  </a:lnTo>
                  <a:lnTo>
                    <a:pt x="11004018" y="902839"/>
                  </a:lnTo>
                  <a:lnTo>
                    <a:pt x="18287999" y="761447"/>
                  </a:lnTo>
                  <a:lnTo>
                    <a:pt x="18287999" y="843742"/>
                  </a:lnTo>
                  <a:close/>
                </a:path>
                <a:path w="18288000" h="1478279">
                  <a:moveTo>
                    <a:pt x="12013644" y="803157"/>
                  </a:moveTo>
                  <a:lnTo>
                    <a:pt x="11563058" y="811904"/>
                  </a:lnTo>
                  <a:lnTo>
                    <a:pt x="11774907" y="728690"/>
                  </a:lnTo>
                  <a:lnTo>
                    <a:pt x="12013644" y="80315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0" y="9208982"/>
              <a:ext cx="18288000" cy="1078230"/>
            </a:xfrm>
            <a:custGeom>
              <a:avLst/>
              <a:gdLst/>
              <a:ahLst/>
              <a:cxnLst/>
              <a:rect l="l" t="t" r="r" b="b"/>
              <a:pathLst>
                <a:path w="18288000" h="1078229">
                  <a:moveTo>
                    <a:pt x="3603697" y="546731"/>
                  </a:moveTo>
                  <a:lnTo>
                    <a:pt x="1808408" y="581580"/>
                  </a:lnTo>
                  <a:lnTo>
                    <a:pt x="2220329" y="441175"/>
                  </a:lnTo>
                  <a:lnTo>
                    <a:pt x="2507239" y="187985"/>
                  </a:lnTo>
                  <a:lnTo>
                    <a:pt x="2865659" y="290590"/>
                  </a:lnTo>
                  <a:lnTo>
                    <a:pt x="3326191" y="389248"/>
                  </a:lnTo>
                  <a:lnTo>
                    <a:pt x="3603697" y="546731"/>
                  </a:lnTo>
                  <a:close/>
                </a:path>
                <a:path w="18288000" h="1078229">
                  <a:moveTo>
                    <a:pt x="13927121" y="326195"/>
                  </a:moveTo>
                  <a:lnTo>
                    <a:pt x="12914294" y="345855"/>
                  </a:lnTo>
                  <a:lnTo>
                    <a:pt x="13242409" y="13501"/>
                  </a:lnTo>
                  <a:lnTo>
                    <a:pt x="13583592" y="0"/>
                  </a:lnTo>
                  <a:lnTo>
                    <a:pt x="13927121" y="326195"/>
                  </a:lnTo>
                  <a:close/>
                </a:path>
                <a:path w="18288000" h="1078229">
                  <a:moveTo>
                    <a:pt x="6228969" y="648569"/>
                  </a:moveTo>
                  <a:lnTo>
                    <a:pt x="171091" y="766161"/>
                  </a:lnTo>
                  <a:lnTo>
                    <a:pt x="598636" y="329683"/>
                  </a:lnTo>
                  <a:lnTo>
                    <a:pt x="928808" y="508253"/>
                  </a:lnTo>
                  <a:lnTo>
                    <a:pt x="1636529" y="494515"/>
                  </a:lnTo>
                  <a:lnTo>
                    <a:pt x="1808408" y="581580"/>
                  </a:lnTo>
                  <a:lnTo>
                    <a:pt x="3603697" y="546731"/>
                  </a:lnTo>
                  <a:lnTo>
                    <a:pt x="3695780" y="598988"/>
                  </a:lnTo>
                  <a:lnTo>
                    <a:pt x="3868996" y="664163"/>
                  </a:lnTo>
                  <a:lnTo>
                    <a:pt x="6207917" y="618762"/>
                  </a:lnTo>
                  <a:lnTo>
                    <a:pt x="6228969" y="648569"/>
                  </a:lnTo>
                  <a:close/>
                </a:path>
                <a:path w="18288000" h="1078229">
                  <a:moveTo>
                    <a:pt x="1636529" y="494515"/>
                  </a:moveTo>
                  <a:lnTo>
                    <a:pt x="928808" y="508253"/>
                  </a:lnTo>
                  <a:lnTo>
                    <a:pt x="1390388" y="369832"/>
                  </a:lnTo>
                  <a:lnTo>
                    <a:pt x="1636529" y="494515"/>
                  </a:lnTo>
                  <a:close/>
                </a:path>
                <a:path w="18288000" h="1078229">
                  <a:moveTo>
                    <a:pt x="15780100" y="408387"/>
                  </a:moveTo>
                  <a:lnTo>
                    <a:pt x="14049068" y="441988"/>
                  </a:lnTo>
                  <a:lnTo>
                    <a:pt x="14519648" y="349576"/>
                  </a:lnTo>
                  <a:lnTo>
                    <a:pt x="14739751" y="160079"/>
                  </a:lnTo>
                  <a:lnTo>
                    <a:pt x="15270776" y="131838"/>
                  </a:lnTo>
                  <a:lnTo>
                    <a:pt x="15580105" y="261682"/>
                  </a:lnTo>
                  <a:lnTo>
                    <a:pt x="15780100" y="408387"/>
                  </a:lnTo>
                  <a:close/>
                </a:path>
                <a:path w="18288000" h="1078229">
                  <a:moveTo>
                    <a:pt x="6207917" y="618762"/>
                  </a:moveTo>
                  <a:lnTo>
                    <a:pt x="3868996" y="664163"/>
                  </a:lnTo>
                  <a:lnTo>
                    <a:pt x="4225390" y="371302"/>
                  </a:lnTo>
                  <a:lnTo>
                    <a:pt x="4535451" y="500885"/>
                  </a:lnTo>
                  <a:lnTo>
                    <a:pt x="4881873" y="630745"/>
                  </a:lnTo>
                  <a:lnTo>
                    <a:pt x="6198333" y="605191"/>
                  </a:lnTo>
                  <a:lnTo>
                    <a:pt x="6207917" y="618762"/>
                  </a:lnTo>
                  <a:close/>
                </a:path>
                <a:path w="18288000" h="1078229">
                  <a:moveTo>
                    <a:pt x="6198333" y="605191"/>
                  </a:moveTo>
                  <a:lnTo>
                    <a:pt x="4881873" y="630745"/>
                  </a:lnTo>
                  <a:lnTo>
                    <a:pt x="5229499" y="493615"/>
                  </a:lnTo>
                  <a:lnTo>
                    <a:pt x="5480514" y="399416"/>
                  </a:lnTo>
                  <a:lnTo>
                    <a:pt x="5619872" y="356761"/>
                  </a:lnTo>
                  <a:lnTo>
                    <a:pt x="5712507" y="364874"/>
                  </a:lnTo>
                  <a:lnTo>
                    <a:pt x="6058843" y="407689"/>
                  </a:lnTo>
                  <a:lnTo>
                    <a:pt x="6198333" y="605191"/>
                  </a:lnTo>
                  <a:close/>
                </a:path>
                <a:path w="18288000" h="1078229">
                  <a:moveTo>
                    <a:pt x="15951059" y="533792"/>
                  </a:moveTo>
                  <a:lnTo>
                    <a:pt x="12014474" y="610206"/>
                  </a:lnTo>
                  <a:lnTo>
                    <a:pt x="12312958" y="485024"/>
                  </a:lnTo>
                  <a:lnTo>
                    <a:pt x="12496333" y="326946"/>
                  </a:lnTo>
                  <a:lnTo>
                    <a:pt x="12914294" y="345855"/>
                  </a:lnTo>
                  <a:lnTo>
                    <a:pt x="13927121" y="326195"/>
                  </a:lnTo>
                  <a:lnTo>
                    <a:pt x="14049068" y="441988"/>
                  </a:lnTo>
                  <a:lnTo>
                    <a:pt x="15780100" y="408387"/>
                  </a:lnTo>
                  <a:lnTo>
                    <a:pt x="15951059" y="533792"/>
                  </a:lnTo>
                  <a:close/>
                </a:path>
                <a:path w="18288000" h="1078229">
                  <a:moveTo>
                    <a:pt x="8063656" y="848048"/>
                  </a:moveTo>
                  <a:lnTo>
                    <a:pt x="6392762" y="880482"/>
                  </a:lnTo>
                  <a:lnTo>
                    <a:pt x="6443043" y="858422"/>
                  </a:lnTo>
                  <a:lnTo>
                    <a:pt x="6557938" y="809935"/>
                  </a:lnTo>
                  <a:lnTo>
                    <a:pt x="6683520" y="761564"/>
                  </a:lnTo>
                  <a:lnTo>
                    <a:pt x="6765865" y="739848"/>
                  </a:lnTo>
                  <a:lnTo>
                    <a:pt x="6799691" y="738390"/>
                  </a:lnTo>
                  <a:lnTo>
                    <a:pt x="6848352" y="734212"/>
                  </a:lnTo>
                  <a:lnTo>
                    <a:pt x="7024009" y="716177"/>
                  </a:lnTo>
                  <a:lnTo>
                    <a:pt x="7072669" y="711938"/>
                  </a:lnTo>
                  <a:lnTo>
                    <a:pt x="7106493" y="710390"/>
                  </a:lnTo>
                  <a:lnTo>
                    <a:pt x="7177003" y="685999"/>
                  </a:lnTo>
                  <a:lnTo>
                    <a:pt x="7276553" y="631980"/>
                  </a:lnTo>
                  <a:lnTo>
                    <a:pt x="7365416" y="577892"/>
                  </a:lnTo>
                  <a:lnTo>
                    <a:pt x="7403866" y="553294"/>
                  </a:lnTo>
                  <a:lnTo>
                    <a:pt x="7669646" y="588967"/>
                  </a:lnTo>
                  <a:lnTo>
                    <a:pt x="7766673" y="603489"/>
                  </a:lnTo>
                  <a:lnTo>
                    <a:pt x="7873407" y="669218"/>
                  </a:lnTo>
                  <a:lnTo>
                    <a:pt x="8014995" y="798387"/>
                  </a:lnTo>
                  <a:lnTo>
                    <a:pt x="8063656" y="848048"/>
                  </a:lnTo>
                  <a:close/>
                </a:path>
                <a:path w="18288000" h="1078229">
                  <a:moveTo>
                    <a:pt x="18287999" y="640489"/>
                  </a:moveTo>
                  <a:lnTo>
                    <a:pt x="16501434" y="675169"/>
                  </a:lnTo>
                  <a:lnTo>
                    <a:pt x="16812313" y="391298"/>
                  </a:lnTo>
                  <a:lnTo>
                    <a:pt x="17115661" y="377548"/>
                  </a:lnTo>
                  <a:lnTo>
                    <a:pt x="17346902" y="458057"/>
                  </a:lnTo>
                  <a:lnTo>
                    <a:pt x="17785316" y="493027"/>
                  </a:lnTo>
                  <a:lnTo>
                    <a:pt x="18287999" y="581405"/>
                  </a:lnTo>
                  <a:lnTo>
                    <a:pt x="18287999" y="640489"/>
                  </a:lnTo>
                  <a:close/>
                </a:path>
                <a:path w="18288000" h="1078229">
                  <a:moveTo>
                    <a:pt x="18287999" y="1078017"/>
                  </a:moveTo>
                  <a:lnTo>
                    <a:pt x="0" y="1078017"/>
                  </a:lnTo>
                  <a:lnTo>
                    <a:pt x="0" y="754251"/>
                  </a:lnTo>
                  <a:lnTo>
                    <a:pt x="0" y="752437"/>
                  </a:lnTo>
                  <a:lnTo>
                    <a:pt x="171091" y="766161"/>
                  </a:lnTo>
                  <a:lnTo>
                    <a:pt x="6228969" y="648569"/>
                  </a:lnTo>
                  <a:lnTo>
                    <a:pt x="6392762" y="880482"/>
                  </a:lnTo>
                  <a:lnTo>
                    <a:pt x="8063656" y="848048"/>
                  </a:lnTo>
                  <a:lnTo>
                    <a:pt x="8138654" y="924588"/>
                  </a:lnTo>
                  <a:lnTo>
                    <a:pt x="8191604" y="981412"/>
                  </a:lnTo>
                  <a:lnTo>
                    <a:pt x="9116788" y="963453"/>
                  </a:lnTo>
                  <a:lnTo>
                    <a:pt x="9294450" y="989237"/>
                  </a:lnTo>
                  <a:lnTo>
                    <a:pt x="9692259" y="981515"/>
                  </a:lnTo>
                  <a:lnTo>
                    <a:pt x="9848957" y="1057083"/>
                  </a:lnTo>
                  <a:lnTo>
                    <a:pt x="18287999" y="893269"/>
                  </a:lnTo>
                  <a:lnTo>
                    <a:pt x="18287999" y="1078017"/>
                  </a:lnTo>
                  <a:close/>
                </a:path>
                <a:path w="18288000" h="1078229">
                  <a:moveTo>
                    <a:pt x="16079930" y="628324"/>
                  </a:moveTo>
                  <a:lnTo>
                    <a:pt x="10860794" y="729635"/>
                  </a:lnTo>
                  <a:lnTo>
                    <a:pt x="11295696" y="684836"/>
                  </a:lnTo>
                  <a:lnTo>
                    <a:pt x="11576059" y="575236"/>
                  </a:lnTo>
                  <a:lnTo>
                    <a:pt x="11766215" y="576703"/>
                  </a:lnTo>
                  <a:lnTo>
                    <a:pt x="12014474" y="610206"/>
                  </a:lnTo>
                  <a:lnTo>
                    <a:pt x="15951059" y="533792"/>
                  </a:lnTo>
                  <a:lnTo>
                    <a:pt x="16079930" y="628324"/>
                  </a:lnTo>
                  <a:close/>
                </a:path>
                <a:path w="18288000" h="1078229">
                  <a:moveTo>
                    <a:pt x="18287999" y="893269"/>
                  </a:moveTo>
                  <a:lnTo>
                    <a:pt x="9848957" y="1057083"/>
                  </a:lnTo>
                  <a:lnTo>
                    <a:pt x="10365623" y="694046"/>
                  </a:lnTo>
                  <a:lnTo>
                    <a:pt x="10860794" y="729635"/>
                  </a:lnTo>
                  <a:lnTo>
                    <a:pt x="16079930" y="628324"/>
                  </a:lnTo>
                  <a:lnTo>
                    <a:pt x="16140288" y="672599"/>
                  </a:lnTo>
                  <a:lnTo>
                    <a:pt x="16501434" y="675169"/>
                  </a:lnTo>
                  <a:lnTo>
                    <a:pt x="18287999" y="640489"/>
                  </a:lnTo>
                  <a:lnTo>
                    <a:pt x="18287999" y="893269"/>
                  </a:lnTo>
                  <a:close/>
                </a:path>
                <a:path w="18288000" h="1078229">
                  <a:moveTo>
                    <a:pt x="9116788" y="963453"/>
                  </a:moveTo>
                  <a:lnTo>
                    <a:pt x="8191604" y="981412"/>
                  </a:lnTo>
                  <a:lnTo>
                    <a:pt x="8622687" y="841127"/>
                  </a:lnTo>
                  <a:lnTo>
                    <a:pt x="8949577" y="939185"/>
                  </a:lnTo>
                  <a:lnTo>
                    <a:pt x="9116788" y="963453"/>
                  </a:lnTo>
                  <a:close/>
                </a:path>
                <a:path w="18288000" h="1078229">
                  <a:moveTo>
                    <a:pt x="9692259" y="981515"/>
                  </a:moveTo>
                  <a:lnTo>
                    <a:pt x="9294450" y="989237"/>
                  </a:lnTo>
                  <a:lnTo>
                    <a:pt x="9479737" y="879026"/>
                  </a:lnTo>
                  <a:lnTo>
                    <a:pt x="9692259" y="981515"/>
                  </a:lnTo>
                  <a:close/>
                </a:path>
              </a:pathLst>
            </a:custGeom>
            <a:solidFill>
              <a:srgbClr val="FFD04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/>
          <p:nvPr/>
        </p:nvSpPr>
        <p:spPr>
          <a:xfrm>
            <a:off x="7763933" y="3624502"/>
            <a:ext cx="2523490" cy="671195"/>
          </a:xfrm>
          <a:custGeom>
            <a:avLst/>
            <a:gdLst/>
            <a:ahLst/>
            <a:cxnLst/>
            <a:rect l="l" t="t" r="r" b="b"/>
            <a:pathLst>
              <a:path w="2523490" h="671195">
                <a:moveTo>
                  <a:pt x="326292" y="671009"/>
                </a:moveTo>
                <a:lnTo>
                  <a:pt x="271224" y="666633"/>
                </a:lnTo>
                <a:lnTo>
                  <a:pt x="221091" y="653739"/>
                </a:lnTo>
                <a:lnTo>
                  <a:pt x="176502" y="631783"/>
                </a:lnTo>
                <a:lnTo>
                  <a:pt x="137007" y="601581"/>
                </a:lnTo>
                <a:lnTo>
                  <a:pt x="102160" y="563950"/>
                </a:lnTo>
                <a:lnTo>
                  <a:pt x="70386" y="517480"/>
                </a:lnTo>
                <a:lnTo>
                  <a:pt x="45866" y="467880"/>
                </a:lnTo>
                <a:lnTo>
                  <a:pt x="27920" y="415440"/>
                </a:lnTo>
                <a:lnTo>
                  <a:pt x="15865" y="360452"/>
                </a:lnTo>
                <a:lnTo>
                  <a:pt x="13908" y="351752"/>
                </a:lnTo>
                <a:lnTo>
                  <a:pt x="11250" y="343131"/>
                </a:lnTo>
                <a:lnTo>
                  <a:pt x="8048" y="334664"/>
                </a:lnTo>
                <a:lnTo>
                  <a:pt x="4456" y="326432"/>
                </a:lnTo>
                <a:lnTo>
                  <a:pt x="0" y="306696"/>
                </a:lnTo>
                <a:lnTo>
                  <a:pt x="13178" y="268469"/>
                </a:lnTo>
                <a:lnTo>
                  <a:pt x="54786" y="245997"/>
                </a:lnTo>
                <a:lnTo>
                  <a:pt x="100731" y="236494"/>
                </a:lnTo>
                <a:lnTo>
                  <a:pt x="114788" y="240655"/>
                </a:lnTo>
                <a:lnTo>
                  <a:pt x="124762" y="251663"/>
                </a:lnTo>
                <a:lnTo>
                  <a:pt x="132032" y="270216"/>
                </a:lnTo>
                <a:lnTo>
                  <a:pt x="135850" y="285809"/>
                </a:lnTo>
                <a:lnTo>
                  <a:pt x="139085" y="301617"/>
                </a:lnTo>
                <a:lnTo>
                  <a:pt x="142475" y="317385"/>
                </a:lnTo>
                <a:lnTo>
                  <a:pt x="155067" y="357917"/>
                </a:lnTo>
                <a:lnTo>
                  <a:pt x="173160" y="407482"/>
                </a:lnTo>
                <a:lnTo>
                  <a:pt x="212859" y="474019"/>
                </a:lnTo>
                <a:lnTo>
                  <a:pt x="249365" y="497881"/>
                </a:lnTo>
                <a:lnTo>
                  <a:pt x="290888" y="506340"/>
                </a:lnTo>
                <a:lnTo>
                  <a:pt x="335115" y="502548"/>
                </a:lnTo>
                <a:lnTo>
                  <a:pt x="392083" y="485694"/>
                </a:lnTo>
                <a:lnTo>
                  <a:pt x="446095" y="460438"/>
                </a:lnTo>
                <a:lnTo>
                  <a:pt x="492144" y="431652"/>
                </a:lnTo>
                <a:lnTo>
                  <a:pt x="534239" y="398425"/>
                </a:lnTo>
                <a:lnTo>
                  <a:pt x="572810" y="361295"/>
                </a:lnTo>
                <a:lnTo>
                  <a:pt x="608283" y="320799"/>
                </a:lnTo>
                <a:lnTo>
                  <a:pt x="641089" y="277476"/>
                </a:lnTo>
                <a:lnTo>
                  <a:pt x="667304" y="241048"/>
                </a:lnTo>
                <a:lnTo>
                  <a:pt x="693830" y="204794"/>
                </a:lnTo>
                <a:lnTo>
                  <a:pt x="720434" y="168580"/>
                </a:lnTo>
                <a:lnTo>
                  <a:pt x="746883" y="132268"/>
                </a:lnTo>
                <a:lnTo>
                  <a:pt x="754412" y="124071"/>
                </a:lnTo>
                <a:lnTo>
                  <a:pt x="762934" y="119122"/>
                </a:lnTo>
                <a:lnTo>
                  <a:pt x="772816" y="117012"/>
                </a:lnTo>
                <a:lnTo>
                  <a:pt x="784430" y="117332"/>
                </a:lnTo>
                <a:lnTo>
                  <a:pt x="816544" y="120295"/>
                </a:lnTo>
                <a:lnTo>
                  <a:pt x="880928" y="124742"/>
                </a:lnTo>
                <a:lnTo>
                  <a:pt x="934593" y="132258"/>
                </a:lnTo>
                <a:lnTo>
                  <a:pt x="959301" y="178320"/>
                </a:lnTo>
                <a:lnTo>
                  <a:pt x="964656" y="210525"/>
                </a:lnTo>
                <a:lnTo>
                  <a:pt x="971021" y="242574"/>
                </a:lnTo>
                <a:lnTo>
                  <a:pt x="988343" y="305273"/>
                </a:lnTo>
                <a:lnTo>
                  <a:pt x="1022933" y="369761"/>
                </a:lnTo>
                <a:lnTo>
                  <a:pt x="1074638" y="422891"/>
                </a:lnTo>
                <a:lnTo>
                  <a:pt x="1109497" y="445577"/>
                </a:lnTo>
                <a:lnTo>
                  <a:pt x="1146282" y="458130"/>
                </a:lnTo>
                <a:lnTo>
                  <a:pt x="1185051" y="460843"/>
                </a:lnTo>
                <a:lnTo>
                  <a:pt x="1225861" y="454007"/>
                </a:lnTo>
                <a:lnTo>
                  <a:pt x="1275549" y="436203"/>
                </a:lnTo>
                <a:lnTo>
                  <a:pt x="1321854" y="412390"/>
                </a:lnTo>
                <a:lnTo>
                  <a:pt x="1365591" y="384026"/>
                </a:lnTo>
                <a:lnTo>
                  <a:pt x="1407578" y="352569"/>
                </a:lnTo>
                <a:lnTo>
                  <a:pt x="1445830" y="320827"/>
                </a:lnTo>
                <a:lnTo>
                  <a:pt x="1482295" y="287333"/>
                </a:lnTo>
                <a:lnTo>
                  <a:pt x="1517158" y="252272"/>
                </a:lnTo>
                <a:lnTo>
                  <a:pt x="1550604" y="215828"/>
                </a:lnTo>
                <a:lnTo>
                  <a:pt x="1582817" y="178185"/>
                </a:lnTo>
                <a:lnTo>
                  <a:pt x="1613981" y="139529"/>
                </a:lnTo>
                <a:lnTo>
                  <a:pt x="1631636" y="117478"/>
                </a:lnTo>
                <a:lnTo>
                  <a:pt x="1649427" y="95525"/>
                </a:lnTo>
                <a:lnTo>
                  <a:pt x="1685340" y="51989"/>
                </a:lnTo>
                <a:lnTo>
                  <a:pt x="1731256" y="29848"/>
                </a:lnTo>
                <a:lnTo>
                  <a:pt x="1750684" y="34979"/>
                </a:lnTo>
                <a:lnTo>
                  <a:pt x="1778688" y="45507"/>
                </a:lnTo>
                <a:lnTo>
                  <a:pt x="1792690" y="50673"/>
                </a:lnTo>
                <a:lnTo>
                  <a:pt x="1806692" y="55723"/>
                </a:lnTo>
                <a:lnTo>
                  <a:pt x="1827851" y="63881"/>
                </a:lnTo>
                <a:lnTo>
                  <a:pt x="1838275" y="71981"/>
                </a:lnTo>
                <a:lnTo>
                  <a:pt x="1840998" y="84865"/>
                </a:lnTo>
                <a:lnTo>
                  <a:pt x="1839053" y="107375"/>
                </a:lnTo>
                <a:lnTo>
                  <a:pt x="1836940" y="145762"/>
                </a:lnTo>
                <a:lnTo>
                  <a:pt x="1838794" y="184362"/>
                </a:lnTo>
                <a:lnTo>
                  <a:pt x="1843837" y="222689"/>
                </a:lnTo>
                <a:lnTo>
                  <a:pt x="1851292" y="260259"/>
                </a:lnTo>
                <a:lnTo>
                  <a:pt x="1868452" y="310169"/>
                </a:lnTo>
                <a:lnTo>
                  <a:pt x="1893599" y="347669"/>
                </a:lnTo>
                <a:lnTo>
                  <a:pt x="1925371" y="373506"/>
                </a:lnTo>
                <a:lnTo>
                  <a:pt x="1962409" y="388428"/>
                </a:lnTo>
                <a:lnTo>
                  <a:pt x="2003352" y="393183"/>
                </a:lnTo>
                <a:lnTo>
                  <a:pt x="2046838" y="388518"/>
                </a:lnTo>
                <a:lnTo>
                  <a:pt x="2091507" y="375180"/>
                </a:lnTo>
                <a:lnTo>
                  <a:pt x="2155865" y="336856"/>
                </a:lnTo>
                <a:lnTo>
                  <a:pt x="2208088" y="283284"/>
                </a:lnTo>
                <a:lnTo>
                  <a:pt x="2242466" y="240424"/>
                </a:lnTo>
                <a:lnTo>
                  <a:pt x="2276566" y="197351"/>
                </a:lnTo>
                <a:lnTo>
                  <a:pt x="2310460" y="154127"/>
                </a:lnTo>
                <a:lnTo>
                  <a:pt x="2344215" y="110817"/>
                </a:lnTo>
                <a:lnTo>
                  <a:pt x="2411587" y="24192"/>
                </a:lnTo>
                <a:lnTo>
                  <a:pt x="2425861" y="7730"/>
                </a:lnTo>
                <a:lnTo>
                  <a:pt x="2438346" y="0"/>
                </a:lnTo>
                <a:lnTo>
                  <a:pt x="2453010" y="9"/>
                </a:lnTo>
                <a:lnTo>
                  <a:pt x="2473818" y="6767"/>
                </a:lnTo>
                <a:lnTo>
                  <a:pt x="2508179" y="23674"/>
                </a:lnTo>
                <a:lnTo>
                  <a:pt x="2523423" y="42291"/>
                </a:lnTo>
                <a:lnTo>
                  <a:pt x="2520813" y="66276"/>
                </a:lnTo>
                <a:lnTo>
                  <a:pt x="2501615" y="99285"/>
                </a:lnTo>
                <a:lnTo>
                  <a:pt x="2474474" y="138375"/>
                </a:lnTo>
                <a:lnTo>
                  <a:pt x="2447528" y="177598"/>
                </a:lnTo>
                <a:lnTo>
                  <a:pt x="2393762" y="256141"/>
                </a:lnTo>
                <a:lnTo>
                  <a:pt x="2366713" y="295311"/>
                </a:lnTo>
                <a:lnTo>
                  <a:pt x="2339398" y="334315"/>
                </a:lnTo>
                <a:lnTo>
                  <a:pt x="2308935" y="373320"/>
                </a:lnTo>
                <a:lnTo>
                  <a:pt x="2275563" y="408809"/>
                </a:lnTo>
                <a:lnTo>
                  <a:pt x="2239622" y="441177"/>
                </a:lnTo>
                <a:lnTo>
                  <a:pt x="2201452" y="470821"/>
                </a:lnTo>
                <a:lnTo>
                  <a:pt x="2161396" y="498134"/>
                </a:lnTo>
                <a:lnTo>
                  <a:pt x="2119793" y="523514"/>
                </a:lnTo>
                <a:lnTo>
                  <a:pt x="2076986" y="547355"/>
                </a:lnTo>
                <a:lnTo>
                  <a:pt x="2036105" y="563967"/>
                </a:lnTo>
                <a:lnTo>
                  <a:pt x="1994970" y="569785"/>
                </a:lnTo>
                <a:lnTo>
                  <a:pt x="1953563" y="564595"/>
                </a:lnTo>
                <a:lnTo>
                  <a:pt x="1911864" y="548185"/>
                </a:lnTo>
                <a:lnTo>
                  <a:pt x="1875702" y="527532"/>
                </a:lnTo>
                <a:lnTo>
                  <a:pt x="1841465" y="504467"/>
                </a:lnTo>
                <a:lnTo>
                  <a:pt x="1809444" y="478524"/>
                </a:lnTo>
                <a:lnTo>
                  <a:pt x="1779933" y="449236"/>
                </a:lnTo>
                <a:lnTo>
                  <a:pt x="1750434" y="412425"/>
                </a:lnTo>
                <a:lnTo>
                  <a:pt x="1727062" y="372872"/>
                </a:lnTo>
                <a:lnTo>
                  <a:pt x="1710885" y="330013"/>
                </a:lnTo>
                <a:lnTo>
                  <a:pt x="1702973" y="283284"/>
                </a:lnTo>
                <a:lnTo>
                  <a:pt x="1702107" y="275852"/>
                </a:lnTo>
                <a:lnTo>
                  <a:pt x="1700872" y="268478"/>
                </a:lnTo>
                <a:lnTo>
                  <a:pt x="1697579" y="251753"/>
                </a:lnTo>
                <a:lnTo>
                  <a:pt x="1695920" y="249887"/>
                </a:lnTo>
                <a:lnTo>
                  <a:pt x="1694260" y="246982"/>
                </a:lnTo>
                <a:lnTo>
                  <a:pt x="1521231" y="421313"/>
                </a:lnTo>
                <a:lnTo>
                  <a:pt x="1486821" y="455874"/>
                </a:lnTo>
                <a:lnTo>
                  <a:pt x="1453015" y="488738"/>
                </a:lnTo>
                <a:lnTo>
                  <a:pt x="1418004" y="519988"/>
                </a:lnTo>
                <a:lnTo>
                  <a:pt x="1381330" y="549058"/>
                </a:lnTo>
                <a:lnTo>
                  <a:pt x="1342535" y="575379"/>
                </a:lnTo>
                <a:lnTo>
                  <a:pt x="1301162" y="598385"/>
                </a:lnTo>
                <a:lnTo>
                  <a:pt x="1262912" y="613408"/>
                </a:lnTo>
                <a:lnTo>
                  <a:pt x="1223865" y="621489"/>
                </a:lnTo>
                <a:lnTo>
                  <a:pt x="1184156" y="623152"/>
                </a:lnTo>
                <a:lnTo>
                  <a:pt x="1143923" y="618922"/>
                </a:lnTo>
                <a:lnTo>
                  <a:pt x="1094387" y="607304"/>
                </a:lnTo>
                <a:lnTo>
                  <a:pt x="1048147" y="590218"/>
                </a:lnTo>
                <a:lnTo>
                  <a:pt x="1005353" y="567554"/>
                </a:lnTo>
                <a:lnTo>
                  <a:pt x="966155" y="539203"/>
                </a:lnTo>
                <a:lnTo>
                  <a:pt x="930702" y="505056"/>
                </a:lnTo>
                <a:lnTo>
                  <a:pt x="899144" y="465001"/>
                </a:lnTo>
                <a:lnTo>
                  <a:pt x="877580" y="432388"/>
                </a:lnTo>
                <a:lnTo>
                  <a:pt x="856696" y="399036"/>
                </a:lnTo>
                <a:lnTo>
                  <a:pt x="835930" y="365061"/>
                </a:lnTo>
                <a:lnTo>
                  <a:pt x="814716" y="330581"/>
                </a:lnTo>
                <a:lnTo>
                  <a:pt x="802814" y="345458"/>
                </a:lnTo>
                <a:lnTo>
                  <a:pt x="765253" y="393880"/>
                </a:lnTo>
                <a:lnTo>
                  <a:pt x="730657" y="435998"/>
                </a:lnTo>
                <a:lnTo>
                  <a:pt x="694505" y="476618"/>
                </a:lnTo>
                <a:lnTo>
                  <a:pt x="656347" y="515302"/>
                </a:lnTo>
                <a:lnTo>
                  <a:pt x="615735" y="551611"/>
                </a:lnTo>
                <a:lnTo>
                  <a:pt x="572219" y="585109"/>
                </a:lnTo>
                <a:lnTo>
                  <a:pt x="526399" y="614528"/>
                </a:lnTo>
                <a:lnTo>
                  <a:pt x="479063" y="638467"/>
                </a:lnTo>
                <a:lnTo>
                  <a:pt x="430045" y="656287"/>
                </a:lnTo>
                <a:lnTo>
                  <a:pt x="379177" y="667347"/>
                </a:lnTo>
                <a:lnTo>
                  <a:pt x="326292" y="671009"/>
                </a:lnTo>
                <a:close/>
              </a:path>
            </a:pathLst>
          </a:custGeom>
          <a:solidFill>
            <a:srgbClr val="5460A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5988513" y="8468988"/>
            <a:ext cx="6311265" cy="15113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939925" marR="1932305">
              <a:lnSpc>
                <a:spcPct val="116100"/>
              </a:lnSpc>
              <a:spcBef>
                <a:spcPts val="100"/>
              </a:spcBef>
            </a:pPr>
            <a:r>
              <a:rPr dirty="0" sz="2800">
                <a:solidFill>
                  <a:srgbClr val="333433"/>
                </a:solidFill>
                <a:latin typeface="Comic Sans MS"/>
                <a:cs typeface="Comic Sans MS"/>
              </a:rPr>
              <a:t>Anouska</a:t>
            </a:r>
            <a:r>
              <a:rPr dirty="0" sz="2800" spc="-10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800" spc="-20">
                <a:solidFill>
                  <a:srgbClr val="333433"/>
                </a:solidFill>
                <a:latin typeface="Comic Sans MS"/>
                <a:cs typeface="Comic Sans MS"/>
              </a:rPr>
              <a:t>Dutta </a:t>
            </a:r>
            <a:r>
              <a:rPr dirty="0" sz="2800" spc="-10">
                <a:solidFill>
                  <a:srgbClr val="333433"/>
                </a:solidFill>
                <a:latin typeface="Comic Sans MS"/>
                <a:cs typeface="Comic Sans MS"/>
              </a:rPr>
              <a:t>Lecturer</a:t>
            </a:r>
            <a:endParaRPr sz="2800">
              <a:latin typeface="Comic Sans MS"/>
              <a:cs typeface="Comic Sans MS"/>
            </a:endParaRPr>
          </a:p>
          <a:p>
            <a:pPr algn="ctr">
              <a:lnSpc>
                <a:spcPct val="100000"/>
              </a:lnSpc>
              <a:spcBef>
                <a:spcPts val="540"/>
              </a:spcBef>
            </a:pPr>
            <a:r>
              <a:rPr dirty="0" sz="2800">
                <a:solidFill>
                  <a:srgbClr val="333433"/>
                </a:solidFill>
                <a:latin typeface="Comic Sans MS"/>
                <a:cs typeface="Comic Sans MS"/>
              </a:rPr>
              <a:t>National</a:t>
            </a:r>
            <a:r>
              <a:rPr dirty="0" sz="2800" spc="-10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800">
                <a:solidFill>
                  <a:srgbClr val="333433"/>
                </a:solidFill>
                <a:latin typeface="Comic Sans MS"/>
                <a:cs typeface="Comic Sans MS"/>
              </a:rPr>
              <a:t>Forensic</a:t>
            </a:r>
            <a:r>
              <a:rPr dirty="0" sz="2800" spc="-10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800">
                <a:solidFill>
                  <a:srgbClr val="333433"/>
                </a:solidFill>
                <a:latin typeface="Comic Sans MS"/>
                <a:cs typeface="Comic Sans MS"/>
              </a:rPr>
              <a:t>Sciences</a:t>
            </a:r>
            <a:r>
              <a:rPr dirty="0" sz="2800" spc="-10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800" spc="-10">
                <a:solidFill>
                  <a:srgbClr val="333433"/>
                </a:solidFill>
                <a:latin typeface="Comic Sans MS"/>
                <a:cs typeface="Comic Sans MS"/>
              </a:rPr>
              <a:t>University</a:t>
            </a:r>
            <a:endParaRPr sz="28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64450" y="1909762"/>
            <a:ext cx="142875" cy="14287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394650" y="1477962"/>
            <a:ext cx="13239750" cy="70739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4551680">
              <a:lnSpc>
                <a:spcPct val="154200"/>
              </a:lnSpc>
              <a:spcBef>
                <a:spcPts val="95"/>
              </a:spcBef>
            </a:pPr>
            <a:r>
              <a:rPr dirty="0" sz="3000">
                <a:solidFill>
                  <a:srgbClr val="5460A8"/>
                </a:solidFill>
                <a:latin typeface="Comic Sans MS"/>
                <a:cs typeface="Comic Sans MS"/>
              </a:rPr>
              <a:t>KEY</a:t>
            </a:r>
            <a:r>
              <a:rPr dirty="0" sz="3000" spc="-10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3000">
                <a:solidFill>
                  <a:srgbClr val="5460A8"/>
                </a:solidFill>
                <a:latin typeface="Comic Sans MS"/>
                <a:cs typeface="Comic Sans MS"/>
              </a:rPr>
              <a:t>CONCEPTS</a:t>
            </a:r>
            <a:r>
              <a:rPr dirty="0" sz="3000" spc="-9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3000">
                <a:solidFill>
                  <a:srgbClr val="5460A8"/>
                </a:solidFill>
                <a:latin typeface="Comic Sans MS"/>
                <a:cs typeface="Comic Sans MS"/>
              </a:rPr>
              <a:t>OF</a:t>
            </a:r>
            <a:r>
              <a:rPr dirty="0" sz="3000" spc="-9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3000" spc="-10">
                <a:solidFill>
                  <a:srgbClr val="5460A8"/>
                </a:solidFill>
                <a:latin typeface="Comic Sans MS"/>
                <a:cs typeface="Comic Sans MS"/>
              </a:rPr>
              <a:t>INFORMATION</a:t>
            </a:r>
            <a:r>
              <a:rPr dirty="0" sz="3000" spc="-9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3000" spc="-10">
                <a:solidFill>
                  <a:srgbClr val="5460A8"/>
                </a:solidFill>
                <a:latin typeface="Comic Sans MS"/>
                <a:cs typeface="Comic Sans MS"/>
              </a:rPr>
              <a:t>SECURITY </a:t>
            </a:r>
            <a:r>
              <a:rPr dirty="0" sz="3000">
                <a:solidFill>
                  <a:srgbClr val="5460A8"/>
                </a:solidFill>
                <a:latin typeface="Comic Sans MS"/>
                <a:cs typeface="Comic Sans MS"/>
              </a:rPr>
              <a:t>DATA</a:t>
            </a:r>
            <a:r>
              <a:rPr dirty="0" sz="3000" spc="-9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3000" spc="-10">
                <a:solidFill>
                  <a:srgbClr val="5460A8"/>
                </a:solidFill>
                <a:latin typeface="Comic Sans MS"/>
                <a:cs typeface="Comic Sans MS"/>
              </a:rPr>
              <a:t>CLASSIFICATION</a:t>
            </a:r>
            <a:endParaRPr sz="30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1950"/>
              </a:spcBef>
            </a:pPr>
            <a:r>
              <a:rPr dirty="0" sz="3000">
                <a:solidFill>
                  <a:srgbClr val="5460A8"/>
                </a:solidFill>
                <a:latin typeface="Comic Sans MS"/>
                <a:cs typeface="Comic Sans MS"/>
              </a:rPr>
              <a:t>CYBER INCIDENT STATISTICS AND </a:t>
            </a:r>
            <a:r>
              <a:rPr dirty="0" sz="3000" spc="-10">
                <a:solidFill>
                  <a:srgbClr val="5460A8"/>
                </a:solidFill>
                <a:latin typeface="Comic Sans MS"/>
                <a:cs typeface="Comic Sans MS"/>
              </a:rPr>
              <a:t>TRENDS</a:t>
            </a:r>
            <a:endParaRPr sz="3000">
              <a:latin typeface="Comic Sans MS"/>
              <a:cs typeface="Comic Sans MS"/>
            </a:endParaRPr>
          </a:p>
          <a:p>
            <a:pPr marL="12700" marR="5080">
              <a:lnSpc>
                <a:spcPts val="5550"/>
              </a:lnSpc>
              <a:spcBef>
                <a:spcPts val="509"/>
              </a:spcBef>
            </a:pPr>
            <a:r>
              <a:rPr dirty="0" sz="3000">
                <a:solidFill>
                  <a:srgbClr val="5460A8"/>
                </a:solidFill>
                <a:latin typeface="Comic Sans MS"/>
                <a:cs typeface="Comic Sans MS"/>
              </a:rPr>
              <a:t>SECURITY</a:t>
            </a:r>
            <a:r>
              <a:rPr dirty="0" sz="3000" spc="-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3000">
                <a:solidFill>
                  <a:srgbClr val="5460A8"/>
                </a:solidFill>
                <a:latin typeface="Comic Sans MS"/>
                <a:cs typeface="Comic Sans MS"/>
              </a:rPr>
              <a:t>INCIDENT</a:t>
            </a:r>
            <a:r>
              <a:rPr dirty="0" sz="3000" spc="-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3000">
                <a:solidFill>
                  <a:srgbClr val="5460A8"/>
                </a:solidFill>
                <a:latin typeface="Comic Sans MS"/>
                <a:cs typeface="Comic Sans MS"/>
              </a:rPr>
              <a:t>VS.</a:t>
            </a:r>
            <a:r>
              <a:rPr dirty="0" sz="3000" spc="-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3000">
                <a:solidFill>
                  <a:srgbClr val="5460A8"/>
                </a:solidFill>
                <a:latin typeface="Comic Sans MS"/>
                <a:cs typeface="Comic Sans MS"/>
              </a:rPr>
              <a:t>A</a:t>
            </a:r>
            <a:r>
              <a:rPr dirty="0" sz="3000" spc="-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3000">
                <a:solidFill>
                  <a:srgbClr val="5460A8"/>
                </a:solidFill>
                <a:latin typeface="Comic Sans MS"/>
                <a:cs typeface="Comic Sans MS"/>
              </a:rPr>
              <a:t>SECURITY</a:t>
            </a:r>
            <a:r>
              <a:rPr dirty="0" sz="3000" spc="-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3000">
                <a:solidFill>
                  <a:srgbClr val="5460A8"/>
                </a:solidFill>
                <a:latin typeface="Comic Sans MS"/>
                <a:cs typeface="Comic Sans MS"/>
              </a:rPr>
              <a:t>EVENT</a:t>
            </a:r>
            <a:r>
              <a:rPr dirty="0" sz="3000" spc="-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3000">
                <a:solidFill>
                  <a:srgbClr val="5460A8"/>
                </a:solidFill>
                <a:latin typeface="Comic Sans MS"/>
                <a:cs typeface="Comic Sans MS"/>
              </a:rPr>
              <a:t>VS.</a:t>
            </a:r>
            <a:r>
              <a:rPr dirty="0" sz="3000" spc="-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3000">
                <a:solidFill>
                  <a:srgbClr val="5460A8"/>
                </a:solidFill>
                <a:latin typeface="Comic Sans MS"/>
                <a:cs typeface="Comic Sans MS"/>
              </a:rPr>
              <a:t>A</a:t>
            </a:r>
            <a:r>
              <a:rPr dirty="0" sz="3000" spc="-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3000">
                <a:solidFill>
                  <a:srgbClr val="5460A8"/>
                </a:solidFill>
                <a:latin typeface="Comic Sans MS"/>
                <a:cs typeface="Comic Sans MS"/>
              </a:rPr>
              <a:t>SECURITY</a:t>
            </a:r>
            <a:r>
              <a:rPr dirty="0" sz="3000" spc="-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3000" spc="-10">
                <a:solidFill>
                  <a:srgbClr val="5460A8"/>
                </a:solidFill>
                <a:latin typeface="Comic Sans MS"/>
                <a:cs typeface="Comic Sans MS"/>
              </a:rPr>
              <a:t>ALERT </a:t>
            </a:r>
            <a:r>
              <a:rPr dirty="0" sz="3000">
                <a:solidFill>
                  <a:srgbClr val="5460A8"/>
                </a:solidFill>
                <a:latin typeface="Comic Sans MS"/>
                <a:cs typeface="Comic Sans MS"/>
              </a:rPr>
              <a:t>TYPES</a:t>
            </a:r>
            <a:r>
              <a:rPr dirty="0" sz="3000" spc="-5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3000">
                <a:solidFill>
                  <a:srgbClr val="5460A8"/>
                </a:solidFill>
                <a:latin typeface="Comic Sans MS"/>
                <a:cs typeface="Comic Sans MS"/>
              </a:rPr>
              <a:t>OF</a:t>
            </a:r>
            <a:r>
              <a:rPr dirty="0" sz="3000" spc="-5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3000">
                <a:solidFill>
                  <a:srgbClr val="5460A8"/>
                </a:solidFill>
                <a:latin typeface="Comic Sans MS"/>
                <a:cs typeface="Comic Sans MS"/>
              </a:rPr>
              <a:t>COMPUTER</a:t>
            </a:r>
            <a:r>
              <a:rPr dirty="0" sz="3000" spc="-5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3000">
                <a:solidFill>
                  <a:srgbClr val="5460A8"/>
                </a:solidFill>
                <a:latin typeface="Comic Sans MS"/>
                <a:cs typeface="Comic Sans MS"/>
              </a:rPr>
              <a:t>SECURITY</a:t>
            </a:r>
            <a:r>
              <a:rPr dirty="0" sz="3000" spc="-5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3000" spc="-10">
                <a:solidFill>
                  <a:srgbClr val="5460A8"/>
                </a:solidFill>
                <a:latin typeface="Comic Sans MS"/>
                <a:cs typeface="Comic Sans MS"/>
              </a:rPr>
              <a:t>INCIDENTS</a:t>
            </a:r>
            <a:endParaRPr sz="3000">
              <a:latin typeface="Comic Sans MS"/>
              <a:cs typeface="Comic Sans MS"/>
            </a:endParaRPr>
          </a:p>
          <a:p>
            <a:pPr marL="12700" marR="2055495">
              <a:lnSpc>
                <a:spcPts val="5550"/>
              </a:lnSpc>
            </a:pPr>
            <a:r>
              <a:rPr dirty="0" sz="3000">
                <a:solidFill>
                  <a:srgbClr val="5460A8"/>
                </a:solidFill>
                <a:latin typeface="Comic Sans MS"/>
                <a:cs typeface="Comic Sans MS"/>
              </a:rPr>
              <a:t>CYBER</a:t>
            </a:r>
            <a:r>
              <a:rPr dirty="0" sz="3000" spc="-6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3000">
                <a:solidFill>
                  <a:srgbClr val="5460A8"/>
                </a:solidFill>
                <a:latin typeface="Comic Sans MS"/>
                <a:cs typeface="Comic Sans MS"/>
              </a:rPr>
              <a:t>THREAT</a:t>
            </a:r>
            <a:r>
              <a:rPr dirty="0" sz="3000" spc="-6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3000">
                <a:solidFill>
                  <a:srgbClr val="5460A8"/>
                </a:solidFill>
                <a:latin typeface="Comic Sans MS"/>
                <a:cs typeface="Comic Sans MS"/>
              </a:rPr>
              <a:t>LANDSCAPE</a:t>
            </a:r>
            <a:r>
              <a:rPr dirty="0" sz="3000" spc="-6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3000">
                <a:solidFill>
                  <a:srgbClr val="5460A8"/>
                </a:solidFill>
                <a:latin typeface="Comic Sans MS"/>
                <a:cs typeface="Comic Sans MS"/>
              </a:rPr>
              <a:t>AND</a:t>
            </a:r>
            <a:r>
              <a:rPr dirty="0" sz="3000" spc="-6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3000">
                <a:solidFill>
                  <a:srgbClr val="5460A8"/>
                </a:solidFill>
                <a:latin typeface="Comic Sans MS"/>
                <a:cs typeface="Comic Sans MS"/>
              </a:rPr>
              <a:t>INCIDENT</a:t>
            </a:r>
            <a:r>
              <a:rPr dirty="0" sz="3000" spc="-6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3000" spc="-10">
                <a:solidFill>
                  <a:srgbClr val="5460A8"/>
                </a:solidFill>
                <a:latin typeface="Comic Sans MS"/>
                <a:cs typeface="Comic Sans MS"/>
              </a:rPr>
              <a:t>STATISTICS </a:t>
            </a:r>
            <a:r>
              <a:rPr dirty="0" sz="3000">
                <a:solidFill>
                  <a:srgbClr val="5460A8"/>
                </a:solidFill>
                <a:latin typeface="Comic Sans MS"/>
                <a:cs typeface="Comic Sans MS"/>
              </a:rPr>
              <a:t>SIGNS</a:t>
            </a:r>
            <a:r>
              <a:rPr dirty="0" sz="3000" spc="-5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3000">
                <a:solidFill>
                  <a:srgbClr val="5460A8"/>
                </a:solidFill>
                <a:latin typeface="Comic Sans MS"/>
                <a:cs typeface="Comic Sans MS"/>
              </a:rPr>
              <a:t>OF</a:t>
            </a:r>
            <a:r>
              <a:rPr dirty="0" sz="3000" spc="-4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3000">
                <a:solidFill>
                  <a:srgbClr val="5460A8"/>
                </a:solidFill>
                <a:latin typeface="Comic Sans MS"/>
                <a:cs typeface="Comic Sans MS"/>
              </a:rPr>
              <a:t>AN</a:t>
            </a:r>
            <a:r>
              <a:rPr dirty="0" sz="3000" spc="-5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3000">
                <a:solidFill>
                  <a:srgbClr val="5460A8"/>
                </a:solidFill>
                <a:latin typeface="Comic Sans MS"/>
                <a:cs typeface="Comic Sans MS"/>
              </a:rPr>
              <a:t>INCIDENT:</a:t>
            </a:r>
            <a:r>
              <a:rPr dirty="0" sz="3000" spc="-4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3000">
                <a:solidFill>
                  <a:srgbClr val="5460A8"/>
                </a:solidFill>
                <a:latin typeface="Comic Sans MS"/>
                <a:cs typeface="Comic Sans MS"/>
              </a:rPr>
              <a:t>PRECURSORS</a:t>
            </a:r>
            <a:r>
              <a:rPr dirty="0" sz="3000" spc="-5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3000">
                <a:solidFill>
                  <a:srgbClr val="5460A8"/>
                </a:solidFill>
                <a:latin typeface="Comic Sans MS"/>
                <a:cs typeface="Comic Sans MS"/>
              </a:rPr>
              <a:t>AND</a:t>
            </a:r>
            <a:r>
              <a:rPr dirty="0" sz="3000" spc="-4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3000" spc="-10">
                <a:solidFill>
                  <a:srgbClr val="5460A8"/>
                </a:solidFill>
                <a:latin typeface="Comic Sans MS"/>
                <a:cs typeface="Comic Sans MS"/>
              </a:rPr>
              <a:t>INDICATORS </a:t>
            </a:r>
            <a:r>
              <a:rPr dirty="0" sz="3000">
                <a:solidFill>
                  <a:srgbClr val="5460A8"/>
                </a:solidFill>
                <a:latin typeface="Comic Sans MS"/>
                <a:cs typeface="Comic Sans MS"/>
              </a:rPr>
              <a:t>MAJOR</a:t>
            </a:r>
            <a:r>
              <a:rPr dirty="0" sz="3000" spc="-12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3000">
                <a:solidFill>
                  <a:srgbClr val="5460A8"/>
                </a:solidFill>
                <a:latin typeface="Comic Sans MS"/>
                <a:cs typeface="Comic Sans MS"/>
              </a:rPr>
              <a:t>CATEGORIES</a:t>
            </a:r>
            <a:r>
              <a:rPr dirty="0" sz="3000" spc="-114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3000">
                <a:solidFill>
                  <a:srgbClr val="5460A8"/>
                </a:solidFill>
                <a:latin typeface="Comic Sans MS"/>
                <a:cs typeface="Comic Sans MS"/>
              </a:rPr>
              <a:t>OF</a:t>
            </a:r>
            <a:r>
              <a:rPr dirty="0" sz="3000" spc="-12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3000" spc="-10">
                <a:solidFill>
                  <a:srgbClr val="5460A8"/>
                </a:solidFill>
                <a:latin typeface="Comic Sans MS"/>
                <a:cs typeface="Comic Sans MS"/>
              </a:rPr>
              <a:t>INCIDENTS</a:t>
            </a:r>
            <a:endParaRPr sz="3000">
              <a:latin typeface="Comic Sans MS"/>
              <a:cs typeface="Comic Sans MS"/>
            </a:endParaRPr>
          </a:p>
          <a:p>
            <a:pPr marL="12700" marR="4241800">
              <a:lnSpc>
                <a:spcPts val="5550"/>
              </a:lnSpc>
            </a:pPr>
            <a:r>
              <a:rPr dirty="0" sz="3000">
                <a:solidFill>
                  <a:srgbClr val="5460A8"/>
                </a:solidFill>
                <a:latin typeface="Comic Sans MS"/>
                <a:cs typeface="Comic Sans MS"/>
              </a:rPr>
              <a:t>NEED</a:t>
            </a:r>
            <a:r>
              <a:rPr dirty="0" sz="3000" spc="-3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3000">
                <a:solidFill>
                  <a:srgbClr val="5460A8"/>
                </a:solidFill>
                <a:latin typeface="Comic Sans MS"/>
                <a:cs typeface="Comic Sans MS"/>
              </a:rPr>
              <a:t>&amp;</a:t>
            </a:r>
            <a:r>
              <a:rPr dirty="0" sz="3000" spc="-3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3000">
                <a:solidFill>
                  <a:srgbClr val="5460A8"/>
                </a:solidFill>
                <a:latin typeface="Comic Sans MS"/>
                <a:cs typeface="Comic Sans MS"/>
              </a:rPr>
              <a:t>GOALS</a:t>
            </a:r>
            <a:r>
              <a:rPr dirty="0" sz="3000" spc="-3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3000">
                <a:solidFill>
                  <a:srgbClr val="5460A8"/>
                </a:solidFill>
                <a:latin typeface="Comic Sans MS"/>
                <a:cs typeface="Comic Sans MS"/>
              </a:rPr>
              <a:t>OF</a:t>
            </a:r>
            <a:r>
              <a:rPr dirty="0" sz="3000" spc="-3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3000">
                <a:solidFill>
                  <a:srgbClr val="5460A8"/>
                </a:solidFill>
                <a:latin typeface="Comic Sans MS"/>
                <a:cs typeface="Comic Sans MS"/>
              </a:rPr>
              <a:t>INCIDENT</a:t>
            </a:r>
            <a:r>
              <a:rPr dirty="0" sz="3000" spc="-3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3000" spc="-10">
                <a:solidFill>
                  <a:srgbClr val="5460A8"/>
                </a:solidFill>
                <a:latin typeface="Comic Sans MS"/>
                <a:cs typeface="Comic Sans MS"/>
              </a:rPr>
              <a:t>RESPONSE </a:t>
            </a:r>
            <a:r>
              <a:rPr dirty="0" sz="3000">
                <a:solidFill>
                  <a:srgbClr val="5460A8"/>
                </a:solidFill>
                <a:latin typeface="Comic Sans MS"/>
                <a:cs typeface="Comic Sans MS"/>
              </a:rPr>
              <a:t>MAJOR</a:t>
            </a:r>
            <a:r>
              <a:rPr dirty="0" sz="3000" spc="-3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3000">
                <a:solidFill>
                  <a:srgbClr val="5460A8"/>
                </a:solidFill>
                <a:latin typeface="Comic Sans MS"/>
                <a:cs typeface="Comic Sans MS"/>
              </a:rPr>
              <a:t>CHALLENGES</a:t>
            </a:r>
            <a:r>
              <a:rPr dirty="0" sz="3000" spc="-3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3000">
                <a:solidFill>
                  <a:srgbClr val="5460A8"/>
                </a:solidFill>
                <a:latin typeface="Comic Sans MS"/>
                <a:cs typeface="Comic Sans MS"/>
              </a:rPr>
              <a:t>IN</a:t>
            </a:r>
            <a:r>
              <a:rPr dirty="0" sz="3000" spc="-2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3000">
                <a:solidFill>
                  <a:srgbClr val="5460A8"/>
                </a:solidFill>
                <a:latin typeface="Comic Sans MS"/>
                <a:cs typeface="Comic Sans MS"/>
              </a:rPr>
              <a:t>INCIDENT</a:t>
            </a:r>
            <a:r>
              <a:rPr dirty="0" sz="3000" spc="-3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3000" spc="-10">
                <a:solidFill>
                  <a:srgbClr val="5460A8"/>
                </a:solidFill>
                <a:latin typeface="Comic Sans MS"/>
                <a:cs typeface="Comic Sans MS"/>
              </a:rPr>
              <a:t>RESPONSE</a:t>
            </a:r>
            <a:endParaRPr sz="3000">
              <a:latin typeface="Comic Sans MS"/>
              <a:cs typeface="Comic Sans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64450" y="2614612"/>
            <a:ext cx="142875" cy="14287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64450" y="3319462"/>
            <a:ext cx="142875" cy="14287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64450" y="4024312"/>
            <a:ext cx="142875" cy="14287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64450" y="4729162"/>
            <a:ext cx="142875" cy="14287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64450" y="5434012"/>
            <a:ext cx="142875" cy="14287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064450" y="6138862"/>
            <a:ext cx="142875" cy="14287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064450" y="6843711"/>
            <a:ext cx="142875" cy="14287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064450" y="7548561"/>
            <a:ext cx="142875" cy="14287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064450" y="8253411"/>
            <a:ext cx="142875" cy="142874"/>
          </a:xfrm>
          <a:prstGeom prst="rect">
            <a:avLst/>
          </a:prstGeom>
        </p:spPr>
      </p:pic>
      <p:grpSp>
        <p:nvGrpSpPr>
          <p:cNvPr id="13" name="object 13"/>
          <p:cNvGrpSpPr/>
          <p:nvPr/>
        </p:nvGrpSpPr>
        <p:grpSpPr>
          <a:xfrm>
            <a:off x="0" y="0"/>
            <a:ext cx="18288000" cy="2072005"/>
            <a:chOff x="0" y="0"/>
            <a:chExt cx="18288000" cy="2072005"/>
          </a:xfrm>
        </p:grpSpPr>
        <p:sp>
          <p:nvSpPr>
            <p:cNvPr id="14" name="object 14"/>
            <p:cNvSpPr/>
            <p:nvPr/>
          </p:nvSpPr>
          <p:spPr>
            <a:xfrm>
              <a:off x="72240" y="0"/>
              <a:ext cx="18216245" cy="1734185"/>
            </a:xfrm>
            <a:custGeom>
              <a:avLst/>
              <a:gdLst/>
              <a:ahLst/>
              <a:cxnLst/>
              <a:rect l="l" t="t" r="r" b="b"/>
              <a:pathLst>
                <a:path w="18216245" h="1734185">
                  <a:moveTo>
                    <a:pt x="481628" y="1425917"/>
                  </a:moveTo>
                  <a:lnTo>
                    <a:pt x="23707" y="1221331"/>
                  </a:lnTo>
                  <a:lnTo>
                    <a:pt x="0" y="0"/>
                  </a:lnTo>
                  <a:lnTo>
                    <a:pt x="18001735" y="0"/>
                  </a:lnTo>
                  <a:lnTo>
                    <a:pt x="18213445" y="425325"/>
                  </a:lnTo>
                  <a:lnTo>
                    <a:pt x="1721202" y="745463"/>
                  </a:lnTo>
                  <a:lnTo>
                    <a:pt x="1631752" y="817986"/>
                  </a:lnTo>
                  <a:lnTo>
                    <a:pt x="1490832" y="943880"/>
                  </a:lnTo>
                  <a:lnTo>
                    <a:pt x="1360656" y="1063301"/>
                  </a:lnTo>
                  <a:lnTo>
                    <a:pt x="1303439" y="1116406"/>
                  </a:lnTo>
                  <a:lnTo>
                    <a:pt x="824449" y="1205788"/>
                  </a:lnTo>
                  <a:lnTo>
                    <a:pt x="481628" y="1425917"/>
                  </a:lnTo>
                  <a:close/>
                </a:path>
                <a:path w="18216245" h="1734185">
                  <a:moveTo>
                    <a:pt x="2126011" y="833411"/>
                  </a:moveTo>
                  <a:lnTo>
                    <a:pt x="2070817" y="814814"/>
                  </a:lnTo>
                  <a:lnTo>
                    <a:pt x="1945094" y="776491"/>
                  </a:lnTo>
                  <a:lnTo>
                    <a:pt x="1808628" y="744641"/>
                  </a:lnTo>
                  <a:lnTo>
                    <a:pt x="1721202" y="745463"/>
                  </a:lnTo>
                  <a:lnTo>
                    <a:pt x="18213445" y="425325"/>
                  </a:lnTo>
                  <a:lnTo>
                    <a:pt x="18215759" y="429974"/>
                  </a:lnTo>
                  <a:lnTo>
                    <a:pt x="18215759" y="441002"/>
                  </a:lnTo>
                  <a:lnTo>
                    <a:pt x="4820117" y="701030"/>
                  </a:lnTo>
                  <a:lnTo>
                    <a:pt x="4809170" y="712788"/>
                  </a:lnTo>
                  <a:lnTo>
                    <a:pt x="2499392" y="757624"/>
                  </a:lnTo>
                  <a:lnTo>
                    <a:pt x="2126011" y="833411"/>
                  </a:lnTo>
                  <a:close/>
                </a:path>
                <a:path w="18216245" h="1734185">
                  <a:moveTo>
                    <a:pt x="5197468" y="880404"/>
                  </a:moveTo>
                  <a:lnTo>
                    <a:pt x="4820117" y="701030"/>
                  </a:lnTo>
                  <a:lnTo>
                    <a:pt x="18215759" y="441002"/>
                  </a:lnTo>
                  <a:lnTo>
                    <a:pt x="18215759" y="467533"/>
                  </a:lnTo>
                  <a:lnTo>
                    <a:pt x="6021622" y="704239"/>
                  </a:lnTo>
                  <a:lnTo>
                    <a:pt x="5197468" y="880404"/>
                  </a:lnTo>
                  <a:close/>
                </a:path>
                <a:path w="18216245" h="1734185">
                  <a:moveTo>
                    <a:pt x="3573437" y="1179939"/>
                  </a:moveTo>
                  <a:lnTo>
                    <a:pt x="3150099" y="884035"/>
                  </a:lnTo>
                  <a:lnTo>
                    <a:pt x="2669801" y="893358"/>
                  </a:lnTo>
                  <a:lnTo>
                    <a:pt x="2499392" y="757624"/>
                  </a:lnTo>
                  <a:lnTo>
                    <a:pt x="4809170" y="712788"/>
                  </a:lnTo>
                  <a:lnTo>
                    <a:pt x="4719038" y="809607"/>
                  </a:lnTo>
                  <a:lnTo>
                    <a:pt x="4261838" y="818482"/>
                  </a:lnTo>
                  <a:lnTo>
                    <a:pt x="4085395" y="1055280"/>
                  </a:lnTo>
                  <a:lnTo>
                    <a:pt x="3573437" y="1179939"/>
                  </a:lnTo>
                  <a:close/>
                </a:path>
                <a:path w="18216245" h="1734185">
                  <a:moveTo>
                    <a:pt x="6345505" y="938449"/>
                  </a:moveTo>
                  <a:lnTo>
                    <a:pt x="6021622" y="704239"/>
                  </a:lnTo>
                  <a:lnTo>
                    <a:pt x="18215759" y="467533"/>
                  </a:lnTo>
                  <a:lnTo>
                    <a:pt x="18215759" y="574394"/>
                  </a:lnTo>
                  <a:lnTo>
                    <a:pt x="6716641" y="797608"/>
                  </a:lnTo>
                  <a:lnTo>
                    <a:pt x="6345505" y="938449"/>
                  </a:lnTo>
                  <a:close/>
                </a:path>
                <a:path w="18216245" h="1734185">
                  <a:moveTo>
                    <a:pt x="4617028" y="919184"/>
                  </a:moveTo>
                  <a:lnTo>
                    <a:pt x="4261838" y="818482"/>
                  </a:lnTo>
                  <a:lnTo>
                    <a:pt x="4719038" y="809607"/>
                  </a:lnTo>
                  <a:lnTo>
                    <a:pt x="4617028" y="919184"/>
                  </a:lnTo>
                  <a:close/>
                </a:path>
                <a:path w="18216245" h="1734185">
                  <a:moveTo>
                    <a:pt x="8077309" y="1331537"/>
                  </a:moveTo>
                  <a:lnTo>
                    <a:pt x="7693317" y="1202406"/>
                  </a:lnTo>
                  <a:lnTo>
                    <a:pt x="7494245" y="969458"/>
                  </a:lnTo>
                  <a:lnTo>
                    <a:pt x="7092198" y="897178"/>
                  </a:lnTo>
                  <a:lnTo>
                    <a:pt x="6716641" y="797608"/>
                  </a:lnTo>
                  <a:lnTo>
                    <a:pt x="18215759" y="574394"/>
                  </a:lnTo>
                  <a:lnTo>
                    <a:pt x="18215759" y="761338"/>
                  </a:lnTo>
                  <a:lnTo>
                    <a:pt x="18215759" y="766135"/>
                  </a:lnTo>
                  <a:lnTo>
                    <a:pt x="18193703" y="807703"/>
                  </a:lnTo>
                  <a:lnTo>
                    <a:pt x="17129089" y="828368"/>
                  </a:lnTo>
                  <a:lnTo>
                    <a:pt x="16942885" y="866130"/>
                  </a:lnTo>
                  <a:lnTo>
                    <a:pt x="12166181" y="958852"/>
                  </a:lnTo>
                  <a:lnTo>
                    <a:pt x="12122349" y="995815"/>
                  </a:lnTo>
                  <a:lnTo>
                    <a:pt x="9222233" y="1052111"/>
                  </a:lnTo>
                  <a:lnTo>
                    <a:pt x="9088731" y="1125451"/>
                  </a:lnTo>
                  <a:lnTo>
                    <a:pt x="8511999" y="1136647"/>
                  </a:lnTo>
                  <a:lnTo>
                    <a:pt x="8077309" y="1331537"/>
                  </a:lnTo>
                  <a:close/>
                </a:path>
                <a:path w="18216245" h="1734185">
                  <a:moveTo>
                    <a:pt x="17479469" y="909020"/>
                  </a:moveTo>
                  <a:lnTo>
                    <a:pt x="17129089" y="828368"/>
                  </a:lnTo>
                  <a:lnTo>
                    <a:pt x="17743459" y="816442"/>
                  </a:lnTo>
                  <a:lnTo>
                    <a:pt x="17479469" y="909020"/>
                  </a:lnTo>
                  <a:close/>
                </a:path>
                <a:path w="18216245" h="1734185">
                  <a:moveTo>
                    <a:pt x="18024597" y="1126407"/>
                  </a:moveTo>
                  <a:lnTo>
                    <a:pt x="17743459" y="816442"/>
                  </a:lnTo>
                  <a:lnTo>
                    <a:pt x="18193703" y="807703"/>
                  </a:lnTo>
                  <a:lnTo>
                    <a:pt x="18024597" y="1126407"/>
                  </a:lnTo>
                  <a:close/>
                </a:path>
                <a:path w="18216245" h="1734185">
                  <a:moveTo>
                    <a:pt x="12383193" y="1141584"/>
                  </a:moveTo>
                  <a:lnTo>
                    <a:pt x="12166181" y="958852"/>
                  </a:lnTo>
                  <a:lnTo>
                    <a:pt x="16942885" y="866130"/>
                  </a:lnTo>
                  <a:lnTo>
                    <a:pt x="16652207" y="925078"/>
                  </a:lnTo>
                  <a:lnTo>
                    <a:pt x="16562199" y="1027546"/>
                  </a:lnTo>
                  <a:lnTo>
                    <a:pt x="12642839" y="1103626"/>
                  </a:lnTo>
                  <a:lnTo>
                    <a:pt x="12383193" y="1141584"/>
                  </a:lnTo>
                  <a:close/>
                </a:path>
                <a:path w="18216245" h="1734185">
                  <a:moveTo>
                    <a:pt x="10518720" y="1418029"/>
                  </a:moveTo>
                  <a:lnTo>
                    <a:pt x="10195356" y="1210585"/>
                  </a:lnTo>
                  <a:lnTo>
                    <a:pt x="9979138" y="1081391"/>
                  </a:lnTo>
                  <a:lnTo>
                    <a:pt x="9552125" y="1089680"/>
                  </a:lnTo>
                  <a:lnTo>
                    <a:pt x="9222233" y="1052111"/>
                  </a:lnTo>
                  <a:lnTo>
                    <a:pt x="12122349" y="995815"/>
                  </a:lnTo>
                  <a:lnTo>
                    <a:pt x="12034089" y="1070243"/>
                  </a:lnTo>
                  <a:lnTo>
                    <a:pt x="11143117" y="1087538"/>
                  </a:lnTo>
                  <a:lnTo>
                    <a:pt x="10809234" y="1198668"/>
                  </a:lnTo>
                  <a:lnTo>
                    <a:pt x="10518720" y="1418029"/>
                  </a:lnTo>
                  <a:close/>
                </a:path>
                <a:path w="18216245" h="1734185">
                  <a:moveTo>
                    <a:pt x="8887551" y="1235971"/>
                  </a:moveTo>
                  <a:lnTo>
                    <a:pt x="8511999" y="1136647"/>
                  </a:lnTo>
                  <a:lnTo>
                    <a:pt x="9088731" y="1125451"/>
                  </a:lnTo>
                  <a:lnTo>
                    <a:pt x="8887551" y="1235971"/>
                  </a:lnTo>
                  <a:close/>
                </a:path>
                <a:path w="18216245" h="1734185">
                  <a:moveTo>
                    <a:pt x="11863830" y="1213817"/>
                  </a:moveTo>
                  <a:lnTo>
                    <a:pt x="11579425" y="1115180"/>
                  </a:lnTo>
                  <a:lnTo>
                    <a:pt x="11143117" y="1087538"/>
                  </a:lnTo>
                  <a:lnTo>
                    <a:pt x="12034089" y="1070243"/>
                  </a:lnTo>
                  <a:lnTo>
                    <a:pt x="11863830" y="1213817"/>
                  </a:lnTo>
                  <a:close/>
                </a:path>
                <a:path w="18216245" h="1734185">
                  <a:moveTo>
                    <a:pt x="13622167" y="1733640"/>
                  </a:moveTo>
                  <a:lnTo>
                    <a:pt x="13297231" y="1445159"/>
                  </a:lnTo>
                  <a:lnTo>
                    <a:pt x="12882234" y="1262586"/>
                  </a:lnTo>
                  <a:lnTo>
                    <a:pt x="12642839" y="1103626"/>
                  </a:lnTo>
                  <a:lnTo>
                    <a:pt x="16562199" y="1027546"/>
                  </a:lnTo>
                  <a:lnTo>
                    <a:pt x="16396013" y="1216733"/>
                  </a:lnTo>
                  <a:lnTo>
                    <a:pt x="16117165" y="1390420"/>
                  </a:lnTo>
                  <a:lnTo>
                    <a:pt x="14096746" y="1429640"/>
                  </a:lnTo>
                  <a:lnTo>
                    <a:pt x="13622167" y="1733640"/>
                  </a:lnTo>
                  <a:close/>
                </a:path>
                <a:path w="18216245" h="1734185">
                  <a:moveTo>
                    <a:pt x="14463081" y="1535039"/>
                  </a:moveTo>
                  <a:lnTo>
                    <a:pt x="14096743" y="1429640"/>
                  </a:lnTo>
                  <a:lnTo>
                    <a:pt x="16117165" y="1390420"/>
                  </a:lnTo>
                  <a:lnTo>
                    <a:pt x="16074424" y="1417043"/>
                  </a:lnTo>
                  <a:lnTo>
                    <a:pt x="14845690" y="1440894"/>
                  </a:lnTo>
                  <a:lnTo>
                    <a:pt x="14463081" y="1535039"/>
                  </a:lnTo>
                  <a:close/>
                </a:path>
                <a:path w="18216245" h="1734185">
                  <a:moveTo>
                    <a:pt x="15789140" y="1712400"/>
                  </a:moveTo>
                  <a:lnTo>
                    <a:pt x="15765777" y="1712854"/>
                  </a:lnTo>
                  <a:lnTo>
                    <a:pt x="15223037" y="1620269"/>
                  </a:lnTo>
                  <a:lnTo>
                    <a:pt x="14845685" y="1440895"/>
                  </a:lnTo>
                  <a:lnTo>
                    <a:pt x="16074424" y="1417043"/>
                  </a:lnTo>
                  <a:lnTo>
                    <a:pt x="15789140" y="171240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0" y="0"/>
              <a:ext cx="18288000" cy="1650364"/>
            </a:xfrm>
            <a:custGeom>
              <a:avLst/>
              <a:gdLst/>
              <a:ahLst/>
              <a:cxnLst/>
              <a:rect l="l" t="t" r="r" b="b"/>
              <a:pathLst>
                <a:path w="18288000" h="1650364">
                  <a:moveTo>
                    <a:pt x="293875" y="1344739"/>
                  </a:moveTo>
                  <a:lnTo>
                    <a:pt x="0" y="1213287"/>
                  </a:lnTo>
                  <a:lnTo>
                    <a:pt x="0" y="0"/>
                  </a:lnTo>
                  <a:lnTo>
                    <a:pt x="18287999" y="0"/>
                  </a:lnTo>
                  <a:lnTo>
                    <a:pt x="18287999" y="338072"/>
                  </a:lnTo>
                  <a:lnTo>
                    <a:pt x="1532939" y="663311"/>
                  </a:lnTo>
                  <a:lnTo>
                    <a:pt x="1443631" y="735794"/>
                  </a:lnTo>
                  <a:lnTo>
                    <a:pt x="1302782" y="861602"/>
                  </a:lnTo>
                  <a:lnTo>
                    <a:pt x="1172631" y="980938"/>
                  </a:lnTo>
                  <a:lnTo>
                    <a:pt x="1115417" y="1034004"/>
                  </a:lnTo>
                  <a:lnTo>
                    <a:pt x="636692" y="1124363"/>
                  </a:lnTo>
                  <a:lnTo>
                    <a:pt x="293875" y="1344739"/>
                  </a:lnTo>
                  <a:close/>
                </a:path>
                <a:path w="18288000" h="1650364">
                  <a:moveTo>
                    <a:pt x="1937502" y="751264"/>
                  </a:moveTo>
                  <a:lnTo>
                    <a:pt x="1882313" y="732667"/>
                  </a:lnTo>
                  <a:lnTo>
                    <a:pt x="1756617" y="694344"/>
                  </a:lnTo>
                  <a:lnTo>
                    <a:pt x="1620223" y="662492"/>
                  </a:lnTo>
                  <a:lnTo>
                    <a:pt x="1532939" y="663311"/>
                  </a:lnTo>
                  <a:lnTo>
                    <a:pt x="18287999" y="338072"/>
                  </a:lnTo>
                  <a:lnTo>
                    <a:pt x="18287999" y="354530"/>
                  </a:lnTo>
                  <a:lnTo>
                    <a:pt x="4630395" y="619644"/>
                  </a:lnTo>
                  <a:lnTo>
                    <a:pt x="4620159" y="630652"/>
                  </a:lnTo>
                  <a:lnTo>
                    <a:pt x="2310883" y="675478"/>
                  </a:lnTo>
                  <a:lnTo>
                    <a:pt x="1937502" y="751264"/>
                  </a:lnTo>
                  <a:close/>
                </a:path>
                <a:path w="18288000" h="1650364">
                  <a:moveTo>
                    <a:pt x="5007752" y="799263"/>
                  </a:moveTo>
                  <a:lnTo>
                    <a:pt x="4630395" y="619644"/>
                  </a:lnTo>
                  <a:lnTo>
                    <a:pt x="18287999" y="354530"/>
                  </a:lnTo>
                  <a:lnTo>
                    <a:pt x="18287999" y="381308"/>
                  </a:lnTo>
                  <a:lnTo>
                    <a:pt x="5832887" y="623079"/>
                  </a:lnTo>
                  <a:lnTo>
                    <a:pt x="5007752" y="799263"/>
                  </a:lnTo>
                  <a:close/>
                </a:path>
                <a:path w="18288000" h="1650364">
                  <a:moveTo>
                    <a:pt x="3384929" y="1097792"/>
                  </a:moveTo>
                  <a:lnTo>
                    <a:pt x="2961591" y="801888"/>
                  </a:lnTo>
                  <a:lnTo>
                    <a:pt x="2481293" y="811211"/>
                  </a:lnTo>
                  <a:lnTo>
                    <a:pt x="2310883" y="675478"/>
                  </a:lnTo>
                  <a:lnTo>
                    <a:pt x="4620159" y="630652"/>
                  </a:lnTo>
                  <a:lnTo>
                    <a:pt x="4529202" y="728469"/>
                  </a:lnTo>
                  <a:lnTo>
                    <a:pt x="4072121" y="737341"/>
                  </a:lnTo>
                  <a:lnTo>
                    <a:pt x="3895678" y="974139"/>
                  </a:lnTo>
                  <a:lnTo>
                    <a:pt x="3384929" y="1097792"/>
                  </a:lnTo>
                  <a:close/>
                </a:path>
                <a:path w="18288000" h="1650364">
                  <a:moveTo>
                    <a:pt x="6156765" y="857044"/>
                  </a:moveTo>
                  <a:lnTo>
                    <a:pt x="5832887" y="623079"/>
                  </a:lnTo>
                  <a:lnTo>
                    <a:pt x="18287999" y="381308"/>
                  </a:lnTo>
                  <a:lnTo>
                    <a:pt x="18287999" y="488168"/>
                  </a:lnTo>
                  <a:lnTo>
                    <a:pt x="6527660" y="716453"/>
                  </a:lnTo>
                  <a:lnTo>
                    <a:pt x="6156765" y="857044"/>
                  </a:lnTo>
                  <a:close/>
                </a:path>
                <a:path w="18288000" h="1650364">
                  <a:moveTo>
                    <a:pt x="4427311" y="838044"/>
                  </a:moveTo>
                  <a:lnTo>
                    <a:pt x="4072121" y="737341"/>
                  </a:lnTo>
                  <a:lnTo>
                    <a:pt x="4529202" y="728469"/>
                  </a:lnTo>
                  <a:lnTo>
                    <a:pt x="4427311" y="838044"/>
                  </a:lnTo>
                  <a:close/>
                </a:path>
                <a:path w="18288000" h="1650364">
                  <a:moveTo>
                    <a:pt x="7889310" y="1250363"/>
                  </a:moveTo>
                  <a:lnTo>
                    <a:pt x="7505069" y="1120991"/>
                  </a:lnTo>
                  <a:lnTo>
                    <a:pt x="7306002" y="888289"/>
                  </a:lnTo>
                  <a:lnTo>
                    <a:pt x="6904200" y="816004"/>
                  </a:lnTo>
                  <a:lnTo>
                    <a:pt x="6527660" y="716453"/>
                  </a:lnTo>
                  <a:lnTo>
                    <a:pt x="18287999" y="488168"/>
                  </a:lnTo>
                  <a:lnTo>
                    <a:pt x="18287999" y="721295"/>
                  </a:lnTo>
                  <a:lnTo>
                    <a:pt x="16941098" y="747440"/>
                  </a:lnTo>
                  <a:lnTo>
                    <a:pt x="16756235" y="784930"/>
                  </a:lnTo>
                  <a:lnTo>
                    <a:pt x="11978429" y="877674"/>
                  </a:lnTo>
                  <a:lnTo>
                    <a:pt x="11934596" y="914637"/>
                  </a:lnTo>
                  <a:lnTo>
                    <a:pt x="9033990" y="970942"/>
                  </a:lnTo>
                  <a:lnTo>
                    <a:pt x="8900586" y="1044280"/>
                  </a:lnTo>
                  <a:lnTo>
                    <a:pt x="8323756" y="1055477"/>
                  </a:lnTo>
                  <a:lnTo>
                    <a:pt x="7889310" y="1250363"/>
                  </a:lnTo>
                  <a:close/>
                </a:path>
                <a:path w="18288000" h="1650364">
                  <a:moveTo>
                    <a:pt x="17291724" y="828087"/>
                  </a:moveTo>
                  <a:lnTo>
                    <a:pt x="16941098" y="747440"/>
                  </a:lnTo>
                  <a:lnTo>
                    <a:pt x="17555468" y="735514"/>
                  </a:lnTo>
                  <a:lnTo>
                    <a:pt x="17291724" y="828087"/>
                  </a:lnTo>
                  <a:close/>
                </a:path>
                <a:path w="18288000" h="1650364">
                  <a:moveTo>
                    <a:pt x="18287999" y="1148321"/>
                  </a:moveTo>
                  <a:lnTo>
                    <a:pt x="17885052" y="1136906"/>
                  </a:lnTo>
                  <a:lnTo>
                    <a:pt x="17555468" y="735514"/>
                  </a:lnTo>
                  <a:lnTo>
                    <a:pt x="18287999" y="721295"/>
                  </a:lnTo>
                  <a:lnTo>
                    <a:pt x="18287999" y="1148321"/>
                  </a:lnTo>
                  <a:close/>
                </a:path>
                <a:path w="18288000" h="1650364">
                  <a:moveTo>
                    <a:pt x="12195686" y="1060400"/>
                  </a:moveTo>
                  <a:lnTo>
                    <a:pt x="11978429" y="877674"/>
                  </a:lnTo>
                  <a:lnTo>
                    <a:pt x="16756235" y="784930"/>
                  </a:lnTo>
                  <a:lnTo>
                    <a:pt x="16464217" y="844150"/>
                  </a:lnTo>
                  <a:lnTo>
                    <a:pt x="16375390" y="945366"/>
                  </a:lnTo>
                  <a:lnTo>
                    <a:pt x="12454575" y="1021474"/>
                  </a:lnTo>
                  <a:lnTo>
                    <a:pt x="12195686" y="1060400"/>
                  </a:lnTo>
                  <a:close/>
                </a:path>
                <a:path w="18288000" h="1650364">
                  <a:moveTo>
                    <a:pt x="10332195" y="1336826"/>
                  </a:moveTo>
                  <a:lnTo>
                    <a:pt x="10007604" y="1129405"/>
                  </a:lnTo>
                  <a:lnTo>
                    <a:pt x="9791631" y="1000207"/>
                  </a:lnTo>
                  <a:lnTo>
                    <a:pt x="9364373" y="1008500"/>
                  </a:lnTo>
                  <a:lnTo>
                    <a:pt x="9033990" y="970942"/>
                  </a:lnTo>
                  <a:lnTo>
                    <a:pt x="11934596" y="914637"/>
                  </a:lnTo>
                  <a:lnTo>
                    <a:pt x="11846635" y="988812"/>
                  </a:lnTo>
                  <a:lnTo>
                    <a:pt x="10955360" y="1006113"/>
                  </a:lnTo>
                  <a:lnTo>
                    <a:pt x="10621482" y="1117489"/>
                  </a:lnTo>
                  <a:lnTo>
                    <a:pt x="10332195" y="1336826"/>
                  </a:lnTo>
                  <a:close/>
                </a:path>
                <a:path w="18288000" h="1650364">
                  <a:moveTo>
                    <a:pt x="8699555" y="1154796"/>
                  </a:moveTo>
                  <a:lnTo>
                    <a:pt x="8323756" y="1055477"/>
                  </a:lnTo>
                  <a:lnTo>
                    <a:pt x="8900586" y="1044280"/>
                  </a:lnTo>
                  <a:lnTo>
                    <a:pt x="8699555" y="1154796"/>
                  </a:lnTo>
                  <a:close/>
                </a:path>
                <a:path w="18288000" h="1650364">
                  <a:moveTo>
                    <a:pt x="11676078" y="1132638"/>
                  </a:moveTo>
                  <a:lnTo>
                    <a:pt x="11391673" y="1034001"/>
                  </a:lnTo>
                  <a:lnTo>
                    <a:pt x="10955360" y="1006113"/>
                  </a:lnTo>
                  <a:lnTo>
                    <a:pt x="11846635" y="988812"/>
                  </a:lnTo>
                  <a:lnTo>
                    <a:pt x="11676078" y="1132638"/>
                  </a:lnTo>
                  <a:close/>
                </a:path>
                <a:path w="18288000" h="1650364">
                  <a:moveTo>
                    <a:pt x="13434126" y="1650255"/>
                  </a:moveTo>
                  <a:lnTo>
                    <a:pt x="13109213" y="1363003"/>
                  </a:lnTo>
                  <a:lnTo>
                    <a:pt x="12693970" y="1180434"/>
                  </a:lnTo>
                  <a:lnTo>
                    <a:pt x="12454575" y="1021474"/>
                  </a:lnTo>
                  <a:lnTo>
                    <a:pt x="16375390" y="945366"/>
                  </a:lnTo>
                  <a:lnTo>
                    <a:pt x="16208267" y="1135800"/>
                  </a:lnTo>
                  <a:lnTo>
                    <a:pt x="15930888" y="1308230"/>
                  </a:lnTo>
                  <a:lnTo>
                    <a:pt x="13908727" y="1347483"/>
                  </a:lnTo>
                  <a:lnTo>
                    <a:pt x="13434126" y="1650255"/>
                  </a:lnTo>
                  <a:close/>
                </a:path>
                <a:path w="18288000" h="1650364">
                  <a:moveTo>
                    <a:pt x="14274099" y="1453884"/>
                  </a:moveTo>
                  <a:lnTo>
                    <a:pt x="13908727" y="1347483"/>
                  </a:lnTo>
                  <a:lnTo>
                    <a:pt x="15930888" y="1308230"/>
                  </a:lnTo>
                  <a:lnTo>
                    <a:pt x="15886427" y="1335870"/>
                  </a:lnTo>
                  <a:lnTo>
                    <a:pt x="15885463" y="1336871"/>
                  </a:lnTo>
                  <a:lnTo>
                    <a:pt x="14657707" y="1360704"/>
                  </a:lnTo>
                  <a:lnTo>
                    <a:pt x="14274099" y="1453884"/>
                  </a:lnTo>
                  <a:close/>
                </a:path>
                <a:path w="18288000" h="1650364">
                  <a:moveTo>
                    <a:pt x="15597485" y="1636266"/>
                  </a:moveTo>
                  <a:lnTo>
                    <a:pt x="15034818" y="1540328"/>
                  </a:lnTo>
                  <a:lnTo>
                    <a:pt x="14657707" y="1360704"/>
                  </a:lnTo>
                  <a:lnTo>
                    <a:pt x="15885463" y="1336871"/>
                  </a:lnTo>
                  <a:lnTo>
                    <a:pt x="15597485" y="163626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0" y="0"/>
              <a:ext cx="18288000" cy="1118870"/>
            </a:xfrm>
            <a:custGeom>
              <a:avLst/>
              <a:gdLst/>
              <a:ahLst/>
              <a:cxnLst/>
              <a:rect l="l" t="t" r="r" b="b"/>
              <a:pathLst>
                <a:path w="18288000" h="1118870">
                  <a:moveTo>
                    <a:pt x="693576" y="840509"/>
                  </a:moveTo>
                  <a:lnTo>
                    <a:pt x="148436" y="786975"/>
                  </a:lnTo>
                  <a:lnTo>
                    <a:pt x="0" y="596237"/>
                  </a:lnTo>
                  <a:lnTo>
                    <a:pt x="0" y="0"/>
                  </a:lnTo>
                  <a:lnTo>
                    <a:pt x="18287999" y="0"/>
                  </a:lnTo>
                  <a:lnTo>
                    <a:pt x="18287999" y="33951"/>
                  </a:lnTo>
                  <a:lnTo>
                    <a:pt x="4722886" y="297269"/>
                  </a:lnTo>
                  <a:lnTo>
                    <a:pt x="4574434" y="366476"/>
                  </a:lnTo>
                  <a:lnTo>
                    <a:pt x="1891004" y="418565"/>
                  </a:lnTo>
                  <a:lnTo>
                    <a:pt x="1842744" y="431270"/>
                  </a:lnTo>
                  <a:lnTo>
                    <a:pt x="1732237" y="461812"/>
                  </a:lnTo>
                  <a:lnTo>
                    <a:pt x="1610893" y="498828"/>
                  </a:lnTo>
                  <a:lnTo>
                    <a:pt x="1530124" y="530957"/>
                  </a:lnTo>
                  <a:lnTo>
                    <a:pt x="1425503" y="564163"/>
                  </a:lnTo>
                  <a:lnTo>
                    <a:pt x="1251684" y="603549"/>
                  </a:lnTo>
                  <a:lnTo>
                    <a:pt x="1088701" y="636460"/>
                  </a:lnTo>
                  <a:lnTo>
                    <a:pt x="1016588" y="650243"/>
                  </a:lnTo>
                  <a:lnTo>
                    <a:pt x="693576" y="840509"/>
                  </a:lnTo>
                  <a:close/>
                </a:path>
                <a:path w="18288000" h="1118870">
                  <a:moveTo>
                    <a:pt x="4968465" y="547001"/>
                  </a:moveTo>
                  <a:lnTo>
                    <a:pt x="4722886" y="297269"/>
                  </a:lnTo>
                  <a:lnTo>
                    <a:pt x="18287999" y="33951"/>
                  </a:lnTo>
                  <a:lnTo>
                    <a:pt x="18287999" y="156779"/>
                  </a:lnTo>
                  <a:lnTo>
                    <a:pt x="9923832" y="319139"/>
                  </a:lnTo>
                  <a:lnTo>
                    <a:pt x="9923710" y="319386"/>
                  </a:lnTo>
                  <a:lnTo>
                    <a:pt x="5708952" y="401201"/>
                  </a:lnTo>
                  <a:lnTo>
                    <a:pt x="5569230" y="425070"/>
                  </a:lnTo>
                  <a:lnTo>
                    <a:pt x="4968465" y="547001"/>
                  </a:lnTo>
                  <a:close/>
                </a:path>
                <a:path w="18288000" h="1118870">
                  <a:moveTo>
                    <a:pt x="2478743" y="679835"/>
                  </a:moveTo>
                  <a:lnTo>
                    <a:pt x="2308333" y="544102"/>
                  </a:lnTo>
                  <a:lnTo>
                    <a:pt x="1891004" y="418565"/>
                  </a:lnTo>
                  <a:lnTo>
                    <a:pt x="4574434" y="366476"/>
                  </a:lnTo>
                  <a:lnTo>
                    <a:pt x="4563435" y="371604"/>
                  </a:lnTo>
                  <a:lnTo>
                    <a:pt x="2953845" y="402848"/>
                  </a:lnTo>
                  <a:lnTo>
                    <a:pt x="2478743" y="679835"/>
                  </a:lnTo>
                  <a:close/>
                </a:path>
                <a:path w="18288000" h="1118870">
                  <a:moveTo>
                    <a:pt x="3526516" y="799029"/>
                  </a:moveTo>
                  <a:lnTo>
                    <a:pt x="2953845" y="402848"/>
                  </a:lnTo>
                  <a:lnTo>
                    <a:pt x="4563435" y="371604"/>
                  </a:lnTo>
                  <a:lnTo>
                    <a:pt x="4418829" y="439018"/>
                  </a:lnTo>
                  <a:lnTo>
                    <a:pt x="4058243" y="503255"/>
                  </a:lnTo>
                  <a:lnTo>
                    <a:pt x="3887687" y="575104"/>
                  </a:lnTo>
                  <a:lnTo>
                    <a:pt x="3526516" y="799029"/>
                  </a:lnTo>
                  <a:close/>
                </a:path>
                <a:path w="18288000" h="1118870">
                  <a:moveTo>
                    <a:pt x="10453947" y="661610"/>
                  </a:moveTo>
                  <a:lnTo>
                    <a:pt x="9923832" y="319139"/>
                  </a:lnTo>
                  <a:lnTo>
                    <a:pt x="18287999" y="156779"/>
                  </a:lnTo>
                  <a:lnTo>
                    <a:pt x="18287999" y="169798"/>
                  </a:lnTo>
                  <a:lnTo>
                    <a:pt x="18287999" y="170536"/>
                  </a:lnTo>
                  <a:lnTo>
                    <a:pt x="12202323" y="288667"/>
                  </a:lnTo>
                  <a:lnTo>
                    <a:pt x="11955305" y="331785"/>
                  </a:lnTo>
                  <a:lnTo>
                    <a:pt x="11769981" y="591109"/>
                  </a:lnTo>
                  <a:lnTo>
                    <a:pt x="10947615" y="607073"/>
                  </a:lnTo>
                  <a:lnTo>
                    <a:pt x="10453947" y="661610"/>
                  </a:lnTo>
                  <a:close/>
                </a:path>
                <a:path w="18288000" h="1118870">
                  <a:moveTo>
                    <a:pt x="6149410" y="528744"/>
                  </a:moveTo>
                  <a:lnTo>
                    <a:pt x="6088596" y="508453"/>
                  </a:lnTo>
                  <a:lnTo>
                    <a:pt x="5950533" y="464005"/>
                  </a:lnTo>
                  <a:lnTo>
                    <a:pt x="5801795" y="420041"/>
                  </a:lnTo>
                  <a:lnTo>
                    <a:pt x="5708952" y="401201"/>
                  </a:lnTo>
                  <a:lnTo>
                    <a:pt x="9923710" y="319386"/>
                  </a:lnTo>
                  <a:lnTo>
                    <a:pt x="9899831" y="367507"/>
                  </a:lnTo>
                  <a:lnTo>
                    <a:pt x="6472313" y="434040"/>
                  </a:lnTo>
                  <a:lnTo>
                    <a:pt x="6149410" y="528744"/>
                  </a:lnTo>
                  <a:close/>
                </a:path>
                <a:path w="18288000" h="1118870">
                  <a:moveTo>
                    <a:pt x="13386959" y="1118590"/>
                  </a:moveTo>
                  <a:lnTo>
                    <a:pt x="13113615" y="843111"/>
                  </a:lnTo>
                  <a:lnTo>
                    <a:pt x="12686961" y="781381"/>
                  </a:lnTo>
                  <a:lnTo>
                    <a:pt x="12447562" y="622175"/>
                  </a:lnTo>
                  <a:lnTo>
                    <a:pt x="12202323" y="288667"/>
                  </a:lnTo>
                  <a:lnTo>
                    <a:pt x="18287999" y="170536"/>
                  </a:lnTo>
                  <a:lnTo>
                    <a:pt x="18287999" y="233914"/>
                  </a:lnTo>
                  <a:lnTo>
                    <a:pt x="18287999" y="237354"/>
                  </a:lnTo>
                  <a:lnTo>
                    <a:pt x="16579584" y="270516"/>
                  </a:lnTo>
                  <a:lnTo>
                    <a:pt x="16199276" y="736047"/>
                  </a:lnTo>
                  <a:lnTo>
                    <a:pt x="16044612" y="793339"/>
                  </a:lnTo>
                  <a:lnTo>
                    <a:pt x="13793930" y="837028"/>
                  </a:lnTo>
                  <a:lnTo>
                    <a:pt x="13386959" y="1118590"/>
                  </a:lnTo>
                  <a:close/>
                </a:path>
                <a:path w="18288000" h="1118870">
                  <a:moveTo>
                    <a:pt x="7880336" y="851346"/>
                  </a:moveTo>
                  <a:lnTo>
                    <a:pt x="7780152" y="839683"/>
                  </a:lnTo>
                  <a:lnTo>
                    <a:pt x="7652530" y="794262"/>
                  </a:lnTo>
                  <a:lnTo>
                    <a:pt x="7542750" y="745039"/>
                  </a:lnTo>
                  <a:lnTo>
                    <a:pt x="7496094" y="721974"/>
                  </a:lnTo>
                  <a:lnTo>
                    <a:pt x="7456757" y="698851"/>
                  </a:lnTo>
                  <a:lnTo>
                    <a:pt x="7365766" y="648105"/>
                  </a:lnTo>
                  <a:lnTo>
                    <a:pt x="7264458" y="598065"/>
                  </a:lnTo>
                  <a:lnTo>
                    <a:pt x="7193095" y="576531"/>
                  </a:lnTo>
                  <a:lnTo>
                    <a:pt x="7159237" y="576387"/>
                  </a:lnTo>
                  <a:lnTo>
                    <a:pt x="7110445" y="574101"/>
                  </a:lnTo>
                  <a:lnTo>
                    <a:pt x="6934138" y="562898"/>
                  </a:lnTo>
                  <a:lnTo>
                    <a:pt x="6885285" y="560552"/>
                  </a:lnTo>
                  <a:lnTo>
                    <a:pt x="6851336" y="560320"/>
                  </a:lnTo>
                  <a:lnTo>
                    <a:pt x="6767989" y="541679"/>
                  </a:lnTo>
                  <a:lnTo>
                    <a:pt x="6640380" y="498149"/>
                  </a:lnTo>
                  <a:lnTo>
                    <a:pt x="6523494" y="454135"/>
                  </a:lnTo>
                  <a:lnTo>
                    <a:pt x="6472313" y="434040"/>
                  </a:lnTo>
                  <a:lnTo>
                    <a:pt x="9899831" y="367507"/>
                  </a:lnTo>
                  <a:lnTo>
                    <a:pt x="9806040" y="556518"/>
                  </a:lnTo>
                  <a:lnTo>
                    <a:pt x="9025012" y="571679"/>
                  </a:lnTo>
                  <a:lnTo>
                    <a:pt x="8733306" y="827016"/>
                  </a:lnTo>
                  <a:lnTo>
                    <a:pt x="7984441" y="841552"/>
                  </a:lnTo>
                  <a:lnTo>
                    <a:pt x="7880336" y="851346"/>
                  </a:lnTo>
                  <a:close/>
                </a:path>
                <a:path w="18288000" h="1118870">
                  <a:moveTo>
                    <a:pt x="17204913" y="544813"/>
                  </a:moveTo>
                  <a:lnTo>
                    <a:pt x="16932106" y="347688"/>
                  </a:lnTo>
                  <a:lnTo>
                    <a:pt x="16579584" y="270516"/>
                  </a:lnTo>
                  <a:lnTo>
                    <a:pt x="18287999" y="237354"/>
                  </a:lnTo>
                  <a:lnTo>
                    <a:pt x="18287999" y="314980"/>
                  </a:lnTo>
                  <a:lnTo>
                    <a:pt x="18287999" y="321368"/>
                  </a:lnTo>
                  <a:lnTo>
                    <a:pt x="17546475" y="335762"/>
                  </a:lnTo>
                  <a:lnTo>
                    <a:pt x="17204913" y="544813"/>
                  </a:lnTo>
                  <a:close/>
                </a:path>
                <a:path w="18288000" h="1118870">
                  <a:moveTo>
                    <a:pt x="17882399" y="595532"/>
                  </a:moveTo>
                  <a:lnTo>
                    <a:pt x="17546475" y="335762"/>
                  </a:lnTo>
                  <a:lnTo>
                    <a:pt x="18287999" y="321368"/>
                  </a:lnTo>
                  <a:lnTo>
                    <a:pt x="18287999" y="483759"/>
                  </a:lnTo>
                  <a:lnTo>
                    <a:pt x="17882399" y="595532"/>
                  </a:lnTo>
                  <a:close/>
                </a:path>
                <a:path w="18288000" h="1118870">
                  <a:moveTo>
                    <a:pt x="9783885" y="601166"/>
                  </a:moveTo>
                  <a:lnTo>
                    <a:pt x="9355154" y="609488"/>
                  </a:lnTo>
                  <a:lnTo>
                    <a:pt x="9025012" y="571679"/>
                  </a:lnTo>
                  <a:lnTo>
                    <a:pt x="9806040" y="556518"/>
                  </a:lnTo>
                  <a:lnTo>
                    <a:pt x="9783885" y="601166"/>
                  </a:lnTo>
                  <a:close/>
                </a:path>
                <a:path w="18288000" h="1118870">
                  <a:moveTo>
                    <a:pt x="11668328" y="733353"/>
                  </a:moveTo>
                  <a:lnTo>
                    <a:pt x="11383928" y="634961"/>
                  </a:lnTo>
                  <a:lnTo>
                    <a:pt x="10947615" y="607073"/>
                  </a:lnTo>
                  <a:lnTo>
                    <a:pt x="11769981" y="591109"/>
                  </a:lnTo>
                  <a:lnTo>
                    <a:pt x="11668328" y="733353"/>
                  </a:lnTo>
                  <a:close/>
                </a:path>
                <a:path w="18288000" h="1118870">
                  <a:moveTo>
                    <a:pt x="8692653" y="862600"/>
                  </a:moveTo>
                  <a:lnTo>
                    <a:pt x="8289670" y="843400"/>
                  </a:lnTo>
                  <a:lnTo>
                    <a:pt x="8239094" y="841791"/>
                  </a:lnTo>
                  <a:lnTo>
                    <a:pt x="8120689" y="839771"/>
                  </a:lnTo>
                  <a:lnTo>
                    <a:pt x="7984441" y="841552"/>
                  </a:lnTo>
                  <a:lnTo>
                    <a:pt x="8733306" y="827016"/>
                  </a:lnTo>
                  <a:lnTo>
                    <a:pt x="8692653" y="862600"/>
                  </a:lnTo>
                  <a:close/>
                </a:path>
                <a:path w="18288000" h="1118870">
                  <a:moveTo>
                    <a:pt x="14267322" y="1054088"/>
                  </a:moveTo>
                  <a:lnTo>
                    <a:pt x="13793930" y="837028"/>
                  </a:lnTo>
                  <a:lnTo>
                    <a:pt x="16044612" y="793339"/>
                  </a:lnTo>
                  <a:lnTo>
                    <a:pt x="15978827" y="817708"/>
                  </a:lnTo>
                  <a:lnTo>
                    <a:pt x="14723788" y="842070"/>
                  </a:lnTo>
                  <a:lnTo>
                    <a:pt x="14267322" y="1054088"/>
                  </a:lnTo>
                  <a:close/>
                </a:path>
                <a:path w="18288000" h="1118870">
                  <a:moveTo>
                    <a:pt x="15482309" y="1030503"/>
                  </a:moveTo>
                  <a:lnTo>
                    <a:pt x="14950838" y="1023132"/>
                  </a:lnTo>
                  <a:lnTo>
                    <a:pt x="14723788" y="842070"/>
                  </a:lnTo>
                  <a:lnTo>
                    <a:pt x="15978827" y="817708"/>
                  </a:lnTo>
                  <a:lnTo>
                    <a:pt x="15786370" y="888999"/>
                  </a:lnTo>
                  <a:lnTo>
                    <a:pt x="15482309" y="1030503"/>
                  </a:lnTo>
                  <a:close/>
                </a:path>
              </a:pathLst>
            </a:custGeom>
            <a:solidFill>
              <a:srgbClr val="FFD0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15956869" y="1293150"/>
              <a:ext cx="756920" cy="779145"/>
            </a:xfrm>
            <a:custGeom>
              <a:avLst/>
              <a:gdLst/>
              <a:ahLst/>
              <a:cxnLst/>
              <a:rect l="l" t="t" r="r" b="b"/>
              <a:pathLst>
                <a:path w="756919" h="779144">
                  <a:moveTo>
                    <a:pt x="378960" y="0"/>
                  </a:moveTo>
                  <a:lnTo>
                    <a:pt x="756655" y="481613"/>
                  </a:lnTo>
                  <a:lnTo>
                    <a:pt x="377695" y="778805"/>
                  </a:lnTo>
                  <a:lnTo>
                    <a:pt x="0" y="297191"/>
                  </a:lnTo>
                  <a:lnTo>
                    <a:pt x="378960" y="0"/>
                  </a:lnTo>
                  <a:close/>
                </a:path>
              </a:pathLst>
            </a:custGeom>
            <a:solidFill>
              <a:srgbClr val="FDC83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16216796" y="199129"/>
              <a:ext cx="1873250" cy="1713230"/>
            </a:xfrm>
            <a:custGeom>
              <a:avLst/>
              <a:gdLst/>
              <a:ahLst/>
              <a:cxnLst/>
              <a:rect l="l" t="t" r="r" b="b"/>
              <a:pathLst>
                <a:path w="1873250" h="1713230">
                  <a:moveTo>
                    <a:pt x="1411317" y="836"/>
                  </a:moveTo>
                  <a:lnTo>
                    <a:pt x="1456169" y="6260"/>
                  </a:lnTo>
                  <a:lnTo>
                    <a:pt x="1500280" y="16224"/>
                  </a:lnTo>
                  <a:lnTo>
                    <a:pt x="1543272" y="30683"/>
                  </a:lnTo>
                  <a:lnTo>
                    <a:pt x="1584767" y="49591"/>
                  </a:lnTo>
                  <a:lnTo>
                    <a:pt x="1624385" y="72902"/>
                  </a:lnTo>
                  <a:lnTo>
                    <a:pt x="1661749" y="100571"/>
                  </a:lnTo>
                  <a:lnTo>
                    <a:pt x="1696480" y="132552"/>
                  </a:lnTo>
                  <a:lnTo>
                    <a:pt x="1728199" y="168799"/>
                  </a:lnTo>
                  <a:lnTo>
                    <a:pt x="1778816" y="233340"/>
                  </a:lnTo>
                  <a:lnTo>
                    <a:pt x="1806458" y="272785"/>
                  </a:lnTo>
                  <a:lnTo>
                    <a:pt x="1829240" y="314138"/>
                  </a:lnTo>
                  <a:lnTo>
                    <a:pt x="1847206" y="357019"/>
                  </a:lnTo>
                  <a:lnTo>
                    <a:pt x="1860403" y="401052"/>
                  </a:lnTo>
                  <a:lnTo>
                    <a:pt x="1868876" y="445857"/>
                  </a:lnTo>
                  <a:lnTo>
                    <a:pt x="1872671" y="491056"/>
                  </a:lnTo>
                  <a:lnTo>
                    <a:pt x="1871834" y="536271"/>
                  </a:lnTo>
                  <a:lnTo>
                    <a:pt x="1866411" y="581124"/>
                  </a:lnTo>
                  <a:lnTo>
                    <a:pt x="1856447" y="625235"/>
                  </a:lnTo>
                  <a:lnTo>
                    <a:pt x="1841988" y="668227"/>
                  </a:lnTo>
                  <a:lnTo>
                    <a:pt x="1823080" y="709721"/>
                  </a:lnTo>
                  <a:lnTo>
                    <a:pt x="1799769" y="749340"/>
                  </a:lnTo>
                  <a:lnTo>
                    <a:pt x="1772099" y="786703"/>
                  </a:lnTo>
                  <a:lnTo>
                    <a:pt x="1740118" y="821434"/>
                  </a:lnTo>
                  <a:lnTo>
                    <a:pt x="1703871" y="853154"/>
                  </a:lnTo>
                  <a:lnTo>
                    <a:pt x="635890" y="1690726"/>
                  </a:lnTo>
                  <a:lnTo>
                    <a:pt x="597731" y="1709911"/>
                  </a:lnTo>
                  <a:lnTo>
                    <a:pt x="556606" y="1712872"/>
                  </a:lnTo>
                  <a:lnTo>
                    <a:pt x="517372" y="1700195"/>
                  </a:lnTo>
                  <a:lnTo>
                    <a:pt x="484886" y="1672467"/>
                  </a:lnTo>
                  <a:lnTo>
                    <a:pt x="22146" y="1082430"/>
                  </a:lnTo>
                  <a:lnTo>
                    <a:pt x="2960" y="1044271"/>
                  </a:lnTo>
                  <a:lnTo>
                    <a:pt x="0" y="1003146"/>
                  </a:lnTo>
                  <a:lnTo>
                    <a:pt x="12677" y="963912"/>
                  </a:lnTo>
                  <a:lnTo>
                    <a:pt x="40404" y="931426"/>
                  </a:lnTo>
                  <a:lnTo>
                    <a:pt x="1108385" y="93855"/>
                  </a:lnTo>
                  <a:lnTo>
                    <a:pt x="1147830" y="66212"/>
                  </a:lnTo>
                  <a:lnTo>
                    <a:pt x="1189183" y="43431"/>
                  </a:lnTo>
                  <a:lnTo>
                    <a:pt x="1232065" y="25465"/>
                  </a:lnTo>
                  <a:lnTo>
                    <a:pt x="1276097" y="12268"/>
                  </a:lnTo>
                  <a:lnTo>
                    <a:pt x="1320902" y="3795"/>
                  </a:lnTo>
                  <a:lnTo>
                    <a:pt x="1366102" y="0"/>
                  </a:lnTo>
                  <a:lnTo>
                    <a:pt x="1411317" y="836"/>
                  </a:lnTo>
                  <a:close/>
                </a:path>
              </a:pathLst>
            </a:custGeom>
            <a:solidFill>
              <a:srgbClr val="5460A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16649078" y="601707"/>
              <a:ext cx="995044" cy="889635"/>
            </a:xfrm>
            <a:custGeom>
              <a:avLst/>
              <a:gdLst/>
              <a:ahLst/>
              <a:cxnLst/>
              <a:rect l="l" t="t" r="r" b="b"/>
              <a:pathLst>
                <a:path w="995044" h="889635">
                  <a:moveTo>
                    <a:pt x="772539" y="0"/>
                  </a:moveTo>
                  <a:lnTo>
                    <a:pt x="994810" y="283425"/>
                  </a:lnTo>
                  <a:lnTo>
                    <a:pt x="222270" y="889273"/>
                  </a:lnTo>
                  <a:lnTo>
                    <a:pt x="0" y="605847"/>
                  </a:lnTo>
                  <a:lnTo>
                    <a:pt x="772539" y="0"/>
                  </a:lnTo>
                  <a:close/>
                </a:path>
              </a:pathLst>
            </a:custGeom>
            <a:solidFill>
              <a:srgbClr val="3C3F7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16141701" y="1504847"/>
              <a:ext cx="354330" cy="381635"/>
            </a:xfrm>
            <a:custGeom>
              <a:avLst/>
              <a:gdLst/>
              <a:ahLst/>
              <a:cxnLst/>
              <a:rect l="l" t="t" r="r" b="b"/>
              <a:pathLst>
                <a:path w="354330" h="381635">
                  <a:moveTo>
                    <a:pt x="192366" y="62915"/>
                  </a:moveTo>
                  <a:lnTo>
                    <a:pt x="143027" y="0"/>
                  </a:lnTo>
                  <a:lnTo>
                    <a:pt x="0" y="112153"/>
                  </a:lnTo>
                  <a:lnTo>
                    <a:pt x="49352" y="175082"/>
                  </a:lnTo>
                  <a:lnTo>
                    <a:pt x="192366" y="62915"/>
                  </a:lnTo>
                  <a:close/>
                </a:path>
                <a:path w="354330" h="381635">
                  <a:moveTo>
                    <a:pt x="354126" y="269113"/>
                  </a:moveTo>
                  <a:lnTo>
                    <a:pt x="304774" y="206197"/>
                  </a:lnTo>
                  <a:lnTo>
                    <a:pt x="161759" y="318350"/>
                  </a:lnTo>
                  <a:lnTo>
                    <a:pt x="211112" y="381279"/>
                  </a:lnTo>
                  <a:lnTo>
                    <a:pt x="354126" y="269113"/>
                  </a:lnTo>
                  <a:close/>
                </a:path>
              </a:pathLst>
            </a:custGeom>
            <a:solidFill>
              <a:srgbClr val="F6A638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1" name="object 21"/>
          <p:cNvGrpSpPr/>
          <p:nvPr/>
        </p:nvGrpSpPr>
        <p:grpSpPr>
          <a:xfrm>
            <a:off x="0" y="8656373"/>
            <a:ext cx="18288000" cy="1630680"/>
            <a:chOff x="0" y="8656373"/>
            <a:chExt cx="18288000" cy="1630680"/>
          </a:xfrm>
        </p:grpSpPr>
        <p:sp>
          <p:nvSpPr>
            <p:cNvPr id="22" name="object 22"/>
            <p:cNvSpPr/>
            <p:nvPr/>
          </p:nvSpPr>
          <p:spPr>
            <a:xfrm>
              <a:off x="0" y="8656373"/>
              <a:ext cx="18288000" cy="1630680"/>
            </a:xfrm>
            <a:custGeom>
              <a:avLst/>
              <a:gdLst/>
              <a:ahLst/>
              <a:cxnLst/>
              <a:rect l="l" t="t" r="r" b="b"/>
              <a:pathLst>
                <a:path w="18288000" h="1630679">
                  <a:moveTo>
                    <a:pt x="4097635" y="816582"/>
                  </a:moveTo>
                  <a:lnTo>
                    <a:pt x="338149" y="889559"/>
                  </a:lnTo>
                  <a:lnTo>
                    <a:pt x="584686" y="252209"/>
                  </a:lnTo>
                  <a:lnTo>
                    <a:pt x="1156958" y="324132"/>
                  </a:lnTo>
                  <a:lnTo>
                    <a:pt x="1637256" y="314809"/>
                  </a:lnTo>
                  <a:lnTo>
                    <a:pt x="2069989" y="601196"/>
                  </a:lnTo>
                  <a:lnTo>
                    <a:pt x="3954454" y="564616"/>
                  </a:lnTo>
                  <a:lnTo>
                    <a:pt x="4097635" y="816582"/>
                  </a:lnTo>
                  <a:close/>
                </a:path>
                <a:path w="18288000" h="1630679">
                  <a:moveTo>
                    <a:pt x="18201031" y="660976"/>
                  </a:moveTo>
                  <a:lnTo>
                    <a:pt x="12352066" y="774512"/>
                  </a:lnTo>
                  <a:lnTo>
                    <a:pt x="12551150" y="451295"/>
                  </a:lnTo>
                  <a:lnTo>
                    <a:pt x="12807485" y="331352"/>
                  </a:lnTo>
                  <a:lnTo>
                    <a:pt x="13161427" y="291809"/>
                  </a:lnTo>
                  <a:lnTo>
                    <a:pt x="13577532" y="0"/>
                  </a:lnTo>
                  <a:lnTo>
                    <a:pt x="14040162" y="105495"/>
                  </a:lnTo>
                  <a:lnTo>
                    <a:pt x="14296202" y="387942"/>
                  </a:lnTo>
                  <a:lnTo>
                    <a:pt x="15987483" y="355112"/>
                  </a:lnTo>
                  <a:lnTo>
                    <a:pt x="16356489" y="404450"/>
                  </a:lnTo>
                  <a:lnTo>
                    <a:pt x="16716167" y="407294"/>
                  </a:lnTo>
                  <a:lnTo>
                    <a:pt x="18282796" y="376884"/>
                  </a:lnTo>
                  <a:lnTo>
                    <a:pt x="18201031" y="660976"/>
                  </a:lnTo>
                  <a:close/>
                </a:path>
                <a:path w="18288000" h="1630679">
                  <a:moveTo>
                    <a:pt x="3485346" y="573722"/>
                  </a:moveTo>
                  <a:lnTo>
                    <a:pt x="2069989" y="601196"/>
                  </a:lnTo>
                  <a:lnTo>
                    <a:pt x="2441645" y="487121"/>
                  </a:lnTo>
                  <a:lnTo>
                    <a:pt x="2799757" y="295437"/>
                  </a:lnTo>
                  <a:lnTo>
                    <a:pt x="3177266" y="432309"/>
                  </a:lnTo>
                  <a:lnTo>
                    <a:pt x="3485346" y="573722"/>
                  </a:lnTo>
                  <a:close/>
                </a:path>
                <a:path w="18288000" h="1630679">
                  <a:moveTo>
                    <a:pt x="15987483" y="355112"/>
                  </a:moveTo>
                  <a:lnTo>
                    <a:pt x="14296202" y="387942"/>
                  </a:lnTo>
                  <a:lnTo>
                    <a:pt x="14767276" y="295766"/>
                  </a:lnTo>
                  <a:lnTo>
                    <a:pt x="14987128" y="106028"/>
                  </a:lnTo>
                  <a:lnTo>
                    <a:pt x="15506178" y="106271"/>
                  </a:lnTo>
                  <a:lnTo>
                    <a:pt x="15798166" y="329800"/>
                  </a:lnTo>
                  <a:lnTo>
                    <a:pt x="15987483" y="355112"/>
                  </a:lnTo>
                  <a:close/>
                </a:path>
                <a:path w="18288000" h="1630679">
                  <a:moveTo>
                    <a:pt x="6283209" y="554540"/>
                  </a:moveTo>
                  <a:lnTo>
                    <a:pt x="5129010" y="576945"/>
                  </a:lnTo>
                  <a:lnTo>
                    <a:pt x="5867236" y="301974"/>
                  </a:lnTo>
                  <a:lnTo>
                    <a:pt x="6179231" y="467877"/>
                  </a:lnTo>
                  <a:lnTo>
                    <a:pt x="6283209" y="554540"/>
                  </a:lnTo>
                  <a:close/>
                </a:path>
                <a:path w="18288000" h="1630679">
                  <a:moveTo>
                    <a:pt x="18282796" y="376884"/>
                  </a:moveTo>
                  <a:lnTo>
                    <a:pt x="16716167" y="407294"/>
                  </a:lnTo>
                  <a:lnTo>
                    <a:pt x="17056087" y="202206"/>
                  </a:lnTo>
                  <a:lnTo>
                    <a:pt x="17359436" y="188457"/>
                  </a:lnTo>
                  <a:lnTo>
                    <a:pt x="17588852" y="137083"/>
                  </a:lnTo>
                  <a:lnTo>
                    <a:pt x="18027022" y="172059"/>
                  </a:lnTo>
                  <a:lnTo>
                    <a:pt x="18287999" y="217474"/>
                  </a:lnTo>
                  <a:lnTo>
                    <a:pt x="18287999" y="358808"/>
                  </a:lnTo>
                  <a:lnTo>
                    <a:pt x="18282796" y="376884"/>
                  </a:lnTo>
                  <a:close/>
                </a:path>
                <a:path w="18288000" h="1630679">
                  <a:moveTo>
                    <a:pt x="6554819" y="780921"/>
                  </a:moveTo>
                  <a:lnTo>
                    <a:pt x="4104400" y="828487"/>
                  </a:lnTo>
                  <a:lnTo>
                    <a:pt x="4214244" y="526901"/>
                  </a:lnTo>
                  <a:lnTo>
                    <a:pt x="4782584" y="446839"/>
                  </a:lnTo>
                  <a:lnTo>
                    <a:pt x="5129010" y="576945"/>
                  </a:lnTo>
                  <a:lnTo>
                    <a:pt x="6283209" y="554540"/>
                  </a:lnTo>
                  <a:lnTo>
                    <a:pt x="6554819" y="780921"/>
                  </a:lnTo>
                  <a:close/>
                </a:path>
                <a:path w="18288000" h="1630679">
                  <a:moveTo>
                    <a:pt x="3954454" y="564616"/>
                  </a:moveTo>
                  <a:lnTo>
                    <a:pt x="3485346" y="573722"/>
                  </a:lnTo>
                  <a:lnTo>
                    <a:pt x="3943409" y="545178"/>
                  </a:lnTo>
                  <a:lnTo>
                    <a:pt x="3954454" y="564616"/>
                  </a:lnTo>
                  <a:close/>
                </a:path>
                <a:path w="18288000" h="1630679">
                  <a:moveTo>
                    <a:pt x="8934443" y="762734"/>
                  </a:moveTo>
                  <a:lnTo>
                    <a:pt x="7493304" y="790709"/>
                  </a:lnTo>
                  <a:lnTo>
                    <a:pt x="7839748" y="757207"/>
                  </a:lnTo>
                  <a:lnTo>
                    <a:pt x="8211923" y="669899"/>
                  </a:lnTo>
                  <a:lnTo>
                    <a:pt x="8662868" y="527755"/>
                  </a:lnTo>
                  <a:lnTo>
                    <a:pt x="8934443" y="762734"/>
                  </a:lnTo>
                  <a:close/>
                </a:path>
                <a:path w="18288000" h="1630679">
                  <a:moveTo>
                    <a:pt x="17921950" y="1630626"/>
                  </a:moveTo>
                  <a:lnTo>
                    <a:pt x="0" y="1630626"/>
                  </a:lnTo>
                  <a:lnTo>
                    <a:pt x="0" y="739934"/>
                  </a:lnTo>
                  <a:lnTo>
                    <a:pt x="338149" y="889559"/>
                  </a:lnTo>
                  <a:lnTo>
                    <a:pt x="4097635" y="816582"/>
                  </a:lnTo>
                  <a:lnTo>
                    <a:pt x="4104400" y="828487"/>
                  </a:lnTo>
                  <a:lnTo>
                    <a:pt x="6554819" y="780921"/>
                  </a:lnTo>
                  <a:lnTo>
                    <a:pt x="6586214" y="807089"/>
                  </a:lnTo>
                  <a:lnTo>
                    <a:pt x="7488091" y="789582"/>
                  </a:lnTo>
                  <a:lnTo>
                    <a:pt x="7493304" y="790709"/>
                  </a:lnTo>
                  <a:lnTo>
                    <a:pt x="8934443" y="762734"/>
                  </a:lnTo>
                  <a:lnTo>
                    <a:pt x="9079640" y="865057"/>
                  </a:lnTo>
                  <a:lnTo>
                    <a:pt x="11180340" y="824279"/>
                  </a:lnTo>
                  <a:lnTo>
                    <a:pt x="11258698" y="850026"/>
                  </a:lnTo>
                  <a:lnTo>
                    <a:pt x="18185317" y="715571"/>
                  </a:lnTo>
                  <a:lnTo>
                    <a:pt x="17921950" y="1630626"/>
                  </a:lnTo>
                  <a:close/>
                </a:path>
                <a:path w="18288000" h="1630679">
                  <a:moveTo>
                    <a:pt x="7488091" y="789582"/>
                  </a:moveTo>
                  <a:lnTo>
                    <a:pt x="6586214" y="807089"/>
                  </a:lnTo>
                  <a:lnTo>
                    <a:pt x="7013760" y="687016"/>
                  </a:lnTo>
                  <a:lnTo>
                    <a:pt x="7488091" y="789582"/>
                  </a:lnTo>
                  <a:close/>
                </a:path>
                <a:path w="18288000" h="1630679">
                  <a:moveTo>
                    <a:pt x="18185317" y="715571"/>
                  </a:moveTo>
                  <a:lnTo>
                    <a:pt x="11258698" y="850026"/>
                  </a:lnTo>
                  <a:lnTo>
                    <a:pt x="11541846" y="630809"/>
                  </a:lnTo>
                  <a:lnTo>
                    <a:pt x="11817492" y="759095"/>
                  </a:lnTo>
                  <a:lnTo>
                    <a:pt x="12274514" y="750224"/>
                  </a:lnTo>
                  <a:lnTo>
                    <a:pt x="12352066" y="774512"/>
                  </a:lnTo>
                  <a:lnTo>
                    <a:pt x="18201031" y="660976"/>
                  </a:lnTo>
                  <a:lnTo>
                    <a:pt x="18185317" y="715571"/>
                  </a:lnTo>
                  <a:close/>
                </a:path>
                <a:path w="18288000" h="1630679">
                  <a:moveTo>
                    <a:pt x="11180340" y="824279"/>
                  </a:moveTo>
                  <a:lnTo>
                    <a:pt x="10164239" y="844003"/>
                  </a:lnTo>
                  <a:lnTo>
                    <a:pt x="10485862" y="721319"/>
                  </a:lnTo>
                  <a:lnTo>
                    <a:pt x="10721489" y="673510"/>
                  </a:lnTo>
                  <a:lnTo>
                    <a:pt x="11180340" y="824279"/>
                  </a:lnTo>
                  <a:close/>
                </a:path>
                <a:path w="18288000" h="1630679">
                  <a:moveTo>
                    <a:pt x="12274514" y="750224"/>
                  </a:moveTo>
                  <a:lnTo>
                    <a:pt x="11817492" y="759095"/>
                  </a:lnTo>
                  <a:lnTo>
                    <a:pt x="12030776" y="673888"/>
                  </a:lnTo>
                  <a:lnTo>
                    <a:pt x="12274514" y="750224"/>
                  </a:lnTo>
                  <a:close/>
                </a:path>
                <a:path w="18288000" h="1630679">
                  <a:moveTo>
                    <a:pt x="10164239" y="844003"/>
                  </a:moveTo>
                  <a:lnTo>
                    <a:pt x="9079640" y="865057"/>
                  </a:lnTo>
                  <a:lnTo>
                    <a:pt x="9468767" y="777911"/>
                  </a:lnTo>
                  <a:lnTo>
                    <a:pt x="9825953" y="791612"/>
                  </a:lnTo>
                  <a:lnTo>
                    <a:pt x="10164239" y="844003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0" y="8808713"/>
              <a:ext cx="18288000" cy="1478280"/>
            </a:xfrm>
            <a:custGeom>
              <a:avLst/>
              <a:gdLst/>
              <a:ahLst/>
              <a:cxnLst/>
              <a:rect l="l" t="t" r="r" b="b"/>
              <a:pathLst>
                <a:path w="18288000" h="1478279">
                  <a:moveTo>
                    <a:pt x="841980" y="326774"/>
                  </a:moveTo>
                  <a:lnTo>
                    <a:pt x="153823" y="340132"/>
                  </a:lnTo>
                  <a:lnTo>
                    <a:pt x="577157" y="91663"/>
                  </a:lnTo>
                  <a:lnTo>
                    <a:pt x="841980" y="326774"/>
                  </a:lnTo>
                  <a:close/>
                </a:path>
                <a:path w="18288000" h="1478279">
                  <a:moveTo>
                    <a:pt x="3228720" y="627556"/>
                  </a:moveTo>
                  <a:lnTo>
                    <a:pt x="1815082" y="654996"/>
                  </a:lnTo>
                  <a:lnTo>
                    <a:pt x="2186983" y="540917"/>
                  </a:lnTo>
                  <a:lnTo>
                    <a:pt x="2499464" y="187739"/>
                  </a:lnTo>
                  <a:lnTo>
                    <a:pt x="2856912" y="290855"/>
                  </a:lnTo>
                  <a:lnTo>
                    <a:pt x="3228720" y="627556"/>
                  </a:lnTo>
                  <a:close/>
                </a:path>
                <a:path w="18288000" h="1478279">
                  <a:moveTo>
                    <a:pt x="13919352" y="326195"/>
                  </a:moveTo>
                  <a:lnTo>
                    <a:pt x="12906524" y="345855"/>
                  </a:lnTo>
                  <a:lnTo>
                    <a:pt x="13234639" y="13501"/>
                  </a:lnTo>
                  <a:lnTo>
                    <a:pt x="13575822" y="0"/>
                  </a:lnTo>
                  <a:lnTo>
                    <a:pt x="13919352" y="326195"/>
                  </a:lnTo>
                  <a:close/>
                </a:path>
                <a:path w="18288000" h="1478279">
                  <a:moveTo>
                    <a:pt x="18287999" y="1478286"/>
                  </a:moveTo>
                  <a:lnTo>
                    <a:pt x="0" y="1478286"/>
                  </a:lnTo>
                  <a:lnTo>
                    <a:pt x="0" y="333484"/>
                  </a:lnTo>
                  <a:lnTo>
                    <a:pt x="153823" y="340132"/>
                  </a:lnTo>
                  <a:lnTo>
                    <a:pt x="841980" y="326774"/>
                  </a:lnTo>
                  <a:lnTo>
                    <a:pt x="902094" y="380143"/>
                  </a:lnTo>
                  <a:lnTo>
                    <a:pt x="1382637" y="370814"/>
                  </a:lnTo>
                  <a:lnTo>
                    <a:pt x="1815082" y="654996"/>
                  </a:lnTo>
                  <a:lnTo>
                    <a:pt x="3697658" y="618453"/>
                  </a:lnTo>
                  <a:lnTo>
                    <a:pt x="3848762" y="882548"/>
                  </a:lnTo>
                  <a:lnTo>
                    <a:pt x="6300408" y="834958"/>
                  </a:lnTo>
                  <a:lnTo>
                    <a:pt x="6331803" y="861125"/>
                  </a:lnTo>
                  <a:lnTo>
                    <a:pt x="7234470" y="843603"/>
                  </a:lnTo>
                  <a:lnTo>
                    <a:pt x="7239629" y="844731"/>
                  </a:lnTo>
                  <a:lnTo>
                    <a:pt x="8680768" y="816757"/>
                  </a:lnTo>
                  <a:lnTo>
                    <a:pt x="8898295" y="1026009"/>
                  </a:lnTo>
                  <a:lnTo>
                    <a:pt x="18287999" y="843742"/>
                  </a:lnTo>
                  <a:lnTo>
                    <a:pt x="18287999" y="1478286"/>
                  </a:lnTo>
                  <a:close/>
                </a:path>
                <a:path w="18288000" h="1478279">
                  <a:moveTo>
                    <a:pt x="18287999" y="216091"/>
                  </a:moveTo>
                  <a:lnTo>
                    <a:pt x="17772365" y="226100"/>
                  </a:lnTo>
                  <a:lnTo>
                    <a:pt x="18287999" y="70945"/>
                  </a:lnTo>
                  <a:lnTo>
                    <a:pt x="18287999" y="216091"/>
                  </a:lnTo>
                  <a:close/>
                </a:path>
                <a:path w="18288000" h="1478279">
                  <a:moveTo>
                    <a:pt x="15954998" y="404841"/>
                  </a:moveTo>
                  <a:lnTo>
                    <a:pt x="14041298" y="441988"/>
                  </a:lnTo>
                  <a:lnTo>
                    <a:pt x="14511893" y="350313"/>
                  </a:lnTo>
                  <a:lnTo>
                    <a:pt x="14731995" y="160816"/>
                  </a:lnTo>
                  <a:lnTo>
                    <a:pt x="15262270" y="131853"/>
                  </a:lnTo>
                  <a:lnTo>
                    <a:pt x="15571595" y="261450"/>
                  </a:lnTo>
                  <a:lnTo>
                    <a:pt x="15954998" y="404841"/>
                  </a:lnTo>
                  <a:close/>
                </a:path>
                <a:path w="18288000" h="1478279">
                  <a:moveTo>
                    <a:pt x="18287999" y="426618"/>
                  </a:moveTo>
                  <a:lnTo>
                    <a:pt x="16462017" y="462063"/>
                  </a:lnTo>
                  <a:lnTo>
                    <a:pt x="16799349" y="123634"/>
                  </a:lnTo>
                  <a:lnTo>
                    <a:pt x="17102692" y="109639"/>
                  </a:lnTo>
                  <a:lnTo>
                    <a:pt x="17333950" y="191129"/>
                  </a:lnTo>
                  <a:lnTo>
                    <a:pt x="17772365" y="226100"/>
                  </a:lnTo>
                  <a:lnTo>
                    <a:pt x="18287999" y="216091"/>
                  </a:lnTo>
                  <a:lnTo>
                    <a:pt x="18287999" y="426618"/>
                  </a:lnTo>
                  <a:close/>
                </a:path>
                <a:path w="18288000" h="1478279">
                  <a:moveTo>
                    <a:pt x="6300408" y="834958"/>
                  </a:moveTo>
                  <a:lnTo>
                    <a:pt x="3848762" y="882548"/>
                  </a:lnTo>
                  <a:lnTo>
                    <a:pt x="4217615" y="371056"/>
                  </a:lnTo>
                  <a:lnTo>
                    <a:pt x="4527682" y="500885"/>
                  </a:lnTo>
                  <a:lnTo>
                    <a:pt x="4874103" y="630745"/>
                  </a:lnTo>
                  <a:lnTo>
                    <a:pt x="6028510" y="608337"/>
                  </a:lnTo>
                  <a:lnTo>
                    <a:pt x="6300408" y="834958"/>
                  </a:lnTo>
                  <a:close/>
                </a:path>
                <a:path w="18288000" h="1478279">
                  <a:moveTo>
                    <a:pt x="6028510" y="608337"/>
                  </a:moveTo>
                  <a:lnTo>
                    <a:pt x="4874103" y="630745"/>
                  </a:lnTo>
                  <a:lnTo>
                    <a:pt x="5612825" y="356010"/>
                  </a:lnTo>
                  <a:lnTo>
                    <a:pt x="5924820" y="521913"/>
                  </a:lnTo>
                  <a:lnTo>
                    <a:pt x="6028510" y="608337"/>
                  </a:lnTo>
                  <a:close/>
                </a:path>
                <a:path w="18288000" h="1478279">
                  <a:moveTo>
                    <a:pt x="18287999" y="709122"/>
                  </a:moveTo>
                  <a:lnTo>
                    <a:pt x="12097424" y="829290"/>
                  </a:lnTo>
                  <a:lnTo>
                    <a:pt x="12171253" y="507276"/>
                  </a:lnTo>
                  <a:lnTo>
                    <a:pt x="12540594" y="286631"/>
                  </a:lnTo>
                  <a:lnTo>
                    <a:pt x="12906524" y="345855"/>
                  </a:lnTo>
                  <a:lnTo>
                    <a:pt x="13919352" y="326195"/>
                  </a:lnTo>
                  <a:lnTo>
                    <a:pt x="14041298" y="441988"/>
                  </a:lnTo>
                  <a:lnTo>
                    <a:pt x="15954998" y="404841"/>
                  </a:lnTo>
                  <a:lnTo>
                    <a:pt x="16101117" y="459488"/>
                  </a:lnTo>
                  <a:lnTo>
                    <a:pt x="16462017" y="462063"/>
                  </a:lnTo>
                  <a:lnTo>
                    <a:pt x="18287999" y="426618"/>
                  </a:lnTo>
                  <a:lnTo>
                    <a:pt x="18287999" y="709122"/>
                  </a:lnTo>
                  <a:close/>
                </a:path>
                <a:path w="18288000" h="1478279">
                  <a:moveTo>
                    <a:pt x="3697658" y="618453"/>
                  </a:moveTo>
                  <a:lnTo>
                    <a:pt x="3228720" y="627556"/>
                  </a:lnTo>
                  <a:lnTo>
                    <a:pt x="3686537" y="599016"/>
                  </a:lnTo>
                  <a:lnTo>
                    <a:pt x="3697658" y="618453"/>
                  </a:lnTo>
                  <a:close/>
                </a:path>
                <a:path w="18288000" h="1478279">
                  <a:moveTo>
                    <a:pt x="8680768" y="816757"/>
                  </a:moveTo>
                  <a:lnTo>
                    <a:pt x="7239629" y="844731"/>
                  </a:lnTo>
                  <a:lnTo>
                    <a:pt x="7586073" y="811230"/>
                  </a:lnTo>
                  <a:lnTo>
                    <a:pt x="7958002" y="723926"/>
                  </a:lnTo>
                  <a:lnTo>
                    <a:pt x="8409188" y="581531"/>
                  </a:lnTo>
                  <a:lnTo>
                    <a:pt x="8680768" y="816757"/>
                  </a:lnTo>
                  <a:close/>
                </a:path>
                <a:path w="18288000" h="1478279">
                  <a:moveTo>
                    <a:pt x="10927072" y="877557"/>
                  </a:moveTo>
                  <a:lnTo>
                    <a:pt x="9909323" y="897312"/>
                  </a:lnTo>
                  <a:lnTo>
                    <a:pt x="10144295" y="625969"/>
                  </a:lnTo>
                  <a:lnTo>
                    <a:pt x="10466807" y="726323"/>
                  </a:lnTo>
                  <a:lnTo>
                    <a:pt x="10927072" y="877557"/>
                  </a:lnTo>
                  <a:close/>
                </a:path>
                <a:path w="18288000" h="1478279">
                  <a:moveTo>
                    <a:pt x="7234470" y="843603"/>
                  </a:moveTo>
                  <a:lnTo>
                    <a:pt x="6331803" y="861125"/>
                  </a:lnTo>
                  <a:lnTo>
                    <a:pt x="6759816" y="739815"/>
                  </a:lnTo>
                  <a:lnTo>
                    <a:pt x="7234470" y="843603"/>
                  </a:lnTo>
                  <a:close/>
                </a:path>
                <a:path w="18288000" h="1478279">
                  <a:moveTo>
                    <a:pt x="18287999" y="761447"/>
                  </a:moveTo>
                  <a:lnTo>
                    <a:pt x="11004018" y="902839"/>
                  </a:lnTo>
                  <a:lnTo>
                    <a:pt x="11287171" y="683868"/>
                  </a:lnTo>
                  <a:lnTo>
                    <a:pt x="11563058" y="811904"/>
                  </a:lnTo>
                  <a:lnTo>
                    <a:pt x="12013644" y="803157"/>
                  </a:lnTo>
                  <a:lnTo>
                    <a:pt x="12097424" y="829290"/>
                  </a:lnTo>
                  <a:lnTo>
                    <a:pt x="18287999" y="709122"/>
                  </a:lnTo>
                  <a:lnTo>
                    <a:pt x="18287999" y="761447"/>
                  </a:lnTo>
                  <a:close/>
                </a:path>
                <a:path w="18288000" h="1478279">
                  <a:moveTo>
                    <a:pt x="18287999" y="843742"/>
                  </a:moveTo>
                  <a:lnTo>
                    <a:pt x="8898295" y="1026009"/>
                  </a:lnTo>
                  <a:lnTo>
                    <a:pt x="9213884" y="832939"/>
                  </a:lnTo>
                  <a:lnTo>
                    <a:pt x="9719596" y="740828"/>
                  </a:lnTo>
                  <a:lnTo>
                    <a:pt x="9909323" y="897312"/>
                  </a:lnTo>
                  <a:lnTo>
                    <a:pt x="10927072" y="877557"/>
                  </a:lnTo>
                  <a:lnTo>
                    <a:pt x="11004018" y="902839"/>
                  </a:lnTo>
                  <a:lnTo>
                    <a:pt x="18287999" y="761447"/>
                  </a:lnTo>
                  <a:lnTo>
                    <a:pt x="18287999" y="843742"/>
                  </a:lnTo>
                  <a:close/>
                </a:path>
                <a:path w="18288000" h="1478279">
                  <a:moveTo>
                    <a:pt x="12013644" y="803157"/>
                  </a:moveTo>
                  <a:lnTo>
                    <a:pt x="11563058" y="811904"/>
                  </a:lnTo>
                  <a:lnTo>
                    <a:pt x="11774907" y="728690"/>
                  </a:lnTo>
                  <a:lnTo>
                    <a:pt x="12013644" y="80315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0" y="9208982"/>
              <a:ext cx="18288000" cy="1078230"/>
            </a:xfrm>
            <a:custGeom>
              <a:avLst/>
              <a:gdLst/>
              <a:ahLst/>
              <a:cxnLst/>
              <a:rect l="l" t="t" r="r" b="b"/>
              <a:pathLst>
                <a:path w="18288000" h="1078229">
                  <a:moveTo>
                    <a:pt x="3603697" y="546731"/>
                  </a:moveTo>
                  <a:lnTo>
                    <a:pt x="1808408" y="581580"/>
                  </a:lnTo>
                  <a:lnTo>
                    <a:pt x="2220329" y="441175"/>
                  </a:lnTo>
                  <a:lnTo>
                    <a:pt x="2507239" y="187985"/>
                  </a:lnTo>
                  <a:lnTo>
                    <a:pt x="2865659" y="290590"/>
                  </a:lnTo>
                  <a:lnTo>
                    <a:pt x="3326191" y="389248"/>
                  </a:lnTo>
                  <a:lnTo>
                    <a:pt x="3603697" y="546731"/>
                  </a:lnTo>
                  <a:close/>
                </a:path>
                <a:path w="18288000" h="1078229">
                  <a:moveTo>
                    <a:pt x="13927121" y="326195"/>
                  </a:moveTo>
                  <a:lnTo>
                    <a:pt x="12914294" y="345855"/>
                  </a:lnTo>
                  <a:lnTo>
                    <a:pt x="13242409" y="13501"/>
                  </a:lnTo>
                  <a:lnTo>
                    <a:pt x="13583592" y="0"/>
                  </a:lnTo>
                  <a:lnTo>
                    <a:pt x="13927121" y="326195"/>
                  </a:lnTo>
                  <a:close/>
                </a:path>
                <a:path w="18288000" h="1078229">
                  <a:moveTo>
                    <a:pt x="6228969" y="648569"/>
                  </a:moveTo>
                  <a:lnTo>
                    <a:pt x="171091" y="766161"/>
                  </a:lnTo>
                  <a:lnTo>
                    <a:pt x="598636" y="329683"/>
                  </a:lnTo>
                  <a:lnTo>
                    <a:pt x="928808" y="508253"/>
                  </a:lnTo>
                  <a:lnTo>
                    <a:pt x="1636529" y="494515"/>
                  </a:lnTo>
                  <a:lnTo>
                    <a:pt x="1808408" y="581580"/>
                  </a:lnTo>
                  <a:lnTo>
                    <a:pt x="3603697" y="546731"/>
                  </a:lnTo>
                  <a:lnTo>
                    <a:pt x="3695780" y="598988"/>
                  </a:lnTo>
                  <a:lnTo>
                    <a:pt x="3868996" y="664163"/>
                  </a:lnTo>
                  <a:lnTo>
                    <a:pt x="6207917" y="618762"/>
                  </a:lnTo>
                  <a:lnTo>
                    <a:pt x="6228969" y="648569"/>
                  </a:lnTo>
                  <a:close/>
                </a:path>
                <a:path w="18288000" h="1078229">
                  <a:moveTo>
                    <a:pt x="1636529" y="494515"/>
                  </a:moveTo>
                  <a:lnTo>
                    <a:pt x="928808" y="508253"/>
                  </a:lnTo>
                  <a:lnTo>
                    <a:pt x="1390388" y="369832"/>
                  </a:lnTo>
                  <a:lnTo>
                    <a:pt x="1636529" y="494515"/>
                  </a:lnTo>
                  <a:close/>
                </a:path>
                <a:path w="18288000" h="1078229">
                  <a:moveTo>
                    <a:pt x="15780100" y="408387"/>
                  </a:moveTo>
                  <a:lnTo>
                    <a:pt x="14049068" y="441988"/>
                  </a:lnTo>
                  <a:lnTo>
                    <a:pt x="14519648" y="349576"/>
                  </a:lnTo>
                  <a:lnTo>
                    <a:pt x="14739751" y="160079"/>
                  </a:lnTo>
                  <a:lnTo>
                    <a:pt x="15270776" y="131838"/>
                  </a:lnTo>
                  <a:lnTo>
                    <a:pt x="15580105" y="261682"/>
                  </a:lnTo>
                  <a:lnTo>
                    <a:pt x="15780100" y="408387"/>
                  </a:lnTo>
                  <a:close/>
                </a:path>
                <a:path w="18288000" h="1078229">
                  <a:moveTo>
                    <a:pt x="6207917" y="618762"/>
                  </a:moveTo>
                  <a:lnTo>
                    <a:pt x="3868996" y="664163"/>
                  </a:lnTo>
                  <a:lnTo>
                    <a:pt x="4225390" y="371302"/>
                  </a:lnTo>
                  <a:lnTo>
                    <a:pt x="4535451" y="500885"/>
                  </a:lnTo>
                  <a:lnTo>
                    <a:pt x="4881873" y="630745"/>
                  </a:lnTo>
                  <a:lnTo>
                    <a:pt x="6198333" y="605191"/>
                  </a:lnTo>
                  <a:lnTo>
                    <a:pt x="6207917" y="618762"/>
                  </a:lnTo>
                  <a:close/>
                </a:path>
                <a:path w="18288000" h="1078229">
                  <a:moveTo>
                    <a:pt x="6198333" y="605191"/>
                  </a:moveTo>
                  <a:lnTo>
                    <a:pt x="4881873" y="630745"/>
                  </a:lnTo>
                  <a:lnTo>
                    <a:pt x="5229499" y="493615"/>
                  </a:lnTo>
                  <a:lnTo>
                    <a:pt x="5480514" y="399416"/>
                  </a:lnTo>
                  <a:lnTo>
                    <a:pt x="5619872" y="356761"/>
                  </a:lnTo>
                  <a:lnTo>
                    <a:pt x="5712507" y="364874"/>
                  </a:lnTo>
                  <a:lnTo>
                    <a:pt x="6058843" y="407689"/>
                  </a:lnTo>
                  <a:lnTo>
                    <a:pt x="6198333" y="605191"/>
                  </a:lnTo>
                  <a:close/>
                </a:path>
                <a:path w="18288000" h="1078229">
                  <a:moveTo>
                    <a:pt x="15951059" y="533792"/>
                  </a:moveTo>
                  <a:lnTo>
                    <a:pt x="12014474" y="610206"/>
                  </a:lnTo>
                  <a:lnTo>
                    <a:pt x="12312958" y="485024"/>
                  </a:lnTo>
                  <a:lnTo>
                    <a:pt x="12496333" y="326946"/>
                  </a:lnTo>
                  <a:lnTo>
                    <a:pt x="12914294" y="345855"/>
                  </a:lnTo>
                  <a:lnTo>
                    <a:pt x="13927121" y="326195"/>
                  </a:lnTo>
                  <a:lnTo>
                    <a:pt x="14049068" y="441988"/>
                  </a:lnTo>
                  <a:lnTo>
                    <a:pt x="15780100" y="408387"/>
                  </a:lnTo>
                  <a:lnTo>
                    <a:pt x="15951059" y="533792"/>
                  </a:lnTo>
                  <a:close/>
                </a:path>
                <a:path w="18288000" h="1078229">
                  <a:moveTo>
                    <a:pt x="8063656" y="848048"/>
                  </a:moveTo>
                  <a:lnTo>
                    <a:pt x="6392762" y="880482"/>
                  </a:lnTo>
                  <a:lnTo>
                    <a:pt x="6443043" y="858422"/>
                  </a:lnTo>
                  <a:lnTo>
                    <a:pt x="6557938" y="809935"/>
                  </a:lnTo>
                  <a:lnTo>
                    <a:pt x="6683520" y="761564"/>
                  </a:lnTo>
                  <a:lnTo>
                    <a:pt x="6765865" y="739848"/>
                  </a:lnTo>
                  <a:lnTo>
                    <a:pt x="6799691" y="738390"/>
                  </a:lnTo>
                  <a:lnTo>
                    <a:pt x="6848352" y="734212"/>
                  </a:lnTo>
                  <a:lnTo>
                    <a:pt x="7024009" y="716177"/>
                  </a:lnTo>
                  <a:lnTo>
                    <a:pt x="7072669" y="711938"/>
                  </a:lnTo>
                  <a:lnTo>
                    <a:pt x="7106493" y="710390"/>
                  </a:lnTo>
                  <a:lnTo>
                    <a:pt x="7177003" y="685999"/>
                  </a:lnTo>
                  <a:lnTo>
                    <a:pt x="7276553" y="631980"/>
                  </a:lnTo>
                  <a:lnTo>
                    <a:pt x="7365416" y="577892"/>
                  </a:lnTo>
                  <a:lnTo>
                    <a:pt x="7403866" y="553294"/>
                  </a:lnTo>
                  <a:lnTo>
                    <a:pt x="7669646" y="588967"/>
                  </a:lnTo>
                  <a:lnTo>
                    <a:pt x="7766673" y="603489"/>
                  </a:lnTo>
                  <a:lnTo>
                    <a:pt x="7873407" y="669218"/>
                  </a:lnTo>
                  <a:lnTo>
                    <a:pt x="8014995" y="798387"/>
                  </a:lnTo>
                  <a:lnTo>
                    <a:pt x="8063656" y="848048"/>
                  </a:lnTo>
                  <a:close/>
                </a:path>
                <a:path w="18288000" h="1078229">
                  <a:moveTo>
                    <a:pt x="18287999" y="640489"/>
                  </a:moveTo>
                  <a:lnTo>
                    <a:pt x="16501434" y="675169"/>
                  </a:lnTo>
                  <a:lnTo>
                    <a:pt x="16812313" y="391298"/>
                  </a:lnTo>
                  <a:lnTo>
                    <a:pt x="17115661" y="377548"/>
                  </a:lnTo>
                  <a:lnTo>
                    <a:pt x="17346902" y="458057"/>
                  </a:lnTo>
                  <a:lnTo>
                    <a:pt x="17785316" y="493027"/>
                  </a:lnTo>
                  <a:lnTo>
                    <a:pt x="18287999" y="581405"/>
                  </a:lnTo>
                  <a:lnTo>
                    <a:pt x="18287999" y="640489"/>
                  </a:lnTo>
                  <a:close/>
                </a:path>
                <a:path w="18288000" h="1078229">
                  <a:moveTo>
                    <a:pt x="18287999" y="1078017"/>
                  </a:moveTo>
                  <a:lnTo>
                    <a:pt x="0" y="1078017"/>
                  </a:lnTo>
                  <a:lnTo>
                    <a:pt x="0" y="754251"/>
                  </a:lnTo>
                  <a:lnTo>
                    <a:pt x="0" y="752437"/>
                  </a:lnTo>
                  <a:lnTo>
                    <a:pt x="171091" y="766161"/>
                  </a:lnTo>
                  <a:lnTo>
                    <a:pt x="6228969" y="648569"/>
                  </a:lnTo>
                  <a:lnTo>
                    <a:pt x="6392762" y="880482"/>
                  </a:lnTo>
                  <a:lnTo>
                    <a:pt x="8063656" y="848048"/>
                  </a:lnTo>
                  <a:lnTo>
                    <a:pt x="8138654" y="924588"/>
                  </a:lnTo>
                  <a:lnTo>
                    <a:pt x="8191604" y="981412"/>
                  </a:lnTo>
                  <a:lnTo>
                    <a:pt x="9116788" y="963453"/>
                  </a:lnTo>
                  <a:lnTo>
                    <a:pt x="9294450" y="989237"/>
                  </a:lnTo>
                  <a:lnTo>
                    <a:pt x="9692259" y="981515"/>
                  </a:lnTo>
                  <a:lnTo>
                    <a:pt x="9848957" y="1057083"/>
                  </a:lnTo>
                  <a:lnTo>
                    <a:pt x="18287999" y="893269"/>
                  </a:lnTo>
                  <a:lnTo>
                    <a:pt x="18287999" y="1078017"/>
                  </a:lnTo>
                  <a:close/>
                </a:path>
                <a:path w="18288000" h="1078229">
                  <a:moveTo>
                    <a:pt x="16079930" y="628324"/>
                  </a:moveTo>
                  <a:lnTo>
                    <a:pt x="10860794" y="729635"/>
                  </a:lnTo>
                  <a:lnTo>
                    <a:pt x="11295696" y="684836"/>
                  </a:lnTo>
                  <a:lnTo>
                    <a:pt x="11576059" y="575236"/>
                  </a:lnTo>
                  <a:lnTo>
                    <a:pt x="11766215" y="576703"/>
                  </a:lnTo>
                  <a:lnTo>
                    <a:pt x="12014474" y="610206"/>
                  </a:lnTo>
                  <a:lnTo>
                    <a:pt x="15951059" y="533792"/>
                  </a:lnTo>
                  <a:lnTo>
                    <a:pt x="16079930" y="628324"/>
                  </a:lnTo>
                  <a:close/>
                </a:path>
                <a:path w="18288000" h="1078229">
                  <a:moveTo>
                    <a:pt x="18287999" y="893269"/>
                  </a:moveTo>
                  <a:lnTo>
                    <a:pt x="9848957" y="1057083"/>
                  </a:lnTo>
                  <a:lnTo>
                    <a:pt x="10365623" y="694046"/>
                  </a:lnTo>
                  <a:lnTo>
                    <a:pt x="10860794" y="729635"/>
                  </a:lnTo>
                  <a:lnTo>
                    <a:pt x="16079930" y="628324"/>
                  </a:lnTo>
                  <a:lnTo>
                    <a:pt x="16140288" y="672599"/>
                  </a:lnTo>
                  <a:lnTo>
                    <a:pt x="16501434" y="675169"/>
                  </a:lnTo>
                  <a:lnTo>
                    <a:pt x="18287999" y="640489"/>
                  </a:lnTo>
                  <a:lnTo>
                    <a:pt x="18287999" y="893269"/>
                  </a:lnTo>
                  <a:close/>
                </a:path>
                <a:path w="18288000" h="1078229">
                  <a:moveTo>
                    <a:pt x="9116788" y="963453"/>
                  </a:moveTo>
                  <a:lnTo>
                    <a:pt x="8191604" y="981412"/>
                  </a:lnTo>
                  <a:lnTo>
                    <a:pt x="8622687" y="841127"/>
                  </a:lnTo>
                  <a:lnTo>
                    <a:pt x="8949577" y="939185"/>
                  </a:lnTo>
                  <a:lnTo>
                    <a:pt x="9116788" y="963453"/>
                  </a:lnTo>
                  <a:close/>
                </a:path>
                <a:path w="18288000" h="1078229">
                  <a:moveTo>
                    <a:pt x="9692259" y="981515"/>
                  </a:moveTo>
                  <a:lnTo>
                    <a:pt x="9294450" y="989237"/>
                  </a:lnTo>
                  <a:lnTo>
                    <a:pt x="9479737" y="879026"/>
                  </a:lnTo>
                  <a:lnTo>
                    <a:pt x="9692259" y="981515"/>
                  </a:lnTo>
                  <a:close/>
                </a:path>
              </a:pathLst>
            </a:custGeom>
            <a:solidFill>
              <a:srgbClr val="FFD04D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860377" y="1"/>
            <a:ext cx="1428115" cy="10287000"/>
            <a:chOff x="16860377" y="1"/>
            <a:chExt cx="1428115" cy="10287000"/>
          </a:xfrm>
        </p:grpSpPr>
        <p:sp>
          <p:nvSpPr>
            <p:cNvPr id="3" name="object 3"/>
            <p:cNvSpPr/>
            <p:nvPr/>
          </p:nvSpPr>
          <p:spPr>
            <a:xfrm>
              <a:off x="16860377" y="1"/>
              <a:ext cx="1428115" cy="10287000"/>
            </a:xfrm>
            <a:custGeom>
              <a:avLst/>
              <a:gdLst/>
              <a:ahLst/>
              <a:cxnLst/>
              <a:rect l="l" t="t" r="r" b="b"/>
              <a:pathLst>
                <a:path w="1428115" h="10287000">
                  <a:moveTo>
                    <a:pt x="501629" y="62878"/>
                  </a:moveTo>
                  <a:lnTo>
                    <a:pt x="528368" y="0"/>
                  </a:lnTo>
                  <a:lnTo>
                    <a:pt x="1427619" y="0"/>
                  </a:lnTo>
                  <a:lnTo>
                    <a:pt x="1427619" y="10286999"/>
                  </a:lnTo>
                  <a:lnTo>
                    <a:pt x="1287213" y="10286999"/>
                  </a:lnTo>
                  <a:lnTo>
                    <a:pt x="711966" y="878980"/>
                  </a:lnTo>
                  <a:lnTo>
                    <a:pt x="501629" y="62878"/>
                  </a:lnTo>
                  <a:close/>
                </a:path>
                <a:path w="1428115" h="10287000">
                  <a:moveTo>
                    <a:pt x="491447" y="1212337"/>
                  </a:moveTo>
                  <a:lnTo>
                    <a:pt x="711966" y="878980"/>
                  </a:lnTo>
                  <a:lnTo>
                    <a:pt x="1287213" y="10286999"/>
                  </a:lnTo>
                  <a:lnTo>
                    <a:pt x="1180173" y="10286999"/>
                  </a:lnTo>
                  <a:lnTo>
                    <a:pt x="647623" y="1577285"/>
                  </a:lnTo>
                  <a:lnTo>
                    <a:pt x="491447" y="1212337"/>
                  </a:lnTo>
                  <a:close/>
                </a:path>
                <a:path w="1428115" h="10287000">
                  <a:moveTo>
                    <a:pt x="170825" y="2959008"/>
                  </a:moveTo>
                  <a:lnTo>
                    <a:pt x="283851" y="2569972"/>
                  </a:lnTo>
                  <a:lnTo>
                    <a:pt x="508307" y="2361372"/>
                  </a:lnTo>
                  <a:lnTo>
                    <a:pt x="563780" y="1956662"/>
                  </a:lnTo>
                  <a:lnTo>
                    <a:pt x="647623" y="1577285"/>
                  </a:lnTo>
                  <a:lnTo>
                    <a:pt x="1180173" y="10286999"/>
                  </a:lnTo>
                  <a:lnTo>
                    <a:pt x="912696" y="10286999"/>
                  </a:lnTo>
                  <a:lnTo>
                    <a:pt x="713477" y="7028812"/>
                  </a:lnTo>
                  <a:lnTo>
                    <a:pt x="674720" y="6986557"/>
                  </a:lnTo>
                  <a:lnTo>
                    <a:pt x="497692" y="4091303"/>
                  </a:lnTo>
                  <a:lnTo>
                    <a:pt x="418855" y="3960970"/>
                  </a:lnTo>
                  <a:lnTo>
                    <a:pt x="383650" y="3385205"/>
                  </a:lnTo>
                  <a:lnTo>
                    <a:pt x="170825" y="2959008"/>
                  </a:lnTo>
                  <a:close/>
                </a:path>
                <a:path w="1428115" h="10287000">
                  <a:moveTo>
                    <a:pt x="539942" y="7253246"/>
                  </a:moveTo>
                  <a:lnTo>
                    <a:pt x="713477" y="7028812"/>
                  </a:lnTo>
                  <a:lnTo>
                    <a:pt x="912696" y="10286999"/>
                  </a:lnTo>
                  <a:lnTo>
                    <a:pt x="758412" y="10286999"/>
                  </a:lnTo>
                  <a:lnTo>
                    <a:pt x="588680" y="7511086"/>
                  </a:lnTo>
                  <a:lnTo>
                    <a:pt x="539942" y="7253246"/>
                  </a:lnTo>
                  <a:close/>
                </a:path>
                <a:path w="1428115" h="10287000">
                  <a:moveTo>
                    <a:pt x="186086" y="5401904"/>
                  </a:moveTo>
                  <a:lnTo>
                    <a:pt x="379883" y="5070181"/>
                  </a:lnTo>
                  <a:lnTo>
                    <a:pt x="499960" y="4848770"/>
                  </a:lnTo>
                  <a:lnTo>
                    <a:pt x="473895" y="4422473"/>
                  </a:lnTo>
                  <a:lnTo>
                    <a:pt x="497692" y="4091303"/>
                  </a:lnTo>
                  <a:lnTo>
                    <a:pt x="674720" y="6986557"/>
                  </a:lnTo>
                  <a:lnTo>
                    <a:pt x="596682" y="6901474"/>
                  </a:lnTo>
                  <a:lnTo>
                    <a:pt x="542295" y="6011995"/>
                  </a:lnTo>
                  <a:lnTo>
                    <a:pt x="417356" y="5683030"/>
                  </a:lnTo>
                  <a:lnTo>
                    <a:pt x="186086" y="5401904"/>
                  </a:lnTo>
                  <a:close/>
                </a:path>
                <a:path w="1428115" h="10287000">
                  <a:moveTo>
                    <a:pt x="300053" y="3764568"/>
                  </a:moveTo>
                  <a:lnTo>
                    <a:pt x="383650" y="3385205"/>
                  </a:lnTo>
                  <a:lnTo>
                    <a:pt x="418855" y="3960970"/>
                  </a:lnTo>
                  <a:lnTo>
                    <a:pt x="300053" y="3764568"/>
                  </a:lnTo>
                  <a:close/>
                </a:path>
                <a:path w="1428115" h="10287000">
                  <a:moveTo>
                    <a:pt x="446141" y="6737342"/>
                  </a:moveTo>
                  <a:lnTo>
                    <a:pt x="532848" y="6449076"/>
                  </a:lnTo>
                  <a:lnTo>
                    <a:pt x="542295" y="6011995"/>
                  </a:lnTo>
                  <a:lnTo>
                    <a:pt x="596682" y="6901474"/>
                  </a:lnTo>
                  <a:lnTo>
                    <a:pt x="446141" y="6737342"/>
                  </a:lnTo>
                  <a:close/>
                </a:path>
                <a:path w="1428115" h="10287000">
                  <a:moveTo>
                    <a:pt x="0" y="8515803"/>
                  </a:moveTo>
                  <a:lnTo>
                    <a:pt x="274697" y="8179134"/>
                  </a:lnTo>
                  <a:lnTo>
                    <a:pt x="439829" y="7756893"/>
                  </a:lnTo>
                  <a:lnTo>
                    <a:pt x="588680" y="7511086"/>
                  </a:lnTo>
                  <a:lnTo>
                    <a:pt x="758412" y="10286999"/>
                  </a:lnTo>
                  <a:lnTo>
                    <a:pt x="403581" y="10286999"/>
                  </a:lnTo>
                  <a:lnTo>
                    <a:pt x="323501" y="8977310"/>
                  </a:lnTo>
                  <a:lnTo>
                    <a:pt x="0" y="8515803"/>
                  </a:lnTo>
                  <a:close/>
                </a:path>
                <a:path w="1428115" h="10287000">
                  <a:moveTo>
                    <a:pt x="233450" y="9347716"/>
                  </a:moveTo>
                  <a:lnTo>
                    <a:pt x="323501" y="8977306"/>
                  </a:lnTo>
                  <a:lnTo>
                    <a:pt x="403581" y="10286999"/>
                  </a:lnTo>
                  <a:lnTo>
                    <a:pt x="377744" y="10286999"/>
                  </a:lnTo>
                  <a:lnTo>
                    <a:pt x="343446" y="9726069"/>
                  </a:lnTo>
                  <a:lnTo>
                    <a:pt x="233450" y="9347716"/>
                  </a:lnTo>
                  <a:close/>
                </a:path>
                <a:path w="1428115" h="10287000">
                  <a:moveTo>
                    <a:pt x="157361" y="10286999"/>
                  </a:moveTo>
                  <a:lnTo>
                    <a:pt x="179944" y="10110563"/>
                  </a:lnTo>
                  <a:lnTo>
                    <a:pt x="343446" y="9726069"/>
                  </a:lnTo>
                  <a:lnTo>
                    <a:pt x="377744" y="10286999"/>
                  </a:lnTo>
                  <a:lnTo>
                    <a:pt x="157361" y="10286999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6932849" y="1"/>
              <a:ext cx="1355725" cy="10287000"/>
            </a:xfrm>
            <a:custGeom>
              <a:avLst/>
              <a:gdLst/>
              <a:ahLst/>
              <a:cxnLst/>
              <a:rect l="l" t="t" r="r" b="b"/>
              <a:pathLst>
                <a:path w="1355725" h="10287000">
                  <a:moveTo>
                    <a:pt x="551392" y="0"/>
                  </a:moveTo>
                  <a:lnTo>
                    <a:pt x="1355147" y="0"/>
                  </a:lnTo>
                  <a:lnTo>
                    <a:pt x="1355147" y="10286999"/>
                  </a:lnTo>
                  <a:lnTo>
                    <a:pt x="1301111" y="10286999"/>
                  </a:lnTo>
                  <a:lnTo>
                    <a:pt x="709714" y="614851"/>
                  </a:lnTo>
                  <a:lnTo>
                    <a:pt x="551392" y="0"/>
                  </a:lnTo>
                  <a:close/>
                </a:path>
                <a:path w="1355725" h="10287000">
                  <a:moveTo>
                    <a:pt x="489441" y="948192"/>
                  </a:moveTo>
                  <a:lnTo>
                    <a:pt x="709714" y="614851"/>
                  </a:lnTo>
                  <a:lnTo>
                    <a:pt x="1301111" y="10286999"/>
                  </a:lnTo>
                  <a:lnTo>
                    <a:pt x="1194071" y="10286999"/>
                  </a:lnTo>
                  <a:lnTo>
                    <a:pt x="645356" y="1312910"/>
                  </a:lnTo>
                  <a:lnTo>
                    <a:pt x="489441" y="948192"/>
                  </a:lnTo>
                  <a:close/>
                </a:path>
                <a:path w="1355725" h="10287000">
                  <a:moveTo>
                    <a:pt x="168618" y="2695615"/>
                  </a:moveTo>
                  <a:lnTo>
                    <a:pt x="281875" y="2306319"/>
                  </a:lnTo>
                  <a:lnTo>
                    <a:pt x="506085" y="2097733"/>
                  </a:lnTo>
                  <a:lnTo>
                    <a:pt x="561573" y="1693269"/>
                  </a:lnTo>
                  <a:lnTo>
                    <a:pt x="645356" y="1312910"/>
                  </a:lnTo>
                  <a:lnTo>
                    <a:pt x="1194071" y="10286999"/>
                  </a:lnTo>
                  <a:lnTo>
                    <a:pt x="926595" y="10286999"/>
                  </a:lnTo>
                  <a:lnTo>
                    <a:pt x="711285" y="6765664"/>
                  </a:lnTo>
                  <a:lnTo>
                    <a:pt x="672529" y="6723409"/>
                  </a:lnTo>
                  <a:lnTo>
                    <a:pt x="495470" y="3827665"/>
                  </a:lnTo>
                  <a:lnTo>
                    <a:pt x="416639" y="3697430"/>
                  </a:lnTo>
                  <a:lnTo>
                    <a:pt x="381428" y="3121567"/>
                  </a:lnTo>
                  <a:lnTo>
                    <a:pt x="168618" y="2695615"/>
                  </a:lnTo>
                  <a:close/>
                </a:path>
                <a:path w="1355725" h="10287000">
                  <a:moveTo>
                    <a:pt x="537765" y="6990343"/>
                  </a:moveTo>
                  <a:lnTo>
                    <a:pt x="711285" y="6765664"/>
                  </a:lnTo>
                  <a:lnTo>
                    <a:pt x="926595" y="10286999"/>
                  </a:lnTo>
                  <a:lnTo>
                    <a:pt x="773294" y="10286999"/>
                  </a:lnTo>
                  <a:lnTo>
                    <a:pt x="587439" y="7247387"/>
                  </a:lnTo>
                  <a:lnTo>
                    <a:pt x="537765" y="6990343"/>
                  </a:lnTo>
                  <a:close/>
                </a:path>
                <a:path w="1355725" h="10287000">
                  <a:moveTo>
                    <a:pt x="183970" y="5139981"/>
                  </a:moveTo>
                  <a:lnTo>
                    <a:pt x="377692" y="4807033"/>
                  </a:lnTo>
                  <a:lnTo>
                    <a:pt x="497784" y="4585867"/>
                  </a:lnTo>
                  <a:lnTo>
                    <a:pt x="471704" y="4159325"/>
                  </a:lnTo>
                  <a:lnTo>
                    <a:pt x="495470" y="3827665"/>
                  </a:lnTo>
                  <a:lnTo>
                    <a:pt x="672529" y="6723409"/>
                  </a:lnTo>
                  <a:lnTo>
                    <a:pt x="594754" y="6638613"/>
                  </a:lnTo>
                  <a:lnTo>
                    <a:pt x="540349" y="5748832"/>
                  </a:lnTo>
                  <a:lnTo>
                    <a:pt x="415165" y="5419882"/>
                  </a:lnTo>
                  <a:lnTo>
                    <a:pt x="183970" y="5139981"/>
                  </a:lnTo>
                  <a:close/>
                </a:path>
                <a:path w="1355725" h="10287000">
                  <a:moveTo>
                    <a:pt x="297847" y="3501176"/>
                  </a:moveTo>
                  <a:lnTo>
                    <a:pt x="381428" y="3121567"/>
                  </a:lnTo>
                  <a:lnTo>
                    <a:pt x="416639" y="3697430"/>
                  </a:lnTo>
                  <a:lnTo>
                    <a:pt x="297847" y="3501176"/>
                  </a:lnTo>
                  <a:close/>
                </a:path>
                <a:path w="1355725" h="10287000">
                  <a:moveTo>
                    <a:pt x="443949" y="6474194"/>
                  </a:moveTo>
                  <a:lnTo>
                    <a:pt x="530656" y="6185928"/>
                  </a:lnTo>
                  <a:lnTo>
                    <a:pt x="540349" y="5748832"/>
                  </a:lnTo>
                  <a:lnTo>
                    <a:pt x="594754" y="6638613"/>
                  </a:lnTo>
                  <a:lnTo>
                    <a:pt x="443949" y="6474194"/>
                  </a:lnTo>
                  <a:close/>
                </a:path>
                <a:path w="1355725" h="10287000">
                  <a:moveTo>
                    <a:pt x="0" y="8252274"/>
                  </a:moveTo>
                  <a:lnTo>
                    <a:pt x="273471" y="7915680"/>
                  </a:lnTo>
                  <a:lnTo>
                    <a:pt x="438587" y="7493194"/>
                  </a:lnTo>
                  <a:lnTo>
                    <a:pt x="587439" y="7247387"/>
                  </a:lnTo>
                  <a:lnTo>
                    <a:pt x="773294" y="10286999"/>
                  </a:lnTo>
                  <a:lnTo>
                    <a:pt x="418463" y="10286999"/>
                  </a:lnTo>
                  <a:lnTo>
                    <a:pt x="322275" y="8713855"/>
                  </a:lnTo>
                  <a:lnTo>
                    <a:pt x="0" y="8252274"/>
                  </a:lnTo>
                  <a:close/>
                </a:path>
                <a:path w="1355725" h="10287000">
                  <a:moveTo>
                    <a:pt x="231183" y="9083341"/>
                  </a:moveTo>
                  <a:lnTo>
                    <a:pt x="322275" y="8713854"/>
                  </a:lnTo>
                  <a:lnTo>
                    <a:pt x="418463" y="10286999"/>
                  </a:lnTo>
                  <a:lnTo>
                    <a:pt x="390658" y="10286999"/>
                  </a:lnTo>
                  <a:lnTo>
                    <a:pt x="340259" y="9462735"/>
                  </a:lnTo>
                  <a:lnTo>
                    <a:pt x="231183" y="9083341"/>
                  </a:lnTo>
                  <a:close/>
                </a:path>
                <a:path w="1355725" h="10287000">
                  <a:moveTo>
                    <a:pt x="120215" y="10286999"/>
                  </a:moveTo>
                  <a:lnTo>
                    <a:pt x="176496" y="9847000"/>
                  </a:lnTo>
                  <a:lnTo>
                    <a:pt x="340259" y="9462735"/>
                  </a:lnTo>
                  <a:lnTo>
                    <a:pt x="390658" y="10286999"/>
                  </a:lnTo>
                  <a:lnTo>
                    <a:pt x="120215" y="10286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7462089" y="1"/>
              <a:ext cx="826135" cy="10287000"/>
            </a:xfrm>
            <a:custGeom>
              <a:avLst/>
              <a:gdLst/>
              <a:ahLst/>
              <a:cxnLst/>
              <a:rect l="l" t="t" r="r" b="b"/>
              <a:pathLst>
                <a:path w="826134" h="10287000">
                  <a:moveTo>
                    <a:pt x="283569" y="0"/>
                  </a:moveTo>
                  <a:lnTo>
                    <a:pt x="825907" y="0"/>
                  </a:lnTo>
                  <a:lnTo>
                    <a:pt x="825907" y="7492473"/>
                  </a:lnTo>
                  <a:lnTo>
                    <a:pt x="654527" y="4689589"/>
                  </a:lnTo>
                  <a:lnTo>
                    <a:pt x="654275" y="4689477"/>
                  </a:lnTo>
                  <a:lnTo>
                    <a:pt x="396998" y="481783"/>
                  </a:lnTo>
                  <a:lnTo>
                    <a:pt x="367330" y="343176"/>
                  </a:lnTo>
                  <a:lnTo>
                    <a:pt x="283569" y="0"/>
                  </a:lnTo>
                  <a:close/>
                </a:path>
                <a:path w="826134" h="10287000">
                  <a:moveTo>
                    <a:pt x="334431" y="5233506"/>
                  </a:moveTo>
                  <a:lnTo>
                    <a:pt x="654527" y="4689589"/>
                  </a:lnTo>
                  <a:lnTo>
                    <a:pt x="825907" y="7492473"/>
                  </a:lnTo>
                  <a:lnTo>
                    <a:pt x="825907" y="7717846"/>
                  </a:lnTo>
                  <a:lnTo>
                    <a:pt x="779865" y="6964833"/>
                  </a:lnTo>
                  <a:lnTo>
                    <a:pt x="726497" y="6719826"/>
                  </a:lnTo>
                  <a:lnTo>
                    <a:pt x="459680" y="6545463"/>
                  </a:lnTo>
                  <a:lnTo>
                    <a:pt x="409481" y="5724475"/>
                  </a:lnTo>
                  <a:lnTo>
                    <a:pt x="334431" y="5233506"/>
                  </a:lnTo>
                  <a:close/>
                </a:path>
                <a:path w="826134" h="10287000">
                  <a:moveTo>
                    <a:pt x="287909" y="927171"/>
                  </a:moveTo>
                  <a:lnTo>
                    <a:pt x="305650" y="865564"/>
                  </a:lnTo>
                  <a:lnTo>
                    <a:pt x="344309" y="725770"/>
                  </a:lnTo>
                  <a:lnTo>
                    <a:pt x="382040" y="575330"/>
                  </a:lnTo>
                  <a:lnTo>
                    <a:pt x="396998" y="481783"/>
                  </a:lnTo>
                  <a:lnTo>
                    <a:pt x="654275" y="4689477"/>
                  </a:lnTo>
                  <a:lnTo>
                    <a:pt x="605201" y="4667623"/>
                  </a:lnTo>
                  <a:lnTo>
                    <a:pt x="395979" y="1245849"/>
                  </a:lnTo>
                  <a:lnTo>
                    <a:pt x="287909" y="927171"/>
                  </a:lnTo>
                  <a:close/>
                </a:path>
                <a:path w="826134" h="10287000">
                  <a:moveTo>
                    <a:pt x="0" y="8183006"/>
                  </a:moveTo>
                  <a:lnTo>
                    <a:pt x="263855" y="7898426"/>
                  </a:lnTo>
                  <a:lnTo>
                    <a:pt x="307763" y="7469572"/>
                  </a:lnTo>
                  <a:lnTo>
                    <a:pt x="456860" y="7223750"/>
                  </a:lnTo>
                  <a:lnTo>
                    <a:pt x="779865" y="6964833"/>
                  </a:lnTo>
                  <a:lnTo>
                    <a:pt x="825907" y="7717846"/>
                  </a:lnTo>
                  <a:lnTo>
                    <a:pt x="825907" y="10286999"/>
                  </a:lnTo>
                  <a:lnTo>
                    <a:pt x="402768" y="10286999"/>
                  </a:lnTo>
                  <a:lnTo>
                    <a:pt x="298266" y="8577897"/>
                  </a:lnTo>
                  <a:lnTo>
                    <a:pt x="0" y="8183006"/>
                  </a:lnTo>
                  <a:close/>
                </a:path>
                <a:path w="826134" h="10287000">
                  <a:moveTo>
                    <a:pt x="37676" y="2670031"/>
                  </a:moveTo>
                  <a:lnTo>
                    <a:pt x="45156" y="2569448"/>
                  </a:lnTo>
                  <a:lnTo>
                    <a:pt x="85223" y="2440044"/>
                  </a:lnTo>
                  <a:lnTo>
                    <a:pt x="129831" y="2328310"/>
                  </a:lnTo>
                  <a:lnTo>
                    <a:pt x="150933" y="2280734"/>
                  </a:lnTo>
                  <a:lnTo>
                    <a:pt x="172397" y="2240468"/>
                  </a:lnTo>
                  <a:lnTo>
                    <a:pt x="219310" y="2147443"/>
                  </a:lnTo>
                  <a:lnTo>
                    <a:pt x="265087" y="2044138"/>
                  </a:lnTo>
                  <a:lnTo>
                    <a:pt x="283630" y="1971940"/>
                  </a:lnTo>
                  <a:lnTo>
                    <a:pt x="282364" y="1938106"/>
                  </a:lnTo>
                  <a:lnTo>
                    <a:pt x="282616" y="1889261"/>
                  </a:lnTo>
                  <a:lnTo>
                    <a:pt x="286467" y="1712640"/>
                  </a:lnTo>
                  <a:lnTo>
                    <a:pt x="286776" y="1663732"/>
                  </a:lnTo>
                  <a:lnTo>
                    <a:pt x="285594" y="1629802"/>
                  </a:lnTo>
                  <a:lnTo>
                    <a:pt x="300748" y="1545751"/>
                  </a:lnTo>
                  <a:lnTo>
                    <a:pt x="338925" y="1416440"/>
                  </a:lnTo>
                  <a:lnTo>
                    <a:pt x="378033" y="1297822"/>
                  </a:lnTo>
                  <a:lnTo>
                    <a:pt x="395979" y="1245849"/>
                  </a:lnTo>
                  <a:lnTo>
                    <a:pt x="605201" y="4667623"/>
                  </a:lnTo>
                  <a:lnTo>
                    <a:pt x="412448" y="4581785"/>
                  </a:lnTo>
                  <a:lnTo>
                    <a:pt x="364772" y="3802066"/>
                  </a:lnTo>
                  <a:lnTo>
                    <a:pt x="97509" y="3521247"/>
                  </a:lnTo>
                  <a:lnTo>
                    <a:pt x="51796" y="2773638"/>
                  </a:lnTo>
                  <a:lnTo>
                    <a:pt x="37676" y="2670031"/>
                  </a:lnTo>
                  <a:close/>
                </a:path>
                <a:path w="826134" h="10287000">
                  <a:moveTo>
                    <a:pt x="366916" y="4561509"/>
                  </a:moveTo>
                  <a:lnTo>
                    <a:pt x="340745" y="4133496"/>
                  </a:lnTo>
                  <a:lnTo>
                    <a:pt x="364772" y="3802066"/>
                  </a:lnTo>
                  <a:lnTo>
                    <a:pt x="412448" y="4581785"/>
                  </a:lnTo>
                  <a:lnTo>
                    <a:pt x="366916" y="4561509"/>
                  </a:lnTo>
                  <a:close/>
                </a:path>
                <a:path w="826134" h="10287000">
                  <a:moveTo>
                    <a:pt x="313326" y="6449822"/>
                  </a:moveTo>
                  <a:lnTo>
                    <a:pt x="399788" y="6161571"/>
                  </a:lnTo>
                  <a:lnTo>
                    <a:pt x="409481" y="5724475"/>
                  </a:lnTo>
                  <a:lnTo>
                    <a:pt x="459680" y="6545463"/>
                  </a:lnTo>
                  <a:lnTo>
                    <a:pt x="313326" y="6449822"/>
                  </a:lnTo>
                  <a:close/>
                </a:path>
                <a:path w="826134" h="10287000">
                  <a:moveTo>
                    <a:pt x="60262" y="3482112"/>
                  </a:moveTo>
                  <a:lnTo>
                    <a:pt x="62662" y="3078679"/>
                  </a:lnTo>
                  <a:lnTo>
                    <a:pt x="62164" y="3028079"/>
                  </a:lnTo>
                  <a:lnTo>
                    <a:pt x="59250" y="2909693"/>
                  </a:lnTo>
                  <a:lnTo>
                    <a:pt x="51796" y="2773638"/>
                  </a:lnTo>
                  <a:lnTo>
                    <a:pt x="97509" y="3521247"/>
                  </a:lnTo>
                  <a:lnTo>
                    <a:pt x="60262" y="3482112"/>
                  </a:lnTo>
                  <a:close/>
                </a:path>
                <a:path w="826134" h="10287000">
                  <a:moveTo>
                    <a:pt x="101110" y="9059919"/>
                  </a:moveTo>
                  <a:lnTo>
                    <a:pt x="298266" y="8577897"/>
                  </a:lnTo>
                  <a:lnTo>
                    <a:pt x="402768" y="10286999"/>
                  </a:lnTo>
                  <a:lnTo>
                    <a:pt x="379638" y="10286999"/>
                  </a:lnTo>
                  <a:lnTo>
                    <a:pt x="331955" y="9507159"/>
                  </a:lnTo>
                  <a:lnTo>
                    <a:pt x="101110" y="9059919"/>
                  </a:lnTo>
                  <a:close/>
                </a:path>
                <a:path w="826134" h="10287000">
                  <a:moveTo>
                    <a:pt x="175275" y="10272869"/>
                  </a:moveTo>
                  <a:lnTo>
                    <a:pt x="160505" y="9741553"/>
                  </a:lnTo>
                  <a:lnTo>
                    <a:pt x="331955" y="9507159"/>
                  </a:lnTo>
                  <a:lnTo>
                    <a:pt x="379638" y="10286999"/>
                  </a:lnTo>
                  <a:lnTo>
                    <a:pt x="182582" y="10286999"/>
                  </a:lnTo>
                  <a:lnTo>
                    <a:pt x="175275" y="10272869"/>
                  </a:lnTo>
                  <a:close/>
                </a:path>
              </a:pathLst>
            </a:custGeom>
            <a:solidFill>
              <a:srgbClr val="FFD04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016000" y="1010284"/>
            <a:ext cx="10755630" cy="180657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7015"/>
              </a:lnSpc>
              <a:spcBef>
                <a:spcPts val="100"/>
              </a:spcBef>
              <a:tabLst>
                <a:tab pos="2693035" algn="l"/>
              </a:tabLst>
            </a:pPr>
            <a:r>
              <a:rPr dirty="0" sz="6000" spc="-20" b="0">
                <a:solidFill>
                  <a:srgbClr val="5460A8"/>
                </a:solidFill>
                <a:latin typeface="Comic Sans MS"/>
                <a:cs typeface="Comic Sans MS"/>
              </a:rPr>
              <a:t>WHAT</a:t>
            </a:r>
            <a:r>
              <a:rPr dirty="0" sz="6000" b="0">
                <a:solidFill>
                  <a:srgbClr val="5460A8"/>
                </a:solidFill>
                <a:latin typeface="Comic Sans MS"/>
                <a:cs typeface="Comic Sans MS"/>
              </a:rPr>
              <a:t>	</a:t>
            </a:r>
            <a:r>
              <a:rPr dirty="0" sz="6000" spc="-25" b="0">
                <a:solidFill>
                  <a:srgbClr val="5460A8"/>
                </a:solidFill>
                <a:latin typeface="Comic Sans MS"/>
                <a:cs typeface="Comic Sans MS"/>
              </a:rPr>
              <a:t>IS</a:t>
            </a:r>
            <a:endParaRPr sz="6000">
              <a:latin typeface="Comic Sans MS"/>
              <a:cs typeface="Comic Sans MS"/>
            </a:endParaRPr>
          </a:p>
          <a:p>
            <a:pPr marL="12700">
              <a:lnSpc>
                <a:spcPts val="7015"/>
              </a:lnSpc>
              <a:tabLst>
                <a:tab pos="6193155" algn="l"/>
                <a:tab pos="10342880" algn="l"/>
              </a:tabLst>
            </a:pPr>
            <a:r>
              <a:rPr dirty="0" sz="6000" spc="-10" b="0">
                <a:solidFill>
                  <a:srgbClr val="5460A8"/>
                </a:solidFill>
                <a:latin typeface="Comic Sans MS"/>
                <a:cs typeface="Comic Sans MS"/>
              </a:rPr>
              <a:t>INFORMATION</a:t>
            </a:r>
            <a:r>
              <a:rPr dirty="0" sz="6000" b="0">
                <a:solidFill>
                  <a:srgbClr val="5460A8"/>
                </a:solidFill>
                <a:latin typeface="Comic Sans MS"/>
                <a:cs typeface="Comic Sans MS"/>
              </a:rPr>
              <a:t>	</a:t>
            </a:r>
            <a:r>
              <a:rPr dirty="0" sz="6000" spc="-10" b="0">
                <a:solidFill>
                  <a:srgbClr val="5460A8"/>
                </a:solidFill>
                <a:latin typeface="Comic Sans MS"/>
                <a:cs typeface="Comic Sans MS"/>
              </a:rPr>
              <a:t>SECURITY</a:t>
            </a:r>
            <a:r>
              <a:rPr dirty="0" sz="6000" b="0">
                <a:solidFill>
                  <a:srgbClr val="5460A8"/>
                </a:solidFill>
                <a:latin typeface="Comic Sans MS"/>
                <a:cs typeface="Comic Sans MS"/>
              </a:rPr>
              <a:t>	</a:t>
            </a:r>
            <a:r>
              <a:rPr dirty="0" sz="6000" spc="-50" b="0">
                <a:solidFill>
                  <a:srgbClr val="5460A8"/>
                </a:solidFill>
                <a:latin typeface="Comic Sans MS"/>
                <a:cs typeface="Comic Sans MS"/>
              </a:rPr>
              <a:t>?</a:t>
            </a:r>
            <a:endParaRPr sz="6000">
              <a:latin typeface="Comic Sans MS"/>
              <a:cs typeface="Comic Sans MS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29774" y="3759091"/>
            <a:ext cx="133350" cy="13334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3945240" y="3512704"/>
            <a:ext cx="11002010" cy="2997200"/>
          </a:xfrm>
          <a:prstGeom prst="rect">
            <a:avLst/>
          </a:prstGeom>
        </p:spPr>
        <p:txBody>
          <a:bodyPr wrap="square" lIns="0" tIns="46355" rIns="0" bIns="0" rtlCol="0" vert="horz">
            <a:spAutoFit/>
          </a:bodyPr>
          <a:lstStyle/>
          <a:p>
            <a:pPr algn="just" marL="12700" marR="5080">
              <a:lnSpc>
                <a:spcPct val="108200"/>
              </a:lnSpc>
              <a:spcBef>
                <a:spcPts val="365"/>
              </a:spcBef>
            </a:pPr>
            <a:r>
              <a:rPr dirty="0" sz="2800">
                <a:solidFill>
                  <a:srgbClr val="333433"/>
                </a:solidFill>
                <a:latin typeface="Comic Sans MS"/>
                <a:cs typeface="Comic Sans MS"/>
              </a:rPr>
              <a:t>Information</a:t>
            </a:r>
            <a:r>
              <a:rPr dirty="0" sz="2800" spc="43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800">
                <a:solidFill>
                  <a:srgbClr val="333433"/>
                </a:solidFill>
                <a:latin typeface="Comic Sans MS"/>
                <a:cs typeface="Comic Sans MS"/>
              </a:rPr>
              <a:t>security,</a:t>
            </a:r>
            <a:r>
              <a:rPr dirty="0" sz="2800" spc="434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800">
                <a:solidFill>
                  <a:srgbClr val="333433"/>
                </a:solidFill>
                <a:latin typeface="Comic Sans MS"/>
                <a:cs typeface="Comic Sans MS"/>
              </a:rPr>
              <a:t>or</a:t>
            </a:r>
            <a:r>
              <a:rPr dirty="0" sz="2800" spc="43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800">
                <a:solidFill>
                  <a:srgbClr val="333433"/>
                </a:solidFill>
                <a:latin typeface="Comic Sans MS"/>
                <a:cs typeface="Comic Sans MS"/>
              </a:rPr>
              <a:t>InfoSec,</a:t>
            </a:r>
            <a:r>
              <a:rPr dirty="0" sz="2800" spc="434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800">
                <a:solidFill>
                  <a:srgbClr val="333433"/>
                </a:solidFill>
                <a:latin typeface="Comic Sans MS"/>
                <a:cs typeface="Comic Sans MS"/>
              </a:rPr>
              <a:t>is</a:t>
            </a:r>
            <a:r>
              <a:rPr dirty="0" sz="2800" spc="434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800">
                <a:solidFill>
                  <a:srgbClr val="333433"/>
                </a:solidFill>
                <a:latin typeface="Comic Sans MS"/>
                <a:cs typeface="Comic Sans MS"/>
              </a:rPr>
              <a:t>the</a:t>
            </a:r>
            <a:r>
              <a:rPr dirty="0" sz="2800" spc="43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800">
                <a:solidFill>
                  <a:srgbClr val="333433"/>
                </a:solidFill>
                <a:latin typeface="Comic Sans MS"/>
                <a:cs typeface="Comic Sans MS"/>
              </a:rPr>
              <a:t>practice</a:t>
            </a:r>
            <a:r>
              <a:rPr dirty="0" sz="2800" spc="434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800">
                <a:solidFill>
                  <a:srgbClr val="333433"/>
                </a:solidFill>
                <a:latin typeface="Comic Sans MS"/>
                <a:cs typeface="Comic Sans MS"/>
              </a:rPr>
              <a:t>of</a:t>
            </a:r>
            <a:r>
              <a:rPr dirty="0" sz="2800" spc="434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800" spc="-10">
                <a:solidFill>
                  <a:srgbClr val="333433"/>
                </a:solidFill>
                <a:latin typeface="Comic Sans MS"/>
                <a:cs typeface="Comic Sans MS"/>
              </a:rPr>
              <a:t>protecting </a:t>
            </a:r>
            <a:r>
              <a:rPr dirty="0" sz="2800">
                <a:solidFill>
                  <a:srgbClr val="333433"/>
                </a:solidFill>
                <a:latin typeface="Comic Sans MS"/>
                <a:cs typeface="Comic Sans MS"/>
              </a:rPr>
              <a:t>both</a:t>
            </a:r>
            <a:r>
              <a:rPr dirty="0" sz="2800" spc="-4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800">
                <a:solidFill>
                  <a:srgbClr val="333433"/>
                </a:solidFill>
                <a:latin typeface="Comic Sans MS"/>
                <a:cs typeface="Comic Sans MS"/>
              </a:rPr>
              <a:t>physical</a:t>
            </a:r>
            <a:r>
              <a:rPr dirty="0" sz="2800" spc="-35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800">
                <a:solidFill>
                  <a:srgbClr val="333433"/>
                </a:solidFill>
                <a:latin typeface="Comic Sans MS"/>
                <a:cs typeface="Comic Sans MS"/>
              </a:rPr>
              <a:t>and</a:t>
            </a:r>
            <a:r>
              <a:rPr dirty="0" sz="2800" spc="-35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800">
                <a:solidFill>
                  <a:srgbClr val="333433"/>
                </a:solidFill>
                <a:latin typeface="Comic Sans MS"/>
                <a:cs typeface="Comic Sans MS"/>
              </a:rPr>
              <a:t>digital</a:t>
            </a:r>
            <a:r>
              <a:rPr dirty="0" sz="2800" spc="-35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800">
                <a:solidFill>
                  <a:srgbClr val="333433"/>
                </a:solidFill>
                <a:latin typeface="Comic Sans MS"/>
                <a:cs typeface="Comic Sans MS"/>
              </a:rPr>
              <a:t>data</a:t>
            </a:r>
            <a:r>
              <a:rPr dirty="0" sz="2800" spc="-35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800">
                <a:solidFill>
                  <a:srgbClr val="333433"/>
                </a:solidFill>
                <a:latin typeface="Comic Sans MS"/>
                <a:cs typeface="Comic Sans MS"/>
              </a:rPr>
              <a:t>from</a:t>
            </a:r>
            <a:r>
              <a:rPr dirty="0" sz="2800" spc="-35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800">
                <a:solidFill>
                  <a:srgbClr val="333433"/>
                </a:solidFill>
                <a:latin typeface="Comic Sans MS"/>
                <a:cs typeface="Comic Sans MS"/>
              </a:rPr>
              <a:t>unauthorized</a:t>
            </a:r>
            <a:r>
              <a:rPr dirty="0" sz="2800" spc="-35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800">
                <a:solidFill>
                  <a:srgbClr val="333433"/>
                </a:solidFill>
                <a:latin typeface="Comic Sans MS"/>
                <a:cs typeface="Comic Sans MS"/>
              </a:rPr>
              <a:t>access,</a:t>
            </a:r>
            <a:r>
              <a:rPr dirty="0" sz="2800" spc="-35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800" spc="-20">
                <a:solidFill>
                  <a:srgbClr val="333433"/>
                </a:solidFill>
                <a:latin typeface="Comic Sans MS"/>
                <a:cs typeface="Comic Sans MS"/>
              </a:rPr>
              <a:t>use, </a:t>
            </a:r>
            <a:r>
              <a:rPr dirty="0" sz="2800">
                <a:solidFill>
                  <a:srgbClr val="333433"/>
                </a:solidFill>
                <a:latin typeface="Comic Sans MS"/>
                <a:cs typeface="Comic Sans MS"/>
              </a:rPr>
              <a:t>disclosure,</a:t>
            </a:r>
            <a:r>
              <a:rPr dirty="0" sz="2800" spc="6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3400" spc="-270" b="1">
                <a:solidFill>
                  <a:srgbClr val="333433"/>
                </a:solidFill>
                <a:latin typeface="Comic Sans MS"/>
                <a:cs typeface="Comic Sans MS"/>
              </a:rPr>
              <a:t>disruption</a:t>
            </a:r>
            <a:r>
              <a:rPr dirty="0" sz="2800" spc="-270">
                <a:solidFill>
                  <a:srgbClr val="333433"/>
                </a:solidFill>
                <a:latin typeface="Comic Sans MS"/>
                <a:cs typeface="Comic Sans MS"/>
              </a:rPr>
              <a:t>,</a:t>
            </a:r>
            <a:r>
              <a:rPr dirty="0" sz="2800" spc="16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3400" spc="-280" b="1">
                <a:solidFill>
                  <a:srgbClr val="333433"/>
                </a:solidFill>
                <a:latin typeface="Comic Sans MS"/>
                <a:cs typeface="Comic Sans MS"/>
              </a:rPr>
              <a:t>modification</a:t>
            </a:r>
            <a:r>
              <a:rPr dirty="0" sz="2800" spc="-280">
                <a:solidFill>
                  <a:srgbClr val="333433"/>
                </a:solidFill>
                <a:latin typeface="Comic Sans MS"/>
                <a:cs typeface="Comic Sans MS"/>
              </a:rPr>
              <a:t>,</a:t>
            </a:r>
            <a:r>
              <a:rPr dirty="0" sz="2800" spc="16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800">
                <a:solidFill>
                  <a:srgbClr val="333433"/>
                </a:solidFill>
                <a:latin typeface="Comic Sans MS"/>
                <a:cs typeface="Comic Sans MS"/>
              </a:rPr>
              <a:t>or</a:t>
            </a:r>
            <a:r>
              <a:rPr dirty="0" sz="2800" spc="16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3400" spc="-285" b="1">
                <a:solidFill>
                  <a:srgbClr val="333433"/>
                </a:solidFill>
                <a:latin typeface="Comic Sans MS"/>
                <a:cs typeface="Comic Sans MS"/>
              </a:rPr>
              <a:t>destruction</a:t>
            </a:r>
            <a:r>
              <a:rPr dirty="0" sz="2800" spc="-285">
                <a:solidFill>
                  <a:srgbClr val="333433"/>
                </a:solidFill>
                <a:latin typeface="Comic Sans MS"/>
                <a:cs typeface="Comic Sans MS"/>
              </a:rPr>
              <a:t>.</a:t>
            </a:r>
            <a:r>
              <a:rPr dirty="0" sz="2800" spc="16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800">
                <a:solidFill>
                  <a:srgbClr val="333433"/>
                </a:solidFill>
                <a:latin typeface="Comic Sans MS"/>
                <a:cs typeface="Comic Sans MS"/>
              </a:rPr>
              <a:t>Its</a:t>
            </a:r>
            <a:r>
              <a:rPr dirty="0" sz="2800" spc="16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3400" spc="-355" b="1">
                <a:solidFill>
                  <a:srgbClr val="333433"/>
                </a:solidFill>
                <a:latin typeface="Comic Sans MS"/>
                <a:cs typeface="Comic Sans MS"/>
              </a:rPr>
              <a:t>main</a:t>
            </a:r>
            <a:r>
              <a:rPr dirty="0" sz="3400" spc="-15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3400" spc="-315" b="1">
                <a:solidFill>
                  <a:srgbClr val="333433"/>
                </a:solidFill>
                <a:latin typeface="Comic Sans MS"/>
                <a:cs typeface="Comic Sans MS"/>
              </a:rPr>
              <a:t>goal </a:t>
            </a:r>
            <a:r>
              <a:rPr dirty="0" sz="2800">
                <a:solidFill>
                  <a:srgbClr val="333433"/>
                </a:solidFill>
                <a:latin typeface="Comic Sans MS"/>
                <a:cs typeface="Comic Sans MS"/>
              </a:rPr>
              <a:t>is</a:t>
            </a:r>
            <a:r>
              <a:rPr dirty="0" sz="2800" spc="-7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800">
                <a:solidFill>
                  <a:srgbClr val="333433"/>
                </a:solidFill>
                <a:latin typeface="Comic Sans MS"/>
                <a:cs typeface="Comic Sans MS"/>
              </a:rPr>
              <a:t>to</a:t>
            </a:r>
            <a:r>
              <a:rPr dirty="0" sz="2800" spc="-7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800">
                <a:solidFill>
                  <a:srgbClr val="333433"/>
                </a:solidFill>
                <a:latin typeface="Comic Sans MS"/>
                <a:cs typeface="Comic Sans MS"/>
              </a:rPr>
              <a:t>reduce</a:t>
            </a:r>
            <a:r>
              <a:rPr dirty="0" sz="2800" spc="-7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800">
                <a:solidFill>
                  <a:srgbClr val="333433"/>
                </a:solidFill>
                <a:latin typeface="Comic Sans MS"/>
                <a:cs typeface="Comic Sans MS"/>
              </a:rPr>
              <a:t>risks</a:t>
            </a:r>
            <a:r>
              <a:rPr dirty="0" sz="2800" spc="-7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800">
                <a:solidFill>
                  <a:srgbClr val="333433"/>
                </a:solidFill>
                <a:latin typeface="Comic Sans MS"/>
                <a:cs typeface="Comic Sans MS"/>
              </a:rPr>
              <a:t>and</a:t>
            </a:r>
            <a:r>
              <a:rPr dirty="0" sz="2800" spc="-7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800">
                <a:solidFill>
                  <a:srgbClr val="333433"/>
                </a:solidFill>
                <a:latin typeface="Comic Sans MS"/>
                <a:cs typeface="Comic Sans MS"/>
              </a:rPr>
              <a:t>keep</a:t>
            </a:r>
            <a:r>
              <a:rPr dirty="0" sz="2800" spc="-7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800">
                <a:solidFill>
                  <a:srgbClr val="333433"/>
                </a:solidFill>
                <a:latin typeface="Comic Sans MS"/>
                <a:cs typeface="Comic Sans MS"/>
              </a:rPr>
              <a:t>valuable</a:t>
            </a:r>
            <a:r>
              <a:rPr dirty="0" sz="2800" spc="-7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800">
                <a:solidFill>
                  <a:srgbClr val="333433"/>
                </a:solidFill>
                <a:latin typeface="Comic Sans MS"/>
                <a:cs typeface="Comic Sans MS"/>
              </a:rPr>
              <a:t>information</a:t>
            </a:r>
            <a:r>
              <a:rPr dirty="0" sz="2800" spc="-7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800" spc="-10">
                <a:solidFill>
                  <a:srgbClr val="333433"/>
                </a:solidFill>
                <a:latin typeface="Comic Sans MS"/>
                <a:cs typeface="Comic Sans MS"/>
              </a:rPr>
              <a:t>safe.</a:t>
            </a:r>
            <a:endParaRPr sz="280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  <a:spcBef>
                <a:spcPts val="535"/>
              </a:spcBef>
            </a:pPr>
            <a:endParaRPr sz="2800">
              <a:latin typeface="Comic Sans MS"/>
              <a:cs typeface="Comic Sans MS"/>
            </a:endParaRPr>
          </a:p>
          <a:p>
            <a:pPr algn="just" marL="12700">
              <a:lnSpc>
                <a:spcPct val="100000"/>
              </a:lnSpc>
            </a:pPr>
            <a:r>
              <a:rPr dirty="0" sz="2800">
                <a:solidFill>
                  <a:srgbClr val="333433"/>
                </a:solidFill>
                <a:latin typeface="Comic Sans MS"/>
                <a:cs typeface="Comic Sans MS"/>
              </a:rPr>
              <a:t>Information</a:t>
            </a:r>
            <a:r>
              <a:rPr dirty="0" sz="2800" spc="64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800">
                <a:solidFill>
                  <a:srgbClr val="333433"/>
                </a:solidFill>
                <a:latin typeface="Comic Sans MS"/>
                <a:cs typeface="Comic Sans MS"/>
              </a:rPr>
              <a:t>security</a:t>
            </a:r>
            <a:r>
              <a:rPr dirty="0" sz="2800" spc="65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800">
                <a:solidFill>
                  <a:srgbClr val="333433"/>
                </a:solidFill>
                <a:latin typeface="Comic Sans MS"/>
                <a:cs typeface="Comic Sans MS"/>
              </a:rPr>
              <a:t>(InfoSec)</a:t>
            </a:r>
            <a:r>
              <a:rPr dirty="0" sz="2800" spc="66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800">
                <a:solidFill>
                  <a:srgbClr val="333433"/>
                </a:solidFill>
                <a:latin typeface="Comic Sans MS"/>
                <a:cs typeface="Comic Sans MS"/>
              </a:rPr>
              <a:t>is</a:t>
            </a:r>
            <a:r>
              <a:rPr dirty="0" sz="2800" spc="65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800">
                <a:solidFill>
                  <a:srgbClr val="333433"/>
                </a:solidFill>
                <a:latin typeface="Comic Sans MS"/>
                <a:cs typeface="Comic Sans MS"/>
              </a:rPr>
              <a:t>the</a:t>
            </a:r>
            <a:r>
              <a:rPr dirty="0" sz="2800" spc="66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800">
                <a:solidFill>
                  <a:srgbClr val="333433"/>
                </a:solidFill>
                <a:latin typeface="Comic Sans MS"/>
                <a:cs typeface="Comic Sans MS"/>
              </a:rPr>
              <a:t>protection</a:t>
            </a:r>
            <a:r>
              <a:rPr dirty="0" sz="2800" spc="65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800">
                <a:solidFill>
                  <a:srgbClr val="333433"/>
                </a:solidFill>
                <a:latin typeface="Comic Sans MS"/>
                <a:cs typeface="Comic Sans MS"/>
              </a:rPr>
              <a:t>of</a:t>
            </a:r>
            <a:r>
              <a:rPr dirty="0" sz="2800" spc="66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800" spc="-10">
                <a:solidFill>
                  <a:srgbClr val="333433"/>
                </a:solidFill>
                <a:latin typeface="Comic Sans MS"/>
                <a:cs typeface="Comic Sans MS"/>
              </a:rPr>
              <a:t>important</a:t>
            </a:r>
            <a:endParaRPr sz="2800">
              <a:latin typeface="Comic Sans MS"/>
              <a:cs typeface="Comic Sans MS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29774" y="6235591"/>
            <a:ext cx="133350" cy="133349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6201177" y="6472234"/>
            <a:ext cx="8745855" cy="5492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1603375" algn="l"/>
                <a:tab pos="4167504" algn="l"/>
                <a:tab pos="5810250" algn="l"/>
                <a:tab pos="8021955" algn="l"/>
              </a:tabLst>
            </a:pPr>
            <a:r>
              <a:rPr dirty="0" sz="3400" spc="-315" b="1">
                <a:solidFill>
                  <a:srgbClr val="333433"/>
                </a:solidFill>
                <a:latin typeface="Comic Sans MS"/>
                <a:cs typeface="Comic Sans MS"/>
              </a:rPr>
              <a:t>against</a:t>
            </a:r>
            <a:r>
              <a:rPr dirty="0" sz="3400" b="1">
                <a:solidFill>
                  <a:srgbClr val="333433"/>
                </a:solidFill>
                <a:latin typeface="Comic Sans MS"/>
                <a:cs typeface="Comic Sans MS"/>
              </a:rPr>
              <a:t>	</a:t>
            </a:r>
            <a:r>
              <a:rPr dirty="0" sz="3400" spc="-330" b="1">
                <a:solidFill>
                  <a:srgbClr val="333433"/>
                </a:solidFill>
                <a:latin typeface="Comic Sans MS"/>
                <a:cs typeface="Comic Sans MS"/>
              </a:rPr>
              <a:t>unauthorized</a:t>
            </a:r>
            <a:r>
              <a:rPr dirty="0" sz="3400" b="1">
                <a:solidFill>
                  <a:srgbClr val="333433"/>
                </a:solidFill>
                <a:latin typeface="Comic Sans MS"/>
                <a:cs typeface="Comic Sans MS"/>
              </a:rPr>
              <a:t>	</a:t>
            </a:r>
            <a:r>
              <a:rPr dirty="0" sz="3400" spc="-325" b="1">
                <a:solidFill>
                  <a:srgbClr val="333433"/>
                </a:solidFill>
                <a:latin typeface="Comic Sans MS"/>
                <a:cs typeface="Comic Sans MS"/>
              </a:rPr>
              <a:t>access,</a:t>
            </a:r>
            <a:r>
              <a:rPr dirty="0" sz="3400" b="1">
                <a:solidFill>
                  <a:srgbClr val="333433"/>
                </a:solidFill>
                <a:latin typeface="Comic Sans MS"/>
                <a:cs typeface="Comic Sans MS"/>
              </a:rPr>
              <a:t>	</a:t>
            </a:r>
            <a:r>
              <a:rPr dirty="0" sz="3400" spc="-300" b="1">
                <a:solidFill>
                  <a:srgbClr val="333433"/>
                </a:solidFill>
                <a:latin typeface="Comic Sans MS"/>
                <a:cs typeface="Comic Sans MS"/>
              </a:rPr>
              <a:t>disclosure,</a:t>
            </a:r>
            <a:r>
              <a:rPr dirty="0" sz="3400" b="1">
                <a:solidFill>
                  <a:srgbClr val="333433"/>
                </a:solidFill>
                <a:latin typeface="Comic Sans MS"/>
                <a:cs typeface="Comic Sans MS"/>
              </a:rPr>
              <a:t>	</a:t>
            </a:r>
            <a:r>
              <a:rPr dirty="0" sz="3400" spc="-330" b="1">
                <a:solidFill>
                  <a:srgbClr val="333433"/>
                </a:solidFill>
                <a:latin typeface="Comic Sans MS"/>
                <a:cs typeface="Comic Sans MS"/>
              </a:rPr>
              <a:t>use,</a:t>
            </a:r>
            <a:endParaRPr sz="3400">
              <a:latin typeface="Comic Sans MS"/>
              <a:cs typeface="Comic Sans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945240" y="6553122"/>
            <a:ext cx="4691380" cy="9639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3329"/>
              </a:lnSpc>
              <a:spcBef>
                <a:spcPts val="100"/>
              </a:spcBef>
            </a:pPr>
            <a:r>
              <a:rPr dirty="0" sz="2800" spc="-10">
                <a:solidFill>
                  <a:srgbClr val="333433"/>
                </a:solidFill>
                <a:latin typeface="Comic Sans MS"/>
                <a:cs typeface="Comic Sans MS"/>
              </a:rPr>
              <a:t>information</a:t>
            </a:r>
            <a:endParaRPr sz="2800">
              <a:latin typeface="Comic Sans MS"/>
              <a:cs typeface="Comic Sans MS"/>
            </a:endParaRPr>
          </a:p>
          <a:p>
            <a:pPr marL="12700">
              <a:lnSpc>
                <a:spcPts val="4050"/>
              </a:lnSpc>
              <a:tabLst>
                <a:tab pos="2090420" algn="l"/>
                <a:tab pos="2855595" algn="l"/>
              </a:tabLst>
            </a:pPr>
            <a:r>
              <a:rPr dirty="0" sz="3400" spc="-305" b="1">
                <a:solidFill>
                  <a:srgbClr val="333433"/>
                </a:solidFill>
                <a:latin typeface="Comic Sans MS"/>
                <a:cs typeface="Comic Sans MS"/>
              </a:rPr>
              <a:t>alteration</a:t>
            </a:r>
            <a:r>
              <a:rPr dirty="0" sz="3400" b="1">
                <a:solidFill>
                  <a:srgbClr val="333433"/>
                </a:solidFill>
                <a:latin typeface="Comic Sans MS"/>
                <a:cs typeface="Comic Sans MS"/>
              </a:rPr>
              <a:t>	</a:t>
            </a:r>
            <a:r>
              <a:rPr dirty="0" sz="3400" spc="-340" b="1">
                <a:solidFill>
                  <a:srgbClr val="333433"/>
                </a:solidFill>
                <a:latin typeface="Comic Sans MS"/>
                <a:cs typeface="Comic Sans MS"/>
              </a:rPr>
              <a:t>or</a:t>
            </a:r>
            <a:r>
              <a:rPr dirty="0" sz="3400" b="1">
                <a:solidFill>
                  <a:srgbClr val="333433"/>
                </a:solidFill>
                <a:latin typeface="Comic Sans MS"/>
                <a:cs typeface="Comic Sans MS"/>
              </a:rPr>
              <a:t>	</a:t>
            </a:r>
            <a:r>
              <a:rPr dirty="0" sz="3400" spc="-300" b="1">
                <a:solidFill>
                  <a:srgbClr val="333433"/>
                </a:solidFill>
                <a:latin typeface="Comic Sans MS"/>
                <a:cs typeface="Comic Sans MS"/>
              </a:rPr>
              <a:t>disruption.</a:t>
            </a:r>
            <a:endParaRPr sz="3400">
              <a:latin typeface="Comic Sans MS"/>
              <a:cs typeface="Comic Sans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970683" y="7048423"/>
            <a:ext cx="597662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34060" algn="l"/>
                <a:tab pos="1954530" algn="l"/>
                <a:tab pos="3419475" algn="l"/>
                <a:tab pos="4501515" algn="l"/>
              </a:tabLst>
            </a:pPr>
            <a:r>
              <a:rPr dirty="0" sz="2800" spc="-25">
                <a:solidFill>
                  <a:srgbClr val="333433"/>
                </a:solidFill>
                <a:latin typeface="Comic Sans MS"/>
                <a:cs typeface="Comic Sans MS"/>
              </a:rPr>
              <a:t>It</a:t>
            </a:r>
            <a:r>
              <a:rPr dirty="0" sz="2800">
                <a:solidFill>
                  <a:srgbClr val="333433"/>
                </a:solidFill>
                <a:latin typeface="Comic Sans MS"/>
                <a:cs typeface="Comic Sans MS"/>
              </a:rPr>
              <a:t>	</a:t>
            </a:r>
            <a:r>
              <a:rPr dirty="0" sz="2800" spc="-20">
                <a:solidFill>
                  <a:srgbClr val="333433"/>
                </a:solidFill>
                <a:latin typeface="Comic Sans MS"/>
                <a:cs typeface="Comic Sans MS"/>
              </a:rPr>
              <a:t>helps</a:t>
            </a:r>
            <a:r>
              <a:rPr dirty="0" sz="2800">
                <a:solidFill>
                  <a:srgbClr val="333433"/>
                </a:solidFill>
                <a:latin typeface="Comic Sans MS"/>
                <a:cs typeface="Comic Sans MS"/>
              </a:rPr>
              <a:t>	</a:t>
            </a:r>
            <a:r>
              <a:rPr dirty="0" sz="2800" spc="-10">
                <a:solidFill>
                  <a:srgbClr val="333433"/>
                </a:solidFill>
                <a:latin typeface="Comic Sans MS"/>
                <a:cs typeface="Comic Sans MS"/>
              </a:rPr>
              <a:t>ensure</a:t>
            </a:r>
            <a:r>
              <a:rPr dirty="0" sz="2800">
                <a:solidFill>
                  <a:srgbClr val="333433"/>
                </a:solidFill>
                <a:latin typeface="Comic Sans MS"/>
                <a:cs typeface="Comic Sans MS"/>
              </a:rPr>
              <a:t>	</a:t>
            </a:r>
            <a:r>
              <a:rPr dirty="0" sz="2800" spc="-20">
                <a:solidFill>
                  <a:srgbClr val="333433"/>
                </a:solidFill>
                <a:latin typeface="Comic Sans MS"/>
                <a:cs typeface="Comic Sans MS"/>
              </a:rPr>
              <a:t>that</a:t>
            </a:r>
            <a:r>
              <a:rPr dirty="0" sz="2800">
                <a:solidFill>
                  <a:srgbClr val="333433"/>
                </a:solidFill>
                <a:latin typeface="Comic Sans MS"/>
                <a:cs typeface="Comic Sans MS"/>
              </a:rPr>
              <a:t>	</a:t>
            </a:r>
            <a:r>
              <a:rPr dirty="0" sz="2800" spc="-10">
                <a:solidFill>
                  <a:srgbClr val="333433"/>
                </a:solidFill>
                <a:latin typeface="Comic Sans MS"/>
                <a:cs typeface="Comic Sans MS"/>
              </a:rPr>
              <a:t>sensitive</a:t>
            </a:r>
            <a:endParaRPr sz="2800">
              <a:latin typeface="Comic Sans MS"/>
              <a:cs typeface="Comic Sans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945240" y="7475104"/>
            <a:ext cx="11002010" cy="1016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6100"/>
              </a:lnSpc>
              <a:spcBef>
                <a:spcPts val="100"/>
              </a:spcBef>
              <a:tabLst>
                <a:tab pos="2578100" algn="l"/>
                <a:tab pos="3577590" algn="l"/>
                <a:tab pos="4109085" algn="l"/>
                <a:tab pos="5787390" algn="l"/>
                <a:tab pos="6400800" algn="l"/>
                <a:tab pos="8451850" algn="l"/>
                <a:tab pos="9705975" algn="l"/>
              </a:tabLst>
            </a:pPr>
            <a:r>
              <a:rPr dirty="0" sz="2800" spc="-10">
                <a:solidFill>
                  <a:srgbClr val="333433"/>
                </a:solidFill>
                <a:latin typeface="Comic Sans MS"/>
                <a:cs typeface="Comic Sans MS"/>
              </a:rPr>
              <a:t>organizational</a:t>
            </a:r>
            <a:r>
              <a:rPr dirty="0" sz="2800">
                <a:solidFill>
                  <a:srgbClr val="333433"/>
                </a:solidFill>
                <a:latin typeface="Comic Sans MS"/>
                <a:cs typeface="Comic Sans MS"/>
              </a:rPr>
              <a:t>	</a:t>
            </a:r>
            <a:r>
              <a:rPr dirty="0" sz="2800" spc="-20">
                <a:solidFill>
                  <a:srgbClr val="333433"/>
                </a:solidFill>
                <a:latin typeface="Comic Sans MS"/>
                <a:cs typeface="Comic Sans MS"/>
              </a:rPr>
              <a:t>data</a:t>
            </a:r>
            <a:r>
              <a:rPr dirty="0" sz="2800">
                <a:solidFill>
                  <a:srgbClr val="333433"/>
                </a:solidFill>
                <a:latin typeface="Comic Sans MS"/>
                <a:cs typeface="Comic Sans MS"/>
              </a:rPr>
              <a:t>	</a:t>
            </a:r>
            <a:r>
              <a:rPr dirty="0" sz="2800" spc="-25">
                <a:solidFill>
                  <a:srgbClr val="333433"/>
                </a:solidFill>
                <a:latin typeface="Comic Sans MS"/>
                <a:cs typeface="Comic Sans MS"/>
              </a:rPr>
              <a:t>is</a:t>
            </a:r>
            <a:r>
              <a:rPr dirty="0" sz="2800">
                <a:solidFill>
                  <a:srgbClr val="333433"/>
                </a:solidFill>
                <a:latin typeface="Comic Sans MS"/>
                <a:cs typeface="Comic Sans MS"/>
              </a:rPr>
              <a:t>	</a:t>
            </a:r>
            <a:r>
              <a:rPr dirty="0" sz="2800" spc="-10">
                <a:solidFill>
                  <a:srgbClr val="333433"/>
                </a:solidFill>
                <a:latin typeface="Comic Sans MS"/>
                <a:cs typeface="Comic Sans MS"/>
              </a:rPr>
              <a:t>available</a:t>
            </a:r>
            <a:r>
              <a:rPr dirty="0" sz="2800">
                <a:solidFill>
                  <a:srgbClr val="333433"/>
                </a:solidFill>
                <a:latin typeface="Comic Sans MS"/>
                <a:cs typeface="Comic Sans MS"/>
              </a:rPr>
              <a:t>	</a:t>
            </a:r>
            <a:r>
              <a:rPr dirty="0" sz="2800" spc="-25">
                <a:solidFill>
                  <a:srgbClr val="333433"/>
                </a:solidFill>
                <a:latin typeface="Comic Sans MS"/>
                <a:cs typeface="Comic Sans MS"/>
              </a:rPr>
              <a:t>to</a:t>
            </a:r>
            <a:r>
              <a:rPr dirty="0" sz="2800">
                <a:solidFill>
                  <a:srgbClr val="333433"/>
                </a:solidFill>
                <a:latin typeface="Comic Sans MS"/>
                <a:cs typeface="Comic Sans MS"/>
              </a:rPr>
              <a:t>	</a:t>
            </a:r>
            <a:r>
              <a:rPr dirty="0" sz="2800" spc="-10">
                <a:solidFill>
                  <a:srgbClr val="333433"/>
                </a:solidFill>
                <a:latin typeface="Comic Sans MS"/>
                <a:cs typeface="Comic Sans MS"/>
              </a:rPr>
              <a:t>authorized</a:t>
            </a:r>
            <a:r>
              <a:rPr dirty="0" sz="2800">
                <a:solidFill>
                  <a:srgbClr val="333433"/>
                </a:solidFill>
                <a:latin typeface="Comic Sans MS"/>
                <a:cs typeface="Comic Sans MS"/>
              </a:rPr>
              <a:t>	</a:t>
            </a:r>
            <a:r>
              <a:rPr dirty="0" sz="2800" spc="-10">
                <a:solidFill>
                  <a:srgbClr val="333433"/>
                </a:solidFill>
                <a:latin typeface="Comic Sans MS"/>
                <a:cs typeface="Comic Sans MS"/>
              </a:rPr>
              <a:t>users,</a:t>
            </a:r>
            <a:r>
              <a:rPr dirty="0" sz="2800">
                <a:solidFill>
                  <a:srgbClr val="333433"/>
                </a:solidFill>
                <a:latin typeface="Comic Sans MS"/>
                <a:cs typeface="Comic Sans MS"/>
              </a:rPr>
              <a:t>	</a:t>
            </a:r>
            <a:r>
              <a:rPr dirty="0" sz="2800" spc="-10">
                <a:solidFill>
                  <a:srgbClr val="333433"/>
                </a:solidFill>
                <a:latin typeface="Comic Sans MS"/>
                <a:cs typeface="Comic Sans MS"/>
              </a:rPr>
              <a:t>remains </a:t>
            </a:r>
            <a:r>
              <a:rPr dirty="0" sz="2800">
                <a:solidFill>
                  <a:srgbClr val="333433"/>
                </a:solidFill>
                <a:latin typeface="Comic Sans MS"/>
                <a:cs typeface="Comic Sans MS"/>
              </a:rPr>
              <a:t>confidential</a:t>
            </a:r>
            <a:r>
              <a:rPr dirty="0" sz="2800" spc="-8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800">
                <a:solidFill>
                  <a:srgbClr val="333433"/>
                </a:solidFill>
                <a:latin typeface="Comic Sans MS"/>
                <a:cs typeface="Comic Sans MS"/>
              </a:rPr>
              <a:t>and</a:t>
            </a:r>
            <a:r>
              <a:rPr dirty="0" sz="2800" spc="-8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800">
                <a:solidFill>
                  <a:srgbClr val="333433"/>
                </a:solidFill>
                <a:latin typeface="Comic Sans MS"/>
                <a:cs typeface="Comic Sans MS"/>
              </a:rPr>
              <a:t>maintains</a:t>
            </a:r>
            <a:r>
              <a:rPr dirty="0" sz="2800" spc="-8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800">
                <a:solidFill>
                  <a:srgbClr val="333433"/>
                </a:solidFill>
                <a:latin typeface="Comic Sans MS"/>
                <a:cs typeface="Comic Sans MS"/>
              </a:rPr>
              <a:t>its</a:t>
            </a:r>
            <a:r>
              <a:rPr dirty="0" sz="2800" spc="-8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800" spc="-10">
                <a:solidFill>
                  <a:srgbClr val="333433"/>
                </a:solidFill>
                <a:latin typeface="Comic Sans MS"/>
                <a:cs typeface="Comic Sans MS"/>
              </a:rPr>
              <a:t>integrity.</a:t>
            </a:r>
            <a:endParaRPr sz="28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860377" y="1"/>
            <a:ext cx="1428115" cy="10287000"/>
            <a:chOff x="16860377" y="1"/>
            <a:chExt cx="1428115" cy="10287000"/>
          </a:xfrm>
        </p:grpSpPr>
        <p:sp>
          <p:nvSpPr>
            <p:cNvPr id="3" name="object 3"/>
            <p:cNvSpPr/>
            <p:nvPr/>
          </p:nvSpPr>
          <p:spPr>
            <a:xfrm>
              <a:off x="16860377" y="1"/>
              <a:ext cx="1428115" cy="10287000"/>
            </a:xfrm>
            <a:custGeom>
              <a:avLst/>
              <a:gdLst/>
              <a:ahLst/>
              <a:cxnLst/>
              <a:rect l="l" t="t" r="r" b="b"/>
              <a:pathLst>
                <a:path w="1428115" h="10287000">
                  <a:moveTo>
                    <a:pt x="501629" y="62878"/>
                  </a:moveTo>
                  <a:lnTo>
                    <a:pt x="528368" y="0"/>
                  </a:lnTo>
                  <a:lnTo>
                    <a:pt x="1427619" y="0"/>
                  </a:lnTo>
                  <a:lnTo>
                    <a:pt x="1427619" y="10286999"/>
                  </a:lnTo>
                  <a:lnTo>
                    <a:pt x="1287213" y="10286999"/>
                  </a:lnTo>
                  <a:lnTo>
                    <a:pt x="711966" y="878980"/>
                  </a:lnTo>
                  <a:lnTo>
                    <a:pt x="501629" y="62878"/>
                  </a:lnTo>
                  <a:close/>
                </a:path>
                <a:path w="1428115" h="10287000">
                  <a:moveTo>
                    <a:pt x="491447" y="1212337"/>
                  </a:moveTo>
                  <a:lnTo>
                    <a:pt x="711966" y="878980"/>
                  </a:lnTo>
                  <a:lnTo>
                    <a:pt x="1287213" y="10286999"/>
                  </a:lnTo>
                  <a:lnTo>
                    <a:pt x="1180173" y="10286999"/>
                  </a:lnTo>
                  <a:lnTo>
                    <a:pt x="647623" y="1577285"/>
                  </a:lnTo>
                  <a:lnTo>
                    <a:pt x="491447" y="1212337"/>
                  </a:lnTo>
                  <a:close/>
                </a:path>
                <a:path w="1428115" h="10287000">
                  <a:moveTo>
                    <a:pt x="170825" y="2959008"/>
                  </a:moveTo>
                  <a:lnTo>
                    <a:pt x="283851" y="2569972"/>
                  </a:lnTo>
                  <a:lnTo>
                    <a:pt x="508307" y="2361372"/>
                  </a:lnTo>
                  <a:lnTo>
                    <a:pt x="563780" y="1956662"/>
                  </a:lnTo>
                  <a:lnTo>
                    <a:pt x="647623" y="1577285"/>
                  </a:lnTo>
                  <a:lnTo>
                    <a:pt x="1180173" y="10286999"/>
                  </a:lnTo>
                  <a:lnTo>
                    <a:pt x="912696" y="10286999"/>
                  </a:lnTo>
                  <a:lnTo>
                    <a:pt x="713477" y="7028812"/>
                  </a:lnTo>
                  <a:lnTo>
                    <a:pt x="674720" y="6986557"/>
                  </a:lnTo>
                  <a:lnTo>
                    <a:pt x="497692" y="4091303"/>
                  </a:lnTo>
                  <a:lnTo>
                    <a:pt x="418855" y="3960970"/>
                  </a:lnTo>
                  <a:lnTo>
                    <a:pt x="383650" y="3385205"/>
                  </a:lnTo>
                  <a:lnTo>
                    <a:pt x="170825" y="2959008"/>
                  </a:lnTo>
                  <a:close/>
                </a:path>
                <a:path w="1428115" h="10287000">
                  <a:moveTo>
                    <a:pt x="539942" y="7253246"/>
                  </a:moveTo>
                  <a:lnTo>
                    <a:pt x="713477" y="7028812"/>
                  </a:lnTo>
                  <a:lnTo>
                    <a:pt x="912696" y="10286999"/>
                  </a:lnTo>
                  <a:lnTo>
                    <a:pt x="758412" y="10286999"/>
                  </a:lnTo>
                  <a:lnTo>
                    <a:pt x="588680" y="7511086"/>
                  </a:lnTo>
                  <a:lnTo>
                    <a:pt x="539942" y="7253246"/>
                  </a:lnTo>
                  <a:close/>
                </a:path>
                <a:path w="1428115" h="10287000">
                  <a:moveTo>
                    <a:pt x="186086" y="5401904"/>
                  </a:moveTo>
                  <a:lnTo>
                    <a:pt x="379883" y="5070181"/>
                  </a:lnTo>
                  <a:lnTo>
                    <a:pt x="499960" y="4848770"/>
                  </a:lnTo>
                  <a:lnTo>
                    <a:pt x="473895" y="4422473"/>
                  </a:lnTo>
                  <a:lnTo>
                    <a:pt x="497692" y="4091303"/>
                  </a:lnTo>
                  <a:lnTo>
                    <a:pt x="674720" y="6986557"/>
                  </a:lnTo>
                  <a:lnTo>
                    <a:pt x="596682" y="6901474"/>
                  </a:lnTo>
                  <a:lnTo>
                    <a:pt x="542295" y="6011995"/>
                  </a:lnTo>
                  <a:lnTo>
                    <a:pt x="417356" y="5683030"/>
                  </a:lnTo>
                  <a:lnTo>
                    <a:pt x="186086" y="5401904"/>
                  </a:lnTo>
                  <a:close/>
                </a:path>
                <a:path w="1428115" h="10287000">
                  <a:moveTo>
                    <a:pt x="300053" y="3764568"/>
                  </a:moveTo>
                  <a:lnTo>
                    <a:pt x="383650" y="3385205"/>
                  </a:lnTo>
                  <a:lnTo>
                    <a:pt x="418855" y="3960970"/>
                  </a:lnTo>
                  <a:lnTo>
                    <a:pt x="300053" y="3764568"/>
                  </a:lnTo>
                  <a:close/>
                </a:path>
                <a:path w="1428115" h="10287000">
                  <a:moveTo>
                    <a:pt x="446141" y="6737342"/>
                  </a:moveTo>
                  <a:lnTo>
                    <a:pt x="532848" y="6449076"/>
                  </a:lnTo>
                  <a:lnTo>
                    <a:pt x="542295" y="6011995"/>
                  </a:lnTo>
                  <a:lnTo>
                    <a:pt x="596682" y="6901474"/>
                  </a:lnTo>
                  <a:lnTo>
                    <a:pt x="446141" y="6737342"/>
                  </a:lnTo>
                  <a:close/>
                </a:path>
                <a:path w="1428115" h="10287000">
                  <a:moveTo>
                    <a:pt x="0" y="8515803"/>
                  </a:moveTo>
                  <a:lnTo>
                    <a:pt x="274697" y="8179134"/>
                  </a:lnTo>
                  <a:lnTo>
                    <a:pt x="439829" y="7756893"/>
                  </a:lnTo>
                  <a:lnTo>
                    <a:pt x="588680" y="7511086"/>
                  </a:lnTo>
                  <a:lnTo>
                    <a:pt x="758412" y="10286999"/>
                  </a:lnTo>
                  <a:lnTo>
                    <a:pt x="403581" y="10286999"/>
                  </a:lnTo>
                  <a:lnTo>
                    <a:pt x="323501" y="8977310"/>
                  </a:lnTo>
                  <a:lnTo>
                    <a:pt x="0" y="8515803"/>
                  </a:lnTo>
                  <a:close/>
                </a:path>
                <a:path w="1428115" h="10287000">
                  <a:moveTo>
                    <a:pt x="233450" y="9347716"/>
                  </a:moveTo>
                  <a:lnTo>
                    <a:pt x="323501" y="8977306"/>
                  </a:lnTo>
                  <a:lnTo>
                    <a:pt x="403581" y="10286999"/>
                  </a:lnTo>
                  <a:lnTo>
                    <a:pt x="377744" y="10286999"/>
                  </a:lnTo>
                  <a:lnTo>
                    <a:pt x="343446" y="9726069"/>
                  </a:lnTo>
                  <a:lnTo>
                    <a:pt x="233450" y="9347716"/>
                  </a:lnTo>
                  <a:close/>
                </a:path>
                <a:path w="1428115" h="10287000">
                  <a:moveTo>
                    <a:pt x="157361" y="10286999"/>
                  </a:moveTo>
                  <a:lnTo>
                    <a:pt x="179944" y="10110563"/>
                  </a:lnTo>
                  <a:lnTo>
                    <a:pt x="343446" y="9726069"/>
                  </a:lnTo>
                  <a:lnTo>
                    <a:pt x="377744" y="10286999"/>
                  </a:lnTo>
                  <a:lnTo>
                    <a:pt x="157361" y="10286999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6932849" y="1"/>
              <a:ext cx="1355725" cy="10287000"/>
            </a:xfrm>
            <a:custGeom>
              <a:avLst/>
              <a:gdLst/>
              <a:ahLst/>
              <a:cxnLst/>
              <a:rect l="l" t="t" r="r" b="b"/>
              <a:pathLst>
                <a:path w="1355725" h="10287000">
                  <a:moveTo>
                    <a:pt x="551392" y="0"/>
                  </a:moveTo>
                  <a:lnTo>
                    <a:pt x="1355147" y="0"/>
                  </a:lnTo>
                  <a:lnTo>
                    <a:pt x="1355147" y="10286999"/>
                  </a:lnTo>
                  <a:lnTo>
                    <a:pt x="1301111" y="10286999"/>
                  </a:lnTo>
                  <a:lnTo>
                    <a:pt x="709714" y="614851"/>
                  </a:lnTo>
                  <a:lnTo>
                    <a:pt x="551392" y="0"/>
                  </a:lnTo>
                  <a:close/>
                </a:path>
                <a:path w="1355725" h="10287000">
                  <a:moveTo>
                    <a:pt x="489441" y="948192"/>
                  </a:moveTo>
                  <a:lnTo>
                    <a:pt x="709714" y="614851"/>
                  </a:lnTo>
                  <a:lnTo>
                    <a:pt x="1301111" y="10286999"/>
                  </a:lnTo>
                  <a:lnTo>
                    <a:pt x="1194071" y="10286999"/>
                  </a:lnTo>
                  <a:lnTo>
                    <a:pt x="645356" y="1312910"/>
                  </a:lnTo>
                  <a:lnTo>
                    <a:pt x="489441" y="948192"/>
                  </a:lnTo>
                  <a:close/>
                </a:path>
                <a:path w="1355725" h="10287000">
                  <a:moveTo>
                    <a:pt x="168618" y="2695615"/>
                  </a:moveTo>
                  <a:lnTo>
                    <a:pt x="281875" y="2306319"/>
                  </a:lnTo>
                  <a:lnTo>
                    <a:pt x="506085" y="2097733"/>
                  </a:lnTo>
                  <a:lnTo>
                    <a:pt x="561573" y="1693269"/>
                  </a:lnTo>
                  <a:lnTo>
                    <a:pt x="645356" y="1312910"/>
                  </a:lnTo>
                  <a:lnTo>
                    <a:pt x="1194071" y="10286999"/>
                  </a:lnTo>
                  <a:lnTo>
                    <a:pt x="926595" y="10286999"/>
                  </a:lnTo>
                  <a:lnTo>
                    <a:pt x="711285" y="6765664"/>
                  </a:lnTo>
                  <a:lnTo>
                    <a:pt x="672529" y="6723409"/>
                  </a:lnTo>
                  <a:lnTo>
                    <a:pt x="495470" y="3827665"/>
                  </a:lnTo>
                  <a:lnTo>
                    <a:pt x="416639" y="3697430"/>
                  </a:lnTo>
                  <a:lnTo>
                    <a:pt x="381428" y="3121567"/>
                  </a:lnTo>
                  <a:lnTo>
                    <a:pt x="168618" y="2695615"/>
                  </a:lnTo>
                  <a:close/>
                </a:path>
                <a:path w="1355725" h="10287000">
                  <a:moveTo>
                    <a:pt x="537765" y="6990343"/>
                  </a:moveTo>
                  <a:lnTo>
                    <a:pt x="711285" y="6765664"/>
                  </a:lnTo>
                  <a:lnTo>
                    <a:pt x="926595" y="10286999"/>
                  </a:lnTo>
                  <a:lnTo>
                    <a:pt x="773294" y="10286999"/>
                  </a:lnTo>
                  <a:lnTo>
                    <a:pt x="587439" y="7247387"/>
                  </a:lnTo>
                  <a:lnTo>
                    <a:pt x="537765" y="6990343"/>
                  </a:lnTo>
                  <a:close/>
                </a:path>
                <a:path w="1355725" h="10287000">
                  <a:moveTo>
                    <a:pt x="183970" y="5139981"/>
                  </a:moveTo>
                  <a:lnTo>
                    <a:pt x="377692" y="4807033"/>
                  </a:lnTo>
                  <a:lnTo>
                    <a:pt x="497784" y="4585867"/>
                  </a:lnTo>
                  <a:lnTo>
                    <a:pt x="471704" y="4159325"/>
                  </a:lnTo>
                  <a:lnTo>
                    <a:pt x="495470" y="3827665"/>
                  </a:lnTo>
                  <a:lnTo>
                    <a:pt x="672529" y="6723409"/>
                  </a:lnTo>
                  <a:lnTo>
                    <a:pt x="594754" y="6638613"/>
                  </a:lnTo>
                  <a:lnTo>
                    <a:pt x="540349" y="5748832"/>
                  </a:lnTo>
                  <a:lnTo>
                    <a:pt x="415165" y="5419882"/>
                  </a:lnTo>
                  <a:lnTo>
                    <a:pt x="183970" y="5139981"/>
                  </a:lnTo>
                  <a:close/>
                </a:path>
                <a:path w="1355725" h="10287000">
                  <a:moveTo>
                    <a:pt x="297847" y="3501176"/>
                  </a:moveTo>
                  <a:lnTo>
                    <a:pt x="381428" y="3121567"/>
                  </a:lnTo>
                  <a:lnTo>
                    <a:pt x="416639" y="3697430"/>
                  </a:lnTo>
                  <a:lnTo>
                    <a:pt x="297847" y="3501176"/>
                  </a:lnTo>
                  <a:close/>
                </a:path>
                <a:path w="1355725" h="10287000">
                  <a:moveTo>
                    <a:pt x="443949" y="6474194"/>
                  </a:moveTo>
                  <a:lnTo>
                    <a:pt x="530656" y="6185928"/>
                  </a:lnTo>
                  <a:lnTo>
                    <a:pt x="540349" y="5748832"/>
                  </a:lnTo>
                  <a:lnTo>
                    <a:pt x="594754" y="6638613"/>
                  </a:lnTo>
                  <a:lnTo>
                    <a:pt x="443949" y="6474194"/>
                  </a:lnTo>
                  <a:close/>
                </a:path>
                <a:path w="1355725" h="10287000">
                  <a:moveTo>
                    <a:pt x="0" y="8252274"/>
                  </a:moveTo>
                  <a:lnTo>
                    <a:pt x="273471" y="7915680"/>
                  </a:lnTo>
                  <a:lnTo>
                    <a:pt x="438587" y="7493194"/>
                  </a:lnTo>
                  <a:lnTo>
                    <a:pt x="587439" y="7247387"/>
                  </a:lnTo>
                  <a:lnTo>
                    <a:pt x="773294" y="10286999"/>
                  </a:lnTo>
                  <a:lnTo>
                    <a:pt x="418463" y="10286999"/>
                  </a:lnTo>
                  <a:lnTo>
                    <a:pt x="322275" y="8713855"/>
                  </a:lnTo>
                  <a:lnTo>
                    <a:pt x="0" y="8252274"/>
                  </a:lnTo>
                  <a:close/>
                </a:path>
                <a:path w="1355725" h="10287000">
                  <a:moveTo>
                    <a:pt x="231183" y="9083341"/>
                  </a:moveTo>
                  <a:lnTo>
                    <a:pt x="322275" y="8713854"/>
                  </a:lnTo>
                  <a:lnTo>
                    <a:pt x="418463" y="10286999"/>
                  </a:lnTo>
                  <a:lnTo>
                    <a:pt x="390658" y="10286999"/>
                  </a:lnTo>
                  <a:lnTo>
                    <a:pt x="340259" y="9462735"/>
                  </a:lnTo>
                  <a:lnTo>
                    <a:pt x="231183" y="9083341"/>
                  </a:lnTo>
                  <a:close/>
                </a:path>
                <a:path w="1355725" h="10287000">
                  <a:moveTo>
                    <a:pt x="120215" y="10286999"/>
                  </a:moveTo>
                  <a:lnTo>
                    <a:pt x="176496" y="9847000"/>
                  </a:lnTo>
                  <a:lnTo>
                    <a:pt x="340259" y="9462735"/>
                  </a:lnTo>
                  <a:lnTo>
                    <a:pt x="390658" y="10286999"/>
                  </a:lnTo>
                  <a:lnTo>
                    <a:pt x="120215" y="10286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7462089" y="1"/>
              <a:ext cx="826135" cy="10287000"/>
            </a:xfrm>
            <a:custGeom>
              <a:avLst/>
              <a:gdLst/>
              <a:ahLst/>
              <a:cxnLst/>
              <a:rect l="l" t="t" r="r" b="b"/>
              <a:pathLst>
                <a:path w="826134" h="10287000">
                  <a:moveTo>
                    <a:pt x="283569" y="0"/>
                  </a:moveTo>
                  <a:lnTo>
                    <a:pt x="825907" y="0"/>
                  </a:lnTo>
                  <a:lnTo>
                    <a:pt x="825907" y="7492473"/>
                  </a:lnTo>
                  <a:lnTo>
                    <a:pt x="654527" y="4689589"/>
                  </a:lnTo>
                  <a:lnTo>
                    <a:pt x="654275" y="4689477"/>
                  </a:lnTo>
                  <a:lnTo>
                    <a:pt x="396998" y="481783"/>
                  </a:lnTo>
                  <a:lnTo>
                    <a:pt x="367330" y="343176"/>
                  </a:lnTo>
                  <a:lnTo>
                    <a:pt x="283569" y="0"/>
                  </a:lnTo>
                  <a:close/>
                </a:path>
                <a:path w="826134" h="10287000">
                  <a:moveTo>
                    <a:pt x="334431" y="5233506"/>
                  </a:moveTo>
                  <a:lnTo>
                    <a:pt x="654527" y="4689589"/>
                  </a:lnTo>
                  <a:lnTo>
                    <a:pt x="825907" y="7492473"/>
                  </a:lnTo>
                  <a:lnTo>
                    <a:pt x="825907" y="7717846"/>
                  </a:lnTo>
                  <a:lnTo>
                    <a:pt x="779865" y="6964833"/>
                  </a:lnTo>
                  <a:lnTo>
                    <a:pt x="726497" y="6719826"/>
                  </a:lnTo>
                  <a:lnTo>
                    <a:pt x="459680" y="6545463"/>
                  </a:lnTo>
                  <a:lnTo>
                    <a:pt x="409481" y="5724475"/>
                  </a:lnTo>
                  <a:lnTo>
                    <a:pt x="334431" y="5233506"/>
                  </a:lnTo>
                  <a:close/>
                </a:path>
                <a:path w="826134" h="10287000">
                  <a:moveTo>
                    <a:pt x="287909" y="927171"/>
                  </a:moveTo>
                  <a:lnTo>
                    <a:pt x="305650" y="865564"/>
                  </a:lnTo>
                  <a:lnTo>
                    <a:pt x="344309" y="725770"/>
                  </a:lnTo>
                  <a:lnTo>
                    <a:pt x="382040" y="575330"/>
                  </a:lnTo>
                  <a:lnTo>
                    <a:pt x="396998" y="481783"/>
                  </a:lnTo>
                  <a:lnTo>
                    <a:pt x="654275" y="4689477"/>
                  </a:lnTo>
                  <a:lnTo>
                    <a:pt x="605201" y="4667623"/>
                  </a:lnTo>
                  <a:lnTo>
                    <a:pt x="395979" y="1245849"/>
                  </a:lnTo>
                  <a:lnTo>
                    <a:pt x="287909" y="927171"/>
                  </a:lnTo>
                  <a:close/>
                </a:path>
                <a:path w="826134" h="10287000">
                  <a:moveTo>
                    <a:pt x="0" y="8183006"/>
                  </a:moveTo>
                  <a:lnTo>
                    <a:pt x="263855" y="7898426"/>
                  </a:lnTo>
                  <a:lnTo>
                    <a:pt x="307763" y="7469572"/>
                  </a:lnTo>
                  <a:lnTo>
                    <a:pt x="456860" y="7223750"/>
                  </a:lnTo>
                  <a:lnTo>
                    <a:pt x="779865" y="6964833"/>
                  </a:lnTo>
                  <a:lnTo>
                    <a:pt x="825907" y="7717846"/>
                  </a:lnTo>
                  <a:lnTo>
                    <a:pt x="825907" y="10286999"/>
                  </a:lnTo>
                  <a:lnTo>
                    <a:pt x="402768" y="10286999"/>
                  </a:lnTo>
                  <a:lnTo>
                    <a:pt x="298266" y="8577897"/>
                  </a:lnTo>
                  <a:lnTo>
                    <a:pt x="0" y="8183006"/>
                  </a:lnTo>
                  <a:close/>
                </a:path>
                <a:path w="826134" h="10287000">
                  <a:moveTo>
                    <a:pt x="37676" y="2670031"/>
                  </a:moveTo>
                  <a:lnTo>
                    <a:pt x="45156" y="2569448"/>
                  </a:lnTo>
                  <a:lnTo>
                    <a:pt x="85223" y="2440044"/>
                  </a:lnTo>
                  <a:lnTo>
                    <a:pt x="129831" y="2328310"/>
                  </a:lnTo>
                  <a:lnTo>
                    <a:pt x="150933" y="2280734"/>
                  </a:lnTo>
                  <a:lnTo>
                    <a:pt x="172397" y="2240468"/>
                  </a:lnTo>
                  <a:lnTo>
                    <a:pt x="219310" y="2147443"/>
                  </a:lnTo>
                  <a:lnTo>
                    <a:pt x="265087" y="2044138"/>
                  </a:lnTo>
                  <a:lnTo>
                    <a:pt x="283630" y="1971940"/>
                  </a:lnTo>
                  <a:lnTo>
                    <a:pt x="282364" y="1938106"/>
                  </a:lnTo>
                  <a:lnTo>
                    <a:pt x="282616" y="1889261"/>
                  </a:lnTo>
                  <a:lnTo>
                    <a:pt x="286467" y="1712640"/>
                  </a:lnTo>
                  <a:lnTo>
                    <a:pt x="286776" y="1663732"/>
                  </a:lnTo>
                  <a:lnTo>
                    <a:pt x="285594" y="1629802"/>
                  </a:lnTo>
                  <a:lnTo>
                    <a:pt x="300748" y="1545751"/>
                  </a:lnTo>
                  <a:lnTo>
                    <a:pt x="338925" y="1416440"/>
                  </a:lnTo>
                  <a:lnTo>
                    <a:pt x="378033" y="1297822"/>
                  </a:lnTo>
                  <a:lnTo>
                    <a:pt x="395979" y="1245849"/>
                  </a:lnTo>
                  <a:lnTo>
                    <a:pt x="605201" y="4667623"/>
                  </a:lnTo>
                  <a:lnTo>
                    <a:pt x="412448" y="4581785"/>
                  </a:lnTo>
                  <a:lnTo>
                    <a:pt x="364772" y="3802066"/>
                  </a:lnTo>
                  <a:lnTo>
                    <a:pt x="97509" y="3521247"/>
                  </a:lnTo>
                  <a:lnTo>
                    <a:pt x="51796" y="2773638"/>
                  </a:lnTo>
                  <a:lnTo>
                    <a:pt x="37676" y="2670031"/>
                  </a:lnTo>
                  <a:close/>
                </a:path>
                <a:path w="826134" h="10287000">
                  <a:moveTo>
                    <a:pt x="366916" y="4561509"/>
                  </a:moveTo>
                  <a:lnTo>
                    <a:pt x="340745" y="4133496"/>
                  </a:lnTo>
                  <a:lnTo>
                    <a:pt x="364772" y="3802066"/>
                  </a:lnTo>
                  <a:lnTo>
                    <a:pt x="412448" y="4581785"/>
                  </a:lnTo>
                  <a:lnTo>
                    <a:pt x="366916" y="4561509"/>
                  </a:lnTo>
                  <a:close/>
                </a:path>
                <a:path w="826134" h="10287000">
                  <a:moveTo>
                    <a:pt x="313326" y="6449822"/>
                  </a:moveTo>
                  <a:lnTo>
                    <a:pt x="399788" y="6161571"/>
                  </a:lnTo>
                  <a:lnTo>
                    <a:pt x="409481" y="5724475"/>
                  </a:lnTo>
                  <a:lnTo>
                    <a:pt x="459680" y="6545463"/>
                  </a:lnTo>
                  <a:lnTo>
                    <a:pt x="313326" y="6449822"/>
                  </a:lnTo>
                  <a:close/>
                </a:path>
                <a:path w="826134" h="10287000">
                  <a:moveTo>
                    <a:pt x="60262" y="3482112"/>
                  </a:moveTo>
                  <a:lnTo>
                    <a:pt x="62662" y="3078679"/>
                  </a:lnTo>
                  <a:lnTo>
                    <a:pt x="62164" y="3028079"/>
                  </a:lnTo>
                  <a:lnTo>
                    <a:pt x="59250" y="2909693"/>
                  </a:lnTo>
                  <a:lnTo>
                    <a:pt x="51796" y="2773638"/>
                  </a:lnTo>
                  <a:lnTo>
                    <a:pt x="97509" y="3521247"/>
                  </a:lnTo>
                  <a:lnTo>
                    <a:pt x="60262" y="3482112"/>
                  </a:lnTo>
                  <a:close/>
                </a:path>
                <a:path w="826134" h="10287000">
                  <a:moveTo>
                    <a:pt x="101110" y="9059919"/>
                  </a:moveTo>
                  <a:lnTo>
                    <a:pt x="298266" y="8577897"/>
                  </a:lnTo>
                  <a:lnTo>
                    <a:pt x="402768" y="10286999"/>
                  </a:lnTo>
                  <a:lnTo>
                    <a:pt x="379638" y="10286999"/>
                  </a:lnTo>
                  <a:lnTo>
                    <a:pt x="331955" y="9507159"/>
                  </a:lnTo>
                  <a:lnTo>
                    <a:pt x="101110" y="9059919"/>
                  </a:lnTo>
                  <a:close/>
                </a:path>
                <a:path w="826134" h="10287000">
                  <a:moveTo>
                    <a:pt x="175275" y="10272869"/>
                  </a:moveTo>
                  <a:lnTo>
                    <a:pt x="160505" y="9741553"/>
                  </a:lnTo>
                  <a:lnTo>
                    <a:pt x="331955" y="9507159"/>
                  </a:lnTo>
                  <a:lnTo>
                    <a:pt x="379638" y="10286999"/>
                  </a:lnTo>
                  <a:lnTo>
                    <a:pt x="182582" y="10286999"/>
                  </a:lnTo>
                  <a:lnTo>
                    <a:pt x="175275" y="10272869"/>
                  </a:lnTo>
                  <a:close/>
                </a:path>
              </a:pathLst>
            </a:custGeom>
            <a:solidFill>
              <a:srgbClr val="FFD04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/>
          <p:nvPr/>
        </p:nvSpPr>
        <p:spPr>
          <a:xfrm>
            <a:off x="0" y="8919497"/>
            <a:ext cx="2091055" cy="655955"/>
          </a:xfrm>
          <a:custGeom>
            <a:avLst/>
            <a:gdLst/>
            <a:ahLst/>
            <a:cxnLst/>
            <a:rect l="l" t="t" r="r" b="b"/>
            <a:pathLst>
              <a:path w="2091055" h="655954">
                <a:moveTo>
                  <a:pt x="0" y="655409"/>
                </a:moveTo>
                <a:lnTo>
                  <a:pt x="0" y="467373"/>
                </a:lnTo>
                <a:lnTo>
                  <a:pt x="13635" y="460438"/>
                </a:lnTo>
                <a:lnTo>
                  <a:pt x="59683" y="431652"/>
                </a:lnTo>
                <a:lnTo>
                  <a:pt x="101779" y="398425"/>
                </a:lnTo>
                <a:lnTo>
                  <a:pt x="140349" y="361295"/>
                </a:lnTo>
                <a:lnTo>
                  <a:pt x="175823" y="320799"/>
                </a:lnTo>
                <a:lnTo>
                  <a:pt x="208628" y="277476"/>
                </a:lnTo>
                <a:lnTo>
                  <a:pt x="234844" y="241048"/>
                </a:lnTo>
                <a:lnTo>
                  <a:pt x="261370" y="204794"/>
                </a:lnTo>
                <a:lnTo>
                  <a:pt x="287974" y="168580"/>
                </a:lnTo>
                <a:lnTo>
                  <a:pt x="314423" y="132268"/>
                </a:lnTo>
                <a:lnTo>
                  <a:pt x="321952" y="124071"/>
                </a:lnTo>
                <a:lnTo>
                  <a:pt x="330473" y="119122"/>
                </a:lnTo>
                <a:lnTo>
                  <a:pt x="340356" y="117012"/>
                </a:lnTo>
                <a:lnTo>
                  <a:pt x="351969" y="117332"/>
                </a:lnTo>
                <a:lnTo>
                  <a:pt x="384084" y="120295"/>
                </a:lnTo>
                <a:lnTo>
                  <a:pt x="448468" y="124742"/>
                </a:lnTo>
                <a:lnTo>
                  <a:pt x="502133" y="132258"/>
                </a:lnTo>
                <a:lnTo>
                  <a:pt x="526841" y="178320"/>
                </a:lnTo>
                <a:lnTo>
                  <a:pt x="532195" y="210525"/>
                </a:lnTo>
                <a:lnTo>
                  <a:pt x="538561" y="242574"/>
                </a:lnTo>
                <a:lnTo>
                  <a:pt x="555882" y="305273"/>
                </a:lnTo>
                <a:lnTo>
                  <a:pt x="590473" y="369761"/>
                </a:lnTo>
                <a:lnTo>
                  <a:pt x="642177" y="422891"/>
                </a:lnTo>
                <a:lnTo>
                  <a:pt x="677037" y="445577"/>
                </a:lnTo>
                <a:lnTo>
                  <a:pt x="713822" y="458130"/>
                </a:lnTo>
                <a:lnTo>
                  <a:pt x="752590" y="460843"/>
                </a:lnTo>
                <a:lnTo>
                  <a:pt x="793401" y="454007"/>
                </a:lnTo>
                <a:lnTo>
                  <a:pt x="843089" y="436203"/>
                </a:lnTo>
                <a:lnTo>
                  <a:pt x="889394" y="412390"/>
                </a:lnTo>
                <a:lnTo>
                  <a:pt x="933131" y="384026"/>
                </a:lnTo>
                <a:lnTo>
                  <a:pt x="975118" y="352569"/>
                </a:lnTo>
                <a:lnTo>
                  <a:pt x="1013370" y="320827"/>
                </a:lnTo>
                <a:lnTo>
                  <a:pt x="1049835" y="287333"/>
                </a:lnTo>
                <a:lnTo>
                  <a:pt x="1084698" y="252272"/>
                </a:lnTo>
                <a:lnTo>
                  <a:pt x="1118144" y="215828"/>
                </a:lnTo>
                <a:lnTo>
                  <a:pt x="1150357" y="178185"/>
                </a:lnTo>
                <a:lnTo>
                  <a:pt x="1181521" y="139529"/>
                </a:lnTo>
                <a:lnTo>
                  <a:pt x="1199176" y="117478"/>
                </a:lnTo>
                <a:lnTo>
                  <a:pt x="1216967" y="95525"/>
                </a:lnTo>
                <a:lnTo>
                  <a:pt x="1252880" y="51989"/>
                </a:lnTo>
                <a:lnTo>
                  <a:pt x="1298795" y="29848"/>
                </a:lnTo>
                <a:lnTo>
                  <a:pt x="1318223" y="34979"/>
                </a:lnTo>
                <a:lnTo>
                  <a:pt x="1346228" y="45507"/>
                </a:lnTo>
                <a:lnTo>
                  <a:pt x="1360230" y="50673"/>
                </a:lnTo>
                <a:lnTo>
                  <a:pt x="1374232" y="55723"/>
                </a:lnTo>
                <a:lnTo>
                  <a:pt x="1395391" y="63881"/>
                </a:lnTo>
                <a:lnTo>
                  <a:pt x="1405815" y="71981"/>
                </a:lnTo>
                <a:lnTo>
                  <a:pt x="1408537" y="84865"/>
                </a:lnTo>
                <a:lnTo>
                  <a:pt x="1406593" y="107375"/>
                </a:lnTo>
                <a:lnTo>
                  <a:pt x="1404479" y="145762"/>
                </a:lnTo>
                <a:lnTo>
                  <a:pt x="1406333" y="184362"/>
                </a:lnTo>
                <a:lnTo>
                  <a:pt x="1411377" y="222689"/>
                </a:lnTo>
                <a:lnTo>
                  <a:pt x="1418832" y="260259"/>
                </a:lnTo>
                <a:lnTo>
                  <a:pt x="1435992" y="310169"/>
                </a:lnTo>
                <a:lnTo>
                  <a:pt x="1461138" y="347669"/>
                </a:lnTo>
                <a:lnTo>
                  <a:pt x="1492911" y="373506"/>
                </a:lnTo>
                <a:lnTo>
                  <a:pt x="1529949" y="388428"/>
                </a:lnTo>
                <a:lnTo>
                  <a:pt x="1570892" y="393183"/>
                </a:lnTo>
                <a:lnTo>
                  <a:pt x="1614378" y="388518"/>
                </a:lnTo>
                <a:lnTo>
                  <a:pt x="1659047" y="375180"/>
                </a:lnTo>
                <a:lnTo>
                  <a:pt x="1723405" y="336856"/>
                </a:lnTo>
                <a:lnTo>
                  <a:pt x="1775628" y="283284"/>
                </a:lnTo>
                <a:lnTo>
                  <a:pt x="1810005" y="240424"/>
                </a:lnTo>
                <a:lnTo>
                  <a:pt x="1844106" y="197351"/>
                </a:lnTo>
                <a:lnTo>
                  <a:pt x="1877999" y="154127"/>
                </a:lnTo>
                <a:lnTo>
                  <a:pt x="1911754" y="110817"/>
                </a:lnTo>
                <a:lnTo>
                  <a:pt x="1979126" y="24192"/>
                </a:lnTo>
                <a:lnTo>
                  <a:pt x="1993401" y="7730"/>
                </a:lnTo>
                <a:lnTo>
                  <a:pt x="2005886" y="0"/>
                </a:lnTo>
                <a:lnTo>
                  <a:pt x="2020549" y="9"/>
                </a:lnTo>
                <a:lnTo>
                  <a:pt x="2041358" y="6767"/>
                </a:lnTo>
                <a:lnTo>
                  <a:pt x="2075719" y="23674"/>
                </a:lnTo>
                <a:lnTo>
                  <a:pt x="2090962" y="42291"/>
                </a:lnTo>
                <a:lnTo>
                  <a:pt x="2088353" y="66276"/>
                </a:lnTo>
                <a:lnTo>
                  <a:pt x="2069155" y="99285"/>
                </a:lnTo>
                <a:lnTo>
                  <a:pt x="2042013" y="138375"/>
                </a:lnTo>
                <a:lnTo>
                  <a:pt x="2015067" y="177598"/>
                </a:lnTo>
                <a:lnTo>
                  <a:pt x="1961302" y="256141"/>
                </a:lnTo>
                <a:lnTo>
                  <a:pt x="1934252" y="295311"/>
                </a:lnTo>
                <a:lnTo>
                  <a:pt x="1906937" y="334315"/>
                </a:lnTo>
                <a:lnTo>
                  <a:pt x="1876475" y="373320"/>
                </a:lnTo>
                <a:lnTo>
                  <a:pt x="1843103" y="408809"/>
                </a:lnTo>
                <a:lnTo>
                  <a:pt x="1807161" y="441177"/>
                </a:lnTo>
                <a:lnTo>
                  <a:pt x="1768992" y="470821"/>
                </a:lnTo>
                <a:lnTo>
                  <a:pt x="1728935" y="498134"/>
                </a:lnTo>
                <a:lnTo>
                  <a:pt x="1687333" y="523514"/>
                </a:lnTo>
                <a:lnTo>
                  <a:pt x="1644526" y="547355"/>
                </a:lnTo>
                <a:lnTo>
                  <a:pt x="1603644" y="563967"/>
                </a:lnTo>
                <a:lnTo>
                  <a:pt x="1562510" y="569785"/>
                </a:lnTo>
                <a:lnTo>
                  <a:pt x="1521103" y="564595"/>
                </a:lnTo>
                <a:lnTo>
                  <a:pt x="1479404" y="548185"/>
                </a:lnTo>
                <a:lnTo>
                  <a:pt x="1443242" y="527532"/>
                </a:lnTo>
                <a:lnTo>
                  <a:pt x="1409004" y="504467"/>
                </a:lnTo>
                <a:lnTo>
                  <a:pt x="1376984" y="478524"/>
                </a:lnTo>
                <a:lnTo>
                  <a:pt x="1347473" y="449236"/>
                </a:lnTo>
                <a:lnTo>
                  <a:pt x="1317974" y="412425"/>
                </a:lnTo>
                <a:lnTo>
                  <a:pt x="1294601" y="372872"/>
                </a:lnTo>
                <a:lnTo>
                  <a:pt x="1278424" y="330013"/>
                </a:lnTo>
                <a:lnTo>
                  <a:pt x="1270513" y="283284"/>
                </a:lnTo>
                <a:lnTo>
                  <a:pt x="1269647" y="275852"/>
                </a:lnTo>
                <a:lnTo>
                  <a:pt x="1268412" y="268478"/>
                </a:lnTo>
                <a:lnTo>
                  <a:pt x="1265119" y="251754"/>
                </a:lnTo>
                <a:lnTo>
                  <a:pt x="1263460" y="249887"/>
                </a:lnTo>
                <a:lnTo>
                  <a:pt x="1261800" y="246982"/>
                </a:lnTo>
                <a:lnTo>
                  <a:pt x="1088770" y="421313"/>
                </a:lnTo>
                <a:lnTo>
                  <a:pt x="1054360" y="455874"/>
                </a:lnTo>
                <a:lnTo>
                  <a:pt x="1020554" y="488738"/>
                </a:lnTo>
                <a:lnTo>
                  <a:pt x="985543" y="519988"/>
                </a:lnTo>
                <a:lnTo>
                  <a:pt x="948870" y="549058"/>
                </a:lnTo>
                <a:lnTo>
                  <a:pt x="910075" y="575379"/>
                </a:lnTo>
                <a:lnTo>
                  <a:pt x="868702" y="598385"/>
                </a:lnTo>
                <a:lnTo>
                  <a:pt x="830452" y="613408"/>
                </a:lnTo>
                <a:lnTo>
                  <a:pt x="791405" y="621489"/>
                </a:lnTo>
                <a:lnTo>
                  <a:pt x="751696" y="623152"/>
                </a:lnTo>
                <a:lnTo>
                  <a:pt x="711462" y="618922"/>
                </a:lnTo>
                <a:lnTo>
                  <a:pt x="661927" y="607304"/>
                </a:lnTo>
                <a:lnTo>
                  <a:pt x="615687" y="590218"/>
                </a:lnTo>
                <a:lnTo>
                  <a:pt x="572893" y="567555"/>
                </a:lnTo>
                <a:lnTo>
                  <a:pt x="533694" y="539203"/>
                </a:lnTo>
                <a:lnTo>
                  <a:pt x="498241" y="505056"/>
                </a:lnTo>
                <a:lnTo>
                  <a:pt x="466684" y="465001"/>
                </a:lnTo>
                <a:lnTo>
                  <a:pt x="445120" y="432388"/>
                </a:lnTo>
                <a:lnTo>
                  <a:pt x="424236" y="399036"/>
                </a:lnTo>
                <a:lnTo>
                  <a:pt x="403470" y="365061"/>
                </a:lnTo>
                <a:lnTo>
                  <a:pt x="382256" y="330581"/>
                </a:lnTo>
                <a:lnTo>
                  <a:pt x="370354" y="345458"/>
                </a:lnTo>
                <a:lnTo>
                  <a:pt x="332793" y="393880"/>
                </a:lnTo>
                <a:lnTo>
                  <a:pt x="298196" y="435998"/>
                </a:lnTo>
                <a:lnTo>
                  <a:pt x="262044" y="476618"/>
                </a:lnTo>
                <a:lnTo>
                  <a:pt x="223887" y="515302"/>
                </a:lnTo>
                <a:lnTo>
                  <a:pt x="183275" y="551611"/>
                </a:lnTo>
                <a:lnTo>
                  <a:pt x="139758" y="585109"/>
                </a:lnTo>
                <a:lnTo>
                  <a:pt x="93938" y="614528"/>
                </a:lnTo>
                <a:lnTo>
                  <a:pt x="46603" y="638467"/>
                </a:lnTo>
                <a:lnTo>
                  <a:pt x="0" y="655409"/>
                </a:lnTo>
                <a:close/>
              </a:path>
            </a:pathLst>
          </a:custGeom>
          <a:solidFill>
            <a:srgbClr val="5460A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1016000" y="1010284"/>
            <a:ext cx="12217400" cy="1806575"/>
          </a:xfrm>
          <a:prstGeom prst="rect"/>
        </p:spPr>
        <p:txBody>
          <a:bodyPr wrap="square" lIns="0" tIns="71755" rIns="0" bIns="0" rtlCol="0" vert="horz">
            <a:spAutoFit/>
          </a:bodyPr>
          <a:lstStyle/>
          <a:p>
            <a:pPr marL="12700" marR="5080">
              <a:lnSpc>
                <a:spcPts val="6830"/>
              </a:lnSpc>
              <a:spcBef>
                <a:spcPts val="565"/>
              </a:spcBef>
              <a:tabLst>
                <a:tab pos="2101215" algn="l"/>
                <a:tab pos="8282305" algn="l"/>
              </a:tabLst>
            </a:pPr>
            <a:r>
              <a:rPr dirty="0" sz="6000" spc="-25" b="0">
                <a:solidFill>
                  <a:srgbClr val="5460A8"/>
                </a:solidFill>
                <a:latin typeface="Comic Sans MS"/>
                <a:cs typeface="Comic Sans MS"/>
              </a:rPr>
              <a:t>WHY</a:t>
            </a:r>
            <a:r>
              <a:rPr dirty="0" sz="6000" b="0">
                <a:solidFill>
                  <a:srgbClr val="5460A8"/>
                </a:solidFill>
                <a:latin typeface="Comic Sans MS"/>
                <a:cs typeface="Comic Sans MS"/>
              </a:rPr>
              <a:t>	</a:t>
            </a:r>
            <a:r>
              <a:rPr dirty="0" sz="6000" spc="-10" b="0">
                <a:solidFill>
                  <a:srgbClr val="5460A8"/>
                </a:solidFill>
                <a:latin typeface="Comic Sans MS"/>
                <a:cs typeface="Comic Sans MS"/>
              </a:rPr>
              <a:t>INFORMATION</a:t>
            </a:r>
            <a:r>
              <a:rPr dirty="0" sz="6000" b="0">
                <a:solidFill>
                  <a:srgbClr val="5460A8"/>
                </a:solidFill>
                <a:latin typeface="Comic Sans MS"/>
                <a:cs typeface="Comic Sans MS"/>
              </a:rPr>
              <a:t>	</a:t>
            </a:r>
            <a:r>
              <a:rPr dirty="0" sz="6000" spc="-10" b="0">
                <a:solidFill>
                  <a:srgbClr val="5460A8"/>
                </a:solidFill>
                <a:latin typeface="Comic Sans MS"/>
                <a:cs typeface="Comic Sans MS"/>
              </a:rPr>
              <a:t>SECURITY EXSITS?</a:t>
            </a:r>
            <a:endParaRPr sz="6000">
              <a:latin typeface="Comic Sans MS"/>
              <a:cs typeface="Comic Sans MS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5399" y="3741311"/>
            <a:ext cx="123825" cy="123824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598810" y="3498204"/>
            <a:ext cx="15113635" cy="529336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3300" spc="-320" b="1">
                <a:solidFill>
                  <a:srgbClr val="333433"/>
                </a:solidFill>
                <a:latin typeface="Comic Sans MS"/>
                <a:cs typeface="Comic Sans MS"/>
              </a:rPr>
              <a:t>Protects</a:t>
            </a:r>
            <a:r>
              <a:rPr dirty="0" sz="3300" spc="-26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700">
                <a:solidFill>
                  <a:srgbClr val="333433"/>
                </a:solidFill>
                <a:latin typeface="Comic Sans MS"/>
                <a:cs typeface="Comic Sans MS"/>
              </a:rPr>
              <a:t>the</a:t>
            </a:r>
            <a:r>
              <a:rPr dirty="0" sz="2700" spc="-18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700">
                <a:solidFill>
                  <a:srgbClr val="333433"/>
                </a:solidFill>
                <a:latin typeface="Comic Sans MS"/>
                <a:cs typeface="Comic Sans MS"/>
              </a:rPr>
              <a:t>confidentiality,</a:t>
            </a:r>
            <a:r>
              <a:rPr dirty="0" sz="2700" spc="-7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700">
                <a:solidFill>
                  <a:srgbClr val="333433"/>
                </a:solidFill>
                <a:latin typeface="Comic Sans MS"/>
                <a:cs typeface="Comic Sans MS"/>
              </a:rPr>
              <a:t>integrity,</a:t>
            </a:r>
            <a:r>
              <a:rPr dirty="0" sz="2700" spc="-7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700">
                <a:solidFill>
                  <a:srgbClr val="333433"/>
                </a:solidFill>
                <a:latin typeface="Comic Sans MS"/>
                <a:cs typeface="Comic Sans MS"/>
              </a:rPr>
              <a:t>and</a:t>
            </a:r>
            <a:r>
              <a:rPr dirty="0" sz="2700" spc="-7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700">
                <a:solidFill>
                  <a:srgbClr val="333433"/>
                </a:solidFill>
                <a:latin typeface="Comic Sans MS"/>
                <a:cs typeface="Comic Sans MS"/>
              </a:rPr>
              <a:t>availability</a:t>
            </a:r>
            <a:r>
              <a:rPr dirty="0" sz="2700" spc="-7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700">
                <a:solidFill>
                  <a:srgbClr val="333433"/>
                </a:solidFill>
                <a:latin typeface="Comic Sans MS"/>
                <a:cs typeface="Comic Sans MS"/>
              </a:rPr>
              <a:t>of</a:t>
            </a:r>
            <a:r>
              <a:rPr dirty="0" sz="2700" spc="-7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700" spc="-10">
                <a:solidFill>
                  <a:srgbClr val="333433"/>
                </a:solidFill>
                <a:latin typeface="Comic Sans MS"/>
                <a:cs typeface="Comic Sans MS"/>
              </a:rPr>
              <a:t>data.</a:t>
            </a:r>
            <a:endParaRPr sz="2700">
              <a:latin typeface="Comic Sans MS"/>
              <a:cs typeface="Comic Sans MS"/>
            </a:endParaRPr>
          </a:p>
          <a:p>
            <a:pPr marL="12700" marR="644525">
              <a:lnSpc>
                <a:spcPct val="189400"/>
              </a:lnSpc>
            </a:pPr>
            <a:r>
              <a:rPr dirty="0" sz="3300" spc="-325" b="1">
                <a:solidFill>
                  <a:srgbClr val="333433"/>
                </a:solidFill>
                <a:latin typeface="Comic Sans MS"/>
                <a:cs typeface="Comic Sans MS"/>
              </a:rPr>
              <a:t>Prevent</a:t>
            </a:r>
            <a:r>
              <a:rPr dirty="0" sz="3300" spc="-265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3300" spc="-300" b="1">
                <a:solidFill>
                  <a:srgbClr val="333433"/>
                </a:solidFill>
                <a:latin typeface="Comic Sans MS"/>
                <a:cs typeface="Comic Sans MS"/>
              </a:rPr>
              <a:t>operational</a:t>
            </a:r>
            <a:r>
              <a:rPr dirty="0" sz="3300" spc="-265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3300" spc="-295" b="1">
                <a:solidFill>
                  <a:srgbClr val="333433"/>
                </a:solidFill>
                <a:latin typeface="Comic Sans MS"/>
                <a:cs typeface="Comic Sans MS"/>
              </a:rPr>
              <a:t>disruptions</a:t>
            </a:r>
            <a:r>
              <a:rPr dirty="0" sz="3300" spc="-26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700">
                <a:solidFill>
                  <a:srgbClr val="333433"/>
                </a:solidFill>
                <a:latin typeface="Comic Sans MS"/>
                <a:cs typeface="Comic Sans MS"/>
              </a:rPr>
              <a:t>and</a:t>
            </a:r>
            <a:r>
              <a:rPr dirty="0" sz="2700" spc="-5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700">
                <a:solidFill>
                  <a:srgbClr val="333433"/>
                </a:solidFill>
                <a:latin typeface="Comic Sans MS"/>
                <a:cs typeface="Comic Sans MS"/>
              </a:rPr>
              <a:t>maintain</a:t>
            </a:r>
            <a:r>
              <a:rPr dirty="0" sz="2700" spc="-1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700">
                <a:solidFill>
                  <a:srgbClr val="333433"/>
                </a:solidFill>
                <a:latin typeface="Comic Sans MS"/>
                <a:cs typeface="Comic Sans MS"/>
              </a:rPr>
              <a:t>seamless</a:t>
            </a:r>
            <a:r>
              <a:rPr dirty="0" sz="2700" spc="-1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700" spc="-20">
                <a:solidFill>
                  <a:srgbClr val="333433"/>
                </a:solidFill>
                <a:latin typeface="Comic Sans MS"/>
                <a:cs typeface="Comic Sans MS"/>
              </a:rPr>
              <a:t>day-to-</a:t>
            </a:r>
            <a:r>
              <a:rPr dirty="0" sz="2700">
                <a:solidFill>
                  <a:srgbClr val="333433"/>
                </a:solidFill>
                <a:latin typeface="Comic Sans MS"/>
                <a:cs typeface="Comic Sans MS"/>
              </a:rPr>
              <a:t>day</a:t>
            </a:r>
            <a:r>
              <a:rPr dirty="0" sz="2700" spc="-1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700">
                <a:solidFill>
                  <a:srgbClr val="333433"/>
                </a:solidFill>
                <a:latin typeface="Comic Sans MS"/>
                <a:cs typeface="Comic Sans MS"/>
              </a:rPr>
              <a:t>business</a:t>
            </a:r>
            <a:r>
              <a:rPr dirty="0" sz="2700" spc="-10">
                <a:solidFill>
                  <a:srgbClr val="333433"/>
                </a:solidFill>
                <a:latin typeface="Comic Sans MS"/>
                <a:cs typeface="Comic Sans MS"/>
              </a:rPr>
              <a:t> functions. </a:t>
            </a:r>
            <a:r>
              <a:rPr dirty="0" sz="2700">
                <a:solidFill>
                  <a:srgbClr val="333433"/>
                </a:solidFill>
                <a:latin typeface="Comic Sans MS"/>
                <a:cs typeface="Comic Sans MS"/>
              </a:rPr>
              <a:t>Meet</a:t>
            </a:r>
            <a:r>
              <a:rPr dirty="0" sz="2700" spc="-9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3300" spc="-290" b="1">
                <a:solidFill>
                  <a:srgbClr val="333433"/>
                </a:solidFill>
                <a:latin typeface="Comic Sans MS"/>
                <a:cs typeface="Comic Sans MS"/>
              </a:rPr>
              <a:t>compliance</a:t>
            </a:r>
            <a:r>
              <a:rPr dirty="0" sz="2700" spc="-290">
                <a:solidFill>
                  <a:srgbClr val="333433"/>
                </a:solidFill>
                <a:latin typeface="Comic Sans MS"/>
                <a:cs typeface="Comic Sans MS"/>
              </a:rPr>
              <a:t>,</a:t>
            </a:r>
            <a:r>
              <a:rPr dirty="0" sz="270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3300" spc="-280" b="1">
                <a:solidFill>
                  <a:srgbClr val="333433"/>
                </a:solidFill>
                <a:latin typeface="Comic Sans MS"/>
                <a:cs typeface="Comic Sans MS"/>
              </a:rPr>
              <a:t>regulatory</a:t>
            </a:r>
            <a:r>
              <a:rPr dirty="0" sz="2700" spc="-280">
                <a:solidFill>
                  <a:srgbClr val="333433"/>
                </a:solidFill>
                <a:latin typeface="Comic Sans MS"/>
                <a:cs typeface="Comic Sans MS"/>
              </a:rPr>
              <a:t>,</a:t>
            </a:r>
            <a:r>
              <a:rPr dirty="0" sz="2700">
                <a:solidFill>
                  <a:srgbClr val="333433"/>
                </a:solidFill>
                <a:latin typeface="Comic Sans MS"/>
                <a:cs typeface="Comic Sans MS"/>
              </a:rPr>
              <a:t> and</a:t>
            </a:r>
            <a:r>
              <a:rPr dirty="0" sz="2700" spc="-1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3300" spc="-275" b="1">
                <a:solidFill>
                  <a:srgbClr val="333433"/>
                </a:solidFill>
                <a:latin typeface="Comic Sans MS"/>
                <a:cs typeface="Comic Sans MS"/>
              </a:rPr>
              <a:t>legal</a:t>
            </a:r>
            <a:r>
              <a:rPr dirty="0" sz="3300" spc="-265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3300" spc="-290" b="1">
                <a:solidFill>
                  <a:srgbClr val="333433"/>
                </a:solidFill>
                <a:latin typeface="Comic Sans MS"/>
                <a:cs typeface="Comic Sans MS"/>
              </a:rPr>
              <a:t>obligations</a:t>
            </a:r>
            <a:r>
              <a:rPr dirty="0" sz="3300" spc="-26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700">
                <a:solidFill>
                  <a:srgbClr val="333433"/>
                </a:solidFill>
                <a:latin typeface="Comic Sans MS"/>
                <a:cs typeface="Comic Sans MS"/>
              </a:rPr>
              <a:t>for</a:t>
            </a:r>
            <a:r>
              <a:rPr dirty="0" sz="2700" spc="-1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700">
                <a:solidFill>
                  <a:srgbClr val="333433"/>
                </a:solidFill>
                <a:latin typeface="Comic Sans MS"/>
                <a:cs typeface="Comic Sans MS"/>
              </a:rPr>
              <a:t>safeguarding</a:t>
            </a:r>
            <a:r>
              <a:rPr dirty="0" sz="2700" spc="-1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700">
                <a:solidFill>
                  <a:srgbClr val="333433"/>
                </a:solidFill>
                <a:latin typeface="Comic Sans MS"/>
                <a:cs typeface="Comic Sans MS"/>
              </a:rPr>
              <a:t>sensitive</a:t>
            </a:r>
            <a:r>
              <a:rPr dirty="0" sz="2700" spc="-1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700" spc="-10">
                <a:solidFill>
                  <a:srgbClr val="333433"/>
                </a:solidFill>
                <a:latin typeface="Comic Sans MS"/>
                <a:cs typeface="Comic Sans MS"/>
              </a:rPr>
              <a:t>information.</a:t>
            </a:r>
            <a:endParaRPr sz="27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3535"/>
              </a:spcBef>
            </a:pPr>
            <a:r>
              <a:rPr dirty="0" sz="3300" spc="-320" b="1">
                <a:solidFill>
                  <a:srgbClr val="333433"/>
                </a:solidFill>
                <a:latin typeface="Comic Sans MS"/>
                <a:cs typeface="Comic Sans MS"/>
              </a:rPr>
              <a:t>Maintain</a:t>
            </a:r>
            <a:r>
              <a:rPr dirty="0" sz="3300" spc="-265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3300" spc="-340" b="1">
                <a:solidFill>
                  <a:srgbClr val="333433"/>
                </a:solidFill>
                <a:latin typeface="Comic Sans MS"/>
                <a:cs typeface="Comic Sans MS"/>
              </a:rPr>
              <a:t>customer</a:t>
            </a:r>
            <a:r>
              <a:rPr dirty="0" sz="3300" spc="-26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3300" spc="-305" b="1">
                <a:solidFill>
                  <a:srgbClr val="333433"/>
                </a:solidFill>
                <a:latin typeface="Comic Sans MS"/>
                <a:cs typeface="Comic Sans MS"/>
              </a:rPr>
              <a:t>trust</a:t>
            </a:r>
            <a:r>
              <a:rPr dirty="0" sz="3300" spc="-265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3300" spc="-350" b="1">
                <a:solidFill>
                  <a:srgbClr val="333433"/>
                </a:solidFill>
                <a:latin typeface="Comic Sans MS"/>
                <a:cs typeface="Comic Sans MS"/>
              </a:rPr>
              <a:t>and</a:t>
            </a:r>
            <a:r>
              <a:rPr dirty="0" sz="3300" spc="-26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3300" spc="-345" b="1">
                <a:solidFill>
                  <a:srgbClr val="333433"/>
                </a:solidFill>
                <a:latin typeface="Comic Sans MS"/>
                <a:cs typeface="Comic Sans MS"/>
              </a:rPr>
              <a:t>brand</a:t>
            </a:r>
            <a:r>
              <a:rPr dirty="0" sz="3300" spc="-265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3300" spc="-315" b="1">
                <a:solidFill>
                  <a:srgbClr val="333433"/>
                </a:solidFill>
                <a:latin typeface="Comic Sans MS"/>
                <a:cs typeface="Comic Sans MS"/>
              </a:rPr>
              <a:t>reputation</a:t>
            </a:r>
            <a:r>
              <a:rPr dirty="0" sz="3300" spc="-62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700">
                <a:solidFill>
                  <a:srgbClr val="333433"/>
                </a:solidFill>
                <a:latin typeface="Comic Sans MS"/>
                <a:cs typeface="Comic Sans MS"/>
              </a:rPr>
              <a:t>by avoiding exposure</a:t>
            </a:r>
            <a:r>
              <a:rPr dirty="0" sz="2700" spc="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700">
                <a:solidFill>
                  <a:srgbClr val="333433"/>
                </a:solidFill>
                <a:latin typeface="Comic Sans MS"/>
                <a:cs typeface="Comic Sans MS"/>
              </a:rPr>
              <a:t>of sensitive</a:t>
            </a:r>
            <a:r>
              <a:rPr dirty="0" sz="2700" spc="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700" spc="-10">
                <a:solidFill>
                  <a:srgbClr val="333433"/>
                </a:solidFill>
                <a:latin typeface="Comic Sans MS"/>
                <a:cs typeface="Comic Sans MS"/>
              </a:rPr>
              <a:t>information.</a:t>
            </a:r>
            <a:endParaRPr sz="27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3540"/>
              </a:spcBef>
            </a:pPr>
            <a:r>
              <a:rPr dirty="0" sz="3300" spc="-350" b="1">
                <a:solidFill>
                  <a:srgbClr val="333433"/>
                </a:solidFill>
                <a:latin typeface="Comic Sans MS"/>
                <a:cs typeface="Comic Sans MS"/>
              </a:rPr>
              <a:t>Safeguard</a:t>
            </a:r>
            <a:r>
              <a:rPr dirty="0" sz="3300" spc="-265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3300" spc="-275" b="1">
                <a:solidFill>
                  <a:srgbClr val="333433"/>
                </a:solidFill>
                <a:latin typeface="Comic Sans MS"/>
                <a:cs typeface="Comic Sans MS"/>
              </a:rPr>
              <a:t>intellectual</a:t>
            </a:r>
            <a:r>
              <a:rPr dirty="0" sz="3300" spc="-265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3300" spc="-320" b="1">
                <a:solidFill>
                  <a:srgbClr val="333433"/>
                </a:solidFill>
                <a:latin typeface="Comic Sans MS"/>
                <a:cs typeface="Comic Sans MS"/>
              </a:rPr>
              <a:t>property</a:t>
            </a:r>
            <a:r>
              <a:rPr dirty="0" sz="3300" spc="-26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700">
                <a:solidFill>
                  <a:srgbClr val="333433"/>
                </a:solidFill>
                <a:latin typeface="Comic Sans MS"/>
                <a:cs typeface="Comic Sans MS"/>
              </a:rPr>
              <a:t>to</a:t>
            </a:r>
            <a:r>
              <a:rPr dirty="0" sz="2700" spc="-204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700">
                <a:solidFill>
                  <a:srgbClr val="333433"/>
                </a:solidFill>
                <a:latin typeface="Comic Sans MS"/>
                <a:cs typeface="Comic Sans MS"/>
              </a:rPr>
              <a:t>maintain</a:t>
            </a:r>
            <a:r>
              <a:rPr dirty="0" sz="2700" spc="-6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700">
                <a:solidFill>
                  <a:srgbClr val="333433"/>
                </a:solidFill>
                <a:latin typeface="Comic Sans MS"/>
                <a:cs typeface="Comic Sans MS"/>
              </a:rPr>
              <a:t>profitability</a:t>
            </a:r>
            <a:r>
              <a:rPr dirty="0" sz="2700" spc="-4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700">
                <a:solidFill>
                  <a:srgbClr val="333433"/>
                </a:solidFill>
                <a:latin typeface="Comic Sans MS"/>
                <a:cs typeface="Comic Sans MS"/>
              </a:rPr>
              <a:t>and</a:t>
            </a:r>
            <a:r>
              <a:rPr dirty="0" sz="2700" spc="-4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700">
                <a:solidFill>
                  <a:srgbClr val="333433"/>
                </a:solidFill>
                <a:latin typeface="Comic Sans MS"/>
                <a:cs typeface="Comic Sans MS"/>
              </a:rPr>
              <a:t>competitive</a:t>
            </a:r>
            <a:r>
              <a:rPr dirty="0" sz="2700" spc="-4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700" spc="-10">
                <a:solidFill>
                  <a:srgbClr val="333433"/>
                </a:solidFill>
                <a:latin typeface="Comic Sans MS"/>
                <a:cs typeface="Comic Sans MS"/>
              </a:rPr>
              <a:t>advantage.</a:t>
            </a:r>
            <a:endParaRPr sz="27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3540"/>
              </a:spcBef>
            </a:pPr>
            <a:r>
              <a:rPr dirty="0" sz="3300" spc="-295" b="1">
                <a:solidFill>
                  <a:srgbClr val="333433"/>
                </a:solidFill>
                <a:latin typeface="Comic Sans MS"/>
                <a:cs typeface="Comic Sans MS"/>
              </a:rPr>
              <a:t>Align</a:t>
            </a:r>
            <a:r>
              <a:rPr dirty="0" sz="3300" spc="-265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3300" spc="-390" b="1">
                <a:solidFill>
                  <a:srgbClr val="333433"/>
                </a:solidFill>
                <a:latin typeface="Comic Sans MS"/>
                <a:cs typeface="Comic Sans MS"/>
              </a:rPr>
              <a:t>IT</a:t>
            </a:r>
            <a:r>
              <a:rPr dirty="0" sz="3300" spc="-265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3300" spc="-350" b="1">
                <a:solidFill>
                  <a:srgbClr val="333433"/>
                </a:solidFill>
                <a:latin typeface="Comic Sans MS"/>
                <a:cs typeface="Comic Sans MS"/>
              </a:rPr>
              <a:t>and</a:t>
            </a:r>
            <a:r>
              <a:rPr dirty="0" sz="3300" spc="-265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3300" spc="-315" b="1">
                <a:solidFill>
                  <a:srgbClr val="333433"/>
                </a:solidFill>
                <a:latin typeface="Comic Sans MS"/>
                <a:cs typeface="Comic Sans MS"/>
              </a:rPr>
              <a:t>cybersecurity</a:t>
            </a:r>
            <a:r>
              <a:rPr dirty="0" sz="3300" spc="-265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3300" spc="-310" b="1">
                <a:solidFill>
                  <a:srgbClr val="333433"/>
                </a:solidFill>
                <a:latin typeface="Comic Sans MS"/>
                <a:cs typeface="Comic Sans MS"/>
              </a:rPr>
              <a:t>strategies</a:t>
            </a:r>
            <a:r>
              <a:rPr dirty="0" sz="3300" spc="-625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700">
                <a:solidFill>
                  <a:srgbClr val="333433"/>
                </a:solidFill>
                <a:latin typeface="Comic Sans MS"/>
                <a:cs typeface="Comic Sans MS"/>
              </a:rPr>
              <a:t>with</a:t>
            </a:r>
            <a:r>
              <a:rPr dirty="0" sz="2700" spc="-4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700">
                <a:solidFill>
                  <a:srgbClr val="333433"/>
                </a:solidFill>
                <a:latin typeface="Comic Sans MS"/>
                <a:cs typeface="Comic Sans MS"/>
              </a:rPr>
              <a:t>overall</a:t>
            </a:r>
            <a:r>
              <a:rPr dirty="0" sz="2700" spc="-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700">
                <a:solidFill>
                  <a:srgbClr val="333433"/>
                </a:solidFill>
                <a:latin typeface="Comic Sans MS"/>
                <a:cs typeface="Comic Sans MS"/>
              </a:rPr>
              <a:t>business</a:t>
            </a:r>
            <a:r>
              <a:rPr dirty="0" sz="2700" spc="-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700" spc="-10">
                <a:solidFill>
                  <a:srgbClr val="333433"/>
                </a:solidFill>
                <a:latin typeface="Comic Sans MS"/>
                <a:cs typeface="Comic Sans MS"/>
              </a:rPr>
              <a:t>goals.</a:t>
            </a:r>
            <a:endParaRPr sz="2700">
              <a:latin typeface="Comic Sans MS"/>
              <a:cs typeface="Comic Sans MS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5399" y="4693811"/>
            <a:ext cx="123825" cy="12382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5399" y="5646311"/>
            <a:ext cx="123825" cy="12382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5399" y="6598811"/>
            <a:ext cx="123825" cy="123824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95399" y="7551311"/>
            <a:ext cx="123825" cy="123824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95399" y="8503811"/>
            <a:ext cx="123825" cy="12382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860377" y="1"/>
            <a:ext cx="1428115" cy="10287000"/>
            <a:chOff x="16860377" y="1"/>
            <a:chExt cx="1428115" cy="10287000"/>
          </a:xfrm>
        </p:grpSpPr>
        <p:sp>
          <p:nvSpPr>
            <p:cNvPr id="3" name="object 3"/>
            <p:cNvSpPr/>
            <p:nvPr/>
          </p:nvSpPr>
          <p:spPr>
            <a:xfrm>
              <a:off x="16860377" y="1"/>
              <a:ext cx="1428115" cy="10287000"/>
            </a:xfrm>
            <a:custGeom>
              <a:avLst/>
              <a:gdLst/>
              <a:ahLst/>
              <a:cxnLst/>
              <a:rect l="l" t="t" r="r" b="b"/>
              <a:pathLst>
                <a:path w="1428115" h="10287000">
                  <a:moveTo>
                    <a:pt x="501629" y="62878"/>
                  </a:moveTo>
                  <a:lnTo>
                    <a:pt x="528368" y="0"/>
                  </a:lnTo>
                  <a:lnTo>
                    <a:pt x="1427619" y="0"/>
                  </a:lnTo>
                  <a:lnTo>
                    <a:pt x="1427619" y="10286999"/>
                  </a:lnTo>
                  <a:lnTo>
                    <a:pt x="1287213" y="10286999"/>
                  </a:lnTo>
                  <a:lnTo>
                    <a:pt x="711966" y="878980"/>
                  </a:lnTo>
                  <a:lnTo>
                    <a:pt x="501629" y="62878"/>
                  </a:lnTo>
                  <a:close/>
                </a:path>
                <a:path w="1428115" h="10287000">
                  <a:moveTo>
                    <a:pt x="491447" y="1212337"/>
                  </a:moveTo>
                  <a:lnTo>
                    <a:pt x="711966" y="878980"/>
                  </a:lnTo>
                  <a:lnTo>
                    <a:pt x="1287213" y="10286999"/>
                  </a:lnTo>
                  <a:lnTo>
                    <a:pt x="1180173" y="10286999"/>
                  </a:lnTo>
                  <a:lnTo>
                    <a:pt x="647623" y="1577285"/>
                  </a:lnTo>
                  <a:lnTo>
                    <a:pt x="491447" y="1212337"/>
                  </a:lnTo>
                  <a:close/>
                </a:path>
                <a:path w="1428115" h="10287000">
                  <a:moveTo>
                    <a:pt x="170825" y="2959008"/>
                  </a:moveTo>
                  <a:lnTo>
                    <a:pt x="283851" y="2569972"/>
                  </a:lnTo>
                  <a:lnTo>
                    <a:pt x="508307" y="2361372"/>
                  </a:lnTo>
                  <a:lnTo>
                    <a:pt x="563780" y="1956662"/>
                  </a:lnTo>
                  <a:lnTo>
                    <a:pt x="647623" y="1577285"/>
                  </a:lnTo>
                  <a:lnTo>
                    <a:pt x="1180173" y="10286999"/>
                  </a:lnTo>
                  <a:lnTo>
                    <a:pt x="912696" y="10286999"/>
                  </a:lnTo>
                  <a:lnTo>
                    <a:pt x="713477" y="7028812"/>
                  </a:lnTo>
                  <a:lnTo>
                    <a:pt x="674720" y="6986557"/>
                  </a:lnTo>
                  <a:lnTo>
                    <a:pt x="497692" y="4091303"/>
                  </a:lnTo>
                  <a:lnTo>
                    <a:pt x="418855" y="3960970"/>
                  </a:lnTo>
                  <a:lnTo>
                    <a:pt x="383650" y="3385205"/>
                  </a:lnTo>
                  <a:lnTo>
                    <a:pt x="170825" y="2959008"/>
                  </a:lnTo>
                  <a:close/>
                </a:path>
                <a:path w="1428115" h="10287000">
                  <a:moveTo>
                    <a:pt x="539942" y="7253246"/>
                  </a:moveTo>
                  <a:lnTo>
                    <a:pt x="713477" y="7028812"/>
                  </a:lnTo>
                  <a:lnTo>
                    <a:pt x="912696" y="10286999"/>
                  </a:lnTo>
                  <a:lnTo>
                    <a:pt x="758412" y="10286999"/>
                  </a:lnTo>
                  <a:lnTo>
                    <a:pt x="588680" y="7511086"/>
                  </a:lnTo>
                  <a:lnTo>
                    <a:pt x="539942" y="7253246"/>
                  </a:lnTo>
                  <a:close/>
                </a:path>
                <a:path w="1428115" h="10287000">
                  <a:moveTo>
                    <a:pt x="186086" y="5401904"/>
                  </a:moveTo>
                  <a:lnTo>
                    <a:pt x="379883" y="5070181"/>
                  </a:lnTo>
                  <a:lnTo>
                    <a:pt x="499960" y="4848770"/>
                  </a:lnTo>
                  <a:lnTo>
                    <a:pt x="473895" y="4422473"/>
                  </a:lnTo>
                  <a:lnTo>
                    <a:pt x="497692" y="4091303"/>
                  </a:lnTo>
                  <a:lnTo>
                    <a:pt x="674720" y="6986557"/>
                  </a:lnTo>
                  <a:lnTo>
                    <a:pt x="596682" y="6901474"/>
                  </a:lnTo>
                  <a:lnTo>
                    <a:pt x="542295" y="6011995"/>
                  </a:lnTo>
                  <a:lnTo>
                    <a:pt x="417356" y="5683030"/>
                  </a:lnTo>
                  <a:lnTo>
                    <a:pt x="186086" y="5401904"/>
                  </a:lnTo>
                  <a:close/>
                </a:path>
                <a:path w="1428115" h="10287000">
                  <a:moveTo>
                    <a:pt x="300053" y="3764568"/>
                  </a:moveTo>
                  <a:lnTo>
                    <a:pt x="383650" y="3385205"/>
                  </a:lnTo>
                  <a:lnTo>
                    <a:pt x="418855" y="3960970"/>
                  </a:lnTo>
                  <a:lnTo>
                    <a:pt x="300053" y="3764568"/>
                  </a:lnTo>
                  <a:close/>
                </a:path>
                <a:path w="1428115" h="10287000">
                  <a:moveTo>
                    <a:pt x="446141" y="6737342"/>
                  </a:moveTo>
                  <a:lnTo>
                    <a:pt x="532848" y="6449076"/>
                  </a:lnTo>
                  <a:lnTo>
                    <a:pt x="542295" y="6011995"/>
                  </a:lnTo>
                  <a:lnTo>
                    <a:pt x="596682" y="6901474"/>
                  </a:lnTo>
                  <a:lnTo>
                    <a:pt x="446141" y="6737342"/>
                  </a:lnTo>
                  <a:close/>
                </a:path>
                <a:path w="1428115" h="10287000">
                  <a:moveTo>
                    <a:pt x="0" y="8515803"/>
                  </a:moveTo>
                  <a:lnTo>
                    <a:pt x="274697" y="8179134"/>
                  </a:lnTo>
                  <a:lnTo>
                    <a:pt x="439829" y="7756893"/>
                  </a:lnTo>
                  <a:lnTo>
                    <a:pt x="588680" y="7511086"/>
                  </a:lnTo>
                  <a:lnTo>
                    <a:pt x="758412" y="10286999"/>
                  </a:lnTo>
                  <a:lnTo>
                    <a:pt x="403581" y="10286999"/>
                  </a:lnTo>
                  <a:lnTo>
                    <a:pt x="323501" y="8977310"/>
                  </a:lnTo>
                  <a:lnTo>
                    <a:pt x="0" y="8515803"/>
                  </a:lnTo>
                  <a:close/>
                </a:path>
                <a:path w="1428115" h="10287000">
                  <a:moveTo>
                    <a:pt x="233450" y="9347716"/>
                  </a:moveTo>
                  <a:lnTo>
                    <a:pt x="323501" y="8977306"/>
                  </a:lnTo>
                  <a:lnTo>
                    <a:pt x="403581" y="10286999"/>
                  </a:lnTo>
                  <a:lnTo>
                    <a:pt x="377744" y="10286999"/>
                  </a:lnTo>
                  <a:lnTo>
                    <a:pt x="343446" y="9726069"/>
                  </a:lnTo>
                  <a:lnTo>
                    <a:pt x="233450" y="9347716"/>
                  </a:lnTo>
                  <a:close/>
                </a:path>
                <a:path w="1428115" h="10287000">
                  <a:moveTo>
                    <a:pt x="157361" y="10286999"/>
                  </a:moveTo>
                  <a:lnTo>
                    <a:pt x="179944" y="10110563"/>
                  </a:lnTo>
                  <a:lnTo>
                    <a:pt x="343446" y="9726069"/>
                  </a:lnTo>
                  <a:lnTo>
                    <a:pt x="377744" y="10286999"/>
                  </a:lnTo>
                  <a:lnTo>
                    <a:pt x="157361" y="10286999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6932849" y="1"/>
              <a:ext cx="1355725" cy="10287000"/>
            </a:xfrm>
            <a:custGeom>
              <a:avLst/>
              <a:gdLst/>
              <a:ahLst/>
              <a:cxnLst/>
              <a:rect l="l" t="t" r="r" b="b"/>
              <a:pathLst>
                <a:path w="1355725" h="10287000">
                  <a:moveTo>
                    <a:pt x="551392" y="0"/>
                  </a:moveTo>
                  <a:lnTo>
                    <a:pt x="1355147" y="0"/>
                  </a:lnTo>
                  <a:lnTo>
                    <a:pt x="1355147" y="10286999"/>
                  </a:lnTo>
                  <a:lnTo>
                    <a:pt x="1301111" y="10286999"/>
                  </a:lnTo>
                  <a:lnTo>
                    <a:pt x="709714" y="614851"/>
                  </a:lnTo>
                  <a:lnTo>
                    <a:pt x="551392" y="0"/>
                  </a:lnTo>
                  <a:close/>
                </a:path>
                <a:path w="1355725" h="10287000">
                  <a:moveTo>
                    <a:pt x="489441" y="948192"/>
                  </a:moveTo>
                  <a:lnTo>
                    <a:pt x="709714" y="614851"/>
                  </a:lnTo>
                  <a:lnTo>
                    <a:pt x="1301111" y="10286999"/>
                  </a:lnTo>
                  <a:lnTo>
                    <a:pt x="1194071" y="10286999"/>
                  </a:lnTo>
                  <a:lnTo>
                    <a:pt x="645356" y="1312910"/>
                  </a:lnTo>
                  <a:lnTo>
                    <a:pt x="489441" y="948192"/>
                  </a:lnTo>
                  <a:close/>
                </a:path>
                <a:path w="1355725" h="10287000">
                  <a:moveTo>
                    <a:pt x="168618" y="2695615"/>
                  </a:moveTo>
                  <a:lnTo>
                    <a:pt x="281875" y="2306319"/>
                  </a:lnTo>
                  <a:lnTo>
                    <a:pt x="506085" y="2097733"/>
                  </a:lnTo>
                  <a:lnTo>
                    <a:pt x="561573" y="1693269"/>
                  </a:lnTo>
                  <a:lnTo>
                    <a:pt x="645356" y="1312910"/>
                  </a:lnTo>
                  <a:lnTo>
                    <a:pt x="1194071" y="10286999"/>
                  </a:lnTo>
                  <a:lnTo>
                    <a:pt x="926595" y="10286999"/>
                  </a:lnTo>
                  <a:lnTo>
                    <a:pt x="711285" y="6765664"/>
                  </a:lnTo>
                  <a:lnTo>
                    <a:pt x="672529" y="6723409"/>
                  </a:lnTo>
                  <a:lnTo>
                    <a:pt x="495470" y="3827665"/>
                  </a:lnTo>
                  <a:lnTo>
                    <a:pt x="416639" y="3697430"/>
                  </a:lnTo>
                  <a:lnTo>
                    <a:pt x="381428" y="3121567"/>
                  </a:lnTo>
                  <a:lnTo>
                    <a:pt x="168618" y="2695615"/>
                  </a:lnTo>
                  <a:close/>
                </a:path>
                <a:path w="1355725" h="10287000">
                  <a:moveTo>
                    <a:pt x="537765" y="6990343"/>
                  </a:moveTo>
                  <a:lnTo>
                    <a:pt x="711285" y="6765664"/>
                  </a:lnTo>
                  <a:lnTo>
                    <a:pt x="926595" y="10286999"/>
                  </a:lnTo>
                  <a:lnTo>
                    <a:pt x="773294" y="10286999"/>
                  </a:lnTo>
                  <a:lnTo>
                    <a:pt x="587439" y="7247387"/>
                  </a:lnTo>
                  <a:lnTo>
                    <a:pt x="537765" y="6990343"/>
                  </a:lnTo>
                  <a:close/>
                </a:path>
                <a:path w="1355725" h="10287000">
                  <a:moveTo>
                    <a:pt x="183970" y="5139981"/>
                  </a:moveTo>
                  <a:lnTo>
                    <a:pt x="377692" y="4807033"/>
                  </a:lnTo>
                  <a:lnTo>
                    <a:pt x="497784" y="4585867"/>
                  </a:lnTo>
                  <a:lnTo>
                    <a:pt x="471704" y="4159325"/>
                  </a:lnTo>
                  <a:lnTo>
                    <a:pt x="495470" y="3827665"/>
                  </a:lnTo>
                  <a:lnTo>
                    <a:pt x="672529" y="6723409"/>
                  </a:lnTo>
                  <a:lnTo>
                    <a:pt x="594754" y="6638613"/>
                  </a:lnTo>
                  <a:lnTo>
                    <a:pt x="540349" y="5748832"/>
                  </a:lnTo>
                  <a:lnTo>
                    <a:pt x="415165" y="5419882"/>
                  </a:lnTo>
                  <a:lnTo>
                    <a:pt x="183970" y="5139981"/>
                  </a:lnTo>
                  <a:close/>
                </a:path>
                <a:path w="1355725" h="10287000">
                  <a:moveTo>
                    <a:pt x="297847" y="3501176"/>
                  </a:moveTo>
                  <a:lnTo>
                    <a:pt x="381428" y="3121567"/>
                  </a:lnTo>
                  <a:lnTo>
                    <a:pt x="416639" y="3697430"/>
                  </a:lnTo>
                  <a:lnTo>
                    <a:pt x="297847" y="3501176"/>
                  </a:lnTo>
                  <a:close/>
                </a:path>
                <a:path w="1355725" h="10287000">
                  <a:moveTo>
                    <a:pt x="443949" y="6474194"/>
                  </a:moveTo>
                  <a:lnTo>
                    <a:pt x="530656" y="6185928"/>
                  </a:lnTo>
                  <a:lnTo>
                    <a:pt x="540349" y="5748832"/>
                  </a:lnTo>
                  <a:lnTo>
                    <a:pt x="594754" y="6638613"/>
                  </a:lnTo>
                  <a:lnTo>
                    <a:pt x="443949" y="6474194"/>
                  </a:lnTo>
                  <a:close/>
                </a:path>
                <a:path w="1355725" h="10287000">
                  <a:moveTo>
                    <a:pt x="0" y="8252274"/>
                  </a:moveTo>
                  <a:lnTo>
                    <a:pt x="273471" y="7915680"/>
                  </a:lnTo>
                  <a:lnTo>
                    <a:pt x="438587" y="7493194"/>
                  </a:lnTo>
                  <a:lnTo>
                    <a:pt x="587439" y="7247387"/>
                  </a:lnTo>
                  <a:lnTo>
                    <a:pt x="773294" y="10286999"/>
                  </a:lnTo>
                  <a:lnTo>
                    <a:pt x="418463" y="10286999"/>
                  </a:lnTo>
                  <a:lnTo>
                    <a:pt x="322275" y="8713855"/>
                  </a:lnTo>
                  <a:lnTo>
                    <a:pt x="0" y="8252274"/>
                  </a:lnTo>
                  <a:close/>
                </a:path>
                <a:path w="1355725" h="10287000">
                  <a:moveTo>
                    <a:pt x="231183" y="9083341"/>
                  </a:moveTo>
                  <a:lnTo>
                    <a:pt x="322275" y="8713854"/>
                  </a:lnTo>
                  <a:lnTo>
                    <a:pt x="418463" y="10286999"/>
                  </a:lnTo>
                  <a:lnTo>
                    <a:pt x="390658" y="10286999"/>
                  </a:lnTo>
                  <a:lnTo>
                    <a:pt x="340259" y="9462735"/>
                  </a:lnTo>
                  <a:lnTo>
                    <a:pt x="231183" y="9083341"/>
                  </a:lnTo>
                  <a:close/>
                </a:path>
                <a:path w="1355725" h="10287000">
                  <a:moveTo>
                    <a:pt x="120215" y="10286999"/>
                  </a:moveTo>
                  <a:lnTo>
                    <a:pt x="176496" y="9847000"/>
                  </a:lnTo>
                  <a:lnTo>
                    <a:pt x="340259" y="9462735"/>
                  </a:lnTo>
                  <a:lnTo>
                    <a:pt x="390658" y="10286999"/>
                  </a:lnTo>
                  <a:lnTo>
                    <a:pt x="120215" y="10286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7462089" y="1"/>
              <a:ext cx="826135" cy="10287000"/>
            </a:xfrm>
            <a:custGeom>
              <a:avLst/>
              <a:gdLst/>
              <a:ahLst/>
              <a:cxnLst/>
              <a:rect l="l" t="t" r="r" b="b"/>
              <a:pathLst>
                <a:path w="826134" h="10287000">
                  <a:moveTo>
                    <a:pt x="283569" y="0"/>
                  </a:moveTo>
                  <a:lnTo>
                    <a:pt x="825907" y="0"/>
                  </a:lnTo>
                  <a:lnTo>
                    <a:pt x="825907" y="7492473"/>
                  </a:lnTo>
                  <a:lnTo>
                    <a:pt x="654527" y="4689589"/>
                  </a:lnTo>
                  <a:lnTo>
                    <a:pt x="654275" y="4689477"/>
                  </a:lnTo>
                  <a:lnTo>
                    <a:pt x="396998" y="481783"/>
                  </a:lnTo>
                  <a:lnTo>
                    <a:pt x="367330" y="343176"/>
                  </a:lnTo>
                  <a:lnTo>
                    <a:pt x="283569" y="0"/>
                  </a:lnTo>
                  <a:close/>
                </a:path>
                <a:path w="826134" h="10287000">
                  <a:moveTo>
                    <a:pt x="334431" y="5233506"/>
                  </a:moveTo>
                  <a:lnTo>
                    <a:pt x="654527" y="4689589"/>
                  </a:lnTo>
                  <a:lnTo>
                    <a:pt x="825907" y="7492473"/>
                  </a:lnTo>
                  <a:lnTo>
                    <a:pt x="825907" y="7717846"/>
                  </a:lnTo>
                  <a:lnTo>
                    <a:pt x="779865" y="6964833"/>
                  </a:lnTo>
                  <a:lnTo>
                    <a:pt x="726497" y="6719826"/>
                  </a:lnTo>
                  <a:lnTo>
                    <a:pt x="459680" y="6545463"/>
                  </a:lnTo>
                  <a:lnTo>
                    <a:pt x="409481" y="5724475"/>
                  </a:lnTo>
                  <a:lnTo>
                    <a:pt x="334431" y="5233506"/>
                  </a:lnTo>
                  <a:close/>
                </a:path>
                <a:path w="826134" h="10287000">
                  <a:moveTo>
                    <a:pt x="287909" y="927171"/>
                  </a:moveTo>
                  <a:lnTo>
                    <a:pt x="305650" y="865564"/>
                  </a:lnTo>
                  <a:lnTo>
                    <a:pt x="344309" y="725770"/>
                  </a:lnTo>
                  <a:lnTo>
                    <a:pt x="382040" y="575330"/>
                  </a:lnTo>
                  <a:lnTo>
                    <a:pt x="396998" y="481783"/>
                  </a:lnTo>
                  <a:lnTo>
                    <a:pt x="654275" y="4689477"/>
                  </a:lnTo>
                  <a:lnTo>
                    <a:pt x="605201" y="4667623"/>
                  </a:lnTo>
                  <a:lnTo>
                    <a:pt x="395979" y="1245849"/>
                  </a:lnTo>
                  <a:lnTo>
                    <a:pt x="287909" y="927171"/>
                  </a:lnTo>
                  <a:close/>
                </a:path>
                <a:path w="826134" h="10287000">
                  <a:moveTo>
                    <a:pt x="0" y="8183006"/>
                  </a:moveTo>
                  <a:lnTo>
                    <a:pt x="263855" y="7898426"/>
                  </a:lnTo>
                  <a:lnTo>
                    <a:pt x="307763" y="7469572"/>
                  </a:lnTo>
                  <a:lnTo>
                    <a:pt x="456860" y="7223750"/>
                  </a:lnTo>
                  <a:lnTo>
                    <a:pt x="779865" y="6964833"/>
                  </a:lnTo>
                  <a:lnTo>
                    <a:pt x="825907" y="7717846"/>
                  </a:lnTo>
                  <a:lnTo>
                    <a:pt x="825907" y="10286999"/>
                  </a:lnTo>
                  <a:lnTo>
                    <a:pt x="402768" y="10286999"/>
                  </a:lnTo>
                  <a:lnTo>
                    <a:pt x="298266" y="8577897"/>
                  </a:lnTo>
                  <a:lnTo>
                    <a:pt x="0" y="8183006"/>
                  </a:lnTo>
                  <a:close/>
                </a:path>
                <a:path w="826134" h="10287000">
                  <a:moveTo>
                    <a:pt x="37676" y="2670031"/>
                  </a:moveTo>
                  <a:lnTo>
                    <a:pt x="45156" y="2569448"/>
                  </a:lnTo>
                  <a:lnTo>
                    <a:pt x="85223" y="2440044"/>
                  </a:lnTo>
                  <a:lnTo>
                    <a:pt x="129831" y="2328310"/>
                  </a:lnTo>
                  <a:lnTo>
                    <a:pt x="150933" y="2280734"/>
                  </a:lnTo>
                  <a:lnTo>
                    <a:pt x="172397" y="2240468"/>
                  </a:lnTo>
                  <a:lnTo>
                    <a:pt x="219310" y="2147443"/>
                  </a:lnTo>
                  <a:lnTo>
                    <a:pt x="265087" y="2044138"/>
                  </a:lnTo>
                  <a:lnTo>
                    <a:pt x="283630" y="1971940"/>
                  </a:lnTo>
                  <a:lnTo>
                    <a:pt x="282364" y="1938106"/>
                  </a:lnTo>
                  <a:lnTo>
                    <a:pt x="282616" y="1889261"/>
                  </a:lnTo>
                  <a:lnTo>
                    <a:pt x="286467" y="1712640"/>
                  </a:lnTo>
                  <a:lnTo>
                    <a:pt x="286776" y="1663732"/>
                  </a:lnTo>
                  <a:lnTo>
                    <a:pt x="285594" y="1629802"/>
                  </a:lnTo>
                  <a:lnTo>
                    <a:pt x="300748" y="1545751"/>
                  </a:lnTo>
                  <a:lnTo>
                    <a:pt x="338925" y="1416440"/>
                  </a:lnTo>
                  <a:lnTo>
                    <a:pt x="378033" y="1297822"/>
                  </a:lnTo>
                  <a:lnTo>
                    <a:pt x="395979" y="1245849"/>
                  </a:lnTo>
                  <a:lnTo>
                    <a:pt x="605201" y="4667623"/>
                  </a:lnTo>
                  <a:lnTo>
                    <a:pt x="412448" y="4581785"/>
                  </a:lnTo>
                  <a:lnTo>
                    <a:pt x="364772" y="3802066"/>
                  </a:lnTo>
                  <a:lnTo>
                    <a:pt x="97509" y="3521247"/>
                  </a:lnTo>
                  <a:lnTo>
                    <a:pt x="51796" y="2773638"/>
                  </a:lnTo>
                  <a:lnTo>
                    <a:pt x="37676" y="2670031"/>
                  </a:lnTo>
                  <a:close/>
                </a:path>
                <a:path w="826134" h="10287000">
                  <a:moveTo>
                    <a:pt x="366916" y="4561509"/>
                  </a:moveTo>
                  <a:lnTo>
                    <a:pt x="340745" y="4133496"/>
                  </a:lnTo>
                  <a:lnTo>
                    <a:pt x="364772" y="3802066"/>
                  </a:lnTo>
                  <a:lnTo>
                    <a:pt x="412448" y="4581785"/>
                  </a:lnTo>
                  <a:lnTo>
                    <a:pt x="366916" y="4561509"/>
                  </a:lnTo>
                  <a:close/>
                </a:path>
                <a:path w="826134" h="10287000">
                  <a:moveTo>
                    <a:pt x="313326" y="6449822"/>
                  </a:moveTo>
                  <a:lnTo>
                    <a:pt x="399788" y="6161571"/>
                  </a:lnTo>
                  <a:lnTo>
                    <a:pt x="409481" y="5724475"/>
                  </a:lnTo>
                  <a:lnTo>
                    <a:pt x="459680" y="6545463"/>
                  </a:lnTo>
                  <a:lnTo>
                    <a:pt x="313326" y="6449822"/>
                  </a:lnTo>
                  <a:close/>
                </a:path>
                <a:path w="826134" h="10287000">
                  <a:moveTo>
                    <a:pt x="60262" y="3482112"/>
                  </a:moveTo>
                  <a:lnTo>
                    <a:pt x="62662" y="3078679"/>
                  </a:lnTo>
                  <a:lnTo>
                    <a:pt x="62164" y="3028079"/>
                  </a:lnTo>
                  <a:lnTo>
                    <a:pt x="59250" y="2909693"/>
                  </a:lnTo>
                  <a:lnTo>
                    <a:pt x="51796" y="2773638"/>
                  </a:lnTo>
                  <a:lnTo>
                    <a:pt x="97509" y="3521247"/>
                  </a:lnTo>
                  <a:lnTo>
                    <a:pt x="60262" y="3482112"/>
                  </a:lnTo>
                  <a:close/>
                </a:path>
                <a:path w="826134" h="10287000">
                  <a:moveTo>
                    <a:pt x="101110" y="9059919"/>
                  </a:moveTo>
                  <a:lnTo>
                    <a:pt x="298266" y="8577897"/>
                  </a:lnTo>
                  <a:lnTo>
                    <a:pt x="402768" y="10286999"/>
                  </a:lnTo>
                  <a:lnTo>
                    <a:pt x="379638" y="10286999"/>
                  </a:lnTo>
                  <a:lnTo>
                    <a:pt x="331955" y="9507159"/>
                  </a:lnTo>
                  <a:lnTo>
                    <a:pt x="101110" y="9059919"/>
                  </a:lnTo>
                  <a:close/>
                </a:path>
                <a:path w="826134" h="10287000">
                  <a:moveTo>
                    <a:pt x="175275" y="10272869"/>
                  </a:moveTo>
                  <a:lnTo>
                    <a:pt x="160505" y="9741553"/>
                  </a:lnTo>
                  <a:lnTo>
                    <a:pt x="331955" y="9507159"/>
                  </a:lnTo>
                  <a:lnTo>
                    <a:pt x="379638" y="10286999"/>
                  </a:lnTo>
                  <a:lnTo>
                    <a:pt x="182582" y="10286999"/>
                  </a:lnTo>
                  <a:lnTo>
                    <a:pt x="175275" y="10272869"/>
                  </a:lnTo>
                  <a:close/>
                </a:path>
              </a:pathLst>
            </a:custGeom>
            <a:solidFill>
              <a:srgbClr val="FFD04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/>
          <p:nvPr/>
        </p:nvSpPr>
        <p:spPr>
          <a:xfrm>
            <a:off x="0" y="9393919"/>
            <a:ext cx="2069464" cy="647700"/>
          </a:xfrm>
          <a:custGeom>
            <a:avLst/>
            <a:gdLst/>
            <a:ahLst/>
            <a:cxnLst/>
            <a:rect l="l" t="t" r="r" b="b"/>
            <a:pathLst>
              <a:path w="2069464" h="647700">
                <a:moveTo>
                  <a:pt x="0" y="647475"/>
                </a:moveTo>
                <a:lnTo>
                  <a:pt x="0" y="455319"/>
                </a:lnTo>
                <a:lnTo>
                  <a:pt x="37860" y="431652"/>
                </a:lnTo>
                <a:lnTo>
                  <a:pt x="79955" y="398425"/>
                </a:lnTo>
                <a:lnTo>
                  <a:pt x="118526" y="361295"/>
                </a:lnTo>
                <a:lnTo>
                  <a:pt x="154000" y="320799"/>
                </a:lnTo>
                <a:lnTo>
                  <a:pt x="186805" y="277476"/>
                </a:lnTo>
                <a:lnTo>
                  <a:pt x="213020" y="241048"/>
                </a:lnTo>
                <a:lnTo>
                  <a:pt x="239547" y="204794"/>
                </a:lnTo>
                <a:lnTo>
                  <a:pt x="266151" y="168580"/>
                </a:lnTo>
                <a:lnTo>
                  <a:pt x="292599" y="132268"/>
                </a:lnTo>
                <a:lnTo>
                  <a:pt x="300129" y="124071"/>
                </a:lnTo>
                <a:lnTo>
                  <a:pt x="308650" y="119122"/>
                </a:lnTo>
                <a:lnTo>
                  <a:pt x="318533" y="117012"/>
                </a:lnTo>
                <a:lnTo>
                  <a:pt x="330146" y="117332"/>
                </a:lnTo>
                <a:lnTo>
                  <a:pt x="362260" y="120295"/>
                </a:lnTo>
                <a:lnTo>
                  <a:pt x="426644" y="124742"/>
                </a:lnTo>
                <a:lnTo>
                  <a:pt x="480310" y="132258"/>
                </a:lnTo>
                <a:lnTo>
                  <a:pt x="505017" y="178320"/>
                </a:lnTo>
                <a:lnTo>
                  <a:pt x="510372" y="210525"/>
                </a:lnTo>
                <a:lnTo>
                  <a:pt x="516738" y="242574"/>
                </a:lnTo>
                <a:lnTo>
                  <a:pt x="534059" y="305273"/>
                </a:lnTo>
                <a:lnTo>
                  <a:pt x="568650" y="369761"/>
                </a:lnTo>
                <a:lnTo>
                  <a:pt x="620354" y="422891"/>
                </a:lnTo>
                <a:lnTo>
                  <a:pt x="655214" y="445577"/>
                </a:lnTo>
                <a:lnTo>
                  <a:pt x="691998" y="458130"/>
                </a:lnTo>
                <a:lnTo>
                  <a:pt x="730767" y="460843"/>
                </a:lnTo>
                <a:lnTo>
                  <a:pt x="771577" y="454007"/>
                </a:lnTo>
                <a:lnTo>
                  <a:pt x="821266" y="436203"/>
                </a:lnTo>
                <a:lnTo>
                  <a:pt x="867570" y="412390"/>
                </a:lnTo>
                <a:lnTo>
                  <a:pt x="911308" y="384026"/>
                </a:lnTo>
                <a:lnTo>
                  <a:pt x="953295" y="352569"/>
                </a:lnTo>
                <a:lnTo>
                  <a:pt x="991546" y="320827"/>
                </a:lnTo>
                <a:lnTo>
                  <a:pt x="1028011" y="287333"/>
                </a:lnTo>
                <a:lnTo>
                  <a:pt x="1062875" y="252272"/>
                </a:lnTo>
                <a:lnTo>
                  <a:pt x="1096320" y="215828"/>
                </a:lnTo>
                <a:lnTo>
                  <a:pt x="1128533" y="178185"/>
                </a:lnTo>
                <a:lnTo>
                  <a:pt x="1159697" y="139529"/>
                </a:lnTo>
                <a:lnTo>
                  <a:pt x="1177352" y="117478"/>
                </a:lnTo>
                <a:lnTo>
                  <a:pt x="1195143" y="95525"/>
                </a:lnTo>
                <a:lnTo>
                  <a:pt x="1231056" y="51989"/>
                </a:lnTo>
                <a:lnTo>
                  <a:pt x="1276972" y="29848"/>
                </a:lnTo>
                <a:lnTo>
                  <a:pt x="1296400" y="34979"/>
                </a:lnTo>
                <a:lnTo>
                  <a:pt x="1324404" y="45507"/>
                </a:lnTo>
                <a:lnTo>
                  <a:pt x="1338407" y="50673"/>
                </a:lnTo>
                <a:lnTo>
                  <a:pt x="1352409" y="55723"/>
                </a:lnTo>
                <a:lnTo>
                  <a:pt x="1373568" y="63881"/>
                </a:lnTo>
                <a:lnTo>
                  <a:pt x="1383991" y="71981"/>
                </a:lnTo>
                <a:lnTo>
                  <a:pt x="1386714" y="84865"/>
                </a:lnTo>
                <a:lnTo>
                  <a:pt x="1384769" y="107375"/>
                </a:lnTo>
                <a:lnTo>
                  <a:pt x="1382656" y="145762"/>
                </a:lnTo>
                <a:lnTo>
                  <a:pt x="1384510" y="184362"/>
                </a:lnTo>
                <a:lnTo>
                  <a:pt x="1389553" y="222689"/>
                </a:lnTo>
                <a:lnTo>
                  <a:pt x="1397008" y="260259"/>
                </a:lnTo>
                <a:lnTo>
                  <a:pt x="1414168" y="310169"/>
                </a:lnTo>
                <a:lnTo>
                  <a:pt x="1439315" y="347669"/>
                </a:lnTo>
                <a:lnTo>
                  <a:pt x="1471088" y="373506"/>
                </a:lnTo>
                <a:lnTo>
                  <a:pt x="1508126" y="388428"/>
                </a:lnTo>
                <a:lnTo>
                  <a:pt x="1549068" y="393183"/>
                </a:lnTo>
                <a:lnTo>
                  <a:pt x="1592554" y="388518"/>
                </a:lnTo>
                <a:lnTo>
                  <a:pt x="1637223" y="375180"/>
                </a:lnTo>
                <a:lnTo>
                  <a:pt x="1701582" y="336856"/>
                </a:lnTo>
                <a:lnTo>
                  <a:pt x="1753805" y="283284"/>
                </a:lnTo>
                <a:lnTo>
                  <a:pt x="1788182" y="240424"/>
                </a:lnTo>
                <a:lnTo>
                  <a:pt x="1822283" y="197351"/>
                </a:lnTo>
                <a:lnTo>
                  <a:pt x="1856176" y="154127"/>
                </a:lnTo>
                <a:lnTo>
                  <a:pt x="1889931" y="110817"/>
                </a:lnTo>
                <a:lnTo>
                  <a:pt x="1957303" y="24192"/>
                </a:lnTo>
                <a:lnTo>
                  <a:pt x="1971577" y="7730"/>
                </a:lnTo>
                <a:lnTo>
                  <a:pt x="1984063" y="0"/>
                </a:lnTo>
                <a:lnTo>
                  <a:pt x="1998726" y="9"/>
                </a:lnTo>
                <a:lnTo>
                  <a:pt x="2019535" y="6767"/>
                </a:lnTo>
                <a:lnTo>
                  <a:pt x="2053895" y="23674"/>
                </a:lnTo>
                <a:lnTo>
                  <a:pt x="2069139" y="42291"/>
                </a:lnTo>
                <a:lnTo>
                  <a:pt x="2066530" y="66276"/>
                </a:lnTo>
                <a:lnTo>
                  <a:pt x="2047332" y="99285"/>
                </a:lnTo>
                <a:lnTo>
                  <a:pt x="2020190" y="138375"/>
                </a:lnTo>
                <a:lnTo>
                  <a:pt x="1993244" y="177598"/>
                </a:lnTo>
                <a:lnTo>
                  <a:pt x="1939479" y="256141"/>
                </a:lnTo>
                <a:lnTo>
                  <a:pt x="1912429" y="295311"/>
                </a:lnTo>
                <a:lnTo>
                  <a:pt x="1885114" y="334315"/>
                </a:lnTo>
                <a:lnTo>
                  <a:pt x="1854652" y="373320"/>
                </a:lnTo>
                <a:lnTo>
                  <a:pt x="1821279" y="408809"/>
                </a:lnTo>
                <a:lnTo>
                  <a:pt x="1785338" y="441177"/>
                </a:lnTo>
                <a:lnTo>
                  <a:pt x="1747168" y="470821"/>
                </a:lnTo>
                <a:lnTo>
                  <a:pt x="1707112" y="498134"/>
                </a:lnTo>
                <a:lnTo>
                  <a:pt x="1665510" y="523514"/>
                </a:lnTo>
                <a:lnTo>
                  <a:pt x="1622703" y="547355"/>
                </a:lnTo>
                <a:lnTo>
                  <a:pt x="1581821" y="563967"/>
                </a:lnTo>
                <a:lnTo>
                  <a:pt x="1540686" y="569785"/>
                </a:lnTo>
                <a:lnTo>
                  <a:pt x="1499279" y="564595"/>
                </a:lnTo>
                <a:lnTo>
                  <a:pt x="1457581" y="548185"/>
                </a:lnTo>
                <a:lnTo>
                  <a:pt x="1421418" y="527532"/>
                </a:lnTo>
                <a:lnTo>
                  <a:pt x="1387181" y="504467"/>
                </a:lnTo>
                <a:lnTo>
                  <a:pt x="1355161" y="478524"/>
                </a:lnTo>
                <a:lnTo>
                  <a:pt x="1325649" y="449236"/>
                </a:lnTo>
                <a:lnTo>
                  <a:pt x="1296151" y="412425"/>
                </a:lnTo>
                <a:lnTo>
                  <a:pt x="1272778" y="372872"/>
                </a:lnTo>
                <a:lnTo>
                  <a:pt x="1256601" y="330013"/>
                </a:lnTo>
                <a:lnTo>
                  <a:pt x="1248689" y="283284"/>
                </a:lnTo>
                <a:lnTo>
                  <a:pt x="1247824" y="275852"/>
                </a:lnTo>
                <a:lnTo>
                  <a:pt x="1246589" y="268478"/>
                </a:lnTo>
                <a:lnTo>
                  <a:pt x="1243296" y="251754"/>
                </a:lnTo>
                <a:lnTo>
                  <a:pt x="1241636" y="249887"/>
                </a:lnTo>
                <a:lnTo>
                  <a:pt x="1239977" y="246982"/>
                </a:lnTo>
                <a:lnTo>
                  <a:pt x="1066947" y="421313"/>
                </a:lnTo>
                <a:lnTo>
                  <a:pt x="1032537" y="455874"/>
                </a:lnTo>
                <a:lnTo>
                  <a:pt x="998731" y="488738"/>
                </a:lnTo>
                <a:lnTo>
                  <a:pt x="963720" y="519988"/>
                </a:lnTo>
                <a:lnTo>
                  <a:pt x="927046" y="549058"/>
                </a:lnTo>
                <a:lnTo>
                  <a:pt x="888252" y="575379"/>
                </a:lnTo>
                <a:lnTo>
                  <a:pt x="846878" y="598385"/>
                </a:lnTo>
                <a:lnTo>
                  <a:pt x="808628" y="613408"/>
                </a:lnTo>
                <a:lnTo>
                  <a:pt x="769581" y="621489"/>
                </a:lnTo>
                <a:lnTo>
                  <a:pt x="729873" y="623152"/>
                </a:lnTo>
                <a:lnTo>
                  <a:pt x="689639" y="618922"/>
                </a:lnTo>
                <a:lnTo>
                  <a:pt x="640103" y="607304"/>
                </a:lnTo>
                <a:lnTo>
                  <a:pt x="593863" y="590218"/>
                </a:lnTo>
                <a:lnTo>
                  <a:pt x="551069" y="567555"/>
                </a:lnTo>
                <a:lnTo>
                  <a:pt x="511871" y="539203"/>
                </a:lnTo>
                <a:lnTo>
                  <a:pt x="476418" y="505056"/>
                </a:lnTo>
                <a:lnTo>
                  <a:pt x="444860" y="465001"/>
                </a:lnTo>
                <a:lnTo>
                  <a:pt x="423296" y="432388"/>
                </a:lnTo>
                <a:lnTo>
                  <a:pt x="402413" y="399036"/>
                </a:lnTo>
                <a:lnTo>
                  <a:pt x="381646" y="365061"/>
                </a:lnTo>
                <a:lnTo>
                  <a:pt x="360432" y="330581"/>
                </a:lnTo>
                <a:lnTo>
                  <a:pt x="348530" y="345458"/>
                </a:lnTo>
                <a:lnTo>
                  <a:pt x="310969" y="393880"/>
                </a:lnTo>
                <a:lnTo>
                  <a:pt x="276373" y="435998"/>
                </a:lnTo>
                <a:lnTo>
                  <a:pt x="240221" y="476618"/>
                </a:lnTo>
                <a:lnTo>
                  <a:pt x="202063" y="515302"/>
                </a:lnTo>
                <a:lnTo>
                  <a:pt x="161451" y="551611"/>
                </a:lnTo>
                <a:lnTo>
                  <a:pt x="117935" y="585109"/>
                </a:lnTo>
                <a:lnTo>
                  <a:pt x="72115" y="614528"/>
                </a:lnTo>
                <a:lnTo>
                  <a:pt x="24779" y="638467"/>
                </a:lnTo>
                <a:lnTo>
                  <a:pt x="0" y="647475"/>
                </a:lnTo>
                <a:close/>
              </a:path>
            </a:pathLst>
          </a:custGeom>
          <a:solidFill>
            <a:srgbClr val="5460A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1016000" y="1010284"/>
            <a:ext cx="10880725" cy="9398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19275" algn="l"/>
                <a:tab pos="6010910" algn="l"/>
                <a:tab pos="7309484" algn="l"/>
              </a:tabLst>
            </a:pPr>
            <a:r>
              <a:rPr dirty="0" sz="6000" spc="-25" b="0">
                <a:solidFill>
                  <a:srgbClr val="5460A8"/>
                </a:solidFill>
                <a:latin typeface="Comic Sans MS"/>
                <a:cs typeface="Comic Sans MS"/>
              </a:rPr>
              <a:t>THE</a:t>
            </a:r>
            <a:r>
              <a:rPr dirty="0" sz="6000" b="0">
                <a:solidFill>
                  <a:srgbClr val="5460A8"/>
                </a:solidFill>
                <a:latin typeface="Comic Sans MS"/>
                <a:cs typeface="Comic Sans MS"/>
              </a:rPr>
              <a:t>	</a:t>
            </a:r>
            <a:r>
              <a:rPr dirty="0" sz="6000" spc="-10" b="0">
                <a:solidFill>
                  <a:srgbClr val="5460A8"/>
                </a:solidFill>
                <a:latin typeface="Comic Sans MS"/>
                <a:cs typeface="Comic Sans MS"/>
              </a:rPr>
              <a:t>BENEFITS</a:t>
            </a:r>
            <a:r>
              <a:rPr dirty="0" sz="6000" b="0">
                <a:solidFill>
                  <a:srgbClr val="5460A8"/>
                </a:solidFill>
                <a:latin typeface="Comic Sans MS"/>
                <a:cs typeface="Comic Sans MS"/>
              </a:rPr>
              <a:t>	</a:t>
            </a:r>
            <a:r>
              <a:rPr dirty="0" sz="6000" spc="-25" b="0">
                <a:solidFill>
                  <a:srgbClr val="5460A8"/>
                </a:solidFill>
                <a:latin typeface="Comic Sans MS"/>
                <a:cs typeface="Comic Sans MS"/>
              </a:rPr>
              <a:t>OF</a:t>
            </a:r>
            <a:r>
              <a:rPr dirty="0" sz="6000" b="0">
                <a:solidFill>
                  <a:srgbClr val="5460A8"/>
                </a:solidFill>
                <a:latin typeface="Comic Sans MS"/>
                <a:cs typeface="Comic Sans MS"/>
              </a:rPr>
              <a:t>	</a:t>
            </a:r>
            <a:r>
              <a:rPr dirty="0" sz="6000" spc="-10" b="0">
                <a:solidFill>
                  <a:srgbClr val="5460A8"/>
                </a:solidFill>
                <a:latin typeface="Comic Sans MS"/>
                <a:cs typeface="Comic Sans MS"/>
              </a:rPr>
              <a:t>INFOSEC</a:t>
            </a:r>
            <a:endParaRPr sz="6000">
              <a:latin typeface="Comic Sans MS"/>
              <a:cs typeface="Comic Sans MS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90521" y="2416420"/>
            <a:ext cx="104775" cy="104774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757767" y="2133529"/>
            <a:ext cx="14253210" cy="7214870"/>
          </a:xfrm>
          <a:prstGeom prst="rect">
            <a:avLst/>
          </a:prstGeom>
        </p:spPr>
        <p:txBody>
          <a:bodyPr wrap="square" lIns="0" tIns="20955" rIns="0" bIns="0" rtlCol="0" vert="horz">
            <a:spAutoFit/>
          </a:bodyPr>
          <a:lstStyle/>
          <a:p>
            <a:pPr marL="12700" marR="5080">
              <a:lnSpc>
                <a:spcPct val="108800"/>
              </a:lnSpc>
              <a:spcBef>
                <a:spcPts val="165"/>
              </a:spcBef>
            </a:pPr>
            <a:r>
              <a:rPr dirty="0" sz="2950" spc="-290" b="1">
                <a:solidFill>
                  <a:srgbClr val="333433"/>
                </a:solidFill>
                <a:latin typeface="Comic Sans MS"/>
                <a:cs typeface="Comic Sans MS"/>
              </a:rPr>
              <a:t>Regulatory</a:t>
            </a:r>
            <a:r>
              <a:rPr dirty="0" sz="2950" spc="-3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285" b="1">
                <a:solidFill>
                  <a:srgbClr val="333433"/>
                </a:solidFill>
                <a:latin typeface="Comic Sans MS"/>
                <a:cs typeface="Comic Sans MS"/>
              </a:rPr>
              <a:t>compliance:</a:t>
            </a:r>
            <a:r>
              <a:rPr dirty="0" sz="2950" spc="-32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Organizations</a:t>
            </a:r>
            <a:r>
              <a:rPr dirty="0" sz="2400" spc="229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can</a:t>
            </a:r>
            <a:r>
              <a:rPr dirty="0" sz="2400" spc="22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meet</a:t>
            </a:r>
            <a:r>
              <a:rPr dirty="0" sz="2400" spc="229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standards</a:t>
            </a:r>
            <a:r>
              <a:rPr dirty="0" sz="2400" spc="229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like</a:t>
            </a:r>
            <a:r>
              <a:rPr dirty="0" sz="2400" spc="22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HIPAA</a:t>
            </a:r>
            <a:r>
              <a:rPr dirty="0" sz="2400" spc="229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or</a:t>
            </a:r>
            <a:r>
              <a:rPr dirty="0" sz="2400" spc="22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20">
                <a:solidFill>
                  <a:srgbClr val="333433"/>
                </a:solidFill>
                <a:latin typeface="Comic Sans MS"/>
                <a:cs typeface="Comic Sans MS"/>
              </a:rPr>
              <a:t>PCI-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DSS,</a:t>
            </a:r>
            <a:r>
              <a:rPr dirty="0" sz="2400" spc="229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reducing</a:t>
            </a:r>
            <a:r>
              <a:rPr dirty="0" sz="2400" spc="229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legal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risks</a:t>
            </a:r>
            <a:r>
              <a:rPr dirty="0" sz="2400" spc="-3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and</a:t>
            </a:r>
            <a:r>
              <a:rPr dirty="0" sz="2400" spc="-3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avoiding</a:t>
            </a:r>
            <a:r>
              <a:rPr dirty="0" sz="2400" spc="-3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costly</a:t>
            </a:r>
            <a:r>
              <a:rPr dirty="0" sz="2400" spc="-3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fines.</a:t>
            </a:r>
            <a:endParaRPr sz="2400">
              <a:latin typeface="Comic Sans MS"/>
              <a:cs typeface="Comic Sans MS"/>
            </a:endParaRPr>
          </a:p>
          <a:p>
            <a:pPr marL="12700" marR="5080">
              <a:lnSpc>
                <a:spcPct val="108800"/>
              </a:lnSpc>
              <a:spcBef>
                <a:spcPts val="2860"/>
              </a:spcBef>
            </a:pPr>
            <a:r>
              <a:rPr dirty="0" sz="2950" spc="-295" b="1">
                <a:solidFill>
                  <a:srgbClr val="333433"/>
                </a:solidFill>
                <a:latin typeface="Comic Sans MS"/>
                <a:cs typeface="Comic Sans MS"/>
              </a:rPr>
              <a:t>Cost</a:t>
            </a:r>
            <a:r>
              <a:rPr dirty="0" sz="2950" spc="-4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270" b="1">
                <a:solidFill>
                  <a:srgbClr val="333433"/>
                </a:solidFill>
                <a:latin typeface="Comic Sans MS"/>
                <a:cs typeface="Comic Sans MS"/>
              </a:rPr>
              <a:t>savings:</a:t>
            </a:r>
            <a:r>
              <a:rPr dirty="0" sz="2950" spc="-36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</a:t>
            </a:r>
            <a:r>
              <a:rPr dirty="0" sz="2400" spc="11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tiered</a:t>
            </a:r>
            <a:r>
              <a:rPr dirty="0" sz="2400" spc="17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security</a:t>
            </a:r>
            <a:r>
              <a:rPr dirty="0" sz="2400" spc="17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approach</a:t>
            </a:r>
            <a:r>
              <a:rPr dirty="0" sz="2400" spc="17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ensures</a:t>
            </a:r>
            <a:r>
              <a:rPr dirty="0" sz="2400" spc="17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complete</a:t>
            </a:r>
            <a:r>
              <a:rPr dirty="0" sz="2400" spc="17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protection</a:t>
            </a:r>
            <a:r>
              <a:rPr dirty="0" sz="2400" spc="17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for</a:t>
            </a:r>
            <a:r>
              <a:rPr dirty="0" sz="2400" spc="17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each</a:t>
            </a:r>
            <a:r>
              <a:rPr dirty="0" sz="2400" spc="17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data</a:t>
            </a:r>
            <a:r>
              <a:rPr dirty="0" sz="2400" spc="17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type</a:t>
            </a:r>
            <a:r>
              <a:rPr dirty="0" sz="2400" spc="17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without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overspending</a:t>
            </a:r>
            <a:r>
              <a:rPr dirty="0" sz="2400" spc="-6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on</a:t>
            </a:r>
            <a:r>
              <a:rPr dirty="0" sz="2400" spc="-5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low-risk</a:t>
            </a:r>
            <a:r>
              <a:rPr dirty="0" sz="2400" spc="-6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assets.</a:t>
            </a:r>
            <a:endParaRPr sz="2400">
              <a:latin typeface="Comic Sans MS"/>
              <a:cs typeface="Comic Sans MS"/>
            </a:endParaRPr>
          </a:p>
          <a:p>
            <a:pPr marL="12700" marR="5080">
              <a:lnSpc>
                <a:spcPct val="108800"/>
              </a:lnSpc>
              <a:spcBef>
                <a:spcPts val="2855"/>
              </a:spcBef>
              <a:tabLst>
                <a:tab pos="1951355" algn="l"/>
                <a:tab pos="4690745" algn="l"/>
                <a:tab pos="6300470" algn="l"/>
                <a:tab pos="6998970" algn="l"/>
                <a:tab pos="7837170" algn="l"/>
                <a:tab pos="9921240" algn="l"/>
                <a:tab pos="11038840" algn="l"/>
                <a:tab pos="12694285" algn="l"/>
                <a:tab pos="13202285" algn="l"/>
              </a:tabLst>
            </a:pPr>
            <a:r>
              <a:rPr dirty="0" sz="2950" spc="-300" b="1">
                <a:solidFill>
                  <a:srgbClr val="333433"/>
                </a:solidFill>
                <a:latin typeface="Comic Sans MS"/>
                <a:cs typeface="Comic Sans MS"/>
              </a:rPr>
              <a:t>Operational</a:t>
            </a:r>
            <a:r>
              <a:rPr dirty="0" sz="2950" b="1">
                <a:solidFill>
                  <a:srgbClr val="333433"/>
                </a:solidFill>
                <a:latin typeface="Comic Sans MS"/>
                <a:cs typeface="Comic Sans MS"/>
              </a:rPr>
              <a:t>	</a:t>
            </a:r>
            <a:r>
              <a:rPr dirty="0" sz="2950" spc="-270" b="1">
                <a:solidFill>
                  <a:srgbClr val="333433"/>
                </a:solidFill>
                <a:latin typeface="Comic Sans MS"/>
                <a:cs typeface="Comic Sans MS"/>
              </a:rPr>
              <a:t>efficiency:</a:t>
            </a:r>
            <a:r>
              <a:rPr dirty="0" sz="2950" spc="34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Clear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	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processes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	</a:t>
            </a:r>
            <a:r>
              <a:rPr dirty="0" sz="2400" spc="-25">
                <a:solidFill>
                  <a:srgbClr val="333433"/>
                </a:solidFill>
                <a:latin typeface="Comic Sans MS"/>
                <a:cs typeface="Comic Sans MS"/>
              </a:rPr>
              <a:t>and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	</a:t>
            </a:r>
            <a:r>
              <a:rPr dirty="0" sz="2400" spc="-20">
                <a:solidFill>
                  <a:srgbClr val="333433"/>
                </a:solidFill>
                <a:latin typeface="Comic Sans MS"/>
                <a:cs typeface="Comic Sans MS"/>
              </a:rPr>
              <a:t>data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	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classification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	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enable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	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employees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	</a:t>
            </a:r>
            <a:r>
              <a:rPr dirty="0" sz="2400" spc="-25">
                <a:solidFill>
                  <a:srgbClr val="333433"/>
                </a:solidFill>
                <a:latin typeface="Comic Sans MS"/>
                <a:cs typeface="Comic Sans MS"/>
              </a:rPr>
              <a:t>to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	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manage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information</a:t>
            </a:r>
            <a:r>
              <a:rPr dirty="0" sz="2400" spc="-10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effectively</a:t>
            </a:r>
            <a:r>
              <a:rPr dirty="0" sz="2400" spc="-10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and</a:t>
            </a:r>
            <a:r>
              <a:rPr dirty="0" sz="2400" spc="-9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securely.</a:t>
            </a:r>
            <a:endParaRPr sz="2400">
              <a:latin typeface="Comic Sans MS"/>
              <a:cs typeface="Comic Sans MS"/>
            </a:endParaRPr>
          </a:p>
          <a:p>
            <a:pPr marL="12700" marR="5080">
              <a:lnSpc>
                <a:spcPct val="108800"/>
              </a:lnSpc>
              <a:spcBef>
                <a:spcPts val="2860"/>
              </a:spcBef>
            </a:pPr>
            <a:r>
              <a:rPr dirty="0" sz="2950" spc="-290" b="1">
                <a:solidFill>
                  <a:srgbClr val="333433"/>
                </a:solidFill>
                <a:latin typeface="Comic Sans MS"/>
                <a:cs typeface="Comic Sans MS"/>
              </a:rPr>
              <a:t>Reputation</a:t>
            </a:r>
            <a:r>
              <a:rPr dirty="0" sz="2950" spc="-9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275" b="1">
                <a:solidFill>
                  <a:srgbClr val="333433"/>
                </a:solidFill>
                <a:latin typeface="Comic Sans MS"/>
                <a:cs typeface="Comic Sans MS"/>
              </a:rPr>
              <a:t>protection:</a:t>
            </a:r>
            <a:r>
              <a:rPr dirty="0" sz="2950" spc="-409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It</a:t>
            </a:r>
            <a:r>
              <a:rPr dirty="0" sz="2400" spc="3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helps</a:t>
            </a:r>
            <a:r>
              <a:rPr dirty="0" sz="2400" spc="12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maintain</a:t>
            </a:r>
            <a:r>
              <a:rPr dirty="0" sz="2400" spc="114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public</a:t>
            </a:r>
            <a:r>
              <a:rPr dirty="0" sz="2400" spc="12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trust</a:t>
            </a:r>
            <a:r>
              <a:rPr dirty="0" sz="2400" spc="114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and</a:t>
            </a:r>
            <a:r>
              <a:rPr dirty="0" sz="2400" spc="114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customer</a:t>
            </a:r>
            <a:r>
              <a:rPr dirty="0" sz="2400" spc="12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loyalty</a:t>
            </a:r>
            <a:r>
              <a:rPr dirty="0" sz="2400" spc="114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by</a:t>
            </a:r>
            <a:r>
              <a:rPr dirty="0" sz="2400" spc="12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preventing</a:t>
            </a:r>
            <a:r>
              <a:rPr dirty="0" sz="2400" spc="114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damaging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security 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incidents.</a:t>
            </a:r>
            <a:endParaRPr sz="2400">
              <a:latin typeface="Comic Sans MS"/>
              <a:cs typeface="Comic Sans MS"/>
            </a:endParaRPr>
          </a:p>
          <a:p>
            <a:pPr marL="12700" marR="5080">
              <a:lnSpc>
                <a:spcPct val="108800"/>
              </a:lnSpc>
              <a:spcBef>
                <a:spcPts val="2860"/>
              </a:spcBef>
              <a:tabLst>
                <a:tab pos="884555" algn="l"/>
                <a:tab pos="4135754" algn="l"/>
                <a:tab pos="5524500" algn="l"/>
                <a:tab pos="6256655" algn="l"/>
                <a:tab pos="7754620" algn="l"/>
                <a:tab pos="8702675" algn="l"/>
                <a:tab pos="9705975" algn="l"/>
                <a:tab pos="10430510" algn="l"/>
                <a:tab pos="12012930" algn="l"/>
                <a:tab pos="12745085" algn="l"/>
                <a:tab pos="13924280" algn="l"/>
              </a:tabLst>
            </a:pPr>
            <a:r>
              <a:rPr dirty="0" sz="2950" spc="-295" b="1">
                <a:solidFill>
                  <a:srgbClr val="333433"/>
                </a:solidFill>
                <a:latin typeface="Comic Sans MS"/>
                <a:cs typeface="Comic Sans MS"/>
              </a:rPr>
              <a:t>Risk</a:t>
            </a:r>
            <a:r>
              <a:rPr dirty="0" sz="2950" b="1">
                <a:solidFill>
                  <a:srgbClr val="333433"/>
                </a:solidFill>
                <a:latin typeface="Comic Sans MS"/>
                <a:cs typeface="Comic Sans MS"/>
              </a:rPr>
              <a:t>	</a:t>
            </a:r>
            <a:r>
              <a:rPr dirty="0" sz="2950" spc="-280" b="1">
                <a:solidFill>
                  <a:srgbClr val="333433"/>
                </a:solidFill>
                <a:latin typeface="Comic Sans MS"/>
                <a:cs typeface="Comic Sans MS"/>
              </a:rPr>
              <a:t>reduction:</a:t>
            </a:r>
            <a:r>
              <a:rPr dirty="0" sz="2950" spc="63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Prepared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	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systems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	</a:t>
            </a:r>
            <a:r>
              <a:rPr dirty="0" sz="2400" spc="-25">
                <a:solidFill>
                  <a:srgbClr val="333433"/>
                </a:solidFill>
                <a:latin typeface="Comic Sans MS"/>
                <a:cs typeface="Comic Sans MS"/>
              </a:rPr>
              <a:t>and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	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response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	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plans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	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lower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	</a:t>
            </a:r>
            <a:r>
              <a:rPr dirty="0" sz="2400" spc="-25">
                <a:solidFill>
                  <a:srgbClr val="333433"/>
                </a:solidFill>
                <a:latin typeface="Comic Sans MS"/>
                <a:cs typeface="Comic Sans MS"/>
              </a:rPr>
              <a:t>the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	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likelihood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	</a:t>
            </a:r>
            <a:r>
              <a:rPr dirty="0" sz="2400" spc="-25">
                <a:solidFill>
                  <a:srgbClr val="333433"/>
                </a:solidFill>
                <a:latin typeface="Comic Sans MS"/>
                <a:cs typeface="Comic Sans MS"/>
              </a:rPr>
              <a:t>and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	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impact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	</a:t>
            </a:r>
            <a:r>
              <a:rPr dirty="0" sz="2400" spc="-25">
                <a:solidFill>
                  <a:srgbClr val="333433"/>
                </a:solidFill>
                <a:latin typeface="Comic Sans MS"/>
                <a:cs typeface="Comic Sans MS"/>
              </a:rPr>
              <a:t>of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cyberattacks or data 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breaches.</a:t>
            </a:r>
            <a:endParaRPr sz="2400">
              <a:latin typeface="Comic Sans MS"/>
              <a:cs typeface="Comic Sans MS"/>
            </a:endParaRPr>
          </a:p>
          <a:p>
            <a:pPr marL="12700" marR="5080">
              <a:lnSpc>
                <a:spcPct val="108800"/>
              </a:lnSpc>
              <a:spcBef>
                <a:spcPts val="2855"/>
              </a:spcBef>
              <a:tabLst>
                <a:tab pos="4045585" algn="l"/>
                <a:tab pos="4735195" algn="l"/>
                <a:tab pos="5874385" algn="l"/>
                <a:tab pos="7717790" algn="l"/>
                <a:tab pos="8147050" algn="l"/>
                <a:tab pos="9774555" algn="l"/>
                <a:tab pos="10980420" algn="l"/>
                <a:tab pos="13029565" algn="l"/>
              </a:tabLst>
            </a:pPr>
            <a:r>
              <a:rPr dirty="0" sz="2950" spc="-325" b="1">
                <a:solidFill>
                  <a:srgbClr val="333433"/>
                </a:solidFill>
                <a:latin typeface="Comic Sans MS"/>
                <a:cs typeface="Comic Sans MS"/>
              </a:rPr>
              <a:t>Data</a:t>
            </a:r>
            <a:r>
              <a:rPr dirty="0" sz="2950" spc="585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260" b="1">
                <a:solidFill>
                  <a:srgbClr val="333433"/>
                </a:solidFill>
                <a:latin typeface="Comic Sans MS"/>
                <a:cs typeface="Comic Sans MS"/>
              </a:rPr>
              <a:t>integrity:</a:t>
            </a:r>
            <a:r>
              <a:rPr dirty="0" sz="2950" spc="27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Accurate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	</a:t>
            </a:r>
            <a:r>
              <a:rPr dirty="0" sz="2400" spc="-25">
                <a:solidFill>
                  <a:srgbClr val="333433"/>
                </a:solidFill>
                <a:latin typeface="Comic Sans MS"/>
                <a:cs typeface="Comic Sans MS"/>
              </a:rPr>
              <a:t>and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	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secure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	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information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	</a:t>
            </a:r>
            <a:r>
              <a:rPr dirty="0" sz="2400" spc="-25">
                <a:solidFill>
                  <a:srgbClr val="333433"/>
                </a:solidFill>
                <a:latin typeface="Comic Sans MS"/>
                <a:cs typeface="Comic Sans MS"/>
              </a:rPr>
              <a:t>is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	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preserved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	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against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	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unauthorized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	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changes,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corruption,</a:t>
            </a:r>
            <a:r>
              <a:rPr dirty="0" sz="2400" spc="-6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or</a:t>
            </a:r>
            <a:r>
              <a:rPr dirty="0" sz="2400" spc="-6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theft.</a:t>
            </a:r>
            <a:endParaRPr sz="2400">
              <a:latin typeface="Comic Sans MS"/>
              <a:cs typeface="Comic Sans MS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90521" y="3673719"/>
            <a:ext cx="104775" cy="10477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90521" y="4931019"/>
            <a:ext cx="104775" cy="10477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90521" y="6188319"/>
            <a:ext cx="104775" cy="104774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90521" y="7445619"/>
            <a:ext cx="104775" cy="104774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90521" y="8702919"/>
            <a:ext cx="104775" cy="10477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925503" y="1"/>
            <a:ext cx="9363075" cy="10287000"/>
            <a:chOff x="8925503" y="1"/>
            <a:chExt cx="9363075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925503" y="3384844"/>
              <a:ext cx="8333351" cy="587692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6860376" y="1"/>
              <a:ext cx="1428115" cy="10287000"/>
            </a:xfrm>
            <a:custGeom>
              <a:avLst/>
              <a:gdLst/>
              <a:ahLst/>
              <a:cxnLst/>
              <a:rect l="l" t="t" r="r" b="b"/>
              <a:pathLst>
                <a:path w="1428115" h="10287000">
                  <a:moveTo>
                    <a:pt x="501629" y="62878"/>
                  </a:moveTo>
                  <a:lnTo>
                    <a:pt x="528368" y="0"/>
                  </a:lnTo>
                  <a:lnTo>
                    <a:pt x="1427619" y="0"/>
                  </a:lnTo>
                  <a:lnTo>
                    <a:pt x="1427619" y="10286999"/>
                  </a:lnTo>
                  <a:lnTo>
                    <a:pt x="1287213" y="10286999"/>
                  </a:lnTo>
                  <a:lnTo>
                    <a:pt x="711966" y="878980"/>
                  </a:lnTo>
                  <a:lnTo>
                    <a:pt x="501629" y="62878"/>
                  </a:lnTo>
                  <a:close/>
                </a:path>
                <a:path w="1428115" h="10287000">
                  <a:moveTo>
                    <a:pt x="491447" y="1212337"/>
                  </a:moveTo>
                  <a:lnTo>
                    <a:pt x="711966" y="878980"/>
                  </a:lnTo>
                  <a:lnTo>
                    <a:pt x="1287213" y="10286999"/>
                  </a:lnTo>
                  <a:lnTo>
                    <a:pt x="1180173" y="10286999"/>
                  </a:lnTo>
                  <a:lnTo>
                    <a:pt x="647623" y="1577285"/>
                  </a:lnTo>
                  <a:lnTo>
                    <a:pt x="491447" y="1212337"/>
                  </a:lnTo>
                  <a:close/>
                </a:path>
                <a:path w="1428115" h="10287000">
                  <a:moveTo>
                    <a:pt x="170825" y="2959008"/>
                  </a:moveTo>
                  <a:lnTo>
                    <a:pt x="283851" y="2569972"/>
                  </a:lnTo>
                  <a:lnTo>
                    <a:pt x="508307" y="2361372"/>
                  </a:lnTo>
                  <a:lnTo>
                    <a:pt x="563780" y="1956662"/>
                  </a:lnTo>
                  <a:lnTo>
                    <a:pt x="647623" y="1577285"/>
                  </a:lnTo>
                  <a:lnTo>
                    <a:pt x="1180173" y="10286999"/>
                  </a:lnTo>
                  <a:lnTo>
                    <a:pt x="912696" y="10286999"/>
                  </a:lnTo>
                  <a:lnTo>
                    <a:pt x="713477" y="7028812"/>
                  </a:lnTo>
                  <a:lnTo>
                    <a:pt x="674720" y="6986557"/>
                  </a:lnTo>
                  <a:lnTo>
                    <a:pt x="497692" y="4091303"/>
                  </a:lnTo>
                  <a:lnTo>
                    <a:pt x="418855" y="3960970"/>
                  </a:lnTo>
                  <a:lnTo>
                    <a:pt x="383650" y="3385205"/>
                  </a:lnTo>
                  <a:lnTo>
                    <a:pt x="170825" y="2959008"/>
                  </a:lnTo>
                  <a:close/>
                </a:path>
                <a:path w="1428115" h="10287000">
                  <a:moveTo>
                    <a:pt x="539942" y="7253246"/>
                  </a:moveTo>
                  <a:lnTo>
                    <a:pt x="713477" y="7028812"/>
                  </a:lnTo>
                  <a:lnTo>
                    <a:pt x="912696" y="10286999"/>
                  </a:lnTo>
                  <a:lnTo>
                    <a:pt x="758412" y="10286999"/>
                  </a:lnTo>
                  <a:lnTo>
                    <a:pt x="588680" y="7511086"/>
                  </a:lnTo>
                  <a:lnTo>
                    <a:pt x="539942" y="7253246"/>
                  </a:lnTo>
                  <a:close/>
                </a:path>
                <a:path w="1428115" h="10287000">
                  <a:moveTo>
                    <a:pt x="186086" y="5401904"/>
                  </a:moveTo>
                  <a:lnTo>
                    <a:pt x="379883" y="5070181"/>
                  </a:lnTo>
                  <a:lnTo>
                    <a:pt x="499960" y="4848770"/>
                  </a:lnTo>
                  <a:lnTo>
                    <a:pt x="473895" y="4422473"/>
                  </a:lnTo>
                  <a:lnTo>
                    <a:pt x="497692" y="4091303"/>
                  </a:lnTo>
                  <a:lnTo>
                    <a:pt x="674720" y="6986557"/>
                  </a:lnTo>
                  <a:lnTo>
                    <a:pt x="596682" y="6901474"/>
                  </a:lnTo>
                  <a:lnTo>
                    <a:pt x="542295" y="6011995"/>
                  </a:lnTo>
                  <a:lnTo>
                    <a:pt x="417356" y="5683030"/>
                  </a:lnTo>
                  <a:lnTo>
                    <a:pt x="186086" y="5401904"/>
                  </a:lnTo>
                  <a:close/>
                </a:path>
                <a:path w="1428115" h="10287000">
                  <a:moveTo>
                    <a:pt x="300053" y="3764568"/>
                  </a:moveTo>
                  <a:lnTo>
                    <a:pt x="383650" y="3385205"/>
                  </a:lnTo>
                  <a:lnTo>
                    <a:pt x="418855" y="3960970"/>
                  </a:lnTo>
                  <a:lnTo>
                    <a:pt x="300053" y="3764568"/>
                  </a:lnTo>
                  <a:close/>
                </a:path>
                <a:path w="1428115" h="10287000">
                  <a:moveTo>
                    <a:pt x="446141" y="6737342"/>
                  </a:moveTo>
                  <a:lnTo>
                    <a:pt x="532848" y="6449076"/>
                  </a:lnTo>
                  <a:lnTo>
                    <a:pt x="542295" y="6011995"/>
                  </a:lnTo>
                  <a:lnTo>
                    <a:pt x="596682" y="6901474"/>
                  </a:lnTo>
                  <a:lnTo>
                    <a:pt x="446141" y="6737342"/>
                  </a:lnTo>
                  <a:close/>
                </a:path>
                <a:path w="1428115" h="10287000">
                  <a:moveTo>
                    <a:pt x="0" y="8515803"/>
                  </a:moveTo>
                  <a:lnTo>
                    <a:pt x="274697" y="8179134"/>
                  </a:lnTo>
                  <a:lnTo>
                    <a:pt x="439829" y="7756893"/>
                  </a:lnTo>
                  <a:lnTo>
                    <a:pt x="588680" y="7511086"/>
                  </a:lnTo>
                  <a:lnTo>
                    <a:pt x="758412" y="10286999"/>
                  </a:lnTo>
                  <a:lnTo>
                    <a:pt x="403581" y="10286999"/>
                  </a:lnTo>
                  <a:lnTo>
                    <a:pt x="323501" y="8977310"/>
                  </a:lnTo>
                  <a:lnTo>
                    <a:pt x="0" y="8515803"/>
                  </a:lnTo>
                  <a:close/>
                </a:path>
                <a:path w="1428115" h="10287000">
                  <a:moveTo>
                    <a:pt x="233450" y="9347716"/>
                  </a:moveTo>
                  <a:lnTo>
                    <a:pt x="323501" y="8977306"/>
                  </a:lnTo>
                  <a:lnTo>
                    <a:pt x="403581" y="10286999"/>
                  </a:lnTo>
                  <a:lnTo>
                    <a:pt x="377744" y="10286999"/>
                  </a:lnTo>
                  <a:lnTo>
                    <a:pt x="343446" y="9726069"/>
                  </a:lnTo>
                  <a:lnTo>
                    <a:pt x="233450" y="9347716"/>
                  </a:lnTo>
                  <a:close/>
                </a:path>
                <a:path w="1428115" h="10287000">
                  <a:moveTo>
                    <a:pt x="157361" y="10286999"/>
                  </a:moveTo>
                  <a:lnTo>
                    <a:pt x="179944" y="10110563"/>
                  </a:lnTo>
                  <a:lnTo>
                    <a:pt x="343446" y="9726069"/>
                  </a:lnTo>
                  <a:lnTo>
                    <a:pt x="377744" y="10286999"/>
                  </a:lnTo>
                  <a:lnTo>
                    <a:pt x="157361" y="10286999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6932848" y="1"/>
              <a:ext cx="1355725" cy="10287000"/>
            </a:xfrm>
            <a:custGeom>
              <a:avLst/>
              <a:gdLst/>
              <a:ahLst/>
              <a:cxnLst/>
              <a:rect l="l" t="t" r="r" b="b"/>
              <a:pathLst>
                <a:path w="1355725" h="10287000">
                  <a:moveTo>
                    <a:pt x="551392" y="0"/>
                  </a:moveTo>
                  <a:lnTo>
                    <a:pt x="1355147" y="0"/>
                  </a:lnTo>
                  <a:lnTo>
                    <a:pt x="1355147" y="10286999"/>
                  </a:lnTo>
                  <a:lnTo>
                    <a:pt x="1301111" y="10286999"/>
                  </a:lnTo>
                  <a:lnTo>
                    <a:pt x="709714" y="614851"/>
                  </a:lnTo>
                  <a:lnTo>
                    <a:pt x="551392" y="0"/>
                  </a:lnTo>
                  <a:close/>
                </a:path>
                <a:path w="1355725" h="10287000">
                  <a:moveTo>
                    <a:pt x="489441" y="948192"/>
                  </a:moveTo>
                  <a:lnTo>
                    <a:pt x="709714" y="614851"/>
                  </a:lnTo>
                  <a:lnTo>
                    <a:pt x="1301111" y="10286999"/>
                  </a:lnTo>
                  <a:lnTo>
                    <a:pt x="1194071" y="10286999"/>
                  </a:lnTo>
                  <a:lnTo>
                    <a:pt x="645356" y="1312910"/>
                  </a:lnTo>
                  <a:lnTo>
                    <a:pt x="489441" y="948192"/>
                  </a:lnTo>
                  <a:close/>
                </a:path>
                <a:path w="1355725" h="10287000">
                  <a:moveTo>
                    <a:pt x="168618" y="2695615"/>
                  </a:moveTo>
                  <a:lnTo>
                    <a:pt x="281875" y="2306319"/>
                  </a:lnTo>
                  <a:lnTo>
                    <a:pt x="506085" y="2097733"/>
                  </a:lnTo>
                  <a:lnTo>
                    <a:pt x="561573" y="1693269"/>
                  </a:lnTo>
                  <a:lnTo>
                    <a:pt x="645356" y="1312910"/>
                  </a:lnTo>
                  <a:lnTo>
                    <a:pt x="1194071" y="10286999"/>
                  </a:lnTo>
                  <a:lnTo>
                    <a:pt x="926595" y="10286999"/>
                  </a:lnTo>
                  <a:lnTo>
                    <a:pt x="711285" y="6765664"/>
                  </a:lnTo>
                  <a:lnTo>
                    <a:pt x="672529" y="6723409"/>
                  </a:lnTo>
                  <a:lnTo>
                    <a:pt x="495470" y="3827665"/>
                  </a:lnTo>
                  <a:lnTo>
                    <a:pt x="416639" y="3697430"/>
                  </a:lnTo>
                  <a:lnTo>
                    <a:pt x="381428" y="3121567"/>
                  </a:lnTo>
                  <a:lnTo>
                    <a:pt x="168618" y="2695615"/>
                  </a:lnTo>
                  <a:close/>
                </a:path>
                <a:path w="1355725" h="10287000">
                  <a:moveTo>
                    <a:pt x="537765" y="6990343"/>
                  </a:moveTo>
                  <a:lnTo>
                    <a:pt x="711285" y="6765664"/>
                  </a:lnTo>
                  <a:lnTo>
                    <a:pt x="926595" y="10286999"/>
                  </a:lnTo>
                  <a:lnTo>
                    <a:pt x="773294" y="10286999"/>
                  </a:lnTo>
                  <a:lnTo>
                    <a:pt x="587439" y="7247387"/>
                  </a:lnTo>
                  <a:lnTo>
                    <a:pt x="537765" y="6990343"/>
                  </a:lnTo>
                  <a:close/>
                </a:path>
                <a:path w="1355725" h="10287000">
                  <a:moveTo>
                    <a:pt x="183970" y="5139981"/>
                  </a:moveTo>
                  <a:lnTo>
                    <a:pt x="377692" y="4807033"/>
                  </a:lnTo>
                  <a:lnTo>
                    <a:pt x="497784" y="4585867"/>
                  </a:lnTo>
                  <a:lnTo>
                    <a:pt x="471704" y="4159325"/>
                  </a:lnTo>
                  <a:lnTo>
                    <a:pt x="495470" y="3827665"/>
                  </a:lnTo>
                  <a:lnTo>
                    <a:pt x="672529" y="6723409"/>
                  </a:lnTo>
                  <a:lnTo>
                    <a:pt x="594754" y="6638613"/>
                  </a:lnTo>
                  <a:lnTo>
                    <a:pt x="540349" y="5748832"/>
                  </a:lnTo>
                  <a:lnTo>
                    <a:pt x="415165" y="5419882"/>
                  </a:lnTo>
                  <a:lnTo>
                    <a:pt x="183970" y="5139981"/>
                  </a:lnTo>
                  <a:close/>
                </a:path>
                <a:path w="1355725" h="10287000">
                  <a:moveTo>
                    <a:pt x="297847" y="3501176"/>
                  </a:moveTo>
                  <a:lnTo>
                    <a:pt x="381428" y="3121567"/>
                  </a:lnTo>
                  <a:lnTo>
                    <a:pt x="416639" y="3697430"/>
                  </a:lnTo>
                  <a:lnTo>
                    <a:pt x="297847" y="3501176"/>
                  </a:lnTo>
                  <a:close/>
                </a:path>
                <a:path w="1355725" h="10287000">
                  <a:moveTo>
                    <a:pt x="443949" y="6474194"/>
                  </a:moveTo>
                  <a:lnTo>
                    <a:pt x="530656" y="6185928"/>
                  </a:lnTo>
                  <a:lnTo>
                    <a:pt x="540349" y="5748832"/>
                  </a:lnTo>
                  <a:lnTo>
                    <a:pt x="594754" y="6638613"/>
                  </a:lnTo>
                  <a:lnTo>
                    <a:pt x="443949" y="6474194"/>
                  </a:lnTo>
                  <a:close/>
                </a:path>
                <a:path w="1355725" h="10287000">
                  <a:moveTo>
                    <a:pt x="0" y="8252274"/>
                  </a:moveTo>
                  <a:lnTo>
                    <a:pt x="273471" y="7915680"/>
                  </a:lnTo>
                  <a:lnTo>
                    <a:pt x="438587" y="7493194"/>
                  </a:lnTo>
                  <a:lnTo>
                    <a:pt x="587439" y="7247387"/>
                  </a:lnTo>
                  <a:lnTo>
                    <a:pt x="773294" y="10286999"/>
                  </a:lnTo>
                  <a:lnTo>
                    <a:pt x="418463" y="10286999"/>
                  </a:lnTo>
                  <a:lnTo>
                    <a:pt x="322275" y="8713855"/>
                  </a:lnTo>
                  <a:lnTo>
                    <a:pt x="0" y="8252274"/>
                  </a:lnTo>
                  <a:close/>
                </a:path>
                <a:path w="1355725" h="10287000">
                  <a:moveTo>
                    <a:pt x="231183" y="9083341"/>
                  </a:moveTo>
                  <a:lnTo>
                    <a:pt x="322275" y="8713854"/>
                  </a:lnTo>
                  <a:lnTo>
                    <a:pt x="418463" y="10286999"/>
                  </a:lnTo>
                  <a:lnTo>
                    <a:pt x="390658" y="10286999"/>
                  </a:lnTo>
                  <a:lnTo>
                    <a:pt x="340259" y="9462735"/>
                  </a:lnTo>
                  <a:lnTo>
                    <a:pt x="231183" y="9083341"/>
                  </a:lnTo>
                  <a:close/>
                </a:path>
                <a:path w="1355725" h="10287000">
                  <a:moveTo>
                    <a:pt x="120215" y="10286999"/>
                  </a:moveTo>
                  <a:lnTo>
                    <a:pt x="176496" y="9847000"/>
                  </a:lnTo>
                  <a:lnTo>
                    <a:pt x="340259" y="9462735"/>
                  </a:lnTo>
                  <a:lnTo>
                    <a:pt x="390658" y="10286999"/>
                  </a:lnTo>
                  <a:lnTo>
                    <a:pt x="120215" y="10286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7462088" y="1"/>
              <a:ext cx="826135" cy="10287000"/>
            </a:xfrm>
            <a:custGeom>
              <a:avLst/>
              <a:gdLst/>
              <a:ahLst/>
              <a:cxnLst/>
              <a:rect l="l" t="t" r="r" b="b"/>
              <a:pathLst>
                <a:path w="826134" h="10287000">
                  <a:moveTo>
                    <a:pt x="283569" y="0"/>
                  </a:moveTo>
                  <a:lnTo>
                    <a:pt x="825907" y="0"/>
                  </a:lnTo>
                  <a:lnTo>
                    <a:pt x="825907" y="7492473"/>
                  </a:lnTo>
                  <a:lnTo>
                    <a:pt x="654527" y="4689589"/>
                  </a:lnTo>
                  <a:lnTo>
                    <a:pt x="654275" y="4689477"/>
                  </a:lnTo>
                  <a:lnTo>
                    <a:pt x="396998" y="481783"/>
                  </a:lnTo>
                  <a:lnTo>
                    <a:pt x="367330" y="343176"/>
                  </a:lnTo>
                  <a:lnTo>
                    <a:pt x="283569" y="0"/>
                  </a:lnTo>
                  <a:close/>
                </a:path>
                <a:path w="826134" h="10287000">
                  <a:moveTo>
                    <a:pt x="334431" y="5233506"/>
                  </a:moveTo>
                  <a:lnTo>
                    <a:pt x="654527" y="4689589"/>
                  </a:lnTo>
                  <a:lnTo>
                    <a:pt x="825907" y="7492473"/>
                  </a:lnTo>
                  <a:lnTo>
                    <a:pt x="825907" y="7717846"/>
                  </a:lnTo>
                  <a:lnTo>
                    <a:pt x="779865" y="6964833"/>
                  </a:lnTo>
                  <a:lnTo>
                    <a:pt x="726497" y="6719826"/>
                  </a:lnTo>
                  <a:lnTo>
                    <a:pt x="459680" y="6545463"/>
                  </a:lnTo>
                  <a:lnTo>
                    <a:pt x="409481" y="5724475"/>
                  </a:lnTo>
                  <a:lnTo>
                    <a:pt x="334431" y="5233506"/>
                  </a:lnTo>
                  <a:close/>
                </a:path>
                <a:path w="826134" h="10287000">
                  <a:moveTo>
                    <a:pt x="287909" y="927171"/>
                  </a:moveTo>
                  <a:lnTo>
                    <a:pt x="305650" y="865564"/>
                  </a:lnTo>
                  <a:lnTo>
                    <a:pt x="344309" y="725770"/>
                  </a:lnTo>
                  <a:lnTo>
                    <a:pt x="382040" y="575330"/>
                  </a:lnTo>
                  <a:lnTo>
                    <a:pt x="396998" y="481783"/>
                  </a:lnTo>
                  <a:lnTo>
                    <a:pt x="654275" y="4689477"/>
                  </a:lnTo>
                  <a:lnTo>
                    <a:pt x="605201" y="4667623"/>
                  </a:lnTo>
                  <a:lnTo>
                    <a:pt x="395979" y="1245849"/>
                  </a:lnTo>
                  <a:lnTo>
                    <a:pt x="287909" y="927171"/>
                  </a:lnTo>
                  <a:close/>
                </a:path>
                <a:path w="826134" h="10287000">
                  <a:moveTo>
                    <a:pt x="0" y="8183006"/>
                  </a:moveTo>
                  <a:lnTo>
                    <a:pt x="263855" y="7898426"/>
                  </a:lnTo>
                  <a:lnTo>
                    <a:pt x="307763" y="7469572"/>
                  </a:lnTo>
                  <a:lnTo>
                    <a:pt x="456860" y="7223750"/>
                  </a:lnTo>
                  <a:lnTo>
                    <a:pt x="779865" y="6964833"/>
                  </a:lnTo>
                  <a:lnTo>
                    <a:pt x="825907" y="7717846"/>
                  </a:lnTo>
                  <a:lnTo>
                    <a:pt x="825907" y="10286999"/>
                  </a:lnTo>
                  <a:lnTo>
                    <a:pt x="402768" y="10286999"/>
                  </a:lnTo>
                  <a:lnTo>
                    <a:pt x="298266" y="8577897"/>
                  </a:lnTo>
                  <a:lnTo>
                    <a:pt x="0" y="8183006"/>
                  </a:lnTo>
                  <a:close/>
                </a:path>
                <a:path w="826134" h="10287000">
                  <a:moveTo>
                    <a:pt x="37676" y="2670031"/>
                  </a:moveTo>
                  <a:lnTo>
                    <a:pt x="45156" y="2569448"/>
                  </a:lnTo>
                  <a:lnTo>
                    <a:pt x="85223" y="2440044"/>
                  </a:lnTo>
                  <a:lnTo>
                    <a:pt x="129831" y="2328310"/>
                  </a:lnTo>
                  <a:lnTo>
                    <a:pt x="150933" y="2280734"/>
                  </a:lnTo>
                  <a:lnTo>
                    <a:pt x="172397" y="2240468"/>
                  </a:lnTo>
                  <a:lnTo>
                    <a:pt x="219310" y="2147443"/>
                  </a:lnTo>
                  <a:lnTo>
                    <a:pt x="265087" y="2044138"/>
                  </a:lnTo>
                  <a:lnTo>
                    <a:pt x="283630" y="1971940"/>
                  </a:lnTo>
                  <a:lnTo>
                    <a:pt x="282364" y="1938106"/>
                  </a:lnTo>
                  <a:lnTo>
                    <a:pt x="282616" y="1889261"/>
                  </a:lnTo>
                  <a:lnTo>
                    <a:pt x="286467" y="1712640"/>
                  </a:lnTo>
                  <a:lnTo>
                    <a:pt x="286776" y="1663732"/>
                  </a:lnTo>
                  <a:lnTo>
                    <a:pt x="285594" y="1629802"/>
                  </a:lnTo>
                  <a:lnTo>
                    <a:pt x="300748" y="1545751"/>
                  </a:lnTo>
                  <a:lnTo>
                    <a:pt x="338925" y="1416440"/>
                  </a:lnTo>
                  <a:lnTo>
                    <a:pt x="378033" y="1297822"/>
                  </a:lnTo>
                  <a:lnTo>
                    <a:pt x="395979" y="1245849"/>
                  </a:lnTo>
                  <a:lnTo>
                    <a:pt x="605201" y="4667623"/>
                  </a:lnTo>
                  <a:lnTo>
                    <a:pt x="412448" y="4581785"/>
                  </a:lnTo>
                  <a:lnTo>
                    <a:pt x="364772" y="3802066"/>
                  </a:lnTo>
                  <a:lnTo>
                    <a:pt x="97509" y="3521247"/>
                  </a:lnTo>
                  <a:lnTo>
                    <a:pt x="51796" y="2773638"/>
                  </a:lnTo>
                  <a:lnTo>
                    <a:pt x="37676" y="2670031"/>
                  </a:lnTo>
                  <a:close/>
                </a:path>
                <a:path w="826134" h="10287000">
                  <a:moveTo>
                    <a:pt x="366916" y="4561509"/>
                  </a:moveTo>
                  <a:lnTo>
                    <a:pt x="340745" y="4133496"/>
                  </a:lnTo>
                  <a:lnTo>
                    <a:pt x="364772" y="3802066"/>
                  </a:lnTo>
                  <a:lnTo>
                    <a:pt x="412448" y="4581785"/>
                  </a:lnTo>
                  <a:lnTo>
                    <a:pt x="366916" y="4561509"/>
                  </a:lnTo>
                  <a:close/>
                </a:path>
                <a:path w="826134" h="10287000">
                  <a:moveTo>
                    <a:pt x="313326" y="6449822"/>
                  </a:moveTo>
                  <a:lnTo>
                    <a:pt x="399788" y="6161571"/>
                  </a:lnTo>
                  <a:lnTo>
                    <a:pt x="409481" y="5724475"/>
                  </a:lnTo>
                  <a:lnTo>
                    <a:pt x="459680" y="6545463"/>
                  </a:lnTo>
                  <a:lnTo>
                    <a:pt x="313326" y="6449822"/>
                  </a:lnTo>
                  <a:close/>
                </a:path>
                <a:path w="826134" h="10287000">
                  <a:moveTo>
                    <a:pt x="60262" y="3482112"/>
                  </a:moveTo>
                  <a:lnTo>
                    <a:pt x="62662" y="3078679"/>
                  </a:lnTo>
                  <a:lnTo>
                    <a:pt x="62164" y="3028079"/>
                  </a:lnTo>
                  <a:lnTo>
                    <a:pt x="59250" y="2909693"/>
                  </a:lnTo>
                  <a:lnTo>
                    <a:pt x="51796" y="2773638"/>
                  </a:lnTo>
                  <a:lnTo>
                    <a:pt x="97509" y="3521247"/>
                  </a:lnTo>
                  <a:lnTo>
                    <a:pt x="60262" y="3482112"/>
                  </a:lnTo>
                  <a:close/>
                </a:path>
                <a:path w="826134" h="10287000">
                  <a:moveTo>
                    <a:pt x="101110" y="9059919"/>
                  </a:moveTo>
                  <a:lnTo>
                    <a:pt x="298266" y="8577897"/>
                  </a:lnTo>
                  <a:lnTo>
                    <a:pt x="402768" y="10286999"/>
                  </a:lnTo>
                  <a:lnTo>
                    <a:pt x="379638" y="10286999"/>
                  </a:lnTo>
                  <a:lnTo>
                    <a:pt x="331955" y="9507159"/>
                  </a:lnTo>
                  <a:lnTo>
                    <a:pt x="101110" y="9059919"/>
                  </a:lnTo>
                  <a:close/>
                </a:path>
                <a:path w="826134" h="10287000">
                  <a:moveTo>
                    <a:pt x="175275" y="10272869"/>
                  </a:moveTo>
                  <a:lnTo>
                    <a:pt x="160505" y="9741553"/>
                  </a:lnTo>
                  <a:lnTo>
                    <a:pt x="331955" y="9507159"/>
                  </a:lnTo>
                  <a:lnTo>
                    <a:pt x="379638" y="10286999"/>
                  </a:lnTo>
                  <a:lnTo>
                    <a:pt x="182582" y="10286999"/>
                  </a:lnTo>
                  <a:lnTo>
                    <a:pt x="175275" y="10272869"/>
                  </a:lnTo>
                  <a:close/>
                </a:path>
              </a:pathLst>
            </a:custGeom>
            <a:solidFill>
              <a:srgbClr val="FFD04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1016000" y="1010284"/>
            <a:ext cx="10128250" cy="1806575"/>
          </a:xfrm>
          <a:prstGeom prst="rect"/>
        </p:spPr>
        <p:txBody>
          <a:bodyPr wrap="square" lIns="0" tIns="71755" rIns="0" bIns="0" rtlCol="0" vert="horz">
            <a:spAutoFit/>
          </a:bodyPr>
          <a:lstStyle/>
          <a:p>
            <a:pPr marL="12700" marR="5080">
              <a:lnSpc>
                <a:spcPts val="6830"/>
              </a:lnSpc>
              <a:spcBef>
                <a:spcPts val="565"/>
              </a:spcBef>
              <a:tabLst>
                <a:tab pos="1665605" algn="l"/>
                <a:tab pos="6193155" algn="l"/>
                <a:tab pos="6488430" algn="l"/>
              </a:tabLst>
            </a:pPr>
            <a:r>
              <a:rPr dirty="0" sz="6000" spc="-25" b="0">
                <a:solidFill>
                  <a:srgbClr val="5460A8"/>
                </a:solidFill>
                <a:latin typeface="Comic Sans MS"/>
                <a:cs typeface="Comic Sans MS"/>
              </a:rPr>
              <a:t>KEY</a:t>
            </a:r>
            <a:r>
              <a:rPr dirty="0" sz="6000" b="0">
                <a:solidFill>
                  <a:srgbClr val="5460A8"/>
                </a:solidFill>
                <a:latin typeface="Comic Sans MS"/>
                <a:cs typeface="Comic Sans MS"/>
              </a:rPr>
              <a:t>	</a:t>
            </a:r>
            <a:r>
              <a:rPr dirty="0" sz="6000" spc="-10" b="0">
                <a:solidFill>
                  <a:srgbClr val="5460A8"/>
                </a:solidFill>
                <a:latin typeface="Comic Sans MS"/>
                <a:cs typeface="Comic Sans MS"/>
              </a:rPr>
              <a:t>PRINCIPLES</a:t>
            </a:r>
            <a:r>
              <a:rPr dirty="0" sz="6000" b="0">
                <a:solidFill>
                  <a:srgbClr val="5460A8"/>
                </a:solidFill>
                <a:latin typeface="Comic Sans MS"/>
                <a:cs typeface="Comic Sans MS"/>
              </a:rPr>
              <a:t>	</a:t>
            </a:r>
            <a:r>
              <a:rPr dirty="0" sz="6000" spc="-25" b="0">
                <a:solidFill>
                  <a:srgbClr val="5460A8"/>
                </a:solidFill>
                <a:latin typeface="Comic Sans MS"/>
                <a:cs typeface="Comic Sans MS"/>
              </a:rPr>
              <a:t>OF </a:t>
            </a:r>
            <a:r>
              <a:rPr dirty="0" sz="6000" spc="-10" b="0">
                <a:solidFill>
                  <a:srgbClr val="5460A8"/>
                </a:solidFill>
                <a:latin typeface="Comic Sans MS"/>
                <a:cs typeface="Comic Sans MS"/>
              </a:rPr>
              <a:t>INFORMATION</a:t>
            </a:r>
            <a:r>
              <a:rPr dirty="0" sz="6000" b="0">
                <a:solidFill>
                  <a:srgbClr val="5460A8"/>
                </a:solidFill>
                <a:latin typeface="Comic Sans MS"/>
                <a:cs typeface="Comic Sans MS"/>
              </a:rPr>
              <a:t>	</a:t>
            </a:r>
            <a:r>
              <a:rPr dirty="0" sz="6000" spc="-10" b="0">
                <a:solidFill>
                  <a:srgbClr val="5460A8"/>
                </a:solidFill>
                <a:latin typeface="Comic Sans MS"/>
                <a:cs typeface="Comic Sans MS"/>
              </a:rPr>
              <a:t>SECURITY</a:t>
            </a:r>
            <a:endParaRPr sz="6000">
              <a:latin typeface="Comic Sans MS"/>
              <a:cs typeface="Comic Sans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16000" y="3610609"/>
            <a:ext cx="7001509" cy="4996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100"/>
              </a:spcBef>
            </a:pPr>
            <a:r>
              <a:rPr dirty="0" sz="6000">
                <a:solidFill>
                  <a:srgbClr val="5460A8"/>
                </a:solidFill>
                <a:latin typeface="Comic Sans MS"/>
                <a:cs typeface="Comic Sans MS"/>
              </a:rPr>
              <a:t>C-I-A </a:t>
            </a:r>
            <a:r>
              <a:rPr dirty="0" sz="6000" spc="-10">
                <a:solidFill>
                  <a:srgbClr val="5460A8"/>
                </a:solidFill>
                <a:latin typeface="Comic Sans MS"/>
                <a:cs typeface="Comic Sans MS"/>
              </a:rPr>
              <a:t>TRAID</a:t>
            </a:r>
            <a:endParaRPr sz="6000">
              <a:latin typeface="Comic Sans MS"/>
              <a:cs typeface="Comic Sans MS"/>
            </a:endParaRPr>
          </a:p>
          <a:p>
            <a:pPr algn="just" marL="12700" marR="5080">
              <a:lnSpc>
                <a:spcPct val="114599"/>
              </a:lnSpc>
              <a:spcBef>
                <a:spcPts val="5425"/>
              </a:spcBef>
            </a:pP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Information</a:t>
            </a:r>
            <a:r>
              <a:rPr dirty="0" sz="2400" spc="18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security</a:t>
            </a:r>
            <a:r>
              <a:rPr dirty="0" sz="2400" spc="18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is</a:t>
            </a:r>
            <a:r>
              <a:rPr dirty="0" sz="2400" spc="18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necessary</a:t>
            </a:r>
            <a:r>
              <a:rPr dirty="0" sz="2400" spc="18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to</a:t>
            </a:r>
            <a:r>
              <a:rPr dirty="0" sz="2400" spc="18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ensure</a:t>
            </a:r>
            <a:r>
              <a:rPr dirty="0" sz="2400" spc="18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25">
                <a:solidFill>
                  <a:srgbClr val="333433"/>
                </a:solidFill>
                <a:latin typeface="Comic Sans MS"/>
                <a:cs typeface="Comic Sans MS"/>
              </a:rPr>
              <a:t>the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confidentiality,</a:t>
            </a:r>
            <a:r>
              <a:rPr dirty="0" sz="2400" spc="38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integrity,</a:t>
            </a:r>
            <a:r>
              <a:rPr dirty="0" sz="2400" spc="38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and</a:t>
            </a:r>
            <a:r>
              <a:rPr dirty="0" sz="2400" spc="38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availability</a:t>
            </a:r>
            <a:r>
              <a:rPr dirty="0" sz="2400" spc="38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 spc="-25">
                <a:solidFill>
                  <a:srgbClr val="333433"/>
                </a:solidFill>
                <a:latin typeface="Comic Sans MS"/>
                <a:cs typeface="Comic Sans MS"/>
              </a:rPr>
              <a:t>of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information,</a:t>
            </a:r>
            <a:r>
              <a:rPr dirty="0" sz="2400" spc="32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whether</a:t>
            </a:r>
            <a:r>
              <a:rPr dirty="0" sz="2400" spc="32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it</a:t>
            </a:r>
            <a:r>
              <a:rPr dirty="0" sz="2400" spc="32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is</a:t>
            </a:r>
            <a:r>
              <a:rPr dirty="0" sz="2400" spc="32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stored</a:t>
            </a:r>
            <a:r>
              <a:rPr dirty="0" sz="2400" spc="32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digitally</a:t>
            </a:r>
            <a:r>
              <a:rPr dirty="0" sz="2400" spc="32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or</a:t>
            </a:r>
            <a:r>
              <a:rPr dirty="0" sz="2400" spc="32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25">
                <a:solidFill>
                  <a:srgbClr val="333433"/>
                </a:solidFill>
                <a:latin typeface="Comic Sans MS"/>
                <a:cs typeface="Comic Sans MS"/>
              </a:rPr>
              <a:t>in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other</a:t>
            </a:r>
            <a:r>
              <a:rPr dirty="0" sz="2400" spc="330">
                <a:solidFill>
                  <a:srgbClr val="333433"/>
                </a:solidFill>
                <a:latin typeface="Comic Sans MS"/>
                <a:cs typeface="Comic Sans MS"/>
              </a:rPr>
              <a:t> 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forms</a:t>
            </a:r>
            <a:r>
              <a:rPr dirty="0" sz="2400" spc="330">
                <a:solidFill>
                  <a:srgbClr val="333433"/>
                </a:solidFill>
                <a:latin typeface="Comic Sans MS"/>
                <a:cs typeface="Comic Sans MS"/>
              </a:rPr>
              <a:t> 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such</a:t>
            </a:r>
            <a:r>
              <a:rPr dirty="0" sz="2400" spc="330">
                <a:solidFill>
                  <a:srgbClr val="333433"/>
                </a:solidFill>
                <a:latin typeface="Comic Sans MS"/>
                <a:cs typeface="Comic Sans MS"/>
              </a:rPr>
              <a:t> 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as</a:t>
            </a:r>
            <a:r>
              <a:rPr dirty="0" sz="2400" spc="335">
                <a:solidFill>
                  <a:srgbClr val="333433"/>
                </a:solidFill>
                <a:latin typeface="Comic Sans MS"/>
                <a:cs typeface="Comic Sans MS"/>
              </a:rPr>
              <a:t> 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paper</a:t>
            </a:r>
            <a:r>
              <a:rPr dirty="0" sz="2400" spc="330">
                <a:solidFill>
                  <a:srgbClr val="333433"/>
                </a:solidFill>
                <a:latin typeface="Comic Sans MS"/>
                <a:cs typeface="Comic Sans MS"/>
              </a:rPr>
              <a:t>   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documents.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Information</a:t>
            </a:r>
            <a:r>
              <a:rPr dirty="0" sz="2400" spc="16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Security</a:t>
            </a:r>
            <a:r>
              <a:rPr dirty="0" sz="2400" spc="16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programs</a:t>
            </a:r>
            <a:r>
              <a:rPr dirty="0" sz="2400" spc="16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are</a:t>
            </a:r>
            <a:r>
              <a:rPr dirty="0" sz="2400" spc="16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build</a:t>
            </a:r>
            <a:r>
              <a:rPr dirty="0" sz="2400" spc="16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around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3</a:t>
            </a:r>
            <a:r>
              <a:rPr dirty="0" sz="2400" spc="-3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objectives,</a:t>
            </a:r>
            <a:r>
              <a:rPr dirty="0" sz="2400" spc="-3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commonly</a:t>
            </a:r>
            <a:r>
              <a:rPr dirty="0" sz="2400" spc="-3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known</a:t>
            </a:r>
            <a:r>
              <a:rPr dirty="0" sz="2400" spc="-3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as</a:t>
            </a:r>
            <a:r>
              <a:rPr dirty="0" sz="2400" spc="-3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50">
                <a:solidFill>
                  <a:srgbClr val="333433"/>
                </a:solidFill>
                <a:latin typeface="Comic Sans MS"/>
                <a:cs typeface="Comic Sans MS"/>
              </a:rPr>
              <a:t>-</a:t>
            </a:r>
            <a:endParaRPr sz="2400">
              <a:latin typeface="Comic Sans MS"/>
              <a:cs typeface="Comic Sans MS"/>
            </a:endParaRPr>
          </a:p>
          <a:p>
            <a:pPr algn="just" marL="12700">
              <a:lnSpc>
                <a:spcPct val="100000"/>
              </a:lnSpc>
              <a:spcBef>
                <a:spcPts val="3170"/>
              </a:spcBef>
            </a:pPr>
            <a:r>
              <a:rPr dirty="0" sz="2950" spc="-355" b="1">
                <a:solidFill>
                  <a:srgbClr val="333433"/>
                </a:solidFill>
                <a:latin typeface="Comic Sans MS"/>
                <a:cs typeface="Comic Sans MS"/>
              </a:rPr>
              <a:t>CIA</a:t>
            </a:r>
            <a:r>
              <a:rPr dirty="0" sz="2950" spc="-225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345" b="1">
                <a:solidFill>
                  <a:srgbClr val="333433"/>
                </a:solidFill>
                <a:latin typeface="Comic Sans MS"/>
                <a:cs typeface="Comic Sans MS"/>
              </a:rPr>
              <a:t>-</a:t>
            </a:r>
            <a:r>
              <a:rPr dirty="0" sz="2950" spc="-229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265" b="1">
                <a:solidFill>
                  <a:srgbClr val="333433"/>
                </a:solidFill>
                <a:latin typeface="Comic Sans MS"/>
                <a:cs typeface="Comic Sans MS"/>
              </a:rPr>
              <a:t>Confidentiality,</a:t>
            </a:r>
            <a:r>
              <a:rPr dirty="0" sz="2950" spc="-225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275" b="1">
                <a:solidFill>
                  <a:srgbClr val="333433"/>
                </a:solidFill>
                <a:latin typeface="Comic Sans MS"/>
                <a:cs typeface="Comic Sans MS"/>
              </a:rPr>
              <a:t>Integrity,</a:t>
            </a:r>
            <a:r>
              <a:rPr dirty="0" sz="2950" spc="-229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165" b="1">
                <a:solidFill>
                  <a:srgbClr val="333433"/>
                </a:solidFill>
                <a:latin typeface="Comic Sans MS"/>
                <a:cs typeface="Comic Sans MS"/>
              </a:rPr>
              <a:t>Availability.</a:t>
            </a:r>
            <a:endParaRPr sz="295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508715" y="1"/>
            <a:ext cx="7779384" cy="10287000"/>
            <a:chOff x="10508715" y="1"/>
            <a:chExt cx="7779384" cy="10287000"/>
          </a:xfrm>
        </p:grpSpPr>
        <p:sp>
          <p:nvSpPr>
            <p:cNvPr id="3" name="object 3"/>
            <p:cNvSpPr/>
            <p:nvPr/>
          </p:nvSpPr>
          <p:spPr>
            <a:xfrm>
              <a:off x="16921588" y="1"/>
              <a:ext cx="1366520" cy="10287000"/>
            </a:xfrm>
            <a:custGeom>
              <a:avLst/>
              <a:gdLst/>
              <a:ahLst/>
              <a:cxnLst/>
              <a:rect l="l" t="t" r="r" b="b"/>
              <a:pathLst>
                <a:path w="1366519" h="10287000">
                  <a:moveTo>
                    <a:pt x="501629" y="62879"/>
                  </a:moveTo>
                  <a:lnTo>
                    <a:pt x="528368" y="0"/>
                  </a:lnTo>
                  <a:lnTo>
                    <a:pt x="1366410" y="0"/>
                  </a:lnTo>
                  <a:lnTo>
                    <a:pt x="1366409" y="10286999"/>
                  </a:lnTo>
                  <a:lnTo>
                    <a:pt x="1287212" y="10286999"/>
                  </a:lnTo>
                  <a:lnTo>
                    <a:pt x="711966" y="878982"/>
                  </a:lnTo>
                  <a:lnTo>
                    <a:pt x="501629" y="62879"/>
                  </a:lnTo>
                  <a:close/>
                </a:path>
                <a:path w="1366519" h="10287000">
                  <a:moveTo>
                    <a:pt x="491447" y="1212338"/>
                  </a:moveTo>
                  <a:lnTo>
                    <a:pt x="711966" y="878982"/>
                  </a:lnTo>
                  <a:lnTo>
                    <a:pt x="1287212" y="10286999"/>
                  </a:lnTo>
                  <a:lnTo>
                    <a:pt x="1180172" y="10286999"/>
                  </a:lnTo>
                  <a:lnTo>
                    <a:pt x="647623" y="1577286"/>
                  </a:lnTo>
                  <a:lnTo>
                    <a:pt x="491447" y="1212338"/>
                  </a:lnTo>
                  <a:close/>
                </a:path>
                <a:path w="1366519" h="10287000">
                  <a:moveTo>
                    <a:pt x="170825" y="2959010"/>
                  </a:moveTo>
                  <a:lnTo>
                    <a:pt x="283851" y="2569974"/>
                  </a:lnTo>
                  <a:lnTo>
                    <a:pt x="508307" y="2361373"/>
                  </a:lnTo>
                  <a:lnTo>
                    <a:pt x="563780" y="1956664"/>
                  </a:lnTo>
                  <a:lnTo>
                    <a:pt x="647623" y="1577286"/>
                  </a:lnTo>
                  <a:lnTo>
                    <a:pt x="1180172" y="10286999"/>
                  </a:lnTo>
                  <a:lnTo>
                    <a:pt x="912696" y="10286999"/>
                  </a:lnTo>
                  <a:lnTo>
                    <a:pt x="713477" y="7028814"/>
                  </a:lnTo>
                  <a:lnTo>
                    <a:pt x="674720" y="6986558"/>
                  </a:lnTo>
                  <a:lnTo>
                    <a:pt x="497692" y="4091304"/>
                  </a:lnTo>
                  <a:lnTo>
                    <a:pt x="418855" y="3960972"/>
                  </a:lnTo>
                  <a:lnTo>
                    <a:pt x="383650" y="3385207"/>
                  </a:lnTo>
                  <a:lnTo>
                    <a:pt x="170825" y="2959010"/>
                  </a:lnTo>
                  <a:close/>
                </a:path>
                <a:path w="1366519" h="10287000">
                  <a:moveTo>
                    <a:pt x="539942" y="7253247"/>
                  </a:moveTo>
                  <a:lnTo>
                    <a:pt x="713477" y="7028814"/>
                  </a:lnTo>
                  <a:lnTo>
                    <a:pt x="912696" y="10286999"/>
                  </a:lnTo>
                  <a:lnTo>
                    <a:pt x="758412" y="10286999"/>
                  </a:lnTo>
                  <a:lnTo>
                    <a:pt x="588680" y="7511087"/>
                  </a:lnTo>
                  <a:lnTo>
                    <a:pt x="539942" y="7253247"/>
                  </a:lnTo>
                  <a:close/>
                </a:path>
                <a:path w="1366519" h="10287000">
                  <a:moveTo>
                    <a:pt x="186086" y="5401905"/>
                  </a:moveTo>
                  <a:lnTo>
                    <a:pt x="379883" y="5070182"/>
                  </a:lnTo>
                  <a:lnTo>
                    <a:pt x="499960" y="4848771"/>
                  </a:lnTo>
                  <a:lnTo>
                    <a:pt x="473895" y="4422474"/>
                  </a:lnTo>
                  <a:lnTo>
                    <a:pt x="497692" y="4091304"/>
                  </a:lnTo>
                  <a:lnTo>
                    <a:pt x="674720" y="6986558"/>
                  </a:lnTo>
                  <a:lnTo>
                    <a:pt x="596682" y="6901475"/>
                  </a:lnTo>
                  <a:lnTo>
                    <a:pt x="542295" y="6011996"/>
                  </a:lnTo>
                  <a:lnTo>
                    <a:pt x="417356" y="5683031"/>
                  </a:lnTo>
                  <a:lnTo>
                    <a:pt x="186086" y="5401905"/>
                  </a:lnTo>
                  <a:close/>
                </a:path>
                <a:path w="1366519" h="10287000">
                  <a:moveTo>
                    <a:pt x="300053" y="3764569"/>
                  </a:moveTo>
                  <a:lnTo>
                    <a:pt x="383650" y="3385207"/>
                  </a:lnTo>
                  <a:lnTo>
                    <a:pt x="418855" y="3960972"/>
                  </a:lnTo>
                  <a:lnTo>
                    <a:pt x="300053" y="3764569"/>
                  </a:lnTo>
                  <a:close/>
                </a:path>
                <a:path w="1366519" h="10287000">
                  <a:moveTo>
                    <a:pt x="446141" y="6737343"/>
                  </a:moveTo>
                  <a:lnTo>
                    <a:pt x="532848" y="6449077"/>
                  </a:lnTo>
                  <a:lnTo>
                    <a:pt x="542295" y="6011996"/>
                  </a:lnTo>
                  <a:lnTo>
                    <a:pt x="596682" y="6901475"/>
                  </a:lnTo>
                  <a:lnTo>
                    <a:pt x="446141" y="6737343"/>
                  </a:lnTo>
                  <a:close/>
                </a:path>
                <a:path w="1366519" h="10287000">
                  <a:moveTo>
                    <a:pt x="0" y="8515804"/>
                  </a:moveTo>
                  <a:lnTo>
                    <a:pt x="274697" y="8179135"/>
                  </a:lnTo>
                  <a:lnTo>
                    <a:pt x="439829" y="7756895"/>
                  </a:lnTo>
                  <a:lnTo>
                    <a:pt x="588680" y="7511087"/>
                  </a:lnTo>
                  <a:lnTo>
                    <a:pt x="758412" y="10286999"/>
                  </a:lnTo>
                  <a:lnTo>
                    <a:pt x="403581" y="10286999"/>
                  </a:lnTo>
                  <a:lnTo>
                    <a:pt x="323501" y="8977311"/>
                  </a:lnTo>
                  <a:lnTo>
                    <a:pt x="0" y="8515804"/>
                  </a:lnTo>
                  <a:close/>
                </a:path>
                <a:path w="1366519" h="10287000">
                  <a:moveTo>
                    <a:pt x="233450" y="9347717"/>
                  </a:moveTo>
                  <a:lnTo>
                    <a:pt x="323501" y="8977307"/>
                  </a:lnTo>
                  <a:lnTo>
                    <a:pt x="403581" y="10286999"/>
                  </a:lnTo>
                  <a:lnTo>
                    <a:pt x="377744" y="10286999"/>
                  </a:lnTo>
                  <a:lnTo>
                    <a:pt x="343446" y="9726070"/>
                  </a:lnTo>
                  <a:lnTo>
                    <a:pt x="233450" y="9347717"/>
                  </a:lnTo>
                  <a:close/>
                </a:path>
                <a:path w="1366519" h="10287000">
                  <a:moveTo>
                    <a:pt x="157361" y="10286999"/>
                  </a:moveTo>
                  <a:lnTo>
                    <a:pt x="179944" y="10110564"/>
                  </a:lnTo>
                  <a:lnTo>
                    <a:pt x="343446" y="9726070"/>
                  </a:lnTo>
                  <a:lnTo>
                    <a:pt x="377744" y="10286999"/>
                  </a:lnTo>
                  <a:lnTo>
                    <a:pt x="157361" y="10286999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6994060" y="1"/>
              <a:ext cx="1294130" cy="10287000"/>
            </a:xfrm>
            <a:custGeom>
              <a:avLst/>
              <a:gdLst/>
              <a:ahLst/>
              <a:cxnLst/>
              <a:rect l="l" t="t" r="r" b="b"/>
              <a:pathLst>
                <a:path w="1294130" h="10287000">
                  <a:moveTo>
                    <a:pt x="551391" y="0"/>
                  </a:moveTo>
                  <a:lnTo>
                    <a:pt x="1293937" y="0"/>
                  </a:lnTo>
                  <a:lnTo>
                    <a:pt x="1293937" y="10169681"/>
                  </a:lnTo>
                  <a:lnTo>
                    <a:pt x="709714" y="614852"/>
                  </a:lnTo>
                  <a:lnTo>
                    <a:pt x="551391" y="0"/>
                  </a:lnTo>
                  <a:close/>
                </a:path>
                <a:path w="1294130" h="10287000">
                  <a:moveTo>
                    <a:pt x="489441" y="948193"/>
                  </a:moveTo>
                  <a:lnTo>
                    <a:pt x="709714" y="614852"/>
                  </a:lnTo>
                  <a:lnTo>
                    <a:pt x="1293937" y="10169681"/>
                  </a:lnTo>
                  <a:lnTo>
                    <a:pt x="1293937" y="10286999"/>
                  </a:lnTo>
                  <a:lnTo>
                    <a:pt x="1194071" y="10286999"/>
                  </a:lnTo>
                  <a:lnTo>
                    <a:pt x="645356" y="1312911"/>
                  </a:lnTo>
                  <a:lnTo>
                    <a:pt x="489441" y="948193"/>
                  </a:lnTo>
                  <a:close/>
                </a:path>
                <a:path w="1294130" h="10287000">
                  <a:moveTo>
                    <a:pt x="168618" y="2695616"/>
                  </a:moveTo>
                  <a:lnTo>
                    <a:pt x="281875" y="2306320"/>
                  </a:lnTo>
                  <a:lnTo>
                    <a:pt x="506085" y="2097734"/>
                  </a:lnTo>
                  <a:lnTo>
                    <a:pt x="561573" y="1693270"/>
                  </a:lnTo>
                  <a:lnTo>
                    <a:pt x="645356" y="1312911"/>
                  </a:lnTo>
                  <a:lnTo>
                    <a:pt x="1194071" y="10286999"/>
                  </a:lnTo>
                  <a:lnTo>
                    <a:pt x="926595" y="10286999"/>
                  </a:lnTo>
                  <a:lnTo>
                    <a:pt x="711285" y="6765666"/>
                  </a:lnTo>
                  <a:lnTo>
                    <a:pt x="672529" y="6723410"/>
                  </a:lnTo>
                  <a:lnTo>
                    <a:pt x="495470" y="3827666"/>
                  </a:lnTo>
                  <a:lnTo>
                    <a:pt x="416639" y="3697431"/>
                  </a:lnTo>
                  <a:lnTo>
                    <a:pt x="381428" y="3121568"/>
                  </a:lnTo>
                  <a:lnTo>
                    <a:pt x="168618" y="2695616"/>
                  </a:lnTo>
                  <a:close/>
                </a:path>
                <a:path w="1294130" h="10287000">
                  <a:moveTo>
                    <a:pt x="537765" y="6990344"/>
                  </a:moveTo>
                  <a:lnTo>
                    <a:pt x="711285" y="6765666"/>
                  </a:lnTo>
                  <a:lnTo>
                    <a:pt x="926595" y="10286999"/>
                  </a:lnTo>
                  <a:lnTo>
                    <a:pt x="773294" y="10286999"/>
                  </a:lnTo>
                  <a:lnTo>
                    <a:pt x="587439" y="7247388"/>
                  </a:lnTo>
                  <a:lnTo>
                    <a:pt x="537765" y="6990344"/>
                  </a:lnTo>
                  <a:close/>
                </a:path>
                <a:path w="1294130" h="10287000">
                  <a:moveTo>
                    <a:pt x="183970" y="5139982"/>
                  </a:moveTo>
                  <a:lnTo>
                    <a:pt x="377692" y="4807034"/>
                  </a:lnTo>
                  <a:lnTo>
                    <a:pt x="497784" y="4585868"/>
                  </a:lnTo>
                  <a:lnTo>
                    <a:pt x="471704" y="4159326"/>
                  </a:lnTo>
                  <a:lnTo>
                    <a:pt x="495470" y="3827666"/>
                  </a:lnTo>
                  <a:lnTo>
                    <a:pt x="672529" y="6723410"/>
                  </a:lnTo>
                  <a:lnTo>
                    <a:pt x="594754" y="6638615"/>
                  </a:lnTo>
                  <a:lnTo>
                    <a:pt x="540349" y="5748833"/>
                  </a:lnTo>
                  <a:lnTo>
                    <a:pt x="415165" y="5419883"/>
                  </a:lnTo>
                  <a:lnTo>
                    <a:pt x="183970" y="5139982"/>
                  </a:lnTo>
                  <a:close/>
                </a:path>
                <a:path w="1294130" h="10287000">
                  <a:moveTo>
                    <a:pt x="297847" y="3501177"/>
                  </a:moveTo>
                  <a:lnTo>
                    <a:pt x="381428" y="3121568"/>
                  </a:lnTo>
                  <a:lnTo>
                    <a:pt x="416639" y="3697431"/>
                  </a:lnTo>
                  <a:lnTo>
                    <a:pt x="297847" y="3501177"/>
                  </a:lnTo>
                  <a:close/>
                </a:path>
                <a:path w="1294130" h="10287000">
                  <a:moveTo>
                    <a:pt x="443949" y="6474195"/>
                  </a:moveTo>
                  <a:lnTo>
                    <a:pt x="530656" y="6185929"/>
                  </a:lnTo>
                  <a:lnTo>
                    <a:pt x="540349" y="5748833"/>
                  </a:lnTo>
                  <a:lnTo>
                    <a:pt x="594754" y="6638615"/>
                  </a:lnTo>
                  <a:lnTo>
                    <a:pt x="443949" y="6474195"/>
                  </a:lnTo>
                  <a:close/>
                </a:path>
                <a:path w="1294130" h="10287000">
                  <a:moveTo>
                    <a:pt x="0" y="8252275"/>
                  </a:moveTo>
                  <a:lnTo>
                    <a:pt x="273471" y="7915681"/>
                  </a:lnTo>
                  <a:lnTo>
                    <a:pt x="438587" y="7493195"/>
                  </a:lnTo>
                  <a:lnTo>
                    <a:pt x="587439" y="7247388"/>
                  </a:lnTo>
                  <a:lnTo>
                    <a:pt x="773294" y="10286999"/>
                  </a:lnTo>
                  <a:lnTo>
                    <a:pt x="418463" y="10286999"/>
                  </a:lnTo>
                  <a:lnTo>
                    <a:pt x="322275" y="8713856"/>
                  </a:lnTo>
                  <a:lnTo>
                    <a:pt x="0" y="8252275"/>
                  </a:lnTo>
                  <a:close/>
                </a:path>
                <a:path w="1294130" h="10287000">
                  <a:moveTo>
                    <a:pt x="231183" y="9083342"/>
                  </a:moveTo>
                  <a:lnTo>
                    <a:pt x="322275" y="8713856"/>
                  </a:lnTo>
                  <a:lnTo>
                    <a:pt x="418463" y="10286999"/>
                  </a:lnTo>
                  <a:lnTo>
                    <a:pt x="390658" y="10286999"/>
                  </a:lnTo>
                  <a:lnTo>
                    <a:pt x="340259" y="9462736"/>
                  </a:lnTo>
                  <a:lnTo>
                    <a:pt x="231183" y="9083342"/>
                  </a:lnTo>
                  <a:close/>
                </a:path>
                <a:path w="1294130" h="10287000">
                  <a:moveTo>
                    <a:pt x="120215" y="10286999"/>
                  </a:moveTo>
                  <a:lnTo>
                    <a:pt x="176496" y="9847001"/>
                  </a:lnTo>
                  <a:lnTo>
                    <a:pt x="340259" y="9462736"/>
                  </a:lnTo>
                  <a:lnTo>
                    <a:pt x="390658" y="10286999"/>
                  </a:lnTo>
                  <a:lnTo>
                    <a:pt x="120215" y="10286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7523300" y="1"/>
              <a:ext cx="765175" cy="10287000"/>
            </a:xfrm>
            <a:custGeom>
              <a:avLst/>
              <a:gdLst/>
              <a:ahLst/>
              <a:cxnLst/>
              <a:rect l="l" t="t" r="r" b="b"/>
              <a:pathLst>
                <a:path w="765175" h="10287000">
                  <a:moveTo>
                    <a:pt x="283569" y="0"/>
                  </a:moveTo>
                  <a:lnTo>
                    <a:pt x="764698" y="0"/>
                  </a:lnTo>
                  <a:lnTo>
                    <a:pt x="764697" y="6491401"/>
                  </a:lnTo>
                  <a:lnTo>
                    <a:pt x="654527" y="4689590"/>
                  </a:lnTo>
                  <a:lnTo>
                    <a:pt x="654275" y="4689478"/>
                  </a:lnTo>
                  <a:lnTo>
                    <a:pt x="396998" y="481784"/>
                  </a:lnTo>
                  <a:lnTo>
                    <a:pt x="367330" y="343177"/>
                  </a:lnTo>
                  <a:lnTo>
                    <a:pt x="283569" y="0"/>
                  </a:lnTo>
                  <a:close/>
                </a:path>
                <a:path w="765175" h="10287000">
                  <a:moveTo>
                    <a:pt x="334431" y="5233507"/>
                  </a:moveTo>
                  <a:lnTo>
                    <a:pt x="654527" y="4689590"/>
                  </a:lnTo>
                  <a:lnTo>
                    <a:pt x="764697" y="6491401"/>
                  </a:lnTo>
                  <a:lnTo>
                    <a:pt x="764697" y="6895202"/>
                  </a:lnTo>
                  <a:lnTo>
                    <a:pt x="726497" y="6719827"/>
                  </a:lnTo>
                  <a:lnTo>
                    <a:pt x="459680" y="6545464"/>
                  </a:lnTo>
                  <a:lnTo>
                    <a:pt x="409481" y="5724476"/>
                  </a:lnTo>
                  <a:lnTo>
                    <a:pt x="334431" y="5233507"/>
                  </a:lnTo>
                  <a:close/>
                </a:path>
                <a:path w="765175" h="10287000">
                  <a:moveTo>
                    <a:pt x="287909" y="927172"/>
                  </a:moveTo>
                  <a:lnTo>
                    <a:pt x="305650" y="865565"/>
                  </a:lnTo>
                  <a:lnTo>
                    <a:pt x="344309" y="725772"/>
                  </a:lnTo>
                  <a:lnTo>
                    <a:pt x="382040" y="575331"/>
                  </a:lnTo>
                  <a:lnTo>
                    <a:pt x="396998" y="481784"/>
                  </a:lnTo>
                  <a:lnTo>
                    <a:pt x="654275" y="4689478"/>
                  </a:lnTo>
                  <a:lnTo>
                    <a:pt x="605201" y="4667624"/>
                  </a:lnTo>
                  <a:lnTo>
                    <a:pt x="395979" y="1245850"/>
                  </a:lnTo>
                  <a:lnTo>
                    <a:pt x="287909" y="927172"/>
                  </a:lnTo>
                  <a:close/>
                </a:path>
                <a:path w="765175" h="10287000">
                  <a:moveTo>
                    <a:pt x="37676" y="2670032"/>
                  </a:moveTo>
                  <a:lnTo>
                    <a:pt x="45156" y="2569449"/>
                  </a:lnTo>
                  <a:lnTo>
                    <a:pt x="85223" y="2440045"/>
                  </a:lnTo>
                  <a:lnTo>
                    <a:pt x="129831" y="2328311"/>
                  </a:lnTo>
                  <a:lnTo>
                    <a:pt x="150933" y="2280735"/>
                  </a:lnTo>
                  <a:lnTo>
                    <a:pt x="172397" y="2240469"/>
                  </a:lnTo>
                  <a:lnTo>
                    <a:pt x="219310" y="2147444"/>
                  </a:lnTo>
                  <a:lnTo>
                    <a:pt x="265087" y="2044139"/>
                  </a:lnTo>
                  <a:lnTo>
                    <a:pt x="283630" y="1971941"/>
                  </a:lnTo>
                  <a:lnTo>
                    <a:pt x="282364" y="1938107"/>
                  </a:lnTo>
                  <a:lnTo>
                    <a:pt x="282616" y="1889262"/>
                  </a:lnTo>
                  <a:lnTo>
                    <a:pt x="286467" y="1712641"/>
                  </a:lnTo>
                  <a:lnTo>
                    <a:pt x="286776" y="1663733"/>
                  </a:lnTo>
                  <a:lnTo>
                    <a:pt x="285594" y="1629803"/>
                  </a:lnTo>
                  <a:lnTo>
                    <a:pt x="300748" y="1545752"/>
                  </a:lnTo>
                  <a:lnTo>
                    <a:pt x="338925" y="1416442"/>
                  </a:lnTo>
                  <a:lnTo>
                    <a:pt x="378033" y="1297824"/>
                  </a:lnTo>
                  <a:lnTo>
                    <a:pt x="395979" y="1245850"/>
                  </a:lnTo>
                  <a:lnTo>
                    <a:pt x="605201" y="4667624"/>
                  </a:lnTo>
                  <a:lnTo>
                    <a:pt x="412448" y="4581787"/>
                  </a:lnTo>
                  <a:lnTo>
                    <a:pt x="364772" y="3802067"/>
                  </a:lnTo>
                  <a:lnTo>
                    <a:pt x="97509" y="3521248"/>
                  </a:lnTo>
                  <a:lnTo>
                    <a:pt x="51796" y="2773639"/>
                  </a:lnTo>
                  <a:lnTo>
                    <a:pt x="37676" y="2670032"/>
                  </a:lnTo>
                  <a:close/>
                </a:path>
                <a:path w="765175" h="10287000">
                  <a:moveTo>
                    <a:pt x="366916" y="4561510"/>
                  </a:moveTo>
                  <a:lnTo>
                    <a:pt x="340745" y="4133498"/>
                  </a:lnTo>
                  <a:lnTo>
                    <a:pt x="364772" y="3802067"/>
                  </a:lnTo>
                  <a:lnTo>
                    <a:pt x="412448" y="4581787"/>
                  </a:lnTo>
                  <a:lnTo>
                    <a:pt x="366916" y="4561510"/>
                  </a:lnTo>
                  <a:close/>
                </a:path>
                <a:path w="765175" h="10287000">
                  <a:moveTo>
                    <a:pt x="313326" y="6449823"/>
                  </a:moveTo>
                  <a:lnTo>
                    <a:pt x="399788" y="6161572"/>
                  </a:lnTo>
                  <a:lnTo>
                    <a:pt x="409481" y="5724476"/>
                  </a:lnTo>
                  <a:lnTo>
                    <a:pt x="459680" y="6545464"/>
                  </a:lnTo>
                  <a:lnTo>
                    <a:pt x="313326" y="6449823"/>
                  </a:lnTo>
                  <a:close/>
                </a:path>
                <a:path w="765175" h="10287000">
                  <a:moveTo>
                    <a:pt x="60262" y="3482113"/>
                  </a:moveTo>
                  <a:lnTo>
                    <a:pt x="62662" y="3078680"/>
                  </a:lnTo>
                  <a:lnTo>
                    <a:pt x="62164" y="3028080"/>
                  </a:lnTo>
                  <a:lnTo>
                    <a:pt x="59250" y="2909694"/>
                  </a:lnTo>
                  <a:lnTo>
                    <a:pt x="51796" y="2773639"/>
                  </a:lnTo>
                  <a:lnTo>
                    <a:pt x="97509" y="3521248"/>
                  </a:lnTo>
                  <a:lnTo>
                    <a:pt x="60262" y="3482113"/>
                  </a:lnTo>
                  <a:close/>
                </a:path>
                <a:path w="765175" h="10287000">
                  <a:moveTo>
                    <a:pt x="0" y="8183007"/>
                  </a:moveTo>
                  <a:lnTo>
                    <a:pt x="263855" y="7898427"/>
                  </a:lnTo>
                  <a:lnTo>
                    <a:pt x="307763" y="7469573"/>
                  </a:lnTo>
                  <a:lnTo>
                    <a:pt x="456860" y="7223751"/>
                  </a:lnTo>
                  <a:lnTo>
                    <a:pt x="764697" y="6976993"/>
                  </a:lnTo>
                  <a:lnTo>
                    <a:pt x="764697" y="10286999"/>
                  </a:lnTo>
                  <a:lnTo>
                    <a:pt x="402768" y="10286999"/>
                  </a:lnTo>
                  <a:lnTo>
                    <a:pt x="298266" y="8577899"/>
                  </a:lnTo>
                  <a:lnTo>
                    <a:pt x="0" y="8183007"/>
                  </a:lnTo>
                  <a:close/>
                </a:path>
                <a:path w="765175" h="10287000">
                  <a:moveTo>
                    <a:pt x="101110" y="9059920"/>
                  </a:moveTo>
                  <a:lnTo>
                    <a:pt x="298266" y="8577899"/>
                  </a:lnTo>
                  <a:lnTo>
                    <a:pt x="402768" y="10286999"/>
                  </a:lnTo>
                  <a:lnTo>
                    <a:pt x="379638" y="10286999"/>
                  </a:lnTo>
                  <a:lnTo>
                    <a:pt x="331955" y="9507161"/>
                  </a:lnTo>
                  <a:lnTo>
                    <a:pt x="101110" y="9059920"/>
                  </a:lnTo>
                  <a:close/>
                </a:path>
                <a:path w="765175" h="10287000">
                  <a:moveTo>
                    <a:pt x="175275" y="10272870"/>
                  </a:moveTo>
                  <a:lnTo>
                    <a:pt x="160505" y="9741554"/>
                  </a:lnTo>
                  <a:lnTo>
                    <a:pt x="331955" y="9507161"/>
                  </a:lnTo>
                  <a:lnTo>
                    <a:pt x="379638" y="10286999"/>
                  </a:lnTo>
                  <a:lnTo>
                    <a:pt x="182581" y="10286999"/>
                  </a:lnTo>
                  <a:lnTo>
                    <a:pt x="175275" y="10272870"/>
                  </a:lnTo>
                  <a:close/>
                </a:path>
              </a:pathLst>
            </a:custGeom>
            <a:solidFill>
              <a:srgbClr val="FFD04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508715" y="2426211"/>
              <a:ext cx="6429374" cy="6457949"/>
            </a:xfrm>
            <a:prstGeom prst="rect">
              <a:avLst/>
            </a:prstGeom>
          </p:spPr>
        </p:pic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1016000" y="1045482"/>
            <a:ext cx="2162810" cy="4749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950" spc="-275">
                <a:solidFill>
                  <a:srgbClr val="333433"/>
                </a:solidFill>
              </a:rPr>
              <a:t>Confidentiality</a:t>
            </a:r>
            <a:endParaRPr sz="2950"/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66824" y="2080021"/>
            <a:ext cx="104775" cy="104774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534070" y="1845582"/>
            <a:ext cx="7991475" cy="7661909"/>
          </a:xfrm>
          <a:prstGeom prst="rect">
            <a:avLst/>
          </a:prstGeom>
        </p:spPr>
        <p:txBody>
          <a:bodyPr wrap="square" lIns="0" tIns="66675" rIns="0" bIns="0" rtlCol="0" vert="horz">
            <a:spAutoFit/>
          </a:bodyPr>
          <a:lstStyle/>
          <a:p>
            <a:pPr algn="just" marL="12700" marR="5080">
              <a:lnSpc>
                <a:spcPts val="3150"/>
              </a:lnSpc>
              <a:spcBef>
                <a:spcPts val="525"/>
              </a:spcBef>
            </a:pP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Means</a:t>
            </a:r>
            <a:r>
              <a:rPr dirty="0" sz="2400" spc="54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285" b="1">
                <a:solidFill>
                  <a:srgbClr val="333433"/>
                </a:solidFill>
                <a:latin typeface="Comic Sans MS"/>
                <a:cs typeface="Comic Sans MS"/>
              </a:rPr>
              <a:t>information</a:t>
            </a:r>
            <a:r>
              <a:rPr dirty="0" sz="2950" spc="305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b="1">
                <a:solidFill>
                  <a:srgbClr val="333433"/>
                </a:solidFill>
                <a:latin typeface="Comic Sans MS"/>
                <a:cs typeface="Comic Sans MS"/>
              </a:rPr>
              <a:t>is</a:t>
            </a:r>
            <a:r>
              <a:rPr dirty="0" sz="2950" spc="30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290" b="1">
                <a:solidFill>
                  <a:srgbClr val="333433"/>
                </a:solidFill>
                <a:latin typeface="Comic Sans MS"/>
                <a:cs typeface="Comic Sans MS"/>
              </a:rPr>
              <a:t>not</a:t>
            </a:r>
            <a:r>
              <a:rPr dirty="0" sz="2950" spc="30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270" b="1">
                <a:solidFill>
                  <a:srgbClr val="333433"/>
                </a:solidFill>
                <a:latin typeface="Comic Sans MS"/>
                <a:cs typeface="Comic Sans MS"/>
              </a:rPr>
              <a:t>disclosed</a:t>
            </a:r>
            <a:r>
              <a:rPr dirty="0" sz="2950" spc="295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280" b="1">
                <a:solidFill>
                  <a:srgbClr val="333433"/>
                </a:solidFill>
                <a:latin typeface="Comic Sans MS"/>
                <a:cs typeface="Comic Sans MS"/>
              </a:rPr>
              <a:t>to</a:t>
            </a:r>
            <a:r>
              <a:rPr dirty="0" sz="2950" spc="30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300" b="1">
                <a:solidFill>
                  <a:srgbClr val="333433"/>
                </a:solidFill>
                <a:latin typeface="Comic Sans MS"/>
                <a:cs typeface="Comic Sans MS"/>
              </a:rPr>
              <a:t>unauthorized </a:t>
            </a:r>
            <a:r>
              <a:rPr dirty="0" sz="2950" spc="-220" b="1">
                <a:solidFill>
                  <a:srgbClr val="333433"/>
                </a:solidFill>
                <a:latin typeface="Comic Sans MS"/>
                <a:cs typeface="Comic Sans MS"/>
              </a:rPr>
              <a:t>individuals,</a:t>
            </a:r>
            <a:r>
              <a:rPr dirty="0" sz="2950" spc="229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260" b="1">
                <a:solidFill>
                  <a:srgbClr val="333433"/>
                </a:solidFill>
                <a:latin typeface="Comic Sans MS"/>
                <a:cs typeface="Comic Sans MS"/>
              </a:rPr>
              <a:t>entities</a:t>
            </a:r>
            <a:r>
              <a:rPr dirty="0" sz="2950" spc="25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320" b="1">
                <a:solidFill>
                  <a:srgbClr val="333433"/>
                </a:solidFill>
                <a:latin typeface="Comic Sans MS"/>
                <a:cs typeface="Comic Sans MS"/>
              </a:rPr>
              <a:t>and</a:t>
            </a:r>
            <a:r>
              <a:rPr dirty="0" sz="2950" spc="254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285" b="1">
                <a:solidFill>
                  <a:srgbClr val="333433"/>
                </a:solidFill>
                <a:latin typeface="Comic Sans MS"/>
                <a:cs typeface="Comic Sans MS"/>
              </a:rPr>
              <a:t>process.</a:t>
            </a:r>
            <a:r>
              <a:rPr dirty="0" sz="2950" spc="-35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For</a:t>
            </a:r>
            <a:r>
              <a:rPr dirty="0" sz="2400" spc="49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example</a:t>
            </a:r>
            <a:r>
              <a:rPr dirty="0" sz="2400" spc="49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if</a:t>
            </a:r>
            <a:r>
              <a:rPr dirty="0" sz="2400" spc="49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25">
                <a:solidFill>
                  <a:srgbClr val="333433"/>
                </a:solidFill>
                <a:latin typeface="Comic Sans MS"/>
                <a:cs typeface="Comic Sans MS"/>
              </a:rPr>
              <a:t>we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say</a:t>
            </a:r>
            <a:r>
              <a:rPr dirty="0" sz="2400" spc="155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I</a:t>
            </a:r>
            <a:r>
              <a:rPr dirty="0" sz="2400" spc="155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have</a:t>
            </a:r>
            <a:r>
              <a:rPr dirty="0" sz="2400" spc="155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</a:t>
            </a:r>
            <a:r>
              <a:rPr dirty="0" sz="2400" spc="155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password</a:t>
            </a:r>
            <a:r>
              <a:rPr dirty="0" sz="2400" spc="155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for</a:t>
            </a:r>
            <a:r>
              <a:rPr dirty="0" sz="2400" spc="155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my</a:t>
            </a:r>
            <a:r>
              <a:rPr dirty="0" sz="2400" spc="155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Gmail</a:t>
            </a:r>
            <a:r>
              <a:rPr dirty="0" sz="2400" spc="155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account</a:t>
            </a:r>
            <a:r>
              <a:rPr dirty="0" sz="2400" spc="155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 spc="-25">
                <a:solidFill>
                  <a:srgbClr val="333433"/>
                </a:solidFill>
                <a:latin typeface="Comic Sans MS"/>
                <a:cs typeface="Comic Sans MS"/>
              </a:rPr>
              <a:t>but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someone</a:t>
            </a:r>
            <a:r>
              <a:rPr dirty="0" sz="2400" spc="135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saw</a:t>
            </a:r>
            <a:r>
              <a:rPr dirty="0" sz="2400" spc="135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while</a:t>
            </a:r>
            <a:r>
              <a:rPr dirty="0" sz="2400" spc="135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I</a:t>
            </a:r>
            <a:r>
              <a:rPr dirty="0" sz="2400" spc="14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was</a:t>
            </a:r>
            <a:r>
              <a:rPr dirty="0" sz="2400" spc="135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doing</a:t>
            </a:r>
            <a:r>
              <a:rPr dirty="0" sz="2400" spc="135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</a:t>
            </a:r>
            <a:r>
              <a:rPr dirty="0" sz="2400" spc="135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login</a:t>
            </a:r>
            <a:r>
              <a:rPr dirty="0" sz="2400" spc="14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into</a:t>
            </a:r>
            <a:r>
              <a:rPr dirty="0" sz="2400" spc="135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Gmail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account.</a:t>
            </a:r>
            <a:r>
              <a:rPr dirty="0" sz="2400" spc="595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In</a:t>
            </a:r>
            <a:r>
              <a:rPr dirty="0" sz="2400" spc="595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that</a:t>
            </a:r>
            <a:r>
              <a:rPr dirty="0" sz="2400" spc="160">
                <a:solidFill>
                  <a:srgbClr val="333433"/>
                </a:solidFill>
                <a:latin typeface="Comic Sans MS"/>
                <a:cs typeface="Comic Sans MS"/>
              </a:rPr>
              <a:t> 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case</a:t>
            </a:r>
            <a:r>
              <a:rPr dirty="0" sz="2400" spc="160">
                <a:solidFill>
                  <a:srgbClr val="333433"/>
                </a:solidFill>
                <a:latin typeface="Comic Sans MS"/>
                <a:cs typeface="Comic Sans MS"/>
              </a:rPr>
              <a:t> 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my</a:t>
            </a:r>
            <a:r>
              <a:rPr dirty="0" sz="2400" spc="160">
                <a:solidFill>
                  <a:srgbClr val="333433"/>
                </a:solidFill>
                <a:latin typeface="Comic Sans MS"/>
                <a:cs typeface="Comic Sans MS"/>
              </a:rPr>
              <a:t> 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password</a:t>
            </a:r>
            <a:r>
              <a:rPr dirty="0" sz="2400" spc="160">
                <a:solidFill>
                  <a:srgbClr val="333433"/>
                </a:solidFill>
                <a:latin typeface="Comic Sans MS"/>
                <a:cs typeface="Comic Sans MS"/>
              </a:rPr>
              <a:t> 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has</a:t>
            </a:r>
            <a:r>
              <a:rPr dirty="0" sz="2400" spc="160">
                <a:solidFill>
                  <a:srgbClr val="333433"/>
                </a:solidFill>
                <a:latin typeface="Comic Sans MS"/>
                <a:cs typeface="Comic Sans MS"/>
              </a:rPr>
              <a:t>   </a:t>
            </a:r>
            <a:r>
              <a:rPr dirty="0" sz="2400" spc="-20">
                <a:solidFill>
                  <a:srgbClr val="333433"/>
                </a:solidFill>
                <a:latin typeface="Comic Sans MS"/>
                <a:cs typeface="Comic Sans MS"/>
              </a:rPr>
              <a:t>been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compromised</a:t>
            </a:r>
            <a:r>
              <a:rPr dirty="0" sz="2400" spc="-5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and</a:t>
            </a:r>
            <a:r>
              <a:rPr dirty="0" sz="2400" spc="-5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Confidentiality</a:t>
            </a:r>
            <a:r>
              <a:rPr dirty="0" sz="2400" spc="-5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has</a:t>
            </a:r>
            <a:r>
              <a:rPr dirty="0" sz="2400" spc="-5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been</a:t>
            </a:r>
            <a:r>
              <a:rPr dirty="0" sz="2400" spc="-5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breached.</a:t>
            </a:r>
            <a:endParaRPr sz="2400">
              <a:latin typeface="Comic Sans MS"/>
              <a:cs typeface="Comic Sans MS"/>
            </a:endParaRPr>
          </a:p>
          <a:p>
            <a:pPr algn="just" marL="12700" marR="5080">
              <a:lnSpc>
                <a:spcPct val="109400"/>
              </a:lnSpc>
              <a:spcBef>
                <a:spcPts val="3000"/>
              </a:spcBef>
            </a:pP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Confidentiality</a:t>
            </a:r>
            <a:r>
              <a:rPr dirty="0" sz="2400" spc="229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means</a:t>
            </a:r>
            <a:r>
              <a:rPr dirty="0" sz="2400" spc="229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ensuring</a:t>
            </a:r>
            <a:r>
              <a:rPr dirty="0" sz="2400" spc="229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that</a:t>
            </a:r>
            <a:r>
              <a:rPr dirty="0" sz="2400" spc="229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parties</a:t>
            </a:r>
            <a:r>
              <a:rPr dirty="0" sz="2400" spc="229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cannot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access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data</a:t>
            </a:r>
            <a:r>
              <a:rPr dirty="0" sz="2400" spc="-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they're</a:t>
            </a:r>
            <a:r>
              <a:rPr dirty="0" sz="2400" spc="-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not</a:t>
            </a:r>
            <a:r>
              <a:rPr dirty="0" sz="2400" spc="-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authorized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to</a:t>
            </a:r>
            <a:r>
              <a:rPr dirty="0" sz="2400" spc="-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access.</a:t>
            </a:r>
            <a:endParaRPr sz="2400">
              <a:latin typeface="Comic Sans MS"/>
              <a:cs typeface="Comic Sans MS"/>
            </a:endParaRPr>
          </a:p>
          <a:p>
            <a:pPr algn="just" marL="12700" marR="5080">
              <a:lnSpc>
                <a:spcPct val="109400"/>
              </a:lnSpc>
              <a:spcBef>
                <a:spcPts val="3150"/>
              </a:spcBef>
            </a:pP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Confidentiality</a:t>
            </a:r>
            <a:r>
              <a:rPr dirty="0" sz="2400" spc="14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defines</a:t>
            </a:r>
            <a:r>
              <a:rPr dirty="0" sz="2400" spc="14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</a:t>
            </a:r>
            <a:r>
              <a:rPr dirty="0" sz="2400" spc="14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continuum</a:t>
            </a:r>
            <a:r>
              <a:rPr dirty="0" sz="2400" spc="145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of</a:t>
            </a:r>
            <a:r>
              <a:rPr dirty="0" sz="2400" spc="14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users,</a:t>
            </a:r>
            <a:r>
              <a:rPr dirty="0" sz="2400" spc="14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 spc="-20">
                <a:solidFill>
                  <a:srgbClr val="333433"/>
                </a:solidFill>
                <a:latin typeface="Comic Sans MS"/>
                <a:cs typeface="Comic Sans MS"/>
              </a:rPr>
              <a:t>from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privileged</a:t>
            </a:r>
            <a:r>
              <a:rPr dirty="0" sz="2400" spc="434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insiders</a:t>
            </a:r>
            <a:r>
              <a:rPr dirty="0" sz="2400" spc="434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with</a:t>
            </a:r>
            <a:r>
              <a:rPr dirty="0" sz="2400" spc="434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access</a:t>
            </a:r>
            <a:r>
              <a:rPr dirty="0" sz="2400" spc="434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to</a:t>
            </a:r>
            <a:r>
              <a:rPr dirty="0" sz="2400" spc="434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much</a:t>
            </a:r>
            <a:r>
              <a:rPr dirty="0" sz="2400" spc="434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of</a:t>
            </a:r>
            <a:r>
              <a:rPr dirty="0" sz="2400" spc="434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 spc="-25">
                <a:solidFill>
                  <a:srgbClr val="333433"/>
                </a:solidFill>
                <a:latin typeface="Comic Sans MS"/>
                <a:cs typeface="Comic Sans MS"/>
              </a:rPr>
              <a:t>the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company's</a:t>
            </a:r>
            <a:r>
              <a:rPr dirty="0" sz="2400" spc="-45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data</a:t>
            </a:r>
            <a:r>
              <a:rPr dirty="0" sz="2400" spc="-4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to</a:t>
            </a:r>
            <a:r>
              <a:rPr dirty="0" sz="2400" spc="-45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outsiders</a:t>
            </a:r>
            <a:r>
              <a:rPr dirty="0" sz="2400" spc="-4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authorized</a:t>
            </a:r>
            <a:r>
              <a:rPr dirty="0" sz="2400" spc="-4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to</a:t>
            </a:r>
            <a:r>
              <a:rPr dirty="0" sz="2400" spc="-45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view</a:t>
            </a:r>
            <a:r>
              <a:rPr dirty="0" sz="2400" spc="-4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 spc="-20">
                <a:solidFill>
                  <a:srgbClr val="333433"/>
                </a:solidFill>
                <a:latin typeface="Comic Sans MS"/>
                <a:cs typeface="Comic Sans MS"/>
              </a:rPr>
              <a:t>only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information</a:t>
            </a:r>
            <a:r>
              <a:rPr dirty="0" sz="2400" spc="-3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the</a:t>
            </a:r>
            <a:r>
              <a:rPr dirty="0" sz="2400" spc="-3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public</a:t>
            </a:r>
            <a:r>
              <a:rPr dirty="0" sz="2400" spc="-3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is</a:t>
            </a:r>
            <a:r>
              <a:rPr dirty="0" sz="2400" spc="-3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permitted</a:t>
            </a:r>
            <a:r>
              <a:rPr dirty="0" sz="2400" spc="-3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to</a:t>
            </a:r>
            <a:r>
              <a:rPr dirty="0" sz="2400" spc="-3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view.</a:t>
            </a:r>
            <a:endParaRPr sz="2400">
              <a:latin typeface="Comic Sans MS"/>
              <a:cs typeface="Comic Sans MS"/>
            </a:endParaRPr>
          </a:p>
          <a:p>
            <a:pPr algn="just" marL="12700" marR="5080">
              <a:lnSpc>
                <a:spcPct val="109400"/>
              </a:lnSpc>
              <a:spcBef>
                <a:spcPts val="3145"/>
              </a:spcBef>
            </a:pP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Personal</a:t>
            </a:r>
            <a:r>
              <a:rPr dirty="0" sz="2400" spc="-5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information</a:t>
            </a:r>
            <a:r>
              <a:rPr dirty="0" sz="2400" spc="-5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should</a:t>
            </a:r>
            <a:r>
              <a:rPr dirty="0" sz="2400" spc="-5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remain</a:t>
            </a:r>
            <a:r>
              <a:rPr dirty="0" sz="2400" spc="-5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private.</a:t>
            </a:r>
            <a:r>
              <a:rPr dirty="0" sz="2400" spc="-45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Sensitive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data</a:t>
            </a:r>
            <a:r>
              <a:rPr dirty="0" sz="2400" spc="38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is</a:t>
            </a:r>
            <a:r>
              <a:rPr dirty="0" sz="2400" spc="39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sensitive.</a:t>
            </a:r>
            <a:r>
              <a:rPr dirty="0" sz="2400" spc="39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If</a:t>
            </a:r>
            <a:r>
              <a:rPr dirty="0" sz="2400" spc="38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an</a:t>
            </a:r>
            <a:r>
              <a:rPr dirty="0" sz="2400" spc="39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unauthorized</a:t>
            </a:r>
            <a:r>
              <a:rPr dirty="0" sz="2400" spc="39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person</a:t>
            </a:r>
            <a:r>
              <a:rPr dirty="0" sz="2400" spc="39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obtains</a:t>
            </a:r>
            <a:r>
              <a:rPr dirty="0" sz="2400" spc="38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50">
                <a:solidFill>
                  <a:srgbClr val="333433"/>
                </a:solidFill>
                <a:latin typeface="Comic Sans MS"/>
                <a:cs typeface="Comic Sans MS"/>
              </a:rPr>
              <a:t>a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password</a:t>
            </a:r>
            <a:r>
              <a:rPr dirty="0" sz="2400" spc="280">
                <a:solidFill>
                  <a:srgbClr val="333433"/>
                </a:solidFill>
                <a:latin typeface="Comic Sans MS"/>
                <a:cs typeface="Comic Sans MS"/>
              </a:rPr>
              <a:t> 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to</a:t>
            </a:r>
            <a:r>
              <a:rPr dirty="0" sz="2400" spc="280">
                <a:solidFill>
                  <a:srgbClr val="333433"/>
                </a:solidFill>
                <a:latin typeface="Comic Sans MS"/>
                <a:cs typeface="Comic Sans MS"/>
              </a:rPr>
              <a:t> 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protected</a:t>
            </a:r>
            <a:r>
              <a:rPr dirty="0" sz="2400" spc="285">
                <a:solidFill>
                  <a:srgbClr val="333433"/>
                </a:solidFill>
                <a:latin typeface="Comic Sans MS"/>
                <a:cs typeface="Comic Sans MS"/>
              </a:rPr>
              <a:t> 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data,</a:t>
            </a:r>
            <a:r>
              <a:rPr dirty="0" sz="2400" spc="280">
                <a:solidFill>
                  <a:srgbClr val="333433"/>
                </a:solidFill>
                <a:latin typeface="Comic Sans MS"/>
                <a:cs typeface="Comic Sans MS"/>
              </a:rPr>
              <a:t> 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it</a:t>
            </a:r>
            <a:r>
              <a:rPr dirty="0" sz="2400" spc="285">
                <a:solidFill>
                  <a:srgbClr val="333433"/>
                </a:solidFill>
                <a:latin typeface="Comic Sans MS"/>
                <a:cs typeface="Comic Sans MS"/>
              </a:rPr>
              <a:t> 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would</a:t>
            </a:r>
            <a:r>
              <a:rPr dirty="0" sz="2400" spc="280">
                <a:solidFill>
                  <a:srgbClr val="333433"/>
                </a:solidFill>
                <a:latin typeface="Comic Sans MS"/>
                <a:cs typeface="Comic Sans MS"/>
              </a:rPr>
              <a:t> 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be</a:t>
            </a:r>
            <a:r>
              <a:rPr dirty="0" sz="2400" spc="280">
                <a:solidFill>
                  <a:srgbClr val="333433"/>
                </a:solidFill>
                <a:latin typeface="Comic Sans MS"/>
                <a:cs typeface="Comic Sans MS"/>
              </a:rPr>
              <a:t>   </a:t>
            </a:r>
            <a:r>
              <a:rPr dirty="0" sz="2400" spc="-50">
                <a:solidFill>
                  <a:srgbClr val="333433"/>
                </a:solidFill>
                <a:latin typeface="Comic Sans MS"/>
                <a:cs typeface="Comic Sans MS"/>
              </a:rPr>
              <a:t>a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confidentiality</a:t>
            </a:r>
            <a:r>
              <a:rPr dirty="0" sz="2400" spc="-16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breach.</a:t>
            </a:r>
            <a:endParaRPr sz="2400">
              <a:latin typeface="Comic Sans MS"/>
              <a:cs typeface="Comic Sans MS"/>
            </a:endParaRPr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66824" y="4880371"/>
            <a:ext cx="104775" cy="10477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66824" y="6080521"/>
            <a:ext cx="104775" cy="10477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66824" y="8080771"/>
            <a:ext cx="104775" cy="10477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921588" y="1"/>
            <a:ext cx="1366520" cy="10287000"/>
            <a:chOff x="16921588" y="1"/>
            <a:chExt cx="1366520" cy="10287000"/>
          </a:xfrm>
        </p:grpSpPr>
        <p:sp>
          <p:nvSpPr>
            <p:cNvPr id="3" name="object 3"/>
            <p:cNvSpPr/>
            <p:nvPr/>
          </p:nvSpPr>
          <p:spPr>
            <a:xfrm>
              <a:off x="16921588" y="1"/>
              <a:ext cx="1366520" cy="10287000"/>
            </a:xfrm>
            <a:custGeom>
              <a:avLst/>
              <a:gdLst/>
              <a:ahLst/>
              <a:cxnLst/>
              <a:rect l="l" t="t" r="r" b="b"/>
              <a:pathLst>
                <a:path w="1366519" h="10287000">
                  <a:moveTo>
                    <a:pt x="501629" y="62879"/>
                  </a:moveTo>
                  <a:lnTo>
                    <a:pt x="528368" y="0"/>
                  </a:lnTo>
                  <a:lnTo>
                    <a:pt x="1366410" y="0"/>
                  </a:lnTo>
                  <a:lnTo>
                    <a:pt x="1366409" y="10286999"/>
                  </a:lnTo>
                  <a:lnTo>
                    <a:pt x="1287212" y="10286999"/>
                  </a:lnTo>
                  <a:lnTo>
                    <a:pt x="711966" y="878982"/>
                  </a:lnTo>
                  <a:lnTo>
                    <a:pt x="501629" y="62879"/>
                  </a:lnTo>
                  <a:close/>
                </a:path>
                <a:path w="1366519" h="10287000">
                  <a:moveTo>
                    <a:pt x="491447" y="1212338"/>
                  </a:moveTo>
                  <a:lnTo>
                    <a:pt x="711966" y="878982"/>
                  </a:lnTo>
                  <a:lnTo>
                    <a:pt x="1287212" y="10286999"/>
                  </a:lnTo>
                  <a:lnTo>
                    <a:pt x="1180172" y="10286999"/>
                  </a:lnTo>
                  <a:lnTo>
                    <a:pt x="647623" y="1577286"/>
                  </a:lnTo>
                  <a:lnTo>
                    <a:pt x="491447" y="1212338"/>
                  </a:lnTo>
                  <a:close/>
                </a:path>
                <a:path w="1366519" h="10287000">
                  <a:moveTo>
                    <a:pt x="170825" y="2959010"/>
                  </a:moveTo>
                  <a:lnTo>
                    <a:pt x="283851" y="2569974"/>
                  </a:lnTo>
                  <a:lnTo>
                    <a:pt x="508307" y="2361373"/>
                  </a:lnTo>
                  <a:lnTo>
                    <a:pt x="563780" y="1956664"/>
                  </a:lnTo>
                  <a:lnTo>
                    <a:pt x="647623" y="1577286"/>
                  </a:lnTo>
                  <a:lnTo>
                    <a:pt x="1180172" y="10286999"/>
                  </a:lnTo>
                  <a:lnTo>
                    <a:pt x="912696" y="10286999"/>
                  </a:lnTo>
                  <a:lnTo>
                    <a:pt x="713477" y="7028814"/>
                  </a:lnTo>
                  <a:lnTo>
                    <a:pt x="674720" y="6986558"/>
                  </a:lnTo>
                  <a:lnTo>
                    <a:pt x="497692" y="4091304"/>
                  </a:lnTo>
                  <a:lnTo>
                    <a:pt x="418855" y="3960972"/>
                  </a:lnTo>
                  <a:lnTo>
                    <a:pt x="383650" y="3385207"/>
                  </a:lnTo>
                  <a:lnTo>
                    <a:pt x="170825" y="2959010"/>
                  </a:lnTo>
                  <a:close/>
                </a:path>
                <a:path w="1366519" h="10287000">
                  <a:moveTo>
                    <a:pt x="539942" y="7253247"/>
                  </a:moveTo>
                  <a:lnTo>
                    <a:pt x="713477" y="7028814"/>
                  </a:lnTo>
                  <a:lnTo>
                    <a:pt x="912696" y="10286999"/>
                  </a:lnTo>
                  <a:lnTo>
                    <a:pt x="758412" y="10286999"/>
                  </a:lnTo>
                  <a:lnTo>
                    <a:pt x="588680" y="7511087"/>
                  </a:lnTo>
                  <a:lnTo>
                    <a:pt x="539942" y="7253247"/>
                  </a:lnTo>
                  <a:close/>
                </a:path>
                <a:path w="1366519" h="10287000">
                  <a:moveTo>
                    <a:pt x="186086" y="5401905"/>
                  </a:moveTo>
                  <a:lnTo>
                    <a:pt x="379883" y="5070182"/>
                  </a:lnTo>
                  <a:lnTo>
                    <a:pt x="499960" y="4848771"/>
                  </a:lnTo>
                  <a:lnTo>
                    <a:pt x="473895" y="4422474"/>
                  </a:lnTo>
                  <a:lnTo>
                    <a:pt x="497692" y="4091304"/>
                  </a:lnTo>
                  <a:lnTo>
                    <a:pt x="674720" y="6986558"/>
                  </a:lnTo>
                  <a:lnTo>
                    <a:pt x="596682" y="6901475"/>
                  </a:lnTo>
                  <a:lnTo>
                    <a:pt x="542295" y="6011996"/>
                  </a:lnTo>
                  <a:lnTo>
                    <a:pt x="417356" y="5683031"/>
                  </a:lnTo>
                  <a:lnTo>
                    <a:pt x="186086" y="5401905"/>
                  </a:lnTo>
                  <a:close/>
                </a:path>
                <a:path w="1366519" h="10287000">
                  <a:moveTo>
                    <a:pt x="300053" y="3764569"/>
                  </a:moveTo>
                  <a:lnTo>
                    <a:pt x="383650" y="3385207"/>
                  </a:lnTo>
                  <a:lnTo>
                    <a:pt x="418855" y="3960972"/>
                  </a:lnTo>
                  <a:lnTo>
                    <a:pt x="300053" y="3764569"/>
                  </a:lnTo>
                  <a:close/>
                </a:path>
                <a:path w="1366519" h="10287000">
                  <a:moveTo>
                    <a:pt x="446141" y="6737343"/>
                  </a:moveTo>
                  <a:lnTo>
                    <a:pt x="532848" y="6449077"/>
                  </a:lnTo>
                  <a:lnTo>
                    <a:pt x="542295" y="6011996"/>
                  </a:lnTo>
                  <a:lnTo>
                    <a:pt x="596682" y="6901475"/>
                  </a:lnTo>
                  <a:lnTo>
                    <a:pt x="446141" y="6737343"/>
                  </a:lnTo>
                  <a:close/>
                </a:path>
                <a:path w="1366519" h="10287000">
                  <a:moveTo>
                    <a:pt x="0" y="8515804"/>
                  </a:moveTo>
                  <a:lnTo>
                    <a:pt x="274697" y="8179135"/>
                  </a:lnTo>
                  <a:lnTo>
                    <a:pt x="439829" y="7756895"/>
                  </a:lnTo>
                  <a:lnTo>
                    <a:pt x="588680" y="7511087"/>
                  </a:lnTo>
                  <a:lnTo>
                    <a:pt x="758412" y="10286999"/>
                  </a:lnTo>
                  <a:lnTo>
                    <a:pt x="403581" y="10286999"/>
                  </a:lnTo>
                  <a:lnTo>
                    <a:pt x="323501" y="8977311"/>
                  </a:lnTo>
                  <a:lnTo>
                    <a:pt x="0" y="8515804"/>
                  </a:lnTo>
                  <a:close/>
                </a:path>
                <a:path w="1366519" h="10287000">
                  <a:moveTo>
                    <a:pt x="233450" y="9347717"/>
                  </a:moveTo>
                  <a:lnTo>
                    <a:pt x="323501" y="8977307"/>
                  </a:lnTo>
                  <a:lnTo>
                    <a:pt x="403581" y="10286999"/>
                  </a:lnTo>
                  <a:lnTo>
                    <a:pt x="377744" y="10286999"/>
                  </a:lnTo>
                  <a:lnTo>
                    <a:pt x="343446" y="9726070"/>
                  </a:lnTo>
                  <a:lnTo>
                    <a:pt x="233450" y="9347717"/>
                  </a:lnTo>
                  <a:close/>
                </a:path>
                <a:path w="1366519" h="10287000">
                  <a:moveTo>
                    <a:pt x="157361" y="10286999"/>
                  </a:moveTo>
                  <a:lnTo>
                    <a:pt x="179944" y="10110564"/>
                  </a:lnTo>
                  <a:lnTo>
                    <a:pt x="343446" y="9726070"/>
                  </a:lnTo>
                  <a:lnTo>
                    <a:pt x="377744" y="10286999"/>
                  </a:lnTo>
                  <a:lnTo>
                    <a:pt x="157361" y="10286999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6994060" y="1"/>
              <a:ext cx="1294130" cy="10287000"/>
            </a:xfrm>
            <a:custGeom>
              <a:avLst/>
              <a:gdLst/>
              <a:ahLst/>
              <a:cxnLst/>
              <a:rect l="l" t="t" r="r" b="b"/>
              <a:pathLst>
                <a:path w="1294130" h="10287000">
                  <a:moveTo>
                    <a:pt x="551391" y="0"/>
                  </a:moveTo>
                  <a:lnTo>
                    <a:pt x="1293937" y="0"/>
                  </a:lnTo>
                  <a:lnTo>
                    <a:pt x="1293937" y="10169681"/>
                  </a:lnTo>
                  <a:lnTo>
                    <a:pt x="709714" y="614852"/>
                  </a:lnTo>
                  <a:lnTo>
                    <a:pt x="551391" y="0"/>
                  </a:lnTo>
                  <a:close/>
                </a:path>
                <a:path w="1294130" h="10287000">
                  <a:moveTo>
                    <a:pt x="489441" y="948193"/>
                  </a:moveTo>
                  <a:lnTo>
                    <a:pt x="709714" y="614852"/>
                  </a:lnTo>
                  <a:lnTo>
                    <a:pt x="1293937" y="10169681"/>
                  </a:lnTo>
                  <a:lnTo>
                    <a:pt x="1293937" y="10286999"/>
                  </a:lnTo>
                  <a:lnTo>
                    <a:pt x="1194071" y="10286999"/>
                  </a:lnTo>
                  <a:lnTo>
                    <a:pt x="645356" y="1312911"/>
                  </a:lnTo>
                  <a:lnTo>
                    <a:pt x="489441" y="948193"/>
                  </a:lnTo>
                  <a:close/>
                </a:path>
                <a:path w="1294130" h="10287000">
                  <a:moveTo>
                    <a:pt x="168618" y="2695616"/>
                  </a:moveTo>
                  <a:lnTo>
                    <a:pt x="281875" y="2306320"/>
                  </a:lnTo>
                  <a:lnTo>
                    <a:pt x="506085" y="2097734"/>
                  </a:lnTo>
                  <a:lnTo>
                    <a:pt x="561573" y="1693270"/>
                  </a:lnTo>
                  <a:lnTo>
                    <a:pt x="645356" y="1312911"/>
                  </a:lnTo>
                  <a:lnTo>
                    <a:pt x="1194071" y="10286999"/>
                  </a:lnTo>
                  <a:lnTo>
                    <a:pt x="926595" y="10286999"/>
                  </a:lnTo>
                  <a:lnTo>
                    <a:pt x="711285" y="6765666"/>
                  </a:lnTo>
                  <a:lnTo>
                    <a:pt x="672529" y="6723410"/>
                  </a:lnTo>
                  <a:lnTo>
                    <a:pt x="495470" y="3827666"/>
                  </a:lnTo>
                  <a:lnTo>
                    <a:pt x="416639" y="3697431"/>
                  </a:lnTo>
                  <a:lnTo>
                    <a:pt x="381428" y="3121568"/>
                  </a:lnTo>
                  <a:lnTo>
                    <a:pt x="168618" y="2695616"/>
                  </a:lnTo>
                  <a:close/>
                </a:path>
                <a:path w="1294130" h="10287000">
                  <a:moveTo>
                    <a:pt x="537765" y="6990344"/>
                  </a:moveTo>
                  <a:lnTo>
                    <a:pt x="711285" y="6765666"/>
                  </a:lnTo>
                  <a:lnTo>
                    <a:pt x="926595" y="10286999"/>
                  </a:lnTo>
                  <a:lnTo>
                    <a:pt x="773294" y="10286999"/>
                  </a:lnTo>
                  <a:lnTo>
                    <a:pt x="587439" y="7247388"/>
                  </a:lnTo>
                  <a:lnTo>
                    <a:pt x="537765" y="6990344"/>
                  </a:lnTo>
                  <a:close/>
                </a:path>
                <a:path w="1294130" h="10287000">
                  <a:moveTo>
                    <a:pt x="183970" y="5139982"/>
                  </a:moveTo>
                  <a:lnTo>
                    <a:pt x="377692" y="4807034"/>
                  </a:lnTo>
                  <a:lnTo>
                    <a:pt x="497784" y="4585868"/>
                  </a:lnTo>
                  <a:lnTo>
                    <a:pt x="471704" y="4159326"/>
                  </a:lnTo>
                  <a:lnTo>
                    <a:pt x="495470" y="3827666"/>
                  </a:lnTo>
                  <a:lnTo>
                    <a:pt x="672529" y="6723410"/>
                  </a:lnTo>
                  <a:lnTo>
                    <a:pt x="594754" y="6638615"/>
                  </a:lnTo>
                  <a:lnTo>
                    <a:pt x="540349" y="5748833"/>
                  </a:lnTo>
                  <a:lnTo>
                    <a:pt x="415165" y="5419883"/>
                  </a:lnTo>
                  <a:lnTo>
                    <a:pt x="183970" y="5139982"/>
                  </a:lnTo>
                  <a:close/>
                </a:path>
                <a:path w="1294130" h="10287000">
                  <a:moveTo>
                    <a:pt x="297847" y="3501177"/>
                  </a:moveTo>
                  <a:lnTo>
                    <a:pt x="381428" y="3121568"/>
                  </a:lnTo>
                  <a:lnTo>
                    <a:pt x="416639" y="3697431"/>
                  </a:lnTo>
                  <a:lnTo>
                    <a:pt x="297847" y="3501177"/>
                  </a:lnTo>
                  <a:close/>
                </a:path>
                <a:path w="1294130" h="10287000">
                  <a:moveTo>
                    <a:pt x="443949" y="6474195"/>
                  </a:moveTo>
                  <a:lnTo>
                    <a:pt x="530656" y="6185929"/>
                  </a:lnTo>
                  <a:lnTo>
                    <a:pt x="540349" y="5748833"/>
                  </a:lnTo>
                  <a:lnTo>
                    <a:pt x="594754" y="6638615"/>
                  </a:lnTo>
                  <a:lnTo>
                    <a:pt x="443949" y="6474195"/>
                  </a:lnTo>
                  <a:close/>
                </a:path>
                <a:path w="1294130" h="10287000">
                  <a:moveTo>
                    <a:pt x="0" y="8252275"/>
                  </a:moveTo>
                  <a:lnTo>
                    <a:pt x="273471" y="7915681"/>
                  </a:lnTo>
                  <a:lnTo>
                    <a:pt x="438587" y="7493195"/>
                  </a:lnTo>
                  <a:lnTo>
                    <a:pt x="587439" y="7247388"/>
                  </a:lnTo>
                  <a:lnTo>
                    <a:pt x="773294" y="10286999"/>
                  </a:lnTo>
                  <a:lnTo>
                    <a:pt x="418463" y="10286999"/>
                  </a:lnTo>
                  <a:lnTo>
                    <a:pt x="322275" y="8713856"/>
                  </a:lnTo>
                  <a:lnTo>
                    <a:pt x="0" y="8252275"/>
                  </a:lnTo>
                  <a:close/>
                </a:path>
                <a:path w="1294130" h="10287000">
                  <a:moveTo>
                    <a:pt x="231183" y="9083342"/>
                  </a:moveTo>
                  <a:lnTo>
                    <a:pt x="322275" y="8713856"/>
                  </a:lnTo>
                  <a:lnTo>
                    <a:pt x="418463" y="10286999"/>
                  </a:lnTo>
                  <a:lnTo>
                    <a:pt x="390658" y="10286999"/>
                  </a:lnTo>
                  <a:lnTo>
                    <a:pt x="340259" y="9462736"/>
                  </a:lnTo>
                  <a:lnTo>
                    <a:pt x="231183" y="9083342"/>
                  </a:lnTo>
                  <a:close/>
                </a:path>
                <a:path w="1294130" h="10287000">
                  <a:moveTo>
                    <a:pt x="120215" y="10286999"/>
                  </a:moveTo>
                  <a:lnTo>
                    <a:pt x="176496" y="9847001"/>
                  </a:lnTo>
                  <a:lnTo>
                    <a:pt x="340259" y="9462736"/>
                  </a:lnTo>
                  <a:lnTo>
                    <a:pt x="390658" y="10286999"/>
                  </a:lnTo>
                  <a:lnTo>
                    <a:pt x="120215" y="10286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7523300" y="1"/>
              <a:ext cx="765175" cy="10287000"/>
            </a:xfrm>
            <a:custGeom>
              <a:avLst/>
              <a:gdLst/>
              <a:ahLst/>
              <a:cxnLst/>
              <a:rect l="l" t="t" r="r" b="b"/>
              <a:pathLst>
                <a:path w="765175" h="10287000">
                  <a:moveTo>
                    <a:pt x="283569" y="0"/>
                  </a:moveTo>
                  <a:lnTo>
                    <a:pt x="764698" y="0"/>
                  </a:lnTo>
                  <a:lnTo>
                    <a:pt x="764697" y="6491401"/>
                  </a:lnTo>
                  <a:lnTo>
                    <a:pt x="654527" y="4689590"/>
                  </a:lnTo>
                  <a:lnTo>
                    <a:pt x="654275" y="4689478"/>
                  </a:lnTo>
                  <a:lnTo>
                    <a:pt x="396998" y="481784"/>
                  </a:lnTo>
                  <a:lnTo>
                    <a:pt x="367330" y="343177"/>
                  </a:lnTo>
                  <a:lnTo>
                    <a:pt x="283569" y="0"/>
                  </a:lnTo>
                  <a:close/>
                </a:path>
                <a:path w="765175" h="10287000">
                  <a:moveTo>
                    <a:pt x="334431" y="5233507"/>
                  </a:moveTo>
                  <a:lnTo>
                    <a:pt x="654527" y="4689590"/>
                  </a:lnTo>
                  <a:lnTo>
                    <a:pt x="764697" y="6491401"/>
                  </a:lnTo>
                  <a:lnTo>
                    <a:pt x="764697" y="6895202"/>
                  </a:lnTo>
                  <a:lnTo>
                    <a:pt x="726497" y="6719827"/>
                  </a:lnTo>
                  <a:lnTo>
                    <a:pt x="459680" y="6545464"/>
                  </a:lnTo>
                  <a:lnTo>
                    <a:pt x="409481" y="5724476"/>
                  </a:lnTo>
                  <a:lnTo>
                    <a:pt x="334431" y="5233507"/>
                  </a:lnTo>
                  <a:close/>
                </a:path>
                <a:path w="765175" h="10287000">
                  <a:moveTo>
                    <a:pt x="287909" y="927172"/>
                  </a:moveTo>
                  <a:lnTo>
                    <a:pt x="305650" y="865565"/>
                  </a:lnTo>
                  <a:lnTo>
                    <a:pt x="344309" y="725772"/>
                  </a:lnTo>
                  <a:lnTo>
                    <a:pt x="382040" y="575331"/>
                  </a:lnTo>
                  <a:lnTo>
                    <a:pt x="396998" y="481784"/>
                  </a:lnTo>
                  <a:lnTo>
                    <a:pt x="654275" y="4689478"/>
                  </a:lnTo>
                  <a:lnTo>
                    <a:pt x="605201" y="4667624"/>
                  </a:lnTo>
                  <a:lnTo>
                    <a:pt x="395979" y="1245850"/>
                  </a:lnTo>
                  <a:lnTo>
                    <a:pt x="287909" y="927172"/>
                  </a:lnTo>
                  <a:close/>
                </a:path>
                <a:path w="765175" h="10287000">
                  <a:moveTo>
                    <a:pt x="37676" y="2670032"/>
                  </a:moveTo>
                  <a:lnTo>
                    <a:pt x="45156" y="2569449"/>
                  </a:lnTo>
                  <a:lnTo>
                    <a:pt x="85223" y="2440045"/>
                  </a:lnTo>
                  <a:lnTo>
                    <a:pt x="129831" y="2328311"/>
                  </a:lnTo>
                  <a:lnTo>
                    <a:pt x="150933" y="2280735"/>
                  </a:lnTo>
                  <a:lnTo>
                    <a:pt x="172397" y="2240469"/>
                  </a:lnTo>
                  <a:lnTo>
                    <a:pt x="219310" y="2147444"/>
                  </a:lnTo>
                  <a:lnTo>
                    <a:pt x="265087" y="2044139"/>
                  </a:lnTo>
                  <a:lnTo>
                    <a:pt x="283630" y="1971941"/>
                  </a:lnTo>
                  <a:lnTo>
                    <a:pt x="282364" y="1938107"/>
                  </a:lnTo>
                  <a:lnTo>
                    <a:pt x="282616" y="1889262"/>
                  </a:lnTo>
                  <a:lnTo>
                    <a:pt x="286467" y="1712641"/>
                  </a:lnTo>
                  <a:lnTo>
                    <a:pt x="286776" y="1663733"/>
                  </a:lnTo>
                  <a:lnTo>
                    <a:pt x="285594" y="1629803"/>
                  </a:lnTo>
                  <a:lnTo>
                    <a:pt x="300748" y="1545752"/>
                  </a:lnTo>
                  <a:lnTo>
                    <a:pt x="338925" y="1416442"/>
                  </a:lnTo>
                  <a:lnTo>
                    <a:pt x="378033" y="1297824"/>
                  </a:lnTo>
                  <a:lnTo>
                    <a:pt x="395979" y="1245850"/>
                  </a:lnTo>
                  <a:lnTo>
                    <a:pt x="605201" y="4667624"/>
                  </a:lnTo>
                  <a:lnTo>
                    <a:pt x="412448" y="4581787"/>
                  </a:lnTo>
                  <a:lnTo>
                    <a:pt x="364772" y="3802067"/>
                  </a:lnTo>
                  <a:lnTo>
                    <a:pt x="97509" y="3521248"/>
                  </a:lnTo>
                  <a:lnTo>
                    <a:pt x="51796" y="2773639"/>
                  </a:lnTo>
                  <a:lnTo>
                    <a:pt x="37676" y="2670032"/>
                  </a:lnTo>
                  <a:close/>
                </a:path>
                <a:path w="765175" h="10287000">
                  <a:moveTo>
                    <a:pt x="366916" y="4561510"/>
                  </a:moveTo>
                  <a:lnTo>
                    <a:pt x="340745" y="4133498"/>
                  </a:lnTo>
                  <a:lnTo>
                    <a:pt x="364772" y="3802067"/>
                  </a:lnTo>
                  <a:lnTo>
                    <a:pt x="412448" y="4581787"/>
                  </a:lnTo>
                  <a:lnTo>
                    <a:pt x="366916" y="4561510"/>
                  </a:lnTo>
                  <a:close/>
                </a:path>
                <a:path w="765175" h="10287000">
                  <a:moveTo>
                    <a:pt x="313326" y="6449823"/>
                  </a:moveTo>
                  <a:lnTo>
                    <a:pt x="399788" y="6161572"/>
                  </a:lnTo>
                  <a:lnTo>
                    <a:pt x="409481" y="5724476"/>
                  </a:lnTo>
                  <a:lnTo>
                    <a:pt x="459680" y="6545464"/>
                  </a:lnTo>
                  <a:lnTo>
                    <a:pt x="313326" y="6449823"/>
                  </a:lnTo>
                  <a:close/>
                </a:path>
                <a:path w="765175" h="10287000">
                  <a:moveTo>
                    <a:pt x="60262" y="3482113"/>
                  </a:moveTo>
                  <a:lnTo>
                    <a:pt x="62662" y="3078680"/>
                  </a:lnTo>
                  <a:lnTo>
                    <a:pt x="62164" y="3028080"/>
                  </a:lnTo>
                  <a:lnTo>
                    <a:pt x="59250" y="2909694"/>
                  </a:lnTo>
                  <a:lnTo>
                    <a:pt x="51796" y="2773639"/>
                  </a:lnTo>
                  <a:lnTo>
                    <a:pt x="97509" y="3521248"/>
                  </a:lnTo>
                  <a:lnTo>
                    <a:pt x="60262" y="3482113"/>
                  </a:lnTo>
                  <a:close/>
                </a:path>
                <a:path w="765175" h="10287000">
                  <a:moveTo>
                    <a:pt x="0" y="8183007"/>
                  </a:moveTo>
                  <a:lnTo>
                    <a:pt x="263855" y="7898427"/>
                  </a:lnTo>
                  <a:lnTo>
                    <a:pt x="307763" y="7469573"/>
                  </a:lnTo>
                  <a:lnTo>
                    <a:pt x="456860" y="7223751"/>
                  </a:lnTo>
                  <a:lnTo>
                    <a:pt x="764697" y="6976993"/>
                  </a:lnTo>
                  <a:lnTo>
                    <a:pt x="764697" y="10286999"/>
                  </a:lnTo>
                  <a:lnTo>
                    <a:pt x="402768" y="10286999"/>
                  </a:lnTo>
                  <a:lnTo>
                    <a:pt x="298266" y="8577899"/>
                  </a:lnTo>
                  <a:lnTo>
                    <a:pt x="0" y="8183007"/>
                  </a:lnTo>
                  <a:close/>
                </a:path>
                <a:path w="765175" h="10287000">
                  <a:moveTo>
                    <a:pt x="101110" y="9059920"/>
                  </a:moveTo>
                  <a:lnTo>
                    <a:pt x="298266" y="8577899"/>
                  </a:lnTo>
                  <a:lnTo>
                    <a:pt x="402768" y="10286999"/>
                  </a:lnTo>
                  <a:lnTo>
                    <a:pt x="379638" y="10286999"/>
                  </a:lnTo>
                  <a:lnTo>
                    <a:pt x="331955" y="9507161"/>
                  </a:lnTo>
                  <a:lnTo>
                    <a:pt x="101110" y="9059920"/>
                  </a:lnTo>
                  <a:close/>
                </a:path>
                <a:path w="765175" h="10287000">
                  <a:moveTo>
                    <a:pt x="175275" y="10272870"/>
                  </a:moveTo>
                  <a:lnTo>
                    <a:pt x="160505" y="9741554"/>
                  </a:lnTo>
                  <a:lnTo>
                    <a:pt x="331955" y="9507161"/>
                  </a:lnTo>
                  <a:lnTo>
                    <a:pt x="379638" y="10286999"/>
                  </a:lnTo>
                  <a:lnTo>
                    <a:pt x="182581" y="10286999"/>
                  </a:lnTo>
                  <a:lnTo>
                    <a:pt x="175275" y="10272870"/>
                  </a:lnTo>
                  <a:close/>
                </a:path>
              </a:pathLst>
            </a:custGeom>
            <a:solidFill>
              <a:srgbClr val="FFD04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016000" y="976125"/>
            <a:ext cx="1371600" cy="4749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950" spc="-290">
                <a:solidFill>
                  <a:srgbClr val="333433"/>
                </a:solidFill>
              </a:rPr>
              <a:t>Integrity</a:t>
            </a:r>
            <a:endParaRPr sz="2950"/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66824" y="2010663"/>
            <a:ext cx="104775" cy="10477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534070" y="1845564"/>
            <a:ext cx="92583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Means</a:t>
            </a:r>
            <a:endParaRPr sz="2400">
              <a:latin typeface="Comic Sans MS"/>
              <a:cs typeface="Comic Sans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666057" y="1776225"/>
            <a:ext cx="6750050" cy="4749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901189" algn="l"/>
                <a:tab pos="3456304" algn="l"/>
                <a:tab pos="4237355" algn="l"/>
                <a:tab pos="6421755" algn="l"/>
              </a:tabLst>
            </a:pPr>
            <a:r>
              <a:rPr dirty="0" sz="2950" spc="-285" b="1">
                <a:solidFill>
                  <a:srgbClr val="333433"/>
                </a:solidFill>
                <a:latin typeface="Comic Sans MS"/>
                <a:cs typeface="Comic Sans MS"/>
              </a:rPr>
              <a:t>maintaining</a:t>
            </a:r>
            <a:r>
              <a:rPr dirty="0" sz="2950" b="1">
                <a:solidFill>
                  <a:srgbClr val="333433"/>
                </a:solidFill>
                <a:latin typeface="Comic Sans MS"/>
                <a:cs typeface="Comic Sans MS"/>
              </a:rPr>
              <a:t>	</a:t>
            </a:r>
            <a:r>
              <a:rPr dirty="0" sz="2950" spc="-305" b="1">
                <a:solidFill>
                  <a:srgbClr val="333433"/>
                </a:solidFill>
                <a:latin typeface="Comic Sans MS"/>
                <a:cs typeface="Comic Sans MS"/>
              </a:rPr>
              <a:t>accuracy</a:t>
            </a:r>
            <a:r>
              <a:rPr dirty="0" sz="2950" b="1">
                <a:solidFill>
                  <a:srgbClr val="333433"/>
                </a:solidFill>
                <a:latin typeface="Comic Sans MS"/>
                <a:cs typeface="Comic Sans MS"/>
              </a:rPr>
              <a:t>	</a:t>
            </a:r>
            <a:r>
              <a:rPr dirty="0" sz="2950" spc="-345" b="1">
                <a:solidFill>
                  <a:srgbClr val="333433"/>
                </a:solidFill>
                <a:latin typeface="Comic Sans MS"/>
                <a:cs typeface="Comic Sans MS"/>
              </a:rPr>
              <a:t>and</a:t>
            </a:r>
            <a:r>
              <a:rPr dirty="0" sz="2950" b="1">
                <a:solidFill>
                  <a:srgbClr val="333433"/>
                </a:solidFill>
                <a:latin typeface="Comic Sans MS"/>
                <a:cs typeface="Comic Sans MS"/>
              </a:rPr>
              <a:t>	</a:t>
            </a:r>
            <a:r>
              <a:rPr dirty="0" sz="2950" spc="-305" b="1">
                <a:solidFill>
                  <a:srgbClr val="333433"/>
                </a:solidFill>
                <a:latin typeface="Comic Sans MS"/>
                <a:cs typeface="Comic Sans MS"/>
              </a:rPr>
              <a:t>completeness</a:t>
            </a:r>
            <a:r>
              <a:rPr dirty="0" sz="2950" b="1">
                <a:solidFill>
                  <a:srgbClr val="333433"/>
                </a:solidFill>
                <a:latin typeface="Comic Sans MS"/>
                <a:cs typeface="Comic Sans MS"/>
              </a:rPr>
              <a:t>	</a:t>
            </a:r>
            <a:r>
              <a:rPr dirty="0" sz="2950" spc="-315" b="1">
                <a:solidFill>
                  <a:srgbClr val="333433"/>
                </a:solidFill>
                <a:latin typeface="Comic Sans MS"/>
                <a:cs typeface="Comic Sans MS"/>
              </a:rPr>
              <a:t>of</a:t>
            </a:r>
            <a:endParaRPr sz="2950">
              <a:latin typeface="Comic Sans MS"/>
              <a:cs typeface="Comic Sans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34070" y="2176275"/>
            <a:ext cx="7882255" cy="7661909"/>
          </a:xfrm>
          <a:prstGeom prst="rect">
            <a:avLst/>
          </a:prstGeom>
        </p:spPr>
        <p:txBody>
          <a:bodyPr wrap="square" lIns="0" tIns="66675" rIns="0" bIns="0" rtlCol="0" vert="horz">
            <a:spAutoFit/>
          </a:bodyPr>
          <a:lstStyle/>
          <a:p>
            <a:pPr algn="just" marL="12700" marR="5080">
              <a:lnSpc>
                <a:spcPts val="3150"/>
              </a:lnSpc>
              <a:spcBef>
                <a:spcPts val="525"/>
              </a:spcBef>
            </a:pPr>
            <a:r>
              <a:rPr dirty="0" sz="2950" spc="-295" b="1">
                <a:solidFill>
                  <a:srgbClr val="333433"/>
                </a:solidFill>
                <a:latin typeface="Comic Sans MS"/>
                <a:cs typeface="Comic Sans MS"/>
              </a:rPr>
              <a:t>data.</a:t>
            </a:r>
            <a:r>
              <a:rPr dirty="0" sz="2950" spc="715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290" b="1">
                <a:solidFill>
                  <a:srgbClr val="333433"/>
                </a:solidFill>
                <a:latin typeface="Comic Sans MS"/>
                <a:cs typeface="Comic Sans MS"/>
              </a:rPr>
              <a:t>This</a:t>
            </a:r>
            <a:r>
              <a:rPr dirty="0" sz="2950" spc="725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330" b="1">
                <a:solidFill>
                  <a:srgbClr val="333433"/>
                </a:solidFill>
                <a:latin typeface="Comic Sans MS"/>
                <a:cs typeface="Comic Sans MS"/>
              </a:rPr>
              <a:t>means</a:t>
            </a:r>
            <a:r>
              <a:rPr dirty="0" sz="2950" spc="73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305" b="1">
                <a:solidFill>
                  <a:srgbClr val="333433"/>
                </a:solidFill>
                <a:latin typeface="Comic Sans MS"/>
                <a:cs typeface="Comic Sans MS"/>
              </a:rPr>
              <a:t>data</a:t>
            </a:r>
            <a:r>
              <a:rPr dirty="0" sz="2950" spc="725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300" b="1">
                <a:solidFill>
                  <a:srgbClr val="333433"/>
                </a:solidFill>
                <a:latin typeface="Comic Sans MS"/>
                <a:cs typeface="Comic Sans MS"/>
              </a:rPr>
              <a:t>cannot</a:t>
            </a:r>
            <a:r>
              <a:rPr dirty="0" sz="2950" spc="725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325" b="1">
                <a:solidFill>
                  <a:srgbClr val="333433"/>
                </a:solidFill>
                <a:latin typeface="Comic Sans MS"/>
                <a:cs typeface="Comic Sans MS"/>
              </a:rPr>
              <a:t>be</a:t>
            </a:r>
            <a:r>
              <a:rPr dirty="0" sz="2950" spc="725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285" b="1">
                <a:solidFill>
                  <a:srgbClr val="333433"/>
                </a:solidFill>
                <a:latin typeface="Comic Sans MS"/>
                <a:cs typeface="Comic Sans MS"/>
              </a:rPr>
              <a:t>edited</a:t>
            </a:r>
            <a:r>
              <a:rPr dirty="0" sz="2950" spc="73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b="1">
                <a:solidFill>
                  <a:srgbClr val="333433"/>
                </a:solidFill>
                <a:latin typeface="Comic Sans MS"/>
                <a:cs typeface="Comic Sans MS"/>
              </a:rPr>
              <a:t>in</a:t>
            </a:r>
            <a:r>
              <a:rPr dirty="0" sz="2950" spc="725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340" b="1">
                <a:solidFill>
                  <a:srgbClr val="333433"/>
                </a:solidFill>
                <a:latin typeface="Comic Sans MS"/>
                <a:cs typeface="Comic Sans MS"/>
              </a:rPr>
              <a:t>an </a:t>
            </a:r>
            <a:r>
              <a:rPr dirty="0" sz="2950" spc="-290" b="1">
                <a:solidFill>
                  <a:srgbClr val="333433"/>
                </a:solidFill>
                <a:latin typeface="Comic Sans MS"/>
                <a:cs typeface="Comic Sans MS"/>
              </a:rPr>
              <a:t>unauthorized</a:t>
            </a:r>
            <a:r>
              <a:rPr dirty="0" sz="2950" spc="-3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405" b="1">
                <a:solidFill>
                  <a:srgbClr val="333433"/>
                </a:solidFill>
                <a:latin typeface="Comic Sans MS"/>
                <a:cs typeface="Comic Sans MS"/>
              </a:rPr>
              <a:t>way.</a:t>
            </a:r>
            <a:r>
              <a:rPr dirty="0" sz="2950" spc="9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For</a:t>
            </a:r>
            <a:r>
              <a:rPr dirty="0" sz="2400" spc="8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example</a:t>
            </a:r>
            <a:r>
              <a:rPr dirty="0" sz="2400" spc="31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if</a:t>
            </a:r>
            <a:r>
              <a:rPr dirty="0" sz="2400" spc="31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an</a:t>
            </a:r>
            <a:r>
              <a:rPr dirty="0" sz="2400" spc="31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employee</a:t>
            </a:r>
            <a:r>
              <a:rPr dirty="0" sz="2400" spc="31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leaves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an</a:t>
            </a:r>
            <a:r>
              <a:rPr dirty="0" sz="2400" spc="24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organisation</a:t>
            </a:r>
            <a:r>
              <a:rPr dirty="0" sz="2400" spc="24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then</a:t>
            </a:r>
            <a:r>
              <a:rPr dirty="0" sz="2400" spc="24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in</a:t>
            </a:r>
            <a:r>
              <a:rPr dirty="0" sz="2400" spc="24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that</a:t>
            </a:r>
            <a:r>
              <a:rPr dirty="0" sz="2400" spc="245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case</a:t>
            </a:r>
            <a:r>
              <a:rPr dirty="0" sz="2400" spc="24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data</a:t>
            </a:r>
            <a:r>
              <a:rPr dirty="0" sz="2400" spc="24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for</a:t>
            </a:r>
            <a:r>
              <a:rPr dirty="0" sz="2400" spc="24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 spc="-20">
                <a:solidFill>
                  <a:srgbClr val="333433"/>
                </a:solidFill>
                <a:latin typeface="Comic Sans MS"/>
                <a:cs typeface="Comic Sans MS"/>
              </a:rPr>
              <a:t>that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employee</a:t>
            </a:r>
            <a:r>
              <a:rPr dirty="0" sz="2400" spc="45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in</a:t>
            </a:r>
            <a:r>
              <a:rPr dirty="0" sz="2400" spc="45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all</a:t>
            </a:r>
            <a:r>
              <a:rPr dirty="0" sz="2400" spc="45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departments</a:t>
            </a:r>
            <a:r>
              <a:rPr dirty="0" sz="2400" spc="45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like</a:t>
            </a:r>
            <a:r>
              <a:rPr dirty="0" sz="2400" spc="45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accounts,</a:t>
            </a:r>
            <a:r>
              <a:rPr dirty="0" sz="2400" spc="45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should</a:t>
            </a:r>
            <a:r>
              <a:rPr dirty="0" sz="2400" spc="45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25">
                <a:solidFill>
                  <a:srgbClr val="333433"/>
                </a:solidFill>
                <a:latin typeface="Comic Sans MS"/>
                <a:cs typeface="Comic Sans MS"/>
              </a:rPr>
              <a:t>be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updated</a:t>
            </a:r>
            <a:r>
              <a:rPr dirty="0" sz="2400" spc="3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to</a:t>
            </a:r>
            <a:r>
              <a:rPr dirty="0" sz="2400" spc="4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reflect</a:t>
            </a:r>
            <a:r>
              <a:rPr dirty="0" sz="2400" spc="5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status</a:t>
            </a:r>
            <a:r>
              <a:rPr dirty="0" sz="2400" spc="4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to</a:t>
            </a:r>
            <a:r>
              <a:rPr dirty="0" sz="2400" spc="5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JOB</a:t>
            </a:r>
            <a:r>
              <a:rPr dirty="0" sz="2400" spc="4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LEFT</a:t>
            </a:r>
            <a:r>
              <a:rPr dirty="0" sz="2400" spc="5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so</a:t>
            </a:r>
            <a:r>
              <a:rPr dirty="0" sz="2400" spc="4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that</a:t>
            </a:r>
            <a:r>
              <a:rPr dirty="0" sz="2400" spc="5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data</a:t>
            </a:r>
            <a:r>
              <a:rPr dirty="0" sz="2400" spc="4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25">
                <a:solidFill>
                  <a:srgbClr val="333433"/>
                </a:solidFill>
                <a:latin typeface="Comic Sans MS"/>
                <a:cs typeface="Comic Sans MS"/>
              </a:rPr>
              <a:t>is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complete</a:t>
            </a:r>
            <a:r>
              <a:rPr dirty="0" sz="2400" spc="15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and</a:t>
            </a:r>
            <a:r>
              <a:rPr dirty="0" sz="2400" spc="2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accurate</a:t>
            </a:r>
            <a:r>
              <a:rPr dirty="0" sz="2400" spc="15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and</a:t>
            </a:r>
            <a:r>
              <a:rPr dirty="0" sz="2400" spc="2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in</a:t>
            </a:r>
            <a:r>
              <a:rPr dirty="0" sz="2400" spc="2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addition</a:t>
            </a:r>
            <a:r>
              <a:rPr dirty="0" sz="2400" spc="15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to</a:t>
            </a:r>
            <a:r>
              <a:rPr dirty="0" sz="2400" spc="2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this</a:t>
            </a:r>
            <a:r>
              <a:rPr dirty="0" sz="2400" spc="2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 spc="-20">
                <a:solidFill>
                  <a:srgbClr val="333433"/>
                </a:solidFill>
                <a:latin typeface="Comic Sans MS"/>
                <a:cs typeface="Comic Sans MS"/>
              </a:rPr>
              <a:t>only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authorized</a:t>
            </a:r>
            <a:r>
              <a:rPr dirty="0" sz="2400" spc="27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person</a:t>
            </a:r>
            <a:r>
              <a:rPr dirty="0" sz="2400" spc="27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should</a:t>
            </a:r>
            <a:r>
              <a:rPr dirty="0" sz="2400" spc="27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be</a:t>
            </a:r>
            <a:r>
              <a:rPr dirty="0" sz="2400" spc="27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allowed</a:t>
            </a:r>
            <a:r>
              <a:rPr dirty="0" sz="2400" spc="27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to</a:t>
            </a:r>
            <a:r>
              <a:rPr dirty="0" sz="2400" spc="27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edit</a:t>
            </a:r>
            <a:r>
              <a:rPr dirty="0" sz="2400" spc="27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employee data.</a:t>
            </a:r>
            <a:endParaRPr sz="2400">
              <a:latin typeface="Comic Sans MS"/>
              <a:cs typeface="Comic Sans MS"/>
            </a:endParaRPr>
          </a:p>
          <a:p>
            <a:pPr algn="just" marL="12700" marR="5080">
              <a:lnSpc>
                <a:spcPct val="109400"/>
              </a:lnSpc>
              <a:spcBef>
                <a:spcPts val="3000"/>
              </a:spcBef>
            </a:pP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Integrity</a:t>
            </a:r>
            <a:r>
              <a:rPr dirty="0" sz="2400" spc="254">
                <a:solidFill>
                  <a:srgbClr val="333433"/>
                </a:solidFill>
                <a:latin typeface="Comic Sans MS"/>
                <a:cs typeface="Comic Sans MS"/>
              </a:rPr>
              <a:t> 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means</a:t>
            </a:r>
            <a:r>
              <a:rPr dirty="0" sz="2400" spc="260">
                <a:solidFill>
                  <a:srgbClr val="333433"/>
                </a:solidFill>
                <a:latin typeface="Comic Sans MS"/>
                <a:cs typeface="Comic Sans MS"/>
              </a:rPr>
              <a:t> 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ensuring</a:t>
            </a:r>
            <a:r>
              <a:rPr dirty="0" sz="2400" spc="260">
                <a:solidFill>
                  <a:srgbClr val="333433"/>
                </a:solidFill>
                <a:latin typeface="Comic Sans MS"/>
                <a:cs typeface="Comic Sans MS"/>
              </a:rPr>
              <a:t> 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that</a:t>
            </a:r>
            <a:r>
              <a:rPr dirty="0" sz="2400" spc="254">
                <a:solidFill>
                  <a:srgbClr val="333433"/>
                </a:solidFill>
                <a:latin typeface="Comic Sans MS"/>
                <a:cs typeface="Comic Sans MS"/>
              </a:rPr>
              <a:t> 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all</a:t>
            </a:r>
            <a:r>
              <a:rPr dirty="0" sz="2400" spc="260">
                <a:solidFill>
                  <a:srgbClr val="333433"/>
                </a:solidFill>
                <a:latin typeface="Comic Sans MS"/>
                <a:cs typeface="Comic Sans MS"/>
              </a:rPr>
              <a:t>   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information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contained</a:t>
            </a:r>
            <a:r>
              <a:rPr dirty="0" sz="2400" spc="52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within</a:t>
            </a:r>
            <a:r>
              <a:rPr dirty="0" sz="2400" spc="52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company</a:t>
            </a:r>
            <a:r>
              <a:rPr dirty="0" sz="2400" spc="52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databases</a:t>
            </a:r>
            <a:r>
              <a:rPr dirty="0" sz="2400" spc="52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is</a:t>
            </a:r>
            <a:r>
              <a:rPr dirty="0" sz="2400" spc="52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complete</a:t>
            </a:r>
            <a:r>
              <a:rPr dirty="0" sz="2400" spc="52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25">
                <a:solidFill>
                  <a:srgbClr val="333433"/>
                </a:solidFill>
                <a:latin typeface="Comic Sans MS"/>
                <a:cs typeface="Comic Sans MS"/>
              </a:rPr>
              <a:t>and 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accurate.</a:t>
            </a:r>
            <a:endParaRPr sz="2400">
              <a:latin typeface="Comic Sans MS"/>
              <a:cs typeface="Comic Sans MS"/>
            </a:endParaRPr>
          </a:p>
          <a:p>
            <a:pPr algn="just" marL="12700" marR="5080">
              <a:lnSpc>
                <a:spcPct val="109400"/>
              </a:lnSpc>
              <a:spcBef>
                <a:spcPts val="3150"/>
              </a:spcBef>
            </a:pP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Integrity</a:t>
            </a:r>
            <a:r>
              <a:rPr dirty="0" sz="2400" spc="41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efforts</a:t>
            </a:r>
            <a:r>
              <a:rPr dirty="0" sz="2400" spc="42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aim</a:t>
            </a:r>
            <a:r>
              <a:rPr dirty="0" sz="2400" spc="42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to</a:t>
            </a:r>
            <a:r>
              <a:rPr dirty="0" sz="2400" spc="42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stop</a:t>
            </a:r>
            <a:r>
              <a:rPr dirty="0" sz="2400" spc="42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people</a:t>
            </a:r>
            <a:r>
              <a:rPr dirty="0" sz="2400" spc="42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from</a:t>
            </a:r>
            <a:r>
              <a:rPr dirty="0" sz="2400" spc="42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tampering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with</a:t>
            </a:r>
            <a:r>
              <a:rPr dirty="0" sz="2400" spc="58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data,</a:t>
            </a:r>
            <a:r>
              <a:rPr dirty="0" sz="2400" spc="58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such</a:t>
            </a:r>
            <a:r>
              <a:rPr dirty="0" sz="2400" spc="58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as</a:t>
            </a:r>
            <a:r>
              <a:rPr dirty="0" sz="2400" spc="58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by</a:t>
            </a:r>
            <a:r>
              <a:rPr dirty="0" sz="2400" spc="58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unauthorized</a:t>
            </a:r>
            <a:r>
              <a:rPr dirty="0" sz="2400" spc="58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additions,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alterations</a:t>
            </a:r>
            <a:r>
              <a:rPr dirty="0" sz="2400" spc="20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or</a:t>
            </a:r>
            <a:r>
              <a:rPr dirty="0" sz="2400" spc="204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deletions.</a:t>
            </a:r>
            <a:r>
              <a:rPr dirty="0" sz="2400" spc="204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Data</a:t>
            </a:r>
            <a:r>
              <a:rPr dirty="0" sz="2400" spc="20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integrity</a:t>
            </a:r>
            <a:r>
              <a:rPr dirty="0" sz="2400" spc="204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applies</a:t>
            </a:r>
            <a:r>
              <a:rPr dirty="0" sz="2400" spc="204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 spc="-25">
                <a:solidFill>
                  <a:srgbClr val="333433"/>
                </a:solidFill>
                <a:latin typeface="Comic Sans MS"/>
                <a:cs typeface="Comic Sans MS"/>
              </a:rPr>
              <a:t>to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preventing</a:t>
            </a:r>
            <a:r>
              <a:rPr dirty="0" sz="2400" spc="85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both</a:t>
            </a:r>
            <a:r>
              <a:rPr dirty="0" sz="2400" spc="9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adversaries</a:t>
            </a:r>
            <a:r>
              <a:rPr dirty="0" sz="2400" spc="85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who</a:t>
            </a:r>
            <a:r>
              <a:rPr dirty="0" sz="2400" spc="9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intentionally</a:t>
            </a:r>
            <a:r>
              <a:rPr dirty="0" sz="2400" spc="9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alter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data</a:t>
            </a:r>
            <a:r>
              <a:rPr dirty="0" sz="2400" spc="145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and</a:t>
            </a:r>
            <a:r>
              <a:rPr dirty="0" sz="2400" spc="15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 spc="-20">
                <a:solidFill>
                  <a:srgbClr val="333433"/>
                </a:solidFill>
                <a:latin typeface="Comic Sans MS"/>
                <a:cs typeface="Comic Sans MS"/>
              </a:rPr>
              <a:t>well-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intentioned</a:t>
            </a:r>
            <a:r>
              <a:rPr dirty="0" sz="2400" spc="145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users</a:t>
            </a:r>
            <a:r>
              <a:rPr dirty="0" sz="2400" spc="15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who</a:t>
            </a:r>
            <a:r>
              <a:rPr dirty="0" sz="2400" spc="145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alter</a:t>
            </a:r>
            <a:r>
              <a:rPr dirty="0" sz="2400" spc="15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data</a:t>
            </a:r>
            <a:r>
              <a:rPr dirty="0" sz="2400" spc="145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 spc="-25">
                <a:solidFill>
                  <a:srgbClr val="333433"/>
                </a:solidFill>
                <a:latin typeface="Comic Sans MS"/>
                <a:cs typeface="Comic Sans MS"/>
              </a:rPr>
              <a:t>in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unauthorized 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ways.</a:t>
            </a:r>
            <a:endParaRPr sz="2400">
              <a:latin typeface="Comic Sans MS"/>
              <a:cs typeface="Comic Sans MS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66824" y="6011163"/>
            <a:ext cx="104775" cy="10477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66824" y="7611363"/>
            <a:ext cx="104775" cy="104774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689968" y="2513505"/>
            <a:ext cx="6153149" cy="656272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892646" y="1"/>
            <a:ext cx="7395845" cy="10287000"/>
            <a:chOff x="10892646" y="1"/>
            <a:chExt cx="7395845" cy="10287000"/>
          </a:xfrm>
        </p:grpSpPr>
        <p:sp>
          <p:nvSpPr>
            <p:cNvPr id="3" name="object 3"/>
            <p:cNvSpPr/>
            <p:nvPr/>
          </p:nvSpPr>
          <p:spPr>
            <a:xfrm>
              <a:off x="16921588" y="1"/>
              <a:ext cx="1366520" cy="10287000"/>
            </a:xfrm>
            <a:custGeom>
              <a:avLst/>
              <a:gdLst/>
              <a:ahLst/>
              <a:cxnLst/>
              <a:rect l="l" t="t" r="r" b="b"/>
              <a:pathLst>
                <a:path w="1366519" h="10287000">
                  <a:moveTo>
                    <a:pt x="501629" y="62879"/>
                  </a:moveTo>
                  <a:lnTo>
                    <a:pt x="528368" y="0"/>
                  </a:lnTo>
                  <a:lnTo>
                    <a:pt x="1366410" y="0"/>
                  </a:lnTo>
                  <a:lnTo>
                    <a:pt x="1366409" y="10286999"/>
                  </a:lnTo>
                  <a:lnTo>
                    <a:pt x="1287212" y="10286999"/>
                  </a:lnTo>
                  <a:lnTo>
                    <a:pt x="711966" y="878982"/>
                  </a:lnTo>
                  <a:lnTo>
                    <a:pt x="501629" y="62879"/>
                  </a:lnTo>
                  <a:close/>
                </a:path>
                <a:path w="1366519" h="10287000">
                  <a:moveTo>
                    <a:pt x="491447" y="1212338"/>
                  </a:moveTo>
                  <a:lnTo>
                    <a:pt x="711966" y="878982"/>
                  </a:lnTo>
                  <a:lnTo>
                    <a:pt x="1287212" y="10286999"/>
                  </a:lnTo>
                  <a:lnTo>
                    <a:pt x="1180172" y="10286999"/>
                  </a:lnTo>
                  <a:lnTo>
                    <a:pt x="647623" y="1577286"/>
                  </a:lnTo>
                  <a:lnTo>
                    <a:pt x="491447" y="1212338"/>
                  </a:lnTo>
                  <a:close/>
                </a:path>
                <a:path w="1366519" h="10287000">
                  <a:moveTo>
                    <a:pt x="170825" y="2959010"/>
                  </a:moveTo>
                  <a:lnTo>
                    <a:pt x="283851" y="2569974"/>
                  </a:lnTo>
                  <a:lnTo>
                    <a:pt x="508307" y="2361373"/>
                  </a:lnTo>
                  <a:lnTo>
                    <a:pt x="563780" y="1956664"/>
                  </a:lnTo>
                  <a:lnTo>
                    <a:pt x="647623" y="1577286"/>
                  </a:lnTo>
                  <a:lnTo>
                    <a:pt x="1180172" y="10286999"/>
                  </a:lnTo>
                  <a:lnTo>
                    <a:pt x="912696" y="10286999"/>
                  </a:lnTo>
                  <a:lnTo>
                    <a:pt x="713477" y="7028814"/>
                  </a:lnTo>
                  <a:lnTo>
                    <a:pt x="674720" y="6986558"/>
                  </a:lnTo>
                  <a:lnTo>
                    <a:pt x="497692" y="4091304"/>
                  </a:lnTo>
                  <a:lnTo>
                    <a:pt x="418855" y="3960972"/>
                  </a:lnTo>
                  <a:lnTo>
                    <a:pt x="383650" y="3385207"/>
                  </a:lnTo>
                  <a:lnTo>
                    <a:pt x="170825" y="2959010"/>
                  </a:lnTo>
                  <a:close/>
                </a:path>
                <a:path w="1366519" h="10287000">
                  <a:moveTo>
                    <a:pt x="539942" y="7253247"/>
                  </a:moveTo>
                  <a:lnTo>
                    <a:pt x="713477" y="7028814"/>
                  </a:lnTo>
                  <a:lnTo>
                    <a:pt x="912696" y="10286999"/>
                  </a:lnTo>
                  <a:lnTo>
                    <a:pt x="758412" y="10286999"/>
                  </a:lnTo>
                  <a:lnTo>
                    <a:pt x="588680" y="7511087"/>
                  </a:lnTo>
                  <a:lnTo>
                    <a:pt x="539942" y="7253247"/>
                  </a:lnTo>
                  <a:close/>
                </a:path>
                <a:path w="1366519" h="10287000">
                  <a:moveTo>
                    <a:pt x="186086" y="5401905"/>
                  </a:moveTo>
                  <a:lnTo>
                    <a:pt x="379883" y="5070182"/>
                  </a:lnTo>
                  <a:lnTo>
                    <a:pt x="499960" y="4848771"/>
                  </a:lnTo>
                  <a:lnTo>
                    <a:pt x="473895" y="4422474"/>
                  </a:lnTo>
                  <a:lnTo>
                    <a:pt x="497692" y="4091304"/>
                  </a:lnTo>
                  <a:lnTo>
                    <a:pt x="674720" y="6986558"/>
                  </a:lnTo>
                  <a:lnTo>
                    <a:pt x="596682" y="6901475"/>
                  </a:lnTo>
                  <a:lnTo>
                    <a:pt x="542295" y="6011996"/>
                  </a:lnTo>
                  <a:lnTo>
                    <a:pt x="417356" y="5683031"/>
                  </a:lnTo>
                  <a:lnTo>
                    <a:pt x="186086" y="5401905"/>
                  </a:lnTo>
                  <a:close/>
                </a:path>
                <a:path w="1366519" h="10287000">
                  <a:moveTo>
                    <a:pt x="300053" y="3764569"/>
                  </a:moveTo>
                  <a:lnTo>
                    <a:pt x="383650" y="3385207"/>
                  </a:lnTo>
                  <a:lnTo>
                    <a:pt x="418855" y="3960972"/>
                  </a:lnTo>
                  <a:lnTo>
                    <a:pt x="300053" y="3764569"/>
                  </a:lnTo>
                  <a:close/>
                </a:path>
                <a:path w="1366519" h="10287000">
                  <a:moveTo>
                    <a:pt x="446141" y="6737343"/>
                  </a:moveTo>
                  <a:lnTo>
                    <a:pt x="532848" y="6449077"/>
                  </a:lnTo>
                  <a:lnTo>
                    <a:pt x="542295" y="6011996"/>
                  </a:lnTo>
                  <a:lnTo>
                    <a:pt x="596682" y="6901475"/>
                  </a:lnTo>
                  <a:lnTo>
                    <a:pt x="446141" y="6737343"/>
                  </a:lnTo>
                  <a:close/>
                </a:path>
                <a:path w="1366519" h="10287000">
                  <a:moveTo>
                    <a:pt x="0" y="8515804"/>
                  </a:moveTo>
                  <a:lnTo>
                    <a:pt x="274697" y="8179135"/>
                  </a:lnTo>
                  <a:lnTo>
                    <a:pt x="439829" y="7756895"/>
                  </a:lnTo>
                  <a:lnTo>
                    <a:pt x="588680" y="7511087"/>
                  </a:lnTo>
                  <a:lnTo>
                    <a:pt x="758412" y="10286999"/>
                  </a:lnTo>
                  <a:lnTo>
                    <a:pt x="403581" y="10286999"/>
                  </a:lnTo>
                  <a:lnTo>
                    <a:pt x="323501" y="8977311"/>
                  </a:lnTo>
                  <a:lnTo>
                    <a:pt x="0" y="8515804"/>
                  </a:lnTo>
                  <a:close/>
                </a:path>
                <a:path w="1366519" h="10287000">
                  <a:moveTo>
                    <a:pt x="233450" y="9347717"/>
                  </a:moveTo>
                  <a:lnTo>
                    <a:pt x="323501" y="8977307"/>
                  </a:lnTo>
                  <a:lnTo>
                    <a:pt x="403581" y="10286999"/>
                  </a:lnTo>
                  <a:lnTo>
                    <a:pt x="377744" y="10286999"/>
                  </a:lnTo>
                  <a:lnTo>
                    <a:pt x="343446" y="9726070"/>
                  </a:lnTo>
                  <a:lnTo>
                    <a:pt x="233450" y="9347717"/>
                  </a:lnTo>
                  <a:close/>
                </a:path>
                <a:path w="1366519" h="10287000">
                  <a:moveTo>
                    <a:pt x="157361" y="10286999"/>
                  </a:moveTo>
                  <a:lnTo>
                    <a:pt x="179944" y="10110564"/>
                  </a:lnTo>
                  <a:lnTo>
                    <a:pt x="343446" y="9726070"/>
                  </a:lnTo>
                  <a:lnTo>
                    <a:pt x="377744" y="10286999"/>
                  </a:lnTo>
                  <a:lnTo>
                    <a:pt x="157361" y="10286999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6994060" y="1"/>
              <a:ext cx="1294130" cy="10287000"/>
            </a:xfrm>
            <a:custGeom>
              <a:avLst/>
              <a:gdLst/>
              <a:ahLst/>
              <a:cxnLst/>
              <a:rect l="l" t="t" r="r" b="b"/>
              <a:pathLst>
                <a:path w="1294130" h="10287000">
                  <a:moveTo>
                    <a:pt x="551391" y="0"/>
                  </a:moveTo>
                  <a:lnTo>
                    <a:pt x="1293937" y="0"/>
                  </a:lnTo>
                  <a:lnTo>
                    <a:pt x="1293937" y="10169681"/>
                  </a:lnTo>
                  <a:lnTo>
                    <a:pt x="709714" y="614852"/>
                  </a:lnTo>
                  <a:lnTo>
                    <a:pt x="551391" y="0"/>
                  </a:lnTo>
                  <a:close/>
                </a:path>
                <a:path w="1294130" h="10287000">
                  <a:moveTo>
                    <a:pt x="489441" y="948193"/>
                  </a:moveTo>
                  <a:lnTo>
                    <a:pt x="709714" y="614852"/>
                  </a:lnTo>
                  <a:lnTo>
                    <a:pt x="1293937" y="10169681"/>
                  </a:lnTo>
                  <a:lnTo>
                    <a:pt x="1293937" y="10286999"/>
                  </a:lnTo>
                  <a:lnTo>
                    <a:pt x="1194071" y="10286999"/>
                  </a:lnTo>
                  <a:lnTo>
                    <a:pt x="645356" y="1312911"/>
                  </a:lnTo>
                  <a:lnTo>
                    <a:pt x="489441" y="948193"/>
                  </a:lnTo>
                  <a:close/>
                </a:path>
                <a:path w="1294130" h="10287000">
                  <a:moveTo>
                    <a:pt x="168618" y="2695616"/>
                  </a:moveTo>
                  <a:lnTo>
                    <a:pt x="281875" y="2306320"/>
                  </a:lnTo>
                  <a:lnTo>
                    <a:pt x="506085" y="2097734"/>
                  </a:lnTo>
                  <a:lnTo>
                    <a:pt x="561573" y="1693270"/>
                  </a:lnTo>
                  <a:lnTo>
                    <a:pt x="645356" y="1312911"/>
                  </a:lnTo>
                  <a:lnTo>
                    <a:pt x="1194071" y="10286999"/>
                  </a:lnTo>
                  <a:lnTo>
                    <a:pt x="926595" y="10286999"/>
                  </a:lnTo>
                  <a:lnTo>
                    <a:pt x="711285" y="6765666"/>
                  </a:lnTo>
                  <a:lnTo>
                    <a:pt x="672529" y="6723410"/>
                  </a:lnTo>
                  <a:lnTo>
                    <a:pt x="495470" y="3827666"/>
                  </a:lnTo>
                  <a:lnTo>
                    <a:pt x="416639" y="3697431"/>
                  </a:lnTo>
                  <a:lnTo>
                    <a:pt x="381428" y="3121568"/>
                  </a:lnTo>
                  <a:lnTo>
                    <a:pt x="168618" y="2695616"/>
                  </a:lnTo>
                  <a:close/>
                </a:path>
                <a:path w="1294130" h="10287000">
                  <a:moveTo>
                    <a:pt x="537765" y="6990344"/>
                  </a:moveTo>
                  <a:lnTo>
                    <a:pt x="711285" y="6765666"/>
                  </a:lnTo>
                  <a:lnTo>
                    <a:pt x="926595" y="10286999"/>
                  </a:lnTo>
                  <a:lnTo>
                    <a:pt x="773294" y="10286999"/>
                  </a:lnTo>
                  <a:lnTo>
                    <a:pt x="587439" y="7247388"/>
                  </a:lnTo>
                  <a:lnTo>
                    <a:pt x="537765" y="6990344"/>
                  </a:lnTo>
                  <a:close/>
                </a:path>
                <a:path w="1294130" h="10287000">
                  <a:moveTo>
                    <a:pt x="183970" y="5139982"/>
                  </a:moveTo>
                  <a:lnTo>
                    <a:pt x="377692" y="4807034"/>
                  </a:lnTo>
                  <a:lnTo>
                    <a:pt x="497784" y="4585868"/>
                  </a:lnTo>
                  <a:lnTo>
                    <a:pt x="471704" y="4159326"/>
                  </a:lnTo>
                  <a:lnTo>
                    <a:pt x="495470" y="3827666"/>
                  </a:lnTo>
                  <a:lnTo>
                    <a:pt x="672529" y="6723410"/>
                  </a:lnTo>
                  <a:lnTo>
                    <a:pt x="594754" y="6638615"/>
                  </a:lnTo>
                  <a:lnTo>
                    <a:pt x="540349" y="5748833"/>
                  </a:lnTo>
                  <a:lnTo>
                    <a:pt x="415165" y="5419883"/>
                  </a:lnTo>
                  <a:lnTo>
                    <a:pt x="183970" y="5139982"/>
                  </a:lnTo>
                  <a:close/>
                </a:path>
                <a:path w="1294130" h="10287000">
                  <a:moveTo>
                    <a:pt x="297847" y="3501177"/>
                  </a:moveTo>
                  <a:lnTo>
                    <a:pt x="381428" y="3121568"/>
                  </a:lnTo>
                  <a:lnTo>
                    <a:pt x="416639" y="3697431"/>
                  </a:lnTo>
                  <a:lnTo>
                    <a:pt x="297847" y="3501177"/>
                  </a:lnTo>
                  <a:close/>
                </a:path>
                <a:path w="1294130" h="10287000">
                  <a:moveTo>
                    <a:pt x="443949" y="6474195"/>
                  </a:moveTo>
                  <a:lnTo>
                    <a:pt x="530656" y="6185929"/>
                  </a:lnTo>
                  <a:lnTo>
                    <a:pt x="540349" y="5748833"/>
                  </a:lnTo>
                  <a:lnTo>
                    <a:pt x="594754" y="6638615"/>
                  </a:lnTo>
                  <a:lnTo>
                    <a:pt x="443949" y="6474195"/>
                  </a:lnTo>
                  <a:close/>
                </a:path>
                <a:path w="1294130" h="10287000">
                  <a:moveTo>
                    <a:pt x="0" y="8252275"/>
                  </a:moveTo>
                  <a:lnTo>
                    <a:pt x="273471" y="7915681"/>
                  </a:lnTo>
                  <a:lnTo>
                    <a:pt x="438587" y="7493195"/>
                  </a:lnTo>
                  <a:lnTo>
                    <a:pt x="587439" y="7247388"/>
                  </a:lnTo>
                  <a:lnTo>
                    <a:pt x="773294" y="10286999"/>
                  </a:lnTo>
                  <a:lnTo>
                    <a:pt x="418463" y="10286999"/>
                  </a:lnTo>
                  <a:lnTo>
                    <a:pt x="322275" y="8713856"/>
                  </a:lnTo>
                  <a:lnTo>
                    <a:pt x="0" y="8252275"/>
                  </a:lnTo>
                  <a:close/>
                </a:path>
                <a:path w="1294130" h="10287000">
                  <a:moveTo>
                    <a:pt x="231183" y="9083342"/>
                  </a:moveTo>
                  <a:lnTo>
                    <a:pt x="322275" y="8713856"/>
                  </a:lnTo>
                  <a:lnTo>
                    <a:pt x="418463" y="10286999"/>
                  </a:lnTo>
                  <a:lnTo>
                    <a:pt x="390658" y="10286999"/>
                  </a:lnTo>
                  <a:lnTo>
                    <a:pt x="340259" y="9462736"/>
                  </a:lnTo>
                  <a:lnTo>
                    <a:pt x="231183" y="9083342"/>
                  </a:lnTo>
                  <a:close/>
                </a:path>
                <a:path w="1294130" h="10287000">
                  <a:moveTo>
                    <a:pt x="120215" y="10286999"/>
                  </a:moveTo>
                  <a:lnTo>
                    <a:pt x="176496" y="9847001"/>
                  </a:lnTo>
                  <a:lnTo>
                    <a:pt x="340259" y="9462736"/>
                  </a:lnTo>
                  <a:lnTo>
                    <a:pt x="390658" y="10286999"/>
                  </a:lnTo>
                  <a:lnTo>
                    <a:pt x="120215" y="10286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7523300" y="1"/>
              <a:ext cx="765175" cy="10287000"/>
            </a:xfrm>
            <a:custGeom>
              <a:avLst/>
              <a:gdLst/>
              <a:ahLst/>
              <a:cxnLst/>
              <a:rect l="l" t="t" r="r" b="b"/>
              <a:pathLst>
                <a:path w="765175" h="10287000">
                  <a:moveTo>
                    <a:pt x="283569" y="0"/>
                  </a:moveTo>
                  <a:lnTo>
                    <a:pt x="764698" y="0"/>
                  </a:lnTo>
                  <a:lnTo>
                    <a:pt x="764697" y="6491401"/>
                  </a:lnTo>
                  <a:lnTo>
                    <a:pt x="654527" y="4689590"/>
                  </a:lnTo>
                  <a:lnTo>
                    <a:pt x="654275" y="4689478"/>
                  </a:lnTo>
                  <a:lnTo>
                    <a:pt x="396998" y="481784"/>
                  </a:lnTo>
                  <a:lnTo>
                    <a:pt x="367330" y="343177"/>
                  </a:lnTo>
                  <a:lnTo>
                    <a:pt x="283569" y="0"/>
                  </a:lnTo>
                  <a:close/>
                </a:path>
                <a:path w="765175" h="10287000">
                  <a:moveTo>
                    <a:pt x="334431" y="5233507"/>
                  </a:moveTo>
                  <a:lnTo>
                    <a:pt x="654527" y="4689590"/>
                  </a:lnTo>
                  <a:lnTo>
                    <a:pt x="764697" y="6491401"/>
                  </a:lnTo>
                  <a:lnTo>
                    <a:pt x="764697" y="6895202"/>
                  </a:lnTo>
                  <a:lnTo>
                    <a:pt x="726497" y="6719827"/>
                  </a:lnTo>
                  <a:lnTo>
                    <a:pt x="459680" y="6545464"/>
                  </a:lnTo>
                  <a:lnTo>
                    <a:pt x="409481" y="5724476"/>
                  </a:lnTo>
                  <a:lnTo>
                    <a:pt x="334431" y="5233507"/>
                  </a:lnTo>
                  <a:close/>
                </a:path>
                <a:path w="765175" h="10287000">
                  <a:moveTo>
                    <a:pt x="287909" y="927172"/>
                  </a:moveTo>
                  <a:lnTo>
                    <a:pt x="305650" y="865565"/>
                  </a:lnTo>
                  <a:lnTo>
                    <a:pt x="344309" y="725772"/>
                  </a:lnTo>
                  <a:lnTo>
                    <a:pt x="382040" y="575331"/>
                  </a:lnTo>
                  <a:lnTo>
                    <a:pt x="396998" y="481784"/>
                  </a:lnTo>
                  <a:lnTo>
                    <a:pt x="654275" y="4689478"/>
                  </a:lnTo>
                  <a:lnTo>
                    <a:pt x="605201" y="4667624"/>
                  </a:lnTo>
                  <a:lnTo>
                    <a:pt x="395979" y="1245850"/>
                  </a:lnTo>
                  <a:lnTo>
                    <a:pt x="287909" y="927172"/>
                  </a:lnTo>
                  <a:close/>
                </a:path>
                <a:path w="765175" h="10287000">
                  <a:moveTo>
                    <a:pt x="37676" y="2670032"/>
                  </a:moveTo>
                  <a:lnTo>
                    <a:pt x="45156" y="2569449"/>
                  </a:lnTo>
                  <a:lnTo>
                    <a:pt x="85223" y="2440045"/>
                  </a:lnTo>
                  <a:lnTo>
                    <a:pt x="129831" y="2328311"/>
                  </a:lnTo>
                  <a:lnTo>
                    <a:pt x="150933" y="2280735"/>
                  </a:lnTo>
                  <a:lnTo>
                    <a:pt x="172397" y="2240469"/>
                  </a:lnTo>
                  <a:lnTo>
                    <a:pt x="219310" y="2147444"/>
                  </a:lnTo>
                  <a:lnTo>
                    <a:pt x="265087" y="2044139"/>
                  </a:lnTo>
                  <a:lnTo>
                    <a:pt x="283630" y="1971941"/>
                  </a:lnTo>
                  <a:lnTo>
                    <a:pt x="282364" y="1938107"/>
                  </a:lnTo>
                  <a:lnTo>
                    <a:pt x="282616" y="1889262"/>
                  </a:lnTo>
                  <a:lnTo>
                    <a:pt x="286467" y="1712641"/>
                  </a:lnTo>
                  <a:lnTo>
                    <a:pt x="286776" y="1663733"/>
                  </a:lnTo>
                  <a:lnTo>
                    <a:pt x="285594" y="1629803"/>
                  </a:lnTo>
                  <a:lnTo>
                    <a:pt x="300748" y="1545752"/>
                  </a:lnTo>
                  <a:lnTo>
                    <a:pt x="338925" y="1416442"/>
                  </a:lnTo>
                  <a:lnTo>
                    <a:pt x="378033" y="1297824"/>
                  </a:lnTo>
                  <a:lnTo>
                    <a:pt x="395979" y="1245850"/>
                  </a:lnTo>
                  <a:lnTo>
                    <a:pt x="605201" y="4667624"/>
                  </a:lnTo>
                  <a:lnTo>
                    <a:pt x="412448" y="4581787"/>
                  </a:lnTo>
                  <a:lnTo>
                    <a:pt x="364772" y="3802067"/>
                  </a:lnTo>
                  <a:lnTo>
                    <a:pt x="97509" y="3521248"/>
                  </a:lnTo>
                  <a:lnTo>
                    <a:pt x="51796" y="2773639"/>
                  </a:lnTo>
                  <a:lnTo>
                    <a:pt x="37676" y="2670032"/>
                  </a:lnTo>
                  <a:close/>
                </a:path>
                <a:path w="765175" h="10287000">
                  <a:moveTo>
                    <a:pt x="366916" y="4561510"/>
                  </a:moveTo>
                  <a:lnTo>
                    <a:pt x="340745" y="4133498"/>
                  </a:lnTo>
                  <a:lnTo>
                    <a:pt x="364772" y="3802067"/>
                  </a:lnTo>
                  <a:lnTo>
                    <a:pt x="412448" y="4581787"/>
                  </a:lnTo>
                  <a:lnTo>
                    <a:pt x="366916" y="4561510"/>
                  </a:lnTo>
                  <a:close/>
                </a:path>
                <a:path w="765175" h="10287000">
                  <a:moveTo>
                    <a:pt x="313326" y="6449823"/>
                  </a:moveTo>
                  <a:lnTo>
                    <a:pt x="399788" y="6161572"/>
                  </a:lnTo>
                  <a:lnTo>
                    <a:pt x="409481" y="5724476"/>
                  </a:lnTo>
                  <a:lnTo>
                    <a:pt x="459680" y="6545464"/>
                  </a:lnTo>
                  <a:lnTo>
                    <a:pt x="313326" y="6449823"/>
                  </a:lnTo>
                  <a:close/>
                </a:path>
                <a:path w="765175" h="10287000">
                  <a:moveTo>
                    <a:pt x="60262" y="3482113"/>
                  </a:moveTo>
                  <a:lnTo>
                    <a:pt x="62662" y="3078680"/>
                  </a:lnTo>
                  <a:lnTo>
                    <a:pt x="62164" y="3028080"/>
                  </a:lnTo>
                  <a:lnTo>
                    <a:pt x="59250" y="2909694"/>
                  </a:lnTo>
                  <a:lnTo>
                    <a:pt x="51796" y="2773639"/>
                  </a:lnTo>
                  <a:lnTo>
                    <a:pt x="97509" y="3521248"/>
                  </a:lnTo>
                  <a:lnTo>
                    <a:pt x="60262" y="3482113"/>
                  </a:lnTo>
                  <a:close/>
                </a:path>
                <a:path w="765175" h="10287000">
                  <a:moveTo>
                    <a:pt x="0" y="8183007"/>
                  </a:moveTo>
                  <a:lnTo>
                    <a:pt x="263855" y="7898427"/>
                  </a:lnTo>
                  <a:lnTo>
                    <a:pt x="307763" y="7469573"/>
                  </a:lnTo>
                  <a:lnTo>
                    <a:pt x="456860" y="7223751"/>
                  </a:lnTo>
                  <a:lnTo>
                    <a:pt x="764697" y="6976993"/>
                  </a:lnTo>
                  <a:lnTo>
                    <a:pt x="764697" y="10286999"/>
                  </a:lnTo>
                  <a:lnTo>
                    <a:pt x="402768" y="10286999"/>
                  </a:lnTo>
                  <a:lnTo>
                    <a:pt x="298266" y="8577899"/>
                  </a:lnTo>
                  <a:lnTo>
                    <a:pt x="0" y="8183007"/>
                  </a:lnTo>
                  <a:close/>
                </a:path>
                <a:path w="765175" h="10287000">
                  <a:moveTo>
                    <a:pt x="101110" y="9059920"/>
                  </a:moveTo>
                  <a:lnTo>
                    <a:pt x="298266" y="8577899"/>
                  </a:lnTo>
                  <a:lnTo>
                    <a:pt x="402768" y="10286999"/>
                  </a:lnTo>
                  <a:lnTo>
                    <a:pt x="379638" y="10286999"/>
                  </a:lnTo>
                  <a:lnTo>
                    <a:pt x="331955" y="9507161"/>
                  </a:lnTo>
                  <a:lnTo>
                    <a:pt x="101110" y="9059920"/>
                  </a:lnTo>
                  <a:close/>
                </a:path>
                <a:path w="765175" h="10287000">
                  <a:moveTo>
                    <a:pt x="175275" y="10272870"/>
                  </a:moveTo>
                  <a:lnTo>
                    <a:pt x="160505" y="9741554"/>
                  </a:lnTo>
                  <a:lnTo>
                    <a:pt x="331955" y="9507161"/>
                  </a:lnTo>
                  <a:lnTo>
                    <a:pt x="379638" y="10286999"/>
                  </a:lnTo>
                  <a:lnTo>
                    <a:pt x="182581" y="10286999"/>
                  </a:lnTo>
                  <a:lnTo>
                    <a:pt x="175275" y="10272870"/>
                  </a:lnTo>
                  <a:close/>
                </a:path>
              </a:pathLst>
            </a:custGeom>
            <a:solidFill>
              <a:srgbClr val="FFD04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92646" y="2317094"/>
              <a:ext cx="6715124" cy="6410324"/>
            </a:xfrm>
            <a:prstGeom prst="rect">
              <a:avLst/>
            </a:prstGeom>
          </p:spPr>
        </p:pic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1016000" y="880875"/>
            <a:ext cx="1651635" cy="4749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950" spc="-265">
                <a:solidFill>
                  <a:srgbClr val="333433"/>
                </a:solidFill>
              </a:rPr>
              <a:t>Availability</a:t>
            </a:r>
            <a:endParaRPr sz="2950"/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66824" y="1915413"/>
            <a:ext cx="104775" cy="104774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534070" y="1655907"/>
            <a:ext cx="8034655" cy="7686675"/>
          </a:xfrm>
          <a:prstGeom prst="rect">
            <a:avLst/>
          </a:prstGeom>
        </p:spPr>
        <p:txBody>
          <a:bodyPr wrap="square" lIns="0" tIns="91440" rIns="0" bIns="0" rtlCol="0" vert="horz">
            <a:spAutoFit/>
          </a:bodyPr>
          <a:lstStyle/>
          <a:p>
            <a:pPr algn="just" marL="12700" marR="5080">
              <a:lnSpc>
                <a:spcPts val="3150"/>
              </a:lnSpc>
              <a:spcBef>
                <a:spcPts val="720"/>
              </a:spcBef>
            </a:pP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Means</a:t>
            </a:r>
            <a:r>
              <a:rPr dirty="0" sz="2400" spc="-3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950" spc="-285" b="1">
                <a:solidFill>
                  <a:srgbClr val="333433"/>
                </a:solidFill>
                <a:latin typeface="Comic Sans MS"/>
                <a:cs typeface="Comic Sans MS"/>
              </a:rPr>
              <a:t>information</a:t>
            </a:r>
            <a:r>
              <a:rPr dirty="0" sz="2950" spc="455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320" b="1">
                <a:solidFill>
                  <a:srgbClr val="333433"/>
                </a:solidFill>
                <a:latin typeface="Comic Sans MS"/>
                <a:cs typeface="Comic Sans MS"/>
              </a:rPr>
              <a:t>must</a:t>
            </a:r>
            <a:r>
              <a:rPr dirty="0" sz="2950" spc="445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325" b="1">
                <a:solidFill>
                  <a:srgbClr val="333433"/>
                </a:solidFill>
                <a:latin typeface="Comic Sans MS"/>
                <a:cs typeface="Comic Sans MS"/>
              </a:rPr>
              <a:t>be</a:t>
            </a:r>
            <a:r>
              <a:rPr dirty="0" sz="2950" spc="45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260" b="1">
                <a:solidFill>
                  <a:srgbClr val="333433"/>
                </a:solidFill>
                <a:latin typeface="Comic Sans MS"/>
                <a:cs typeface="Comic Sans MS"/>
              </a:rPr>
              <a:t>available</a:t>
            </a:r>
            <a:r>
              <a:rPr dirty="0" sz="2950" spc="445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335" b="1">
                <a:solidFill>
                  <a:srgbClr val="333433"/>
                </a:solidFill>
                <a:latin typeface="Comic Sans MS"/>
                <a:cs typeface="Comic Sans MS"/>
              </a:rPr>
              <a:t>when</a:t>
            </a:r>
            <a:r>
              <a:rPr dirty="0" sz="2950" spc="45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320" b="1">
                <a:solidFill>
                  <a:srgbClr val="333433"/>
                </a:solidFill>
                <a:latin typeface="Comic Sans MS"/>
                <a:cs typeface="Comic Sans MS"/>
              </a:rPr>
              <a:t>needed.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For</a:t>
            </a:r>
            <a:r>
              <a:rPr dirty="0" sz="2400" spc="52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example</a:t>
            </a:r>
            <a:r>
              <a:rPr dirty="0" sz="2400" spc="52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if</a:t>
            </a:r>
            <a:r>
              <a:rPr dirty="0" sz="2400" spc="52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one</a:t>
            </a:r>
            <a:r>
              <a:rPr dirty="0" sz="2400" spc="52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needs</a:t>
            </a:r>
            <a:r>
              <a:rPr dirty="0" sz="2400" spc="52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to</a:t>
            </a:r>
            <a:r>
              <a:rPr dirty="0" sz="2400" spc="52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access</a:t>
            </a:r>
            <a:r>
              <a:rPr dirty="0" sz="2400" spc="52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information</a:t>
            </a:r>
            <a:r>
              <a:rPr dirty="0" sz="2400" spc="52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of</a:t>
            </a:r>
            <a:r>
              <a:rPr dirty="0" sz="2400" spc="52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50">
                <a:solidFill>
                  <a:srgbClr val="333433"/>
                </a:solidFill>
                <a:latin typeface="Comic Sans MS"/>
                <a:cs typeface="Comic Sans MS"/>
              </a:rPr>
              <a:t>a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particular</a:t>
            </a:r>
            <a:r>
              <a:rPr dirty="0" sz="2400" spc="55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employee</a:t>
            </a:r>
            <a:r>
              <a:rPr dirty="0" sz="2400" spc="55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to</a:t>
            </a:r>
            <a:r>
              <a:rPr dirty="0" sz="2400" spc="55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check</a:t>
            </a:r>
            <a:r>
              <a:rPr dirty="0" sz="2400" spc="6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whether</a:t>
            </a:r>
            <a:r>
              <a:rPr dirty="0" sz="2400" spc="55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employee</a:t>
            </a:r>
            <a:r>
              <a:rPr dirty="0" sz="2400" spc="55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 spc="-25">
                <a:solidFill>
                  <a:srgbClr val="333433"/>
                </a:solidFill>
                <a:latin typeface="Comic Sans MS"/>
                <a:cs typeface="Comic Sans MS"/>
              </a:rPr>
              <a:t>has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outstanded</a:t>
            </a:r>
            <a:r>
              <a:rPr dirty="0" sz="2400" spc="20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the</a:t>
            </a:r>
            <a:r>
              <a:rPr dirty="0" sz="2400" spc="20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number</a:t>
            </a:r>
            <a:r>
              <a:rPr dirty="0" sz="2400" spc="20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of</a:t>
            </a:r>
            <a:r>
              <a:rPr dirty="0" sz="2400" spc="20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leaves,</a:t>
            </a:r>
            <a:r>
              <a:rPr dirty="0" sz="2400" spc="20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in</a:t>
            </a:r>
            <a:r>
              <a:rPr dirty="0" sz="2400" spc="20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that</a:t>
            </a:r>
            <a:r>
              <a:rPr dirty="0" sz="2400" spc="204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case</a:t>
            </a:r>
            <a:r>
              <a:rPr dirty="0" sz="2400" spc="20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 spc="-25">
                <a:solidFill>
                  <a:srgbClr val="333433"/>
                </a:solidFill>
                <a:latin typeface="Comic Sans MS"/>
                <a:cs typeface="Comic Sans MS"/>
              </a:rPr>
              <a:t>it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requires</a:t>
            </a:r>
            <a:r>
              <a:rPr dirty="0" sz="2400" spc="195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collaboration</a:t>
            </a:r>
            <a:r>
              <a:rPr dirty="0" sz="2400" spc="195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from</a:t>
            </a:r>
            <a:r>
              <a:rPr dirty="0" sz="2400" spc="20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different</a:t>
            </a:r>
            <a:r>
              <a:rPr dirty="0" sz="2400" spc="195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organizational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teams</a:t>
            </a:r>
            <a:r>
              <a:rPr dirty="0" sz="2400" spc="19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like</a:t>
            </a:r>
            <a:r>
              <a:rPr dirty="0" sz="2400" spc="19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network</a:t>
            </a:r>
            <a:r>
              <a:rPr dirty="0" sz="2400" spc="19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operations,</a:t>
            </a:r>
            <a:r>
              <a:rPr dirty="0" sz="2400" spc="19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development</a:t>
            </a:r>
            <a:r>
              <a:rPr dirty="0" sz="2400" spc="19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operations,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incident</a:t>
            </a:r>
            <a:r>
              <a:rPr dirty="0" sz="2400" spc="-3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response</a:t>
            </a:r>
            <a:r>
              <a:rPr dirty="0" sz="2400" spc="-3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and</a:t>
            </a:r>
            <a:r>
              <a:rPr dirty="0" sz="2400" spc="-3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policy/change</a:t>
            </a:r>
            <a:r>
              <a:rPr dirty="0" sz="2400" spc="-3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management.</a:t>
            </a:r>
            <a:r>
              <a:rPr dirty="0" sz="2400" spc="-3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290" b="1">
                <a:solidFill>
                  <a:srgbClr val="333433"/>
                </a:solidFill>
                <a:latin typeface="Comic Sans MS"/>
                <a:cs typeface="Comic Sans MS"/>
              </a:rPr>
              <a:t>Denial of</a:t>
            </a:r>
            <a:r>
              <a:rPr dirty="0" sz="2950" spc="55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270" b="1">
                <a:solidFill>
                  <a:srgbClr val="333433"/>
                </a:solidFill>
                <a:latin typeface="Comic Sans MS"/>
                <a:cs typeface="Comic Sans MS"/>
              </a:rPr>
              <a:t>service</a:t>
            </a:r>
            <a:r>
              <a:rPr dirty="0" sz="2950" spc="555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290" b="1">
                <a:solidFill>
                  <a:srgbClr val="333433"/>
                </a:solidFill>
                <a:latin typeface="Comic Sans MS"/>
                <a:cs typeface="Comic Sans MS"/>
              </a:rPr>
              <a:t>attack</a:t>
            </a:r>
            <a:r>
              <a:rPr dirty="0" sz="2950" spc="55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b="1">
                <a:solidFill>
                  <a:srgbClr val="333433"/>
                </a:solidFill>
                <a:latin typeface="Comic Sans MS"/>
                <a:cs typeface="Comic Sans MS"/>
              </a:rPr>
              <a:t>is</a:t>
            </a:r>
            <a:r>
              <a:rPr dirty="0" sz="2950" spc="55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310" b="1">
                <a:solidFill>
                  <a:srgbClr val="333433"/>
                </a:solidFill>
                <a:latin typeface="Comic Sans MS"/>
                <a:cs typeface="Comic Sans MS"/>
              </a:rPr>
              <a:t>one</a:t>
            </a:r>
            <a:r>
              <a:rPr dirty="0" sz="2950" spc="55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290" b="1">
                <a:solidFill>
                  <a:srgbClr val="333433"/>
                </a:solidFill>
                <a:latin typeface="Comic Sans MS"/>
                <a:cs typeface="Comic Sans MS"/>
              </a:rPr>
              <a:t>of</a:t>
            </a:r>
            <a:r>
              <a:rPr dirty="0" sz="2950" spc="555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300" b="1">
                <a:solidFill>
                  <a:srgbClr val="333433"/>
                </a:solidFill>
                <a:latin typeface="Comic Sans MS"/>
                <a:cs typeface="Comic Sans MS"/>
              </a:rPr>
              <a:t>the</a:t>
            </a:r>
            <a:r>
              <a:rPr dirty="0" sz="2950" spc="55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285" b="1">
                <a:solidFill>
                  <a:srgbClr val="333433"/>
                </a:solidFill>
                <a:latin typeface="Comic Sans MS"/>
                <a:cs typeface="Comic Sans MS"/>
              </a:rPr>
              <a:t>factor</a:t>
            </a:r>
            <a:r>
              <a:rPr dirty="0" sz="2950" spc="55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295" b="1">
                <a:solidFill>
                  <a:srgbClr val="333433"/>
                </a:solidFill>
                <a:latin typeface="Comic Sans MS"/>
                <a:cs typeface="Comic Sans MS"/>
              </a:rPr>
              <a:t>that</a:t>
            </a:r>
            <a:r>
              <a:rPr dirty="0" sz="2950" spc="55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330" b="1">
                <a:solidFill>
                  <a:srgbClr val="333433"/>
                </a:solidFill>
                <a:latin typeface="Comic Sans MS"/>
                <a:cs typeface="Comic Sans MS"/>
              </a:rPr>
              <a:t>can </a:t>
            </a:r>
            <a:r>
              <a:rPr dirty="0" sz="2950" spc="-325" b="1">
                <a:solidFill>
                  <a:srgbClr val="333433"/>
                </a:solidFill>
                <a:latin typeface="Comic Sans MS"/>
                <a:cs typeface="Comic Sans MS"/>
              </a:rPr>
              <a:t>hamper</a:t>
            </a:r>
            <a:r>
              <a:rPr dirty="0" sz="2950" spc="-235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310" b="1">
                <a:solidFill>
                  <a:srgbClr val="333433"/>
                </a:solidFill>
                <a:latin typeface="Comic Sans MS"/>
                <a:cs typeface="Comic Sans MS"/>
              </a:rPr>
              <a:t>the</a:t>
            </a:r>
            <a:r>
              <a:rPr dirty="0" sz="2950" spc="-225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245" b="1">
                <a:solidFill>
                  <a:srgbClr val="333433"/>
                </a:solidFill>
                <a:latin typeface="Comic Sans MS"/>
                <a:cs typeface="Comic Sans MS"/>
              </a:rPr>
              <a:t>availability</a:t>
            </a:r>
            <a:r>
              <a:rPr dirty="0" sz="2950" spc="-22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290" b="1">
                <a:solidFill>
                  <a:srgbClr val="333433"/>
                </a:solidFill>
                <a:latin typeface="Comic Sans MS"/>
                <a:cs typeface="Comic Sans MS"/>
              </a:rPr>
              <a:t>of</a:t>
            </a:r>
            <a:r>
              <a:rPr dirty="0" sz="2950" spc="-225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290" b="1">
                <a:solidFill>
                  <a:srgbClr val="333433"/>
                </a:solidFill>
                <a:latin typeface="Comic Sans MS"/>
                <a:cs typeface="Comic Sans MS"/>
              </a:rPr>
              <a:t>information.</a:t>
            </a:r>
            <a:endParaRPr sz="2950">
              <a:latin typeface="Comic Sans MS"/>
              <a:cs typeface="Comic Sans MS"/>
            </a:endParaRPr>
          </a:p>
          <a:p>
            <a:pPr algn="just" marL="12700" marR="5080">
              <a:lnSpc>
                <a:spcPts val="3150"/>
              </a:lnSpc>
              <a:spcBef>
                <a:spcPts val="3150"/>
              </a:spcBef>
            </a:pP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Availability</a:t>
            </a:r>
            <a:r>
              <a:rPr dirty="0" sz="2400" spc="20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means</a:t>
            </a:r>
            <a:r>
              <a:rPr dirty="0" sz="2400" spc="22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280" b="1">
                <a:solidFill>
                  <a:srgbClr val="333433"/>
                </a:solidFill>
                <a:latin typeface="Comic Sans MS"/>
                <a:cs typeface="Comic Sans MS"/>
              </a:rPr>
              <a:t>ensuring</a:t>
            </a:r>
            <a:r>
              <a:rPr dirty="0" sz="2950" spc="-1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295" b="1">
                <a:solidFill>
                  <a:srgbClr val="333433"/>
                </a:solidFill>
                <a:latin typeface="Comic Sans MS"/>
                <a:cs typeface="Comic Sans MS"/>
              </a:rPr>
              <a:t>that</a:t>
            </a:r>
            <a:r>
              <a:rPr dirty="0" sz="2950" spc="-15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285" b="1">
                <a:solidFill>
                  <a:srgbClr val="333433"/>
                </a:solidFill>
                <a:latin typeface="Comic Sans MS"/>
                <a:cs typeface="Comic Sans MS"/>
              </a:rPr>
              <a:t>users</a:t>
            </a:r>
            <a:r>
              <a:rPr dirty="0" sz="2950" spc="-15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315" b="1">
                <a:solidFill>
                  <a:srgbClr val="333433"/>
                </a:solidFill>
                <a:latin typeface="Comic Sans MS"/>
                <a:cs typeface="Comic Sans MS"/>
              </a:rPr>
              <a:t>can</a:t>
            </a:r>
            <a:r>
              <a:rPr dirty="0" sz="295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295" b="1">
                <a:solidFill>
                  <a:srgbClr val="333433"/>
                </a:solidFill>
                <a:latin typeface="Comic Sans MS"/>
                <a:cs typeface="Comic Sans MS"/>
              </a:rPr>
              <a:t>access</a:t>
            </a:r>
            <a:r>
              <a:rPr dirty="0" sz="2950" spc="-15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325" b="1">
                <a:solidFill>
                  <a:srgbClr val="333433"/>
                </a:solidFill>
                <a:latin typeface="Comic Sans MS"/>
                <a:cs typeface="Comic Sans MS"/>
              </a:rPr>
              <a:t>the </a:t>
            </a:r>
            <a:r>
              <a:rPr dirty="0" sz="2950" spc="-285" b="1">
                <a:solidFill>
                  <a:srgbClr val="333433"/>
                </a:solidFill>
                <a:latin typeface="Comic Sans MS"/>
                <a:cs typeface="Comic Sans MS"/>
              </a:rPr>
              <a:t>information</a:t>
            </a:r>
            <a:r>
              <a:rPr dirty="0" sz="2950" spc="125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295" b="1">
                <a:solidFill>
                  <a:srgbClr val="333433"/>
                </a:solidFill>
                <a:latin typeface="Comic Sans MS"/>
                <a:cs typeface="Comic Sans MS"/>
              </a:rPr>
              <a:t>they're</a:t>
            </a:r>
            <a:r>
              <a:rPr dirty="0" sz="2950" spc="14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290" b="1">
                <a:solidFill>
                  <a:srgbClr val="333433"/>
                </a:solidFill>
                <a:latin typeface="Comic Sans MS"/>
                <a:cs typeface="Comic Sans MS"/>
              </a:rPr>
              <a:t>authorized</a:t>
            </a:r>
            <a:r>
              <a:rPr dirty="0" sz="2950" spc="135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280" b="1">
                <a:solidFill>
                  <a:srgbClr val="333433"/>
                </a:solidFill>
                <a:latin typeface="Comic Sans MS"/>
                <a:cs typeface="Comic Sans MS"/>
              </a:rPr>
              <a:t>to</a:t>
            </a:r>
            <a:r>
              <a:rPr dirty="0" sz="2950" spc="14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295" b="1">
                <a:solidFill>
                  <a:srgbClr val="333433"/>
                </a:solidFill>
                <a:latin typeface="Comic Sans MS"/>
                <a:cs typeface="Comic Sans MS"/>
              </a:rPr>
              <a:t>access</a:t>
            </a:r>
            <a:r>
              <a:rPr dirty="0" sz="2950" spc="135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335" b="1">
                <a:solidFill>
                  <a:srgbClr val="333433"/>
                </a:solidFill>
                <a:latin typeface="Comic Sans MS"/>
                <a:cs typeface="Comic Sans MS"/>
              </a:rPr>
              <a:t>when</a:t>
            </a:r>
            <a:r>
              <a:rPr dirty="0" sz="2950" spc="14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325" b="1">
                <a:solidFill>
                  <a:srgbClr val="333433"/>
                </a:solidFill>
                <a:latin typeface="Comic Sans MS"/>
                <a:cs typeface="Comic Sans MS"/>
              </a:rPr>
              <a:t>they </a:t>
            </a:r>
            <a:r>
              <a:rPr dirty="0" sz="2950" spc="-320" b="1">
                <a:solidFill>
                  <a:srgbClr val="333433"/>
                </a:solidFill>
                <a:latin typeface="Comic Sans MS"/>
                <a:cs typeface="Comic Sans MS"/>
              </a:rPr>
              <a:t>need</a:t>
            </a:r>
            <a:r>
              <a:rPr dirty="0" sz="2950" spc="-229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25" b="1">
                <a:solidFill>
                  <a:srgbClr val="333433"/>
                </a:solidFill>
                <a:latin typeface="Comic Sans MS"/>
                <a:cs typeface="Comic Sans MS"/>
              </a:rPr>
              <a:t>it.</a:t>
            </a:r>
            <a:endParaRPr sz="2950">
              <a:latin typeface="Comic Sans MS"/>
              <a:cs typeface="Comic Sans MS"/>
            </a:endParaRPr>
          </a:p>
          <a:p>
            <a:pPr algn="just" marL="12700" marR="5080">
              <a:lnSpc>
                <a:spcPct val="109400"/>
              </a:lnSpc>
              <a:spcBef>
                <a:spcPts val="3000"/>
              </a:spcBef>
            </a:pP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Availability</a:t>
            </a:r>
            <a:r>
              <a:rPr dirty="0" sz="2400" spc="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dictates</a:t>
            </a:r>
            <a:r>
              <a:rPr dirty="0" sz="2400" spc="1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that</a:t>
            </a:r>
            <a:r>
              <a:rPr dirty="0" sz="2400" spc="1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information</a:t>
            </a:r>
            <a:r>
              <a:rPr dirty="0" sz="2400" spc="1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security</a:t>
            </a:r>
            <a:r>
              <a:rPr dirty="0" sz="2400" spc="1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measures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and</a:t>
            </a:r>
            <a:r>
              <a:rPr dirty="0" sz="2400" spc="33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policies</a:t>
            </a:r>
            <a:r>
              <a:rPr dirty="0" sz="2400" spc="33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should</a:t>
            </a:r>
            <a:r>
              <a:rPr dirty="0" sz="2400" spc="34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not</a:t>
            </a:r>
            <a:r>
              <a:rPr dirty="0" sz="2400" spc="33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interfere</a:t>
            </a:r>
            <a:r>
              <a:rPr dirty="0" sz="2400" spc="34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with</a:t>
            </a:r>
            <a:r>
              <a:rPr dirty="0" sz="2400" spc="33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authorized</a:t>
            </a:r>
            <a:r>
              <a:rPr dirty="0" sz="2400" spc="34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20">
                <a:solidFill>
                  <a:srgbClr val="333433"/>
                </a:solidFill>
                <a:latin typeface="Comic Sans MS"/>
                <a:cs typeface="Comic Sans MS"/>
              </a:rPr>
              <a:t>data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access.</a:t>
            </a:r>
            <a:r>
              <a:rPr dirty="0" sz="2400" spc="19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Much</a:t>
            </a:r>
            <a:r>
              <a:rPr dirty="0" sz="2400" spc="19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of</a:t>
            </a:r>
            <a:r>
              <a:rPr dirty="0" sz="2400" spc="19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availability</a:t>
            </a:r>
            <a:r>
              <a:rPr dirty="0" sz="2400" spc="19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is</a:t>
            </a:r>
            <a:r>
              <a:rPr dirty="0" sz="2400" spc="19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straightforward,</a:t>
            </a:r>
            <a:r>
              <a:rPr dirty="0" sz="2400" spc="19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such</a:t>
            </a:r>
            <a:r>
              <a:rPr dirty="0" sz="2400" spc="19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25">
                <a:solidFill>
                  <a:srgbClr val="333433"/>
                </a:solidFill>
                <a:latin typeface="Comic Sans MS"/>
                <a:cs typeface="Comic Sans MS"/>
              </a:rPr>
              <a:t>as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working</a:t>
            </a:r>
            <a:r>
              <a:rPr dirty="0" sz="2400" spc="10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to</a:t>
            </a:r>
            <a:r>
              <a:rPr dirty="0" sz="2400" spc="105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ensure</a:t>
            </a:r>
            <a:r>
              <a:rPr dirty="0" sz="2400" spc="105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the</a:t>
            </a:r>
            <a:r>
              <a:rPr dirty="0" sz="2400" spc="10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robustness</a:t>
            </a:r>
            <a:r>
              <a:rPr dirty="0" sz="2400" spc="105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of</a:t>
            </a:r>
            <a:r>
              <a:rPr dirty="0" sz="2400" spc="105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hardware</a:t>
            </a:r>
            <a:r>
              <a:rPr dirty="0" sz="2400" spc="10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 spc="-25">
                <a:solidFill>
                  <a:srgbClr val="333433"/>
                </a:solidFill>
                <a:latin typeface="Comic Sans MS"/>
                <a:cs typeface="Comic Sans MS"/>
              </a:rPr>
              <a:t>and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software</a:t>
            </a:r>
            <a:r>
              <a:rPr dirty="0" sz="2400" spc="-1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to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prevent</a:t>
            </a:r>
            <a:r>
              <a:rPr dirty="0" sz="2400" spc="-1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an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organization’s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sites</a:t>
            </a:r>
            <a:r>
              <a:rPr dirty="0" sz="2400" spc="-1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going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 down.</a:t>
            </a:r>
            <a:endParaRPr sz="2400">
              <a:latin typeface="Comic Sans MS"/>
              <a:cs typeface="Comic Sans MS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66824" y="5915913"/>
            <a:ext cx="104775" cy="10477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66824" y="7516113"/>
            <a:ext cx="104775" cy="10477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1514680" y="1"/>
            <a:ext cx="6773545" cy="10287000"/>
            <a:chOff x="11514680" y="1"/>
            <a:chExt cx="6773545" cy="10287000"/>
          </a:xfrm>
        </p:grpSpPr>
        <p:sp>
          <p:nvSpPr>
            <p:cNvPr id="3" name="object 3"/>
            <p:cNvSpPr/>
            <p:nvPr/>
          </p:nvSpPr>
          <p:spPr>
            <a:xfrm>
              <a:off x="16921588" y="1"/>
              <a:ext cx="1366520" cy="10287000"/>
            </a:xfrm>
            <a:custGeom>
              <a:avLst/>
              <a:gdLst/>
              <a:ahLst/>
              <a:cxnLst/>
              <a:rect l="l" t="t" r="r" b="b"/>
              <a:pathLst>
                <a:path w="1366519" h="10287000">
                  <a:moveTo>
                    <a:pt x="501629" y="62879"/>
                  </a:moveTo>
                  <a:lnTo>
                    <a:pt x="528368" y="0"/>
                  </a:lnTo>
                  <a:lnTo>
                    <a:pt x="1366410" y="0"/>
                  </a:lnTo>
                  <a:lnTo>
                    <a:pt x="1366409" y="10286999"/>
                  </a:lnTo>
                  <a:lnTo>
                    <a:pt x="1287212" y="10286999"/>
                  </a:lnTo>
                  <a:lnTo>
                    <a:pt x="711966" y="878982"/>
                  </a:lnTo>
                  <a:lnTo>
                    <a:pt x="501629" y="62879"/>
                  </a:lnTo>
                  <a:close/>
                </a:path>
                <a:path w="1366519" h="10287000">
                  <a:moveTo>
                    <a:pt x="491447" y="1212338"/>
                  </a:moveTo>
                  <a:lnTo>
                    <a:pt x="711966" y="878982"/>
                  </a:lnTo>
                  <a:lnTo>
                    <a:pt x="1287212" y="10286999"/>
                  </a:lnTo>
                  <a:lnTo>
                    <a:pt x="1180172" y="10286999"/>
                  </a:lnTo>
                  <a:lnTo>
                    <a:pt x="647623" y="1577286"/>
                  </a:lnTo>
                  <a:lnTo>
                    <a:pt x="491447" y="1212338"/>
                  </a:lnTo>
                  <a:close/>
                </a:path>
                <a:path w="1366519" h="10287000">
                  <a:moveTo>
                    <a:pt x="170825" y="2959010"/>
                  </a:moveTo>
                  <a:lnTo>
                    <a:pt x="283851" y="2569974"/>
                  </a:lnTo>
                  <a:lnTo>
                    <a:pt x="508307" y="2361373"/>
                  </a:lnTo>
                  <a:lnTo>
                    <a:pt x="563780" y="1956664"/>
                  </a:lnTo>
                  <a:lnTo>
                    <a:pt x="647623" y="1577286"/>
                  </a:lnTo>
                  <a:lnTo>
                    <a:pt x="1180172" y="10286999"/>
                  </a:lnTo>
                  <a:lnTo>
                    <a:pt x="912696" y="10286999"/>
                  </a:lnTo>
                  <a:lnTo>
                    <a:pt x="713477" y="7028814"/>
                  </a:lnTo>
                  <a:lnTo>
                    <a:pt x="674720" y="6986558"/>
                  </a:lnTo>
                  <a:lnTo>
                    <a:pt x="497692" y="4091304"/>
                  </a:lnTo>
                  <a:lnTo>
                    <a:pt x="418855" y="3960972"/>
                  </a:lnTo>
                  <a:lnTo>
                    <a:pt x="383650" y="3385207"/>
                  </a:lnTo>
                  <a:lnTo>
                    <a:pt x="170825" y="2959010"/>
                  </a:lnTo>
                  <a:close/>
                </a:path>
                <a:path w="1366519" h="10287000">
                  <a:moveTo>
                    <a:pt x="539942" y="7253247"/>
                  </a:moveTo>
                  <a:lnTo>
                    <a:pt x="713477" y="7028814"/>
                  </a:lnTo>
                  <a:lnTo>
                    <a:pt x="912696" y="10286999"/>
                  </a:lnTo>
                  <a:lnTo>
                    <a:pt x="758412" y="10286999"/>
                  </a:lnTo>
                  <a:lnTo>
                    <a:pt x="588680" y="7511087"/>
                  </a:lnTo>
                  <a:lnTo>
                    <a:pt x="539942" y="7253247"/>
                  </a:lnTo>
                  <a:close/>
                </a:path>
                <a:path w="1366519" h="10287000">
                  <a:moveTo>
                    <a:pt x="186086" y="5401905"/>
                  </a:moveTo>
                  <a:lnTo>
                    <a:pt x="379883" y="5070182"/>
                  </a:lnTo>
                  <a:lnTo>
                    <a:pt x="499960" y="4848771"/>
                  </a:lnTo>
                  <a:lnTo>
                    <a:pt x="473895" y="4422474"/>
                  </a:lnTo>
                  <a:lnTo>
                    <a:pt x="497692" y="4091304"/>
                  </a:lnTo>
                  <a:lnTo>
                    <a:pt x="674720" y="6986558"/>
                  </a:lnTo>
                  <a:lnTo>
                    <a:pt x="596682" y="6901475"/>
                  </a:lnTo>
                  <a:lnTo>
                    <a:pt x="542295" y="6011996"/>
                  </a:lnTo>
                  <a:lnTo>
                    <a:pt x="417356" y="5683031"/>
                  </a:lnTo>
                  <a:lnTo>
                    <a:pt x="186086" y="5401905"/>
                  </a:lnTo>
                  <a:close/>
                </a:path>
                <a:path w="1366519" h="10287000">
                  <a:moveTo>
                    <a:pt x="300053" y="3764569"/>
                  </a:moveTo>
                  <a:lnTo>
                    <a:pt x="383650" y="3385207"/>
                  </a:lnTo>
                  <a:lnTo>
                    <a:pt x="418855" y="3960972"/>
                  </a:lnTo>
                  <a:lnTo>
                    <a:pt x="300053" y="3764569"/>
                  </a:lnTo>
                  <a:close/>
                </a:path>
                <a:path w="1366519" h="10287000">
                  <a:moveTo>
                    <a:pt x="446141" y="6737343"/>
                  </a:moveTo>
                  <a:lnTo>
                    <a:pt x="532848" y="6449077"/>
                  </a:lnTo>
                  <a:lnTo>
                    <a:pt x="542295" y="6011996"/>
                  </a:lnTo>
                  <a:lnTo>
                    <a:pt x="596682" y="6901475"/>
                  </a:lnTo>
                  <a:lnTo>
                    <a:pt x="446141" y="6737343"/>
                  </a:lnTo>
                  <a:close/>
                </a:path>
                <a:path w="1366519" h="10287000">
                  <a:moveTo>
                    <a:pt x="0" y="8515804"/>
                  </a:moveTo>
                  <a:lnTo>
                    <a:pt x="274697" y="8179135"/>
                  </a:lnTo>
                  <a:lnTo>
                    <a:pt x="439829" y="7756895"/>
                  </a:lnTo>
                  <a:lnTo>
                    <a:pt x="588680" y="7511087"/>
                  </a:lnTo>
                  <a:lnTo>
                    <a:pt x="758412" y="10286999"/>
                  </a:lnTo>
                  <a:lnTo>
                    <a:pt x="403581" y="10286999"/>
                  </a:lnTo>
                  <a:lnTo>
                    <a:pt x="323501" y="8977311"/>
                  </a:lnTo>
                  <a:lnTo>
                    <a:pt x="0" y="8515804"/>
                  </a:lnTo>
                  <a:close/>
                </a:path>
                <a:path w="1366519" h="10287000">
                  <a:moveTo>
                    <a:pt x="233450" y="9347717"/>
                  </a:moveTo>
                  <a:lnTo>
                    <a:pt x="323501" y="8977307"/>
                  </a:lnTo>
                  <a:lnTo>
                    <a:pt x="403581" y="10286999"/>
                  </a:lnTo>
                  <a:lnTo>
                    <a:pt x="377744" y="10286999"/>
                  </a:lnTo>
                  <a:lnTo>
                    <a:pt x="343446" y="9726070"/>
                  </a:lnTo>
                  <a:lnTo>
                    <a:pt x="233450" y="9347717"/>
                  </a:lnTo>
                  <a:close/>
                </a:path>
                <a:path w="1366519" h="10287000">
                  <a:moveTo>
                    <a:pt x="157361" y="10286999"/>
                  </a:moveTo>
                  <a:lnTo>
                    <a:pt x="179944" y="10110564"/>
                  </a:lnTo>
                  <a:lnTo>
                    <a:pt x="343446" y="9726070"/>
                  </a:lnTo>
                  <a:lnTo>
                    <a:pt x="377744" y="10286999"/>
                  </a:lnTo>
                  <a:lnTo>
                    <a:pt x="157361" y="10286999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6994060" y="1"/>
              <a:ext cx="1294130" cy="10287000"/>
            </a:xfrm>
            <a:custGeom>
              <a:avLst/>
              <a:gdLst/>
              <a:ahLst/>
              <a:cxnLst/>
              <a:rect l="l" t="t" r="r" b="b"/>
              <a:pathLst>
                <a:path w="1294130" h="10287000">
                  <a:moveTo>
                    <a:pt x="551391" y="0"/>
                  </a:moveTo>
                  <a:lnTo>
                    <a:pt x="1293937" y="0"/>
                  </a:lnTo>
                  <a:lnTo>
                    <a:pt x="1293937" y="10169681"/>
                  </a:lnTo>
                  <a:lnTo>
                    <a:pt x="709714" y="614852"/>
                  </a:lnTo>
                  <a:lnTo>
                    <a:pt x="551391" y="0"/>
                  </a:lnTo>
                  <a:close/>
                </a:path>
                <a:path w="1294130" h="10287000">
                  <a:moveTo>
                    <a:pt x="489441" y="948193"/>
                  </a:moveTo>
                  <a:lnTo>
                    <a:pt x="709714" y="614852"/>
                  </a:lnTo>
                  <a:lnTo>
                    <a:pt x="1293937" y="10169681"/>
                  </a:lnTo>
                  <a:lnTo>
                    <a:pt x="1293937" y="10286999"/>
                  </a:lnTo>
                  <a:lnTo>
                    <a:pt x="1194071" y="10286999"/>
                  </a:lnTo>
                  <a:lnTo>
                    <a:pt x="645356" y="1312911"/>
                  </a:lnTo>
                  <a:lnTo>
                    <a:pt x="489441" y="948193"/>
                  </a:lnTo>
                  <a:close/>
                </a:path>
                <a:path w="1294130" h="10287000">
                  <a:moveTo>
                    <a:pt x="168618" y="2695616"/>
                  </a:moveTo>
                  <a:lnTo>
                    <a:pt x="281875" y="2306320"/>
                  </a:lnTo>
                  <a:lnTo>
                    <a:pt x="506085" y="2097734"/>
                  </a:lnTo>
                  <a:lnTo>
                    <a:pt x="561573" y="1693270"/>
                  </a:lnTo>
                  <a:lnTo>
                    <a:pt x="645356" y="1312911"/>
                  </a:lnTo>
                  <a:lnTo>
                    <a:pt x="1194071" y="10286999"/>
                  </a:lnTo>
                  <a:lnTo>
                    <a:pt x="926595" y="10286999"/>
                  </a:lnTo>
                  <a:lnTo>
                    <a:pt x="711285" y="6765666"/>
                  </a:lnTo>
                  <a:lnTo>
                    <a:pt x="672529" y="6723410"/>
                  </a:lnTo>
                  <a:lnTo>
                    <a:pt x="495470" y="3827666"/>
                  </a:lnTo>
                  <a:lnTo>
                    <a:pt x="416639" y="3697431"/>
                  </a:lnTo>
                  <a:lnTo>
                    <a:pt x="381428" y="3121568"/>
                  </a:lnTo>
                  <a:lnTo>
                    <a:pt x="168618" y="2695616"/>
                  </a:lnTo>
                  <a:close/>
                </a:path>
                <a:path w="1294130" h="10287000">
                  <a:moveTo>
                    <a:pt x="537765" y="6990344"/>
                  </a:moveTo>
                  <a:lnTo>
                    <a:pt x="711285" y="6765666"/>
                  </a:lnTo>
                  <a:lnTo>
                    <a:pt x="926595" y="10286999"/>
                  </a:lnTo>
                  <a:lnTo>
                    <a:pt x="773294" y="10286999"/>
                  </a:lnTo>
                  <a:lnTo>
                    <a:pt x="587439" y="7247388"/>
                  </a:lnTo>
                  <a:lnTo>
                    <a:pt x="537765" y="6990344"/>
                  </a:lnTo>
                  <a:close/>
                </a:path>
                <a:path w="1294130" h="10287000">
                  <a:moveTo>
                    <a:pt x="183970" y="5139982"/>
                  </a:moveTo>
                  <a:lnTo>
                    <a:pt x="377692" y="4807034"/>
                  </a:lnTo>
                  <a:lnTo>
                    <a:pt x="497784" y="4585868"/>
                  </a:lnTo>
                  <a:lnTo>
                    <a:pt x="471704" y="4159326"/>
                  </a:lnTo>
                  <a:lnTo>
                    <a:pt x="495470" y="3827666"/>
                  </a:lnTo>
                  <a:lnTo>
                    <a:pt x="672529" y="6723410"/>
                  </a:lnTo>
                  <a:lnTo>
                    <a:pt x="594754" y="6638615"/>
                  </a:lnTo>
                  <a:lnTo>
                    <a:pt x="540349" y="5748833"/>
                  </a:lnTo>
                  <a:lnTo>
                    <a:pt x="415165" y="5419883"/>
                  </a:lnTo>
                  <a:lnTo>
                    <a:pt x="183970" y="5139982"/>
                  </a:lnTo>
                  <a:close/>
                </a:path>
                <a:path w="1294130" h="10287000">
                  <a:moveTo>
                    <a:pt x="297847" y="3501177"/>
                  </a:moveTo>
                  <a:lnTo>
                    <a:pt x="381428" y="3121568"/>
                  </a:lnTo>
                  <a:lnTo>
                    <a:pt x="416639" y="3697431"/>
                  </a:lnTo>
                  <a:lnTo>
                    <a:pt x="297847" y="3501177"/>
                  </a:lnTo>
                  <a:close/>
                </a:path>
                <a:path w="1294130" h="10287000">
                  <a:moveTo>
                    <a:pt x="443949" y="6474195"/>
                  </a:moveTo>
                  <a:lnTo>
                    <a:pt x="530656" y="6185929"/>
                  </a:lnTo>
                  <a:lnTo>
                    <a:pt x="540349" y="5748833"/>
                  </a:lnTo>
                  <a:lnTo>
                    <a:pt x="594754" y="6638615"/>
                  </a:lnTo>
                  <a:lnTo>
                    <a:pt x="443949" y="6474195"/>
                  </a:lnTo>
                  <a:close/>
                </a:path>
                <a:path w="1294130" h="10287000">
                  <a:moveTo>
                    <a:pt x="0" y="8252275"/>
                  </a:moveTo>
                  <a:lnTo>
                    <a:pt x="273471" y="7915681"/>
                  </a:lnTo>
                  <a:lnTo>
                    <a:pt x="438587" y="7493195"/>
                  </a:lnTo>
                  <a:lnTo>
                    <a:pt x="587439" y="7247388"/>
                  </a:lnTo>
                  <a:lnTo>
                    <a:pt x="773294" y="10286999"/>
                  </a:lnTo>
                  <a:lnTo>
                    <a:pt x="418463" y="10286999"/>
                  </a:lnTo>
                  <a:lnTo>
                    <a:pt x="322275" y="8713856"/>
                  </a:lnTo>
                  <a:lnTo>
                    <a:pt x="0" y="8252275"/>
                  </a:lnTo>
                  <a:close/>
                </a:path>
                <a:path w="1294130" h="10287000">
                  <a:moveTo>
                    <a:pt x="231183" y="9083342"/>
                  </a:moveTo>
                  <a:lnTo>
                    <a:pt x="322275" y="8713856"/>
                  </a:lnTo>
                  <a:lnTo>
                    <a:pt x="418463" y="10286999"/>
                  </a:lnTo>
                  <a:lnTo>
                    <a:pt x="390658" y="10286999"/>
                  </a:lnTo>
                  <a:lnTo>
                    <a:pt x="340259" y="9462736"/>
                  </a:lnTo>
                  <a:lnTo>
                    <a:pt x="231183" y="9083342"/>
                  </a:lnTo>
                  <a:close/>
                </a:path>
                <a:path w="1294130" h="10287000">
                  <a:moveTo>
                    <a:pt x="120215" y="10286999"/>
                  </a:moveTo>
                  <a:lnTo>
                    <a:pt x="176496" y="9847001"/>
                  </a:lnTo>
                  <a:lnTo>
                    <a:pt x="340259" y="9462736"/>
                  </a:lnTo>
                  <a:lnTo>
                    <a:pt x="390658" y="10286999"/>
                  </a:lnTo>
                  <a:lnTo>
                    <a:pt x="120215" y="10286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7523300" y="1"/>
              <a:ext cx="765175" cy="10287000"/>
            </a:xfrm>
            <a:custGeom>
              <a:avLst/>
              <a:gdLst/>
              <a:ahLst/>
              <a:cxnLst/>
              <a:rect l="l" t="t" r="r" b="b"/>
              <a:pathLst>
                <a:path w="765175" h="10287000">
                  <a:moveTo>
                    <a:pt x="283569" y="0"/>
                  </a:moveTo>
                  <a:lnTo>
                    <a:pt x="764698" y="0"/>
                  </a:lnTo>
                  <a:lnTo>
                    <a:pt x="764697" y="6491401"/>
                  </a:lnTo>
                  <a:lnTo>
                    <a:pt x="654527" y="4689590"/>
                  </a:lnTo>
                  <a:lnTo>
                    <a:pt x="654275" y="4689478"/>
                  </a:lnTo>
                  <a:lnTo>
                    <a:pt x="396998" y="481784"/>
                  </a:lnTo>
                  <a:lnTo>
                    <a:pt x="367330" y="343177"/>
                  </a:lnTo>
                  <a:lnTo>
                    <a:pt x="283569" y="0"/>
                  </a:lnTo>
                  <a:close/>
                </a:path>
                <a:path w="765175" h="10287000">
                  <a:moveTo>
                    <a:pt x="334431" y="5233507"/>
                  </a:moveTo>
                  <a:lnTo>
                    <a:pt x="654527" y="4689590"/>
                  </a:lnTo>
                  <a:lnTo>
                    <a:pt x="764697" y="6491401"/>
                  </a:lnTo>
                  <a:lnTo>
                    <a:pt x="764697" y="6895202"/>
                  </a:lnTo>
                  <a:lnTo>
                    <a:pt x="726497" y="6719827"/>
                  </a:lnTo>
                  <a:lnTo>
                    <a:pt x="459680" y="6545464"/>
                  </a:lnTo>
                  <a:lnTo>
                    <a:pt x="409481" y="5724476"/>
                  </a:lnTo>
                  <a:lnTo>
                    <a:pt x="334431" y="5233507"/>
                  </a:lnTo>
                  <a:close/>
                </a:path>
                <a:path w="765175" h="10287000">
                  <a:moveTo>
                    <a:pt x="287909" y="927172"/>
                  </a:moveTo>
                  <a:lnTo>
                    <a:pt x="305650" y="865565"/>
                  </a:lnTo>
                  <a:lnTo>
                    <a:pt x="344309" y="725772"/>
                  </a:lnTo>
                  <a:lnTo>
                    <a:pt x="382040" y="575331"/>
                  </a:lnTo>
                  <a:lnTo>
                    <a:pt x="396998" y="481784"/>
                  </a:lnTo>
                  <a:lnTo>
                    <a:pt x="654275" y="4689478"/>
                  </a:lnTo>
                  <a:lnTo>
                    <a:pt x="605201" y="4667624"/>
                  </a:lnTo>
                  <a:lnTo>
                    <a:pt x="395979" y="1245850"/>
                  </a:lnTo>
                  <a:lnTo>
                    <a:pt x="287909" y="927172"/>
                  </a:lnTo>
                  <a:close/>
                </a:path>
                <a:path w="765175" h="10287000">
                  <a:moveTo>
                    <a:pt x="37676" y="2670032"/>
                  </a:moveTo>
                  <a:lnTo>
                    <a:pt x="45156" y="2569449"/>
                  </a:lnTo>
                  <a:lnTo>
                    <a:pt x="85223" y="2440045"/>
                  </a:lnTo>
                  <a:lnTo>
                    <a:pt x="129831" y="2328311"/>
                  </a:lnTo>
                  <a:lnTo>
                    <a:pt x="150933" y="2280735"/>
                  </a:lnTo>
                  <a:lnTo>
                    <a:pt x="172397" y="2240469"/>
                  </a:lnTo>
                  <a:lnTo>
                    <a:pt x="219310" y="2147444"/>
                  </a:lnTo>
                  <a:lnTo>
                    <a:pt x="265087" y="2044139"/>
                  </a:lnTo>
                  <a:lnTo>
                    <a:pt x="283630" y="1971941"/>
                  </a:lnTo>
                  <a:lnTo>
                    <a:pt x="282364" y="1938107"/>
                  </a:lnTo>
                  <a:lnTo>
                    <a:pt x="282616" y="1889262"/>
                  </a:lnTo>
                  <a:lnTo>
                    <a:pt x="286467" y="1712641"/>
                  </a:lnTo>
                  <a:lnTo>
                    <a:pt x="286776" y="1663733"/>
                  </a:lnTo>
                  <a:lnTo>
                    <a:pt x="285594" y="1629803"/>
                  </a:lnTo>
                  <a:lnTo>
                    <a:pt x="300748" y="1545752"/>
                  </a:lnTo>
                  <a:lnTo>
                    <a:pt x="338925" y="1416442"/>
                  </a:lnTo>
                  <a:lnTo>
                    <a:pt x="378033" y="1297824"/>
                  </a:lnTo>
                  <a:lnTo>
                    <a:pt x="395979" y="1245850"/>
                  </a:lnTo>
                  <a:lnTo>
                    <a:pt x="605201" y="4667624"/>
                  </a:lnTo>
                  <a:lnTo>
                    <a:pt x="412448" y="4581787"/>
                  </a:lnTo>
                  <a:lnTo>
                    <a:pt x="364772" y="3802067"/>
                  </a:lnTo>
                  <a:lnTo>
                    <a:pt x="97509" y="3521248"/>
                  </a:lnTo>
                  <a:lnTo>
                    <a:pt x="51796" y="2773639"/>
                  </a:lnTo>
                  <a:lnTo>
                    <a:pt x="37676" y="2670032"/>
                  </a:lnTo>
                  <a:close/>
                </a:path>
                <a:path w="765175" h="10287000">
                  <a:moveTo>
                    <a:pt x="366916" y="4561510"/>
                  </a:moveTo>
                  <a:lnTo>
                    <a:pt x="340745" y="4133498"/>
                  </a:lnTo>
                  <a:lnTo>
                    <a:pt x="364772" y="3802067"/>
                  </a:lnTo>
                  <a:lnTo>
                    <a:pt x="412448" y="4581787"/>
                  </a:lnTo>
                  <a:lnTo>
                    <a:pt x="366916" y="4561510"/>
                  </a:lnTo>
                  <a:close/>
                </a:path>
                <a:path w="765175" h="10287000">
                  <a:moveTo>
                    <a:pt x="313326" y="6449823"/>
                  </a:moveTo>
                  <a:lnTo>
                    <a:pt x="399788" y="6161572"/>
                  </a:lnTo>
                  <a:lnTo>
                    <a:pt x="409481" y="5724476"/>
                  </a:lnTo>
                  <a:lnTo>
                    <a:pt x="459680" y="6545464"/>
                  </a:lnTo>
                  <a:lnTo>
                    <a:pt x="313326" y="6449823"/>
                  </a:lnTo>
                  <a:close/>
                </a:path>
                <a:path w="765175" h="10287000">
                  <a:moveTo>
                    <a:pt x="60262" y="3482113"/>
                  </a:moveTo>
                  <a:lnTo>
                    <a:pt x="62662" y="3078680"/>
                  </a:lnTo>
                  <a:lnTo>
                    <a:pt x="62164" y="3028080"/>
                  </a:lnTo>
                  <a:lnTo>
                    <a:pt x="59250" y="2909694"/>
                  </a:lnTo>
                  <a:lnTo>
                    <a:pt x="51796" y="2773639"/>
                  </a:lnTo>
                  <a:lnTo>
                    <a:pt x="97509" y="3521248"/>
                  </a:lnTo>
                  <a:lnTo>
                    <a:pt x="60262" y="3482113"/>
                  </a:lnTo>
                  <a:close/>
                </a:path>
                <a:path w="765175" h="10287000">
                  <a:moveTo>
                    <a:pt x="0" y="8183007"/>
                  </a:moveTo>
                  <a:lnTo>
                    <a:pt x="263855" y="7898427"/>
                  </a:lnTo>
                  <a:lnTo>
                    <a:pt x="307763" y="7469573"/>
                  </a:lnTo>
                  <a:lnTo>
                    <a:pt x="456860" y="7223751"/>
                  </a:lnTo>
                  <a:lnTo>
                    <a:pt x="764697" y="6976993"/>
                  </a:lnTo>
                  <a:lnTo>
                    <a:pt x="764697" y="10286999"/>
                  </a:lnTo>
                  <a:lnTo>
                    <a:pt x="402768" y="10286999"/>
                  </a:lnTo>
                  <a:lnTo>
                    <a:pt x="298266" y="8577899"/>
                  </a:lnTo>
                  <a:lnTo>
                    <a:pt x="0" y="8183007"/>
                  </a:lnTo>
                  <a:close/>
                </a:path>
                <a:path w="765175" h="10287000">
                  <a:moveTo>
                    <a:pt x="101110" y="9059920"/>
                  </a:moveTo>
                  <a:lnTo>
                    <a:pt x="298266" y="8577899"/>
                  </a:lnTo>
                  <a:lnTo>
                    <a:pt x="402768" y="10286999"/>
                  </a:lnTo>
                  <a:lnTo>
                    <a:pt x="379638" y="10286999"/>
                  </a:lnTo>
                  <a:lnTo>
                    <a:pt x="331955" y="9507161"/>
                  </a:lnTo>
                  <a:lnTo>
                    <a:pt x="101110" y="9059920"/>
                  </a:lnTo>
                  <a:close/>
                </a:path>
                <a:path w="765175" h="10287000">
                  <a:moveTo>
                    <a:pt x="175275" y="10272870"/>
                  </a:moveTo>
                  <a:lnTo>
                    <a:pt x="160505" y="9741554"/>
                  </a:lnTo>
                  <a:lnTo>
                    <a:pt x="331955" y="9507161"/>
                  </a:lnTo>
                  <a:lnTo>
                    <a:pt x="379638" y="10286999"/>
                  </a:lnTo>
                  <a:lnTo>
                    <a:pt x="182581" y="10286999"/>
                  </a:lnTo>
                  <a:lnTo>
                    <a:pt x="175275" y="10272870"/>
                  </a:lnTo>
                  <a:close/>
                </a:path>
              </a:pathLst>
            </a:custGeom>
            <a:solidFill>
              <a:srgbClr val="FFD04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514680" y="1256580"/>
              <a:ext cx="5740108" cy="8381999"/>
            </a:xfrm>
            <a:prstGeom prst="rect">
              <a:avLst/>
            </a:prstGeom>
          </p:spPr>
        </p:pic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1021879" y="974153"/>
            <a:ext cx="2346325" cy="4749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950" spc="-355">
                <a:solidFill>
                  <a:srgbClr val="333433"/>
                </a:solidFill>
              </a:rPr>
              <a:t>Non</a:t>
            </a:r>
            <a:r>
              <a:rPr dirty="0" sz="2950" spc="-245">
                <a:solidFill>
                  <a:srgbClr val="333433"/>
                </a:solidFill>
              </a:rPr>
              <a:t> </a:t>
            </a:r>
            <a:r>
              <a:rPr dirty="0" sz="2950" spc="-285">
                <a:solidFill>
                  <a:srgbClr val="333433"/>
                </a:solidFill>
              </a:rPr>
              <a:t>repudiation</a:t>
            </a:r>
            <a:endParaRPr sz="2950"/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72704" y="2008693"/>
            <a:ext cx="104775" cy="104774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539949" y="1774253"/>
            <a:ext cx="8733155" cy="8061959"/>
          </a:xfrm>
          <a:prstGeom prst="rect">
            <a:avLst/>
          </a:prstGeom>
        </p:spPr>
        <p:txBody>
          <a:bodyPr wrap="square" lIns="0" tIns="66675" rIns="0" bIns="0" rtlCol="0" vert="horz">
            <a:spAutoFit/>
          </a:bodyPr>
          <a:lstStyle/>
          <a:p>
            <a:pPr algn="just" marL="12700" marR="5080">
              <a:lnSpc>
                <a:spcPts val="3150"/>
              </a:lnSpc>
              <a:spcBef>
                <a:spcPts val="525"/>
              </a:spcBef>
            </a:pPr>
            <a:r>
              <a:rPr dirty="0" sz="2400" spc="-15">
                <a:solidFill>
                  <a:srgbClr val="333433"/>
                </a:solidFill>
                <a:latin typeface="Comic Sans MS"/>
                <a:cs typeface="Comic Sans MS"/>
              </a:rPr>
              <a:t>Means</a:t>
            </a:r>
            <a:r>
              <a:rPr dirty="0" sz="2400" spc="53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310" b="1">
                <a:solidFill>
                  <a:srgbClr val="333433"/>
                </a:solidFill>
                <a:latin typeface="Comic Sans MS"/>
                <a:cs typeface="Comic Sans MS"/>
              </a:rPr>
              <a:t>one</a:t>
            </a:r>
            <a:r>
              <a:rPr dirty="0" sz="2950" spc="30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295" b="1">
                <a:solidFill>
                  <a:srgbClr val="333433"/>
                </a:solidFill>
                <a:latin typeface="Comic Sans MS"/>
                <a:cs typeface="Comic Sans MS"/>
              </a:rPr>
              <a:t>party</a:t>
            </a:r>
            <a:r>
              <a:rPr dirty="0" sz="2950" spc="30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300" b="1">
                <a:solidFill>
                  <a:srgbClr val="333433"/>
                </a:solidFill>
                <a:latin typeface="Comic Sans MS"/>
                <a:cs typeface="Comic Sans MS"/>
              </a:rPr>
              <a:t>cannot</a:t>
            </a:r>
            <a:r>
              <a:rPr dirty="0" sz="2950" spc="30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320" b="1">
                <a:solidFill>
                  <a:srgbClr val="333433"/>
                </a:solidFill>
                <a:latin typeface="Comic Sans MS"/>
                <a:cs typeface="Comic Sans MS"/>
              </a:rPr>
              <a:t>deny</a:t>
            </a:r>
            <a:r>
              <a:rPr dirty="0" sz="2950" spc="30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265" b="1">
                <a:solidFill>
                  <a:srgbClr val="333433"/>
                </a:solidFill>
                <a:latin typeface="Comic Sans MS"/>
                <a:cs typeface="Comic Sans MS"/>
              </a:rPr>
              <a:t>receiving</a:t>
            </a:r>
            <a:r>
              <a:rPr dirty="0" sz="2950" spc="30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315" b="1">
                <a:solidFill>
                  <a:srgbClr val="333433"/>
                </a:solidFill>
                <a:latin typeface="Comic Sans MS"/>
                <a:cs typeface="Comic Sans MS"/>
              </a:rPr>
              <a:t>a</a:t>
            </a:r>
            <a:r>
              <a:rPr dirty="0" sz="2950" spc="30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320" b="1">
                <a:solidFill>
                  <a:srgbClr val="333433"/>
                </a:solidFill>
                <a:latin typeface="Comic Sans MS"/>
                <a:cs typeface="Comic Sans MS"/>
              </a:rPr>
              <a:t>message</a:t>
            </a:r>
            <a:r>
              <a:rPr dirty="0" sz="2950" spc="30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285" b="1">
                <a:solidFill>
                  <a:srgbClr val="333433"/>
                </a:solidFill>
                <a:latin typeface="Comic Sans MS"/>
                <a:cs typeface="Comic Sans MS"/>
              </a:rPr>
              <a:t>or</a:t>
            </a:r>
            <a:r>
              <a:rPr dirty="0" sz="2950" spc="30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315" b="1">
                <a:solidFill>
                  <a:srgbClr val="333433"/>
                </a:solidFill>
                <a:latin typeface="Comic Sans MS"/>
                <a:cs typeface="Comic Sans MS"/>
              </a:rPr>
              <a:t>a</a:t>
            </a:r>
            <a:r>
              <a:rPr dirty="0" sz="2950" spc="-245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280" b="1">
                <a:solidFill>
                  <a:srgbClr val="333433"/>
                </a:solidFill>
                <a:latin typeface="Comic Sans MS"/>
                <a:cs typeface="Comic Sans MS"/>
              </a:rPr>
              <a:t>transaction</a:t>
            </a:r>
            <a:r>
              <a:rPr dirty="0" sz="2950" spc="805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295" b="1">
                <a:solidFill>
                  <a:srgbClr val="333433"/>
                </a:solidFill>
                <a:latin typeface="Comic Sans MS"/>
                <a:cs typeface="Comic Sans MS"/>
              </a:rPr>
              <a:t>nor</a:t>
            </a:r>
            <a:r>
              <a:rPr dirty="0" sz="2950" spc="805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305" b="1">
                <a:solidFill>
                  <a:srgbClr val="333433"/>
                </a:solidFill>
                <a:latin typeface="Comic Sans MS"/>
                <a:cs typeface="Comic Sans MS"/>
              </a:rPr>
              <a:t>can</a:t>
            </a:r>
            <a:r>
              <a:rPr dirty="0" sz="2950" spc="805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300" b="1">
                <a:solidFill>
                  <a:srgbClr val="333433"/>
                </a:solidFill>
                <a:latin typeface="Comic Sans MS"/>
                <a:cs typeface="Comic Sans MS"/>
              </a:rPr>
              <a:t>the</a:t>
            </a:r>
            <a:r>
              <a:rPr dirty="0" sz="2950" spc="805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295" b="1">
                <a:solidFill>
                  <a:srgbClr val="333433"/>
                </a:solidFill>
                <a:latin typeface="Comic Sans MS"/>
                <a:cs typeface="Comic Sans MS"/>
              </a:rPr>
              <a:t>other</a:t>
            </a:r>
            <a:r>
              <a:rPr dirty="0" sz="2950" spc="805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295" b="1">
                <a:solidFill>
                  <a:srgbClr val="333433"/>
                </a:solidFill>
                <a:latin typeface="Comic Sans MS"/>
                <a:cs typeface="Comic Sans MS"/>
              </a:rPr>
              <a:t>party</a:t>
            </a:r>
            <a:r>
              <a:rPr dirty="0" sz="2950" spc="805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320" b="1">
                <a:solidFill>
                  <a:srgbClr val="333433"/>
                </a:solidFill>
                <a:latin typeface="Comic Sans MS"/>
                <a:cs typeface="Comic Sans MS"/>
              </a:rPr>
              <a:t>deny</a:t>
            </a:r>
            <a:r>
              <a:rPr dirty="0" sz="2950" spc="805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285" b="1">
                <a:solidFill>
                  <a:srgbClr val="333433"/>
                </a:solidFill>
                <a:latin typeface="Comic Sans MS"/>
                <a:cs typeface="Comic Sans MS"/>
              </a:rPr>
              <a:t>sending</a:t>
            </a:r>
            <a:r>
              <a:rPr dirty="0" sz="2950" spc="805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315" b="1">
                <a:solidFill>
                  <a:srgbClr val="333433"/>
                </a:solidFill>
                <a:latin typeface="Comic Sans MS"/>
                <a:cs typeface="Comic Sans MS"/>
              </a:rPr>
              <a:t>a</a:t>
            </a:r>
            <a:r>
              <a:rPr dirty="0" sz="2950" spc="-245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320" b="1">
                <a:solidFill>
                  <a:srgbClr val="333433"/>
                </a:solidFill>
                <a:latin typeface="Comic Sans MS"/>
                <a:cs typeface="Comic Sans MS"/>
              </a:rPr>
              <a:t>message</a:t>
            </a:r>
            <a:r>
              <a:rPr dirty="0" sz="2950" spc="-22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285" b="1">
                <a:solidFill>
                  <a:srgbClr val="333433"/>
                </a:solidFill>
                <a:latin typeface="Comic Sans MS"/>
                <a:cs typeface="Comic Sans MS"/>
              </a:rPr>
              <a:t>or</a:t>
            </a:r>
            <a:r>
              <a:rPr dirty="0" sz="2950" spc="-22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315" b="1">
                <a:solidFill>
                  <a:srgbClr val="333433"/>
                </a:solidFill>
                <a:latin typeface="Comic Sans MS"/>
                <a:cs typeface="Comic Sans MS"/>
              </a:rPr>
              <a:t>a</a:t>
            </a:r>
            <a:r>
              <a:rPr dirty="0" sz="2950" spc="-22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275" b="1">
                <a:solidFill>
                  <a:srgbClr val="333433"/>
                </a:solidFill>
                <a:latin typeface="Comic Sans MS"/>
                <a:cs typeface="Comic Sans MS"/>
              </a:rPr>
              <a:t>transaction.</a:t>
            </a:r>
            <a:r>
              <a:rPr dirty="0" sz="2950" spc="-22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15">
                <a:solidFill>
                  <a:srgbClr val="333433"/>
                </a:solidFill>
                <a:latin typeface="Comic Sans MS"/>
                <a:cs typeface="Comic Sans MS"/>
              </a:rPr>
              <a:t>For</a:t>
            </a:r>
            <a:r>
              <a:rPr dirty="0" sz="2400" spc="2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example</a:t>
            </a:r>
            <a:r>
              <a:rPr dirty="0" sz="2400" spc="2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in</a:t>
            </a:r>
            <a:r>
              <a:rPr dirty="0" sz="2400" spc="2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15">
                <a:solidFill>
                  <a:srgbClr val="333433"/>
                </a:solidFill>
                <a:latin typeface="Comic Sans MS"/>
                <a:cs typeface="Comic Sans MS"/>
              </a:rPr>
              <a:t>cryptography</a:t>
            </a:r>
            <a:r>
              <a:rPr dirty="0" sz="2400" spc="1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it</a:t>
            </a:r>
            <a:r>
              <a:rPr dirty="0" sz="2400" spc="2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is </a:t>
            </a:r>
            <a:r>
              <a:rPr dirty="0" sz="2400" spc="-15">
                <a:solidFill>
                  <a:srgbClr val="333433"/>
                </a:solidFill>
                <a:latin typeface="Comic Sans MS"/>
                <a:cs typeface="Comic Sans MS"/>
              </a:rPr>
              <a:t>sufficient</a:t>
            </a:r>
            <a:r>
              <a:rPr dirty="0" sz="2400" spc="143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to</a:t>
            </a:r>
            <a:r>
              <a:rPr dirty="0" sz="2400" spc="143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show</a:t>
            </a:r>
            <a:r>
              <a:rPr dirty="0" sz="2400" spc="143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that</a:t>
            </a:r>
            <a:r>
              <a:rPr dirty="0" sz="2400" spc="143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message</a:t>
            </a:r>
            <a:r>
              <a:rPr dirty="0" sz="2400" spc="143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matches</a:t>
            </a:r>
            <a:r>
              <a:rPr dirty="0" sz="2400" spc="143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the</a:t>
            </a:r>
            <a:r>
              <a:rPr dirty="0" sz="2400" spc="143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15">
                <a:solidFill>
                  <a:srgbClr val="333433"/>
                </a:solidFill>
                <a:latin typeface="Comic Sans MS"/>
                <a:cs typeface="Comic Sans MS"/>
              </a:rPr>
              <a:t>digital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signature</a:t>
            </a:r>
            <a:r>
              <a:rPr dirty="0" sz="2400" spc="31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15">
                <a:solidFill>
                  <a:srgbClr val="333433"/>
                </a:solidFill>
                <a:latin typeface="Comic Sans MS"/>
                <a:cs typeface="Comic Sans MS"/>
              </a:rPr>
              <a:t>signed</a:t>
            </a:r>
            <a:r>
              <a:rPr dirty="0" sz="2400" spc="31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with</a:t>
            </a:r>
            <a:r>
              <a:rPr dirty="0" sz="2400" spc="31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sender's</a:t>
            </a:r>
            <a:r>
              <a:rPr dirty="0" sz="2400" spc="31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private</a:t>
            </a:r>
            <a:r>
              <a:rPr dirty="0" sz="2400" spc="31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15">
                <a:solidFill>
                  <a:srgbClr val="333433"/>
                </a:solidFill>
                <a:latin typeface="Comic Sans MS"/>
                <a:cs typeface="Comic Sans MS"/>
              </a:rPr>
              <a:t>key</a:t>
            </a:r>
            <a:r>
              <a:rPr dirty="0" sz="2400" spc="31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15">
                <a:solidFill>
                  <a:srgbClr val="333433"/>
                </a:solidFill>
                <a:latin typeface="Comic Sans MS"/>
                <a:cs typeface="Comic Sans MS"/>
              </a:rPr>
              <a:t>and</a:t>
            </a:r>
            <a:r>
              <a:rPr dirty="0" sz="2400" spc="31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that</a:t>
            </a:r>
            <a:r>
              <a:rPr dirty="0" sz="2400" spc="31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sender </a:t>
            </a:r>
            <a:r>
              <a:rPr dirty="0" sz="2400" spc="-15">
                <a:solidFill>
                  <a:srgbClr val="333433"/>
                </a:solidFill>
                <a:latin typeface="Comic Sans MS"/>
                <a:cs typeface="Comic Sans MS"/>
              </a:rPr>
              <a:t>could</a:t>
            </a:r>
            <a:r>
              <a:rPr dirty="0" sz="2400" spc="66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have</a:t>
            </a:r>
            <a:r>
              <a:rPr dirty="0" sz="2400" spc="66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</a:t>
            </a:r>
            <a:r>
              <a:rPr dirty="0" sz="2400" spc="66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sent</a:t>
            </a:r>
            <a:r>
              <a:rPr dirty="0" sz="2400" spc="66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</a:t>
            </a:r>
            <a:r>
              <a:rPr dirty="0" sz="2400" spc="66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message</a:t>
            </a:r>
            <a:r>
              <a:rPr dirty="0" sz="2400" spc="66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15">
                <a:solidFill>
                  <a:srgbClr val="333433"/>
                </a:solidFill>
                <a:latin typeface="Comic Sans MS"/>
                <a:cs typeface="Comic Sans MS"/>
              </a:rPr>
              <a:t>and</a:t>
            </a:r>
            <a:r>
              <a:rPr dirty="0" sz="2400" spc="66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15">
                <a:solidFill>
                  <a:srgbClr val="333433"/>
                </a:solidFill>
                <a:latin typeface="Comic Sans MS"/>
                <a:cs typeface="Comic Sans MS"/>
              </a:rPr>
              <a:t>nobody</a:t>
            </a:r>
            <a:r>
              <a:rPr dirty="0" sz="2400" spc="66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else</a:t>
            </a:r>
            <a:r>
              <a:rPr dirty="0" sz="2400" spc="66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15">
                <a:solidFill>
                  <a:srgbClr val="333433"/>
                </a:solidFill>
                <a:latin typeface="Comic Sans MS"/>
                <a:cs typeface="Comic Sans MS"/>
              </a:rPr>
              <a:t>could</a:t>
            </a:r>
            <a:r>
              <a:rPr dirty="0" sz="2400" spc="66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have altered</a:t>
            </a:r>
            <a:r>
              <a:rPr dirty="0" sz="2400" spc="61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it</a:t>
            </a:r>
            <a:r>
              <a:rPr dirty="0" sz="2400" spc="61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in</a:t>
            </a:r>
            <a:r>
              <a:rPr dirty="0" sz="2400" spc="61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transit.</a:t>
            </a:r>
            <a:r>
              <a:rPr dirty="0" sz="2400" spc="61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Data</a:t>
            </a:r>
            <a:r>
              <a:rPr dirty="0" sz="2400" spc="61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Integrity</a:t>
            </a:r>
            <a:r>
              <a:rPr dirty="0" sz="2400" spc="61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15">
                <a:solidFill>
                  <a:srgbClr val="333433"/>
                </a:solidFill>
                <a:latin typeface="Comic Sans MS"/>
                <a:cs typeface="Comic Sans MS"/>
              </a:rPr>
              <a:t>and</a:t>
            </a:r>
            <a:r>
              <a:rPr dirty="0" sz="2400" spc="61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Authenticity</a:t>
            </a:r>
            <a:r>
              <a:rPr dirty="0" sz="2400" spc="61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are pre-requisites </a:t>
            </a:r>
            <a:r>
              <a:rPr dirty="0" sz="2400" spc="-15">
                <a:solidFill>
                  <a:srgbClr val="333433"/>
                </a:solidFill>
                <a:latin typeface="Comic Sans MS"/>
                <a:cs typeface="Comic Sans MS"/>
              </a:rPr>
              <a:t>for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15">
                <a:solidFill>
                  <a:srgbClr val="333433"/>
                </a:solidFill>
                <a:latin typeface="Comic Sans MS"/>
                <a:cs typeface="Comic Sans MS"/>
              </a:rPr>
              <a:t>Non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 spc="-15">
                <a:solidFill>
                  <a:srgbClr val="333433"/>
                </a:solidFill>
                <a:latin typeface="Comic Sans MS"/>
                <a:cs typeface="Comic Sans MS"/>
              </a:rPr>
              <a:t>repudiation.</a:t>
            </a:r>
            <a:endParaRPr sz="2400">
              <a:latin typeface="Comic Sans MS"/>
              <a:cs typeface="Comic Sans MS"/>
            </a:endParaRPr>
          </a:p>
          <a:p>
            <a:pPr algn="just" marL="12700" marR="5080">
              <a:lnSpc>
                <a:spcPts val="3150"/>
              </a:lnSpc>
              <a:spcBef>
                <a:spcPts val="3150"/>
              </a:spcBef>
            </a:pP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Nonrepudiation</a:t>
            </a:r>
            <a:r>
              <a:rPr dirty="0" sz="2400" spc="55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means</a:t>
            </a:r>
            <a:r>
              <a:rPr dirty="0" sz="2400" spc="56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that</a:t>
            </a:r>
            <a:r>
              <a:rPr dirty="0" sz="2400" spc="56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315" b="1">
                <a:solidFill>
                  <a:srgbClr val="333433"/>
                </a:solidFill>
                <a:latin typeface="Comic Sans MS"/>
                <a:cs typeface="Comic Sans MS"/>
              </a:rPr>
              <a:t>a</a:t>
            </a:r>
            <a:r>
              <a:rPr dirty="0" sz="2950" spc="33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290" b="1">
                <a:solidFill>
                  <a:srgbClr val="333433"/>
                </a:solidFill>
                <a:latin typeface="Comic Sans MS"/>
                <a:cs typeface="Comic Sans MS"/>
              </a:rPr>
              <a:t>user</a:t>
            </a:r>
            <a:r>
              <a:rPr dirty="0" sz="2950" spc="325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300" b="1">
                <a:solidFill>
                  <a:srgbClr val="333433"/>
                </a:solidFill>
                <a:latin typeface="Comic Sans MS"/>
                <a:cs typeface="Comic Sans MS"/>
              </a:rPr>
              <a:t>cannot</a:t>
            </a:r>
            <a:r>
              <a:rPr dirty="0" sz="2950" spc="325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320" b="1">
                <a:solidFill>
                  <a:srgbClr val="333433"/>
                </a:solidFill>
                <a:latin typeface="Comic Sans MS"/>
                <a:cs typeface="Comic Sans MS"/>
              </a:rPr>
              <a:t>deny</a:t>
            </a:r>
            <a:r>
              <a:rPr dirty="0" sz="2950" spc="325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275" b="1">
                <a:solidFill>
                  <a:srgbClr val="333433"/>
                </a:solidFill>
                <a:latin typeface="Comic Sans MS"/>
                <a:cs typeface="Comic Sans MS"/>
              </a:rPr>
              <a:t>(that</a:t>
            </a:r>
            <a:r>
              <a:rPr dirty="0" sz="2950" spc="325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100" b="1">
                <a:solidFill>
                  <a:srgbClr val="333433"/>
                </a:solidFill>
                <a:latin typeface="Comic Sans MS"/>
                <a:cs typeface="Comic Sans MS"/>
              </a:rPr>
              <a:t>is, </a:t>
            </a:r>
            <a:r>
              <a:rPr dirty="0" sz="2950" spc="-280" b="1">
                <a:solidFill>
                  <a:srgbClr val="333433"/>
                </a:solidFill>
                <a:latin typeface="Comic Sans MS"/>
                <a:cs typeface="Comic Sans MS"/>
              </a:rPr>
              <a:t>repudiate)</a:t>
            </a:r>
            <a:r>
              <a:rPr dirty="0" sz="2950" spc="605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280" b="1">
                <a:solidFill>
                  <a:srgbClr val="333433"/>
                </a:solidFill>
                <a:latin typeface="Comic Sans MS"/>
                <a:cs typeface="Comic Sans MS"/>
              </a:rPr>
              <a:t>having</a:t>
            </a:r>
            <a:r>
              <a:rPr dirty="0" sz="2950" spc="605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350" b="1">
                <a:solidFill>
                  <a:srgbClr val="333433"/>
                </a:solidFill>
                <a:latin typeface="Comic Sans MS"/>
                <a:cs typeface="Comic Sans MS"/>
              </a:rPr>
              <a:t>made</a:t>
            </a:r>
            <a:r>
              <a:rPr dirty="0" sz="2950" spc="61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315" b="1">
                <a:solidFill>
                  <a:srgbClr val="333433"/>
                </a:solidFill>
                <a:latin typeface="Comic Sans MS"/>
                <a:cs typeface="Comic Sans MS"/>
              </a:rPr>
              <a:t>a</a:t>
            </a:r>
            <a:r>
              <a:rPr dirty="0" sz="2950" spc="605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280" b="1">
                <a:solidFill>
                  <a:srgbClr val="333433"/>
                </a:solidFill>
                <a:latin typeface="Comic Sans MS"/>
                <a:cs typeface="Comic Sans MS"/>
              </a:rPr>
              <a:t>transaction</a:t>
            </a:r>
            <a:r>
              <a:rPr dirty="0" sz="2950" spc="605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295" b="1">
                <a:solidFill>
                  <a:srgbClr val="333433"/>
                </a:solidFill>
                <a:latin typeface="Comic Sans MS"/>
                <a:cs typeface="Comic Sans MS"/>
              </a:rPr>
              <a:t>such</a:t>
            </a:r>
            <a:r>
              <a:rPr dirty="0" sz="2950" spc="605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295" b="1">
                <a:solidFill>
                  <a:srgbClr val="333433"/>
                </a:solidFill>
                <a:latin typeface="Comic Sans MS"/>
                <a:cs typeface="Comic Sans MS"/>
              </a:rPr>
              <a:t>as</a:t>
            </a:r>
            <a:r>
              <a:rPr dirty="0" sz="2950" spc="605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275" b="1">
                <a:solidFill>
                  <a:srgbClr val="333433"/>
                </a:solidFill>
                <a:latin typeface="Comic Sans MS"/>
                <a:cs typeface="Comic Sans MS"/>
              </a:rPr>
              <a:t>altering </a:t>
            </a:r>
            <a:r>
              <a:rPr dirty="0" sz="2950" spc="-305" b="1">
                <a:solidFill>
                  <a:srgbClr val="333433"/>
                </a:solidFill>
                <a:latin typeface="Comic Sans MS"/>
                <a:cs typeface="Comic Sans MS"/>
              </a:rPr>
              <a:t>data</a:t>
            </a:r>
            <a:r>
              <a:rPr dirty="0" sz="2950" spc="204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285" b="1">
                <a:solidFill>
                  <a:srgbClr val="333433"/>
                </a:solidFill>
                <a:latin typeface="Comic Sans MS"/>
                <a:cs typeface="Comic Sans MS"/>
              </a:rPr>
              <a:t>or</a:t>
            </a:r>
            <a:r>
              <a:rPr dirty="0" sz="2950" spc="21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285" b="1">
                <a:solidFill>
                  <a:srgbClr val="333433"/>
                </a:solidFill>
                <a:latin typeface="Comic Sans MS"/>
                <a:cs typeface="Comic Sans MS"/>
              </a:rPr>
              <a:t>sending</a:t>
            </a:r>
            <a:r>
              <a:rPr dirty="0" sz="2950" spc="215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315" b="1">
                <a:solidFill>
                  <a:srgbClr val="333433"/>
                </a:solidFill>
                <a:latin typeface="Comic Sans MS"/>
                <a:cs typeface="Comic Sans MS"/>
              </a:rPr>
              <a:t>a</a:t>
            </a:r>
            <a:r>
              <a:rPr dirty="0" sz="2950" spc="215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320" b="1">
                <a:solidFill>
                  <a:srgbClr val="333433"/>
                </a:solidFill>
                <a:latin typeface="Comic Sans MS"/>
                <a:cs typeface="Comic Sans MS"/>
              </a:rPr>
              <a:t>message</a:t>
            </a:r>
            <a:r>
              <a:rPr dirty="0" sz="2950" spc="215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305" b="1">
                <a:solidFill>
                  <a:srgbClr val="333433"/>
                </a:solidFill>
                <a:latin typeface="Comic Sans MS"/>
                <a:cs typeface="Comic Sans MS"/>
              </a:rPr>
              <a:t>because</a:t>
            </a:r>
            <a:r>
              <a:rPr dirty="0" sz="2950" spc="21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300" b="1">
                <a:solidFill>
                  <a:srgbClr val="333433"/>
                </a:solidFill>
                <a:latin typeface="Comic Sans MS"/>
                <a:cs typeface="Comic Sans MS"/>
              </a:rPr>
              <a:t>the</a:t>
            </a:r>
            <a:r>
              <a:rPr dirty="0" sz="2950" spc="215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290" b="1">
                <a:solidFill>
                  <a:srgbClr val="333433"/>
                </a:solidFill>
                <a:latin typeface="Comic Sans MS"/>
                <a:cs typeface="Comic Sans MS"/>
              </a:rPr>
              <a:t>user</a:t>
            </a:r>
            <a:r>
              <a:rPr dirty="0" sz="2950" spc="215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320" b="1">
                <a:solidFill>
                  <a:srgbClr val="333433"/>
                </a:solidFill>
                <a:latin typeface="Comic Sans MS"/>
                <a:cs typeface="Comic Sans MS"/>
              </a:rPr>
              <a:t>needed</a:t>
            </a:r>
            <a:r>
              <a:rPr dirty="0" sz="2950" spc="215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305" b="1">
                <a:solidFill>
                  <a:srgbClr val="333433"/>
                </a:solidFill>
                <a:latin typeface="Comic Sans MS"/>
                <a:cs typeface="Comic Sans MS"/>
              </a:rPr>
              <a:t>to </a:t>
            </a:r>
            <a:r>
              <a:rPr dirty="0" sz="2950" spc="-290" b="1">
                <a:solidFill>
                  <a:srgbClr val="333433"/>
                </a:solidFill>
                <a:latin typeface="Comic Sans MS"/>
                <a:cs typeface="Comic Sans MS"/>
              </a:rPr>
              <a:t>pass</a:t>
            </a:r>
            <a:r>
              <a:rPr dirty="0" sz="2950" spc="509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280" b="1">
                <a:solidFill>
                  <a:srgbClr val="333433"/>
                </a:solidFill>
                <a:latin typeface="Comic Sans MS"/>
                <a:cs typeface="Comic Sans MS"/>
              </a:rPr>
              <a:t>authentication</a:t>
            </a:r>
            <a:r>
              <a:rPr dirty="0" sz="2950" spc="515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280" b="1">
                <a:solidFill>
                  <a:srgbClr val="333433"/>
                </a:solidFill>
                <a:latin typeface="Comic Sans MS"/>
                <a:cs typeface="Comic Sans MS"/>
              </a:rPr>
              <a:t>to</a:t>
            </a:r>
            <a:r>
              <a:rPr dirty="0" sz="2950" spc="52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310" b="1">
                <a:solidFill>
                  <a:srgbClr val="333433"/>
                </a:solidFill>
                <a:latin typeface="Comic Sans MS"/>
                <a:cs typeface="Comic Sans MS"/>
              </a:rPr>
              <a:t>perform</a:t>
            </a:r>
            <a:r>
              <a:rPr dirty="0" sz="2950" spc="52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300" b="1">
                <a:solidFill>
                  <a:srgbClr val="333433"/>
                </a:solidFill>
                <a:latin typeface="Comic Sans MS"/>
                <a:cs typeface="Comic Sans MS"/>
              </a:rPr>
              <a:t>the</a:t>
            </a:r>
            <a:r>
              <a:rPr dirty="0" sz="2950" spc="515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280" b="1">
                <a:solidFill>
                  <a:srgbClr val="333433"/>
                </a:solidFill>
                <a:latin typeface="Comic Sans MS"/>
                <a:cs typeface="Comic Sans MS"/>
              </a:rPr>
              <a:t>transaction</a:t>
            </a:r>
            <a:r>
              <a:rPr dirty="0" sz="2950" spc="52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b="1">
                <a:solidFill>
                  <a:srgbClr val="333433"/>
                </a:solidFill>
                <a:latin typeface="Comic Sans MS"/>
                <a:cs typeface="Comic Sans MS"/>
              </a:rPr>
              <a:t>in</a:t>
            </a:r>
            <a:r>
              <a:rPr dirty="0" sz="2950" spc="52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325" b="1">
                <a:solidFill>
                  <a:srgbClr val="333433"/>
                </a:solidFill>
                <a:latin typeface="Comic Sans MS"/>
                <a:cs typeface="Comic Sans MS"/>
              </a:rPr>
              <a:t>the </a:t>
            </a:r>
            <a:r>
              <a:rPr dirty="0" sz="2950" spc="-254" b="1">
                <a:solidFill>
                  <a:srgbClr val="333433"/>
                </a:solidFill>
                <a:latin typeface="Comic Sans MS"/>
                <a:cs typeface="Comic Sans MS"/>
              </a:rPr>
              <a:t>first</a:t>
            </a:r>
            <a:r>
              <a:rPr dirty="0" sz="2950" spc="-22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280" b="1">
                <a:solidFill>
                  <a:srgbClr val="333433"/>
                </a:solidFill>
                <a:latin typeface="Comic Sans MS"/>
                <a:cs typeface="Comic Sans MS"/>
              </a:rPr>
              <a:t>place.</a:t>
            </a:r>
            <a:endParaRPr sz="2950">
              <a:latin typeface="Comic Sans MS"/>
              <a:cs typeface="Comic Sans MS"/>
            </a:endParaRPr>
          </a:p>
          <a:p>
            <a:pPr algn="just" marL="12700" marR="5080">
              <a:lnSpc>
                <a:spcPct val="109400"/>
              </a:lnSpc>
              <a:spcBef>
                <a:spcPts val="3000"/>
              </a:spcBef>
            </a:pP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While</a:t>
            </a:r>
            <a:r>
              <a:rPr dirty="0" sz="2400" spc="254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not</a:t>
            </a:r>
            <a:r>
              <a:rPr dirty="0" sz="2400" spc="26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technically</a:t>
            </a:r>
            <a:r>
              <a:rPr dirty="0" sz="2400" spc="26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part</a:t>
            </a:r>
            <a:r>
              <a:rPr dirty="0" sz="2400" spc="26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of</a:t>
            </a:r>
            <a:r>
              <a:rPr dirty="0" sz="2400" spc="26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the</a:t>
            </a:r>
            <a:r>
              <a:rPr dirty="0" sz="2400" spc="254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CIA</a:t>
            </a:r>
            <a:r>
              <a:rPr dirty="0" sz="2400" spc="26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triad,</a:t>
            </a:r>
            <a:r>
              <a:rPr dirty="0" sz="2400" spc="26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nonrepudiation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does</a:t>
            </a:r>
            <a:r>
              <a:rPr dirty="0" sz="2400" spc="85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combine</a:t>
            </a:r>
            <a:r>
              <a:rPr dirty="0" sz="2400" spc="9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aspects</a:t>
            </a:r>
            <a:r>
              <a:rPr dirty="0" sz="2400" spc="9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of</a:t>
            </a:r>
            <a:r>
              <a:rPr dirty="0" sz="2400" spc="9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information</a:t>
            </a:r>
            <a:r>
              <a:rPr dirty="0" sz="2400" spc="9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confidentiality</a:t>
            </a:r>
            <a:r>
              <a:rPr dirty="0" sz="2400" spc="9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 spc="-25">
                <a:solidFill>
                  <a:srgbClr val="333433"/>
                </a:solidFill>
                <a:latin typeface="Comic Sans MS"/>
                <a:cs typeface="Comic Sans MS"/>
              </a:rPr>
              <a:t>and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integrity.</a:t>
            </a:r>
            <a:r>
              <a:rPr dirty="0" sz="2400" spc="175">
                <a:solidFill>
                  <a:srgbClr val="333433"/>
                </a:solidFill>
                <a:latin typeface="Comic Sans MS"/>
                <a:cs typeface="Comic Sans MS"/>
              </a:rPr>
              <a:t> 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Nonrepudiation</a:t>
            </a:r>
            <a:r>
              <a:rPr dirty="0" sz="2400" spc="175">
                <a:solidFill>
                  <a:srgbClr val="333433"/>
                </a:solidFill>
                <a:latin typeface="Comic Sans MS"/>
                <a:cs typeface="Comic Sans MS"/>
              </a:rPr>
              <a:t> 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involves</a:t>
            </a:r>
            <a:r>
              <a:rPr dirty="0" sz="2400" spc="180">
                <a:solidFill>
                  <a:srgbClr val="333433"/>
                </a:solidFill>
                <a:latin typeface="Comic Sans MS"/>
                <a:cs typeface="Comic Sans MS"/>
              </a:rPr>
              <a:t> 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ensuring</a:t>
            </a:r>
            <a:r>
              <a:rPr dirty="0" sz="2400" spc="175">
                <a:solidFill>
                  <a:srgbClr val="333433"/>
                </a:solidFill>
                <a:latin typeface="Comic Sans MS"/>
                <a:cs typeface="Comic Sans MS"/>
              </a:rPr>
              <a:t> 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that</a:t>
            </a:r>
            <a:r>
              <a:rPr dirty="0" sz="2400" spc="180">
                <a:solidFill>
                  <a:srgbClr val="333433"/>
                </a:solidFill>
                <a:latin typeface="Comic Sans MS"/>
                <a:cs typeface="Comic Sans MS"/>
              </a:rPr>
              <a:t>   </a:t>
            </a:r>
            <a:r>
              <a:rPr dirty="0" sz="2400" spc="-20">
                <a:solidFill>
                  <a:srgbClr val="333433"/>
                </a:solidFill>
                <a:latin typeface="Comic Sans MS"/>
                <a:cs typeface="Comic Sans MS"/>
              </a:rPr>
              <a:t>only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authorized</a:t>
            </a:r>
            <a:r>
              <a:rPr dirty="0" sz="2400" spc="15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users</a:t>
            </a:r>
            <a:r>
              <a:rPr dirty="0" sz="2400" spc="15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work</a:t>
            </a:r>
            <a:r>
              <a:rPr dirty="0" sz="2400" spc="15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with</a:t>
            </a:r>
            <a:r>
              <a:rPr dirty="0" sz="2400" spc="15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data,</a:t>
            </a:r>
            <a:r>
              <a:rPr dirty="0" sz="2400" spc="15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and</a:t>
            </a:r>
            <a:r>
              <a:rPr dirty="0" sz="2400" spc="15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that</a:t>
            </a:r>
            <a:r>
              <a:rPr dirty="0" sz="2400" spc="15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they</a:t>
            </a:r>
            <a:r>
              <a:rPr dirty="0" sz="2400" spc="15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can</a:t>
            </a:r>
            <a:r>
              <a:rPr dirty="0" sz="2400" spc="15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only</a:t>
            </a:r>
            <a:r>
              <a:rPr dirty="0" sz="2400" spc="15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25">
                <a:solidFill>
                  <a:srgbClr val="333433"/>
                </a:solidFill>
                <a:latin typeface="Comic Sans MS"/>
                <a:cs typeface="Comic Sans MS"/>
              </a:rPr>
              <a:t>use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or</a:t>
            </a:r>
            <a:r>
              <a:rPr dirty="0" sz="2400" spc="-2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modify</a:t>
            </a:r>
            <a:r>
              <a:rPr dirty="0" sz="2400" spc="-2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data</a:t>
            </a:r>
            <a:r>
              <a:rPr dirty="0" sz="2400" spc="-2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in</a:t>
            </a:r>
            <a:r>
              <a:rPr dirty="0" sz="2400" spc="-2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authorized</a:t>
            </a:r>
            <a:r>
              <a:rPr dirty="0" sz="2400" spc="-2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ways.</a:t>
            </a:r>
            <a:endParaRPr sz="2400">
              <a:latin typeface="Comic Sans MS"/>
              <a:cs typeface="Comic Sans MS"/>
            </a:endParaRPr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72704" y="5609142"/>
            <a:ext cx="104775" cy="10477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72704" y="8009442"/>
            <a:ext cx="104775" cy="10477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211079" y="1"/>
            <a:ext cx="13077190" cy="10287000"/>
            <a:chOff x="5211079" y="1"/>
            <a:chExt cx="13077190" cy="10287000"/>
          </a:xfrm>
        </p:grpSpPr>
        <p:sp>
          <p:nvSpPr>
            <p:cNvPr id="3" name="object 3"/>
            <p:cNvSpPr/>
            <p:nvPr/>
          </p:nvSpPr>
          <p:spPr>
            <a:xfrm>
              <a:off x="16860376" y="1"/>
              <a:ext cx="1428115" cy="10287000"/>
            </a:xfrm>
            <a:custGeom>
              <a:avLst/>
              <a:gdLst/>
              <a:ahLst/>
              <a:cxnLst/>
              <a:rect l="l" t="t" r="r" b="b"/>
              <a:pathLst>
                <a:path w="1428115" h="10287000">
                  <a:moveTo>
                    <a:pt x="501629" y="62878"/>
                  </a:moveTo>
                  <a:lnTo>
                    <a:pt x="528368" y="0"/>
                  </a:lnTo>
                  <a:lnTo>
                    <a:pt x="1427619" y="0"/>
                  </a:lnTo>
                  <a:lnTo>
                    <a:pt x="1427619" y="10286999"/>
                  </a:lnTo>
                  <a:lnTo>
                    <a:pt x="1287213" y="10286999"/>
                  </a:lnTo>
                  <a:lnTo>
                    <a:pt x="711966" y="878980"/>
                  </a:lnTo>
                  <a:lnTo>
                    <a:pt x="501629" y="62878"/>
                  </a:lnTo>
                  <a:close/>
                </a:path>
                <a:path w="1428115" h="10287000">
                  <a:moveTo>
                    <a:pt x="491447" y="1212337"/>
                  </a:moveTo>
                  <a:lnTo>
                    <a:pt x="711966" y="878980"/>
                  </a:lnTo>
                  <a:lnTo>
                    <a:pt x="1287213" y="10286999"/>
                  </a:lnTo>
                  <a:lnTo>
                    <a:pt x="1180173" y="10286999"/>
                  </a:lnTo>
                  <a:lnTo>
                    <a:pt x="647623" y="1577285"/>
                  </a:lnTo>
                  <a:lnTo>
                    <a:pt x="491447" y="1212337"/>
                  </a:lnTo>
                  <a:close/>
                </a:path>
                <a:path w="1428115" h="10287000">
                  <a:moveTo>
                    <a:pt x="170825" y="2959008"/>
                  </a:moveTo>
                  <a:lnTo>
                    <a:pt x="283851" y="2569972"/>
                  </a:lnTo>
                  <a:lnTo>
                    <a:pt x="508307" y="2361372"/>
                  </a:lnTo>
                  <a:lnTo>
                    <a:pt x="563780" y="1956662"/>
                  </a:lnTo>
                  <a:lnTo>
                    <a:pt x="647623" y="1577285"/>
                  </a:lnTo>
                  <a:lnTo>
                    <a:pt x="1180173" y="10286999"/>
                  </a:lnTo>
                  <a:lnTo>
                    <a:pt x="912696" y="10286999"/>
                  </a:lnTo>
                  <a:lnTo>
                    <a:pt x="713477" y="7028812"/>
                  </a:lnTo>
                  <a:lnTo>
                    <a:pt x="674720" y="6986557"/>
                  </a:lnTo>
                  <a:lnTo>
                    <a:pt x="497692" y="4091303"/>
                  </a:lnTo>
                  <a:lnTo>
                    <a:pt x="418855" y="3960970"/>
                  </a:lnTo>
                  <a:lnTo>
                    <a:pt x="383650" y="3385205"/>
                  </a:lnTo>
                  <a:lnTo>
                    <a:pt x="170825" y="2959008"/>
                  </a:lnTo>
                  <a:close/>
                </a:path>
                <a:path w="1428115" h="10287000">
                  <a:moveTo>
                    <a:pt x="539942" y="7253246"/>
                  </a:moveTo>
                  <a:lnTo>
                    <a:pt x="713477" y="7028812"/>
                  </a:lnTo>
                  <a:lnTo>
                    <a:pt x="912696" y="10286999"/>
                  </a:lnTo>
                  <a:lnTo>
                    <a:pt x="758412" y="10286999"/>
                  </a:lnTo>
                  <a:lnTo>
                    <a:pt x="588680" y="7511086"/>
                  </a:lnTo>
                  <a:lnTo>
                    <a:pt x="539942" y="7253246"/>
                  </a:lnTo>
                  <a:close/>
                </a:path>
                <a:path w="1428115" h="10287000">
                  <a:moveTo>
                    <a:pt x="186086" y="5401904"/>
                  </a:moveTo>
                  <a:lnTo>
                    <a:pt x="379883" y="5070181"/>
                  </a:lnTo>
                  <a:lnTo>
                    <a:pt x="499960" y="4848770"/>
                  </a:lnTo>
                  <a:lnTo>
                    <a:pt x="473895" y="4422473"/>
                  </a:lnTo>
                  <a:lnTo>
                    <a:pt x="497692" y="4091303"/>
                  </a:lnTo>
                  <a:lnTo>
                    <a:pt x="674720" y="6986557"/>
                  </a:lnTo>
                  <a:lnTo>
                    <a:pt x="596682" y="6901474"/>
                  </a:lnTo>
                  <a:lnTo>
                    <a:pt x="542295" y="6011995"/>
                  </a:lnTo>
                  <a:lnTo>
                    <a:pt x="417356" y="5683030"/>
                  </a:lnTo>
                  <a:lnTo>
                    <a:pt x="186086" y="5401904"/>
                  </a:lnTo>
                  <a:close/>
                </a:path>
                <a:path w="1428115" h="10287000">
                  <a:moveTo>
                    <a:pt x="300053" y="3764568"/>
                  </a:moveTo>
                  <a:lnTo>
                    <a:pt x="383650" y="3385205"/>
                  </a:lnTo>
                  <a:lnTo>
                    <a:pt x="418855" y="3960970"/>
                  </a:lnTo>
                  <a:lnTo>
                    <a:pt x="300053" y="3764568"/>
                  </a:lnTo>
                  <a:close/>
                </a:path>
                <a:path w="1428115" h="10287000">
                  <a:moveTo>
                    <a:pt x="446141" y="6737342"/>
                  </a:moveTo>
                  <a:lnTo>
                    <a:pt x="532848" y="6449076"/>
                  </a:lnTo>
                  <a:lnTo>
                    <a:pt x="542295" y="6011995"/>
                  </a:lnTo>
                  <a:lnTo>
                    <a:pt x="596682" y="6901474"/>
                  </a:lnTo>
                  <a:lnTo>
                    <a:pt x="446141" y="6737342"/>
                  </a:lnTo>
                  <a:close/>
                </a:path>
                <a:path w="1428115" h="10287000">
                  <a:moveTo>
                    <a:pt x="0" y="8515803"/>
                  </a:moveTo>
                  <a:lnTo>
                    <a:pt x="274697" y="8179134"/>
                  </a:lnTo>
                  <a:lnTo>
                    <a:pt x="439829" y="7756893"/>
                  </a:lnTo>
                  <a:lnTo>
                    <a:pt x="588680" y="7511086"/>
                  </a:lnTo>
                  <a:lnTo>
                    <a:pt x="758412" y="10286999"/>
                  </a:lnTo>
                  <a:lnTo>
                    <a:pt x="403581" y="10286999"/>
                  </a:lnTo>
                  <a:lnTo>
                    <a:pt x="323501" y="8977310"/>
                  </a:lnTo>
                  <a:lnTo>
                    <a:pt x="0" y="8515803"/>
                  </a:lnTo>
                  <a:close/>
                </a:path>
                <a:path w="1428115" h="10287000">
                  <a:moveTo>
                    <a:pt x="233450" y="9347716"/>
                  </a:moveTo>
                  <a:lnTo>
                    <a:pt x="323501" y="8977306"/>
                  </a:lnTo>
                  <a:lnTo>
                    <a:pt x="403581" y="10286999"/>
                  </a:lnTo>
                  <a:lnTo>
                    <a:pt x="377744" y="10286999"/>
                  </a:lnTo>
                  <a:lnTo>
                    <a:pt x="343446" y="9726069"/>
                  </a:lnTo>
                  <a:lnTo>
                    <a:pt x="233450" y="9347716"/>
                  </a:lnTo>
                  <a:close/>
                </a:path>
                <a:path w="1428115" h="10287000">
                  <a:moveTo>
                    <a:pt x="157361" y="10286999"/>
                  </a:moveTo>
                  <a:lnTo>
                    <a:pt x="179944" y="10110563"/>
                  </a:lnTo>
                  <a:lnTo>
                    <a:pt x="343446" y="9726069"/>
                  </a:lnTo>
                  <a:lnTo>
                    <a:pt x="377744" y="10286999"/>
                  </a:lnTo>
                  <a:lnTo>
                    <a:pt x="157361" y="10286999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6932848" y="1"/>
              <a:ext cx="1355725" cy="10287000"/>
            </a:xfrm>
            <a:custGeom>
              <a:avLst/>
              <a:gdLst/>
              <a:ahLst/>
              <a:cxnLst/>
              <a:rect l="l" t="t" r="r" b="b"/>
              <a:pathLst>
                <a:path w="1355725" h="10287000">
                  <a:moveTo>
                    <a:pt x="551392" y="0"/>
                  </a:moveTo>
                  <a:lnTo>
                    <a:pt x="1355147" y="0"/>
                  </a:lnTo>
                  <a:lnTo>
                    <a:pt x="1355147" y="10286999"/>
                  </a:lnTo>
                  <a:lnTo>
                    <a:pt x="1301111" y="10286999"/>
                  </a:lnTo>
                  <a:lnTo>
                    <a:pt x="709714" y="614851"/>
                  </a:lnTo>
                  <a:lnTo>
                    <a:pt x="551392" y="0"/>
                  </a:lnTo>
                  <a:close/>
                </a:path>
                <a:path w="1355725" h="10287000">
                  <a:moveTo>
                    <a:pt x="489441" y="948192"/>
                  </a:moveTo>
                  <a:lnTo>
                    <a:pt x="709714" y="614851"/>
                  </a:lnTo>
                  <a:lnTo>
                    <a:pt x="1301111" y="10286999"/>
                  </a:lnTo>
                  <a:lnTo>
                    <a:pt x="1194071" y="10286999"/>
                  </a:lnTo>
                  <a:lnTo>
                    <a:pt x="645356" y="1312910"/>
                  </a:lnTo>
                  <a:lnTo>
                    <a:pt x="489441" y="948192"/>
                  </a:lnTo>
                  <a:close/>
                </a:path>
                <a:path w="1355725" h="10287000">
                  <a:moveTo>
                    <a:pt x="168618" y="2695615"/>
                  </a:moveTo>
                  <a:lnTo>
                    <a:pt x="281875" y="2306319"/>
                  </a:lnTo>
                  <a:lnTo>
                    <a:pt x="506085" y="2097733"/>
                  </a:lnTo>
                  <a:lnTo>
                    <a:pt x="561573" y="1693269"/>
                  </a:lnTo>
                  <a:lnTo>
                    <a:pt x="645356" y="1312910"/>
                  </a:lnTo>
                  <a:lnTo>
                    <a:pt x="1194071" y="10286999"/>
                  </a:lnTo>
                  <a:lnTo>
                    <a:pt x="926595" y="10286999"/>
                  </a:lnTo>
                  <a:lnTo>
                    <a:pt x="711285" y="6765664"/>
                  </a:lnTo>
                  <a:lnTo>
                    <a:pt x="672529" y="6723409"/>
                  </a:lnTo>
                  <a:lnTo>
                    <a:pt x="495470" y="3827665"/>
                  </a:lnTo>
                  <a:lnTo>
                    <a:pt x="416639" y="3697430"/>
                  </a:lnTo>
                  <a:lnTo>
                    <a:pt x="381428" y="3121567"/>
                  </a:lnTo>
                  <a:lnTo>
                    <a:pt x="168618" y="2695615"/>
                  </a:lnTo>
                  <a:close/>
                </a:path>
                <a:path w="1355725" h="10287000">
                  <a:moveTo>
                    <a:pt x="537765" y="6990343"/>
                  </a:moveTo>
                  <a:lnTo>
                    <a:pt x="711285" y="6765664"/>
                  </a:lnTo>
                  <a:lnTo>
                    <a:pt x="926595" y="10286999"/>
                  </a:lnTo>
                  <a:lnTo>
                    <a:pt x="773294" y="10286999"/>
                  </a:lnTo>
                  <a:lnTo>
                    <a:pt x="587439" y="7247387"/>
                  </a:lnTo>
                  <a:lnTo>
                    <a:pt x="537765" y="6990343"/>
                  </a:lnTo>
                  <a:close/>
                </a:path>
                <a:path w="1355725" h="10287000">
                  <a:moveTo>
                    <a:pt x="183970" y="5139981"/>
                  </a:moveTo>
                  <a:lnTo>
                    <a:pt x="377692" y="4807033"/>
                  </a:lnTo>
                  <a:lnTo>
                    <a:pt x="497784" y="4585867"/>
                  </a:lnTo>
                  <a:lnTo>
                    <a:pt x="471704" y="4159325"/>
                  </a:lnTo>
                  <a:lnTo>
                    <a:pt x="495470" y="3827665"/>
                  </a:lnTo>
                  <a:lnTo>
                    <a:pt x="672529" y="6723409"/>
                  </a:lnTo>
                  <a:lnTo>
                    <a:pt x="594754" y="6638613"/>
                  </a:lnTo>
                  <a:lnTo>
                    <a:pt x="540349" y="5748832"/>
                  </a:lnTo>
                  <a:lnTo>
                    <a:pt x="415165" y="5419882"/>
                  </a:lnTo>
                  <a:lnTo>
                    <a:pt x="183970" y="5139981"/>
                  </a:lnTo>
                  <a:close/>
                </a:path>
                <a:path w="1355725" h="10287000">
                  <a:moveTo>
                    <a:pt x="297847" y="3501176"/>
                  </a:moveTo>
                  <a:lnTo>
                    <a:pt x="381428" y="3121567"/>
                  </a:lnTo>
                  <a:lnTo>
                    <a:pt x="416639" y="3697430"/>
                  </a:lnTo>
                  <a:lnTo>
                    <a:pt x="297847" y="3501176"/>
                  </a:lnTo>
                  <a:close/>
                </a:path>
                <a:path w="1355725" h="10287000">
                  <a:moveTo>
                    <a:pt x="443949" y="6474194"/>
                  </a:moveTo>
                  <a:lnTo>
                    <a:pt x="530656" y="6185928"/>
                  </a:lnTo>
                  <a:lnTo>
                    <a:pt x="540349" y="5748832"/>
                  </a:lnTo>
                  <a:lnTo>
                    <a:pt x="594754" y="6638613"/>
                  </a:lnTo>
                  <a:lnTo>
                    <a:pt x="443949" y="6474194"/>
                  </a:lnTo>
                  <a:close/>
                </a:path>
                <a:path w="1355725" h="10287000">
                  <a:moveTo>
                    <a:pt x="0" y="8252274"/>
                  </a:moveTo>
                  <a:lnTo>
                    <a:pt x="273471" y="7915680"/>
                  </a:lnTo>
                  <a:lnTo>
                    <a:pt x="438587" y="7493194"/>
                  </a:lnTo>
                  <a:lnTo>
                    <a:pt x="587439" y="7247387"/>
                  </a:lnTo>
                  <a:lnTo>
                    <a:pt x="773294" y="10286999"/>
                  </a:lnTo>
                  <a:lnTo>
                    <a:pt x="418463" y="10286999"/>
                  </a:lnTo>
                  <a:lnTo>
                    <a:pt x="322275" y="8713855"/>
                  </a:lnTo>
                  <a:lnTo>
                    <a:pt x="0" y="8252274"/>
                  </a:lnTo>
                  <a:close/>
                </a:path>
                <a:path w="1355725" h="10287000">
                  <a:moveTo>
                    <a:pt x="231183" y="9083341"/>
                  </a:moveTo>
                  <a:lnTo>
                    <a:pt x="322275" y="8713854"/>
                  </a:lnTo>
                  <a:lnTo>
                    <a:pt x="418463" y="10286999"/>
                  </a:lnTo>
                  <a:lnTo>
                    <a:pt x="390658" y="10286999"/>
                  </a:lnTo>
                  <a:lnTo>
                    <a:pt x="340259" y="9462735"/>
                  </a:lnTo>
                  <a:lnTo>
                    <a:pt x="231183" y="9083341"/>
                  </a:lnTo>
                  <a:close/>
                </a:path>
                <a:path w="1355725" h="10287000">
                  <a:moveTo>
                    <a:pt x="120215" y="10286999"/>
                  </a:moveTo>
                  <a:lnTo>
                    <a:pt x="176496" y="9847000"/>
                  </a:lnTo>
                  <a:lnTo>
                    <a:pt x="340259" y="9462735"/>
                  </a:lnTo>
                  <a:lnTo>
                    <a:pt x="390658" y="10286999"/>
                  </a:lnTo>
                  <a:lnTo>
                    <a:pt x="120215" y="10286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7462088" y="1"/>
              <a:ext cx="826135" cy="10287000"/>
            </a:xfrm>
            <a:custGeom>
              <a:avLst/>
              <a:gdLst/>
              <a:ahLst/>
              <a:cxnLst/>
              <a:rect l="l" t="t" r="r" b="b"/>
              <a:pathLst>
                <a:path w="826134" h="10287000">
                  <a:moveTo>
                    <a:pt x="283569" y="0"/>
                  </a:moveTo>
                  <a:lnTo>
                    <a:pt x="825907" y="0"/>
                  </a:lnTo>
                  <a:lnTo>
                    <a:pt x="825907" y="7492473"/>
                  </a:lnTo>
                  <a:lnTo>
                    <a:pt x="654527" y="4689589"/>
                  </a:lnTo>
                  <a:lnTo>
                    <a:pt x="654275" y="4689477"/>
                  </a:lnTo>
                  <a:lnTo>
                    <a:pt x="396998" y="481783"/>
                  </a:lnTo>
                  <a:lnTo>
                    <a:pt x="367330" y="343176"/>
                  </a:lnTo>
                  <a:lnTo>
                    <a:pt x="283569" y="0"/>
                  </a:lnTo>
                  <a:close/>
                </a:path>
                <a:path w="826134" h="10287000">
                  <a:moveTo>
                    <a:pt x="334431" y="5233506"/>
                  </a:moveTo>
                  <a:lnTo>
                    <a:pt x="654527" y="4689589"/>
                  </a:lnTo>
                  <a:lnTo>
                    <a:pt x="825907" y="7492473"/>
                  </a:lnTo>
                  <a:lnTo>
                    <a:pt x="825907" y="7717846"/>
                  </a:lnTo>
                  <a:lnTo>
                    <a:pt x="779865" y="6964833"/>
                  </a:lnTo>
                  <a:lnTo>
                    <a:pt x="726497" y="6719826"/>
                  </a:lnTo>
                  <a:lnTo>
                    <a:pt x="459680" y="6545463"/>
                  </a:lnTo>
                  <a:lnTo>
                    <a:pt x="409481" y="5724475"/>
                  </a:lnTo>
                  <a:lnTo>
                    <a:pt x="334431" y="5233506"/>
                  </a:lnTo>
                  <a:close/>
                </a:path>
                <a:path w="826134" h="10287000">
                  <a:moveTo>
                    <a:pt x="287909" y="927171"/>
                  </a:moveTo>
                  <a:lnTo>
                    <a:pt x="305650" y="865564"/>
                  </a:lnTo>
                  <a:lnTo>
                    <a:pt x="344309" y="725770"/>
                  </a:lnTo>
                  <a:lnTo>
                    <a:pt x="382040" y="575330"/>
                  </a:lnTo>
                  <a:lnTo>
                    <a:pt x="396998" y="481783"/>
                  </a:lnTo>
                  <a:lnTo>
                    <a:pt x="654275" y="4689477"/>
                  </a:lnTo>
                  <a:lnTo>
                    <a:pt x="605201" y="4667623"/>
                  </a:lnTo>
                  <a:lnTo>
                    <a:pt x="395979" y="1245849"/>
                  </a:lnTo>
                  <a:lnTo>
                    <a:pt x="287909" y="927171"/>
                  </a:lnTo>
                  <a:close/>
                </a:path>
                <a:path w="826134" h="10287000">
                  <a:moveTo>
                    <a:pt x="0" y="8183006"/>
                  </a:moveTo>
                  <a:lnTo>
                    <a:pt x="263855" y="7898426"/>
                  </a:lnTo>
                  <a:lnTo>
                    <a:pt x="307763" y="7469572"/>
                  </a:lnTo>
                  <a:lnTo>
                    <a:pt x="456860" y="7223750"/>
                  </a:lnTo>
                  <a:lnTo>
                    <a:pt x="779865" y="6964833"/>
                  </a:lnTo>
                  <a:lnTo>
                    <a:pt x="825907" y="7717846"/>
                  </a:lnTo>
                  <a:lnTo>
                    <a:pt x="825907" y="10286999"/>
                  </a:lnTo>
                  <a:lnTo>
                    <a:pt x="402768" y="10286999"/>
                  </a:lnTo>
                  <a:lnTo>
                    <a:pt x="298266" y="8577897"/>
                  </a:lnTo>
                  <a:lnTo>
                    <a:pt x="0" y="8183006"/>
                  </a:lnTo>
                  <a:close/>
                </a:path>
                <a:path w="826134" h="10287000">
                  <a:moveTo>
                    <a:pt x="37676" y="2670031"/>
                  </a:moveTo>
                  <a:lnTo>
                    <a:pt x="45156" y="2569448"/>
                  </a:lnTo>
                  <a:lnTo>
                    <a:pt x="85223" y="2440044"/>
                  </a:lnTo>
                  <a:lnTo>
                    <a:pt x="129831" y="2328310"/>
                  </a:lnTo>
                  <a:lnTo>
                    <a:pt x="150933" y="2280734"/>
                  </a:lnTo>
                  <a:lnTo>
                    <a:pt x="172397" y="2240468"/>
                  </a:lnTo>
                  <a:lnTo>
                    <a:pt x="219310" y="2147443"/>
                  </a:lnTo>
                  <a:lnTo>
                    <a:pt x="265087" y="2044138"/>
                  </a:lnTo>
                  <a:lnTo>
                    <a:pt x="283630" y="1971940"/>
                  </a:lnTo>
                  <a:lnTo>
                    <a:pt x="282364" y="1938106"/>
                  </a:lnTo>
                  <a:lnTo>
                    <a:pt x="282616" y="1889261"/>
                  </a:lnTo>
                  <a:lnTo>
                    <a:pt x="286467" y="1712640"/>
                  </a:lnTo>
                  <a:lnTo>
                    <a:pt x="286776" y="1663732"/>
                  </a:lnTo>
                  <a:lnTo>
                    <a:pt x="285594" y="1629802"/>
                  </a:lnTo>
                  <a:lnTo>
                    <a:pt x="300748" y="1545751"/>
                  </a:lnTo>
                  <a:lnTo>
                    <a:pt x="338925" y="1416440"/>
                  </a:lnTo>
                  <a:lnTo>
                    <a:pt x="378033" y="1297822"/>
                  </a:lnTo>
                  <a:lnTo>
                    <a:pt x="395979" y="1245849"/>
                  </a:lnTo>
                  <a:lnTo>
                    <a:pt x="605201" y="4667623"/>
                  </a:lnTo>
                  <a:lnTo>
                    <a:pt x="412448" y="4581785"/>
                  </a:lnTo>
                  <a:lnTo>
                    <a:pt x="364772" y="3802066"/>
                  </a:lnTo>
                  <a:lnTo>
                    <a:pt x="97509" y="3521247"/>
                  </a:lnTo>
                  <a:lnTo>
                    <a:pt x="51796" y="2773638"/>
                  </a:lnTo>
                  <a:lnTo>
                    <a:pt x="37676" y="2670031"/>
                  </a:lnTo>
                  <a:close/>
                </a:path>
                <a:path w="826134" h="10287000">
                  <a:moveTo>
                    <a:pt x="366916" y="4561509"/>
                  </a:moveTo>
                  <a:lnTo>
                    <a:pt x="340745" y="4133496"/>
                  </a:lnTo>
                  <a:lnTo>
                    <a:pt x="364772" y="3802066"/>
                  </a:lnTo>
                  <a:lnTo>
                    <a:pt x="412448" y="4581785"/>
                  </a:lnTo>
                  <a:lnTo>
                    <a:pt x="366916" y="4561509"/>
                  </a:lnTo>
                  <a:close/>
                </a:path>
                <a:path w="826134" h="10287000">
                  <a:moveTo>
                    <a:pt x="313326" y="6449822"/>
                  </a:moveTo>
                  <a:lnTo>
                    <a:pt x="399788" y="6161571"/>
                  </a:lnTo>
                  <a:lnTo>
                    <a:pt x="409481" y="5724475"/>
                  </a:lnTo>
                  <a:lnTo>
                    <a:pt x="459680" y="6545463"/>
                  </a:lnTo>
                  <a:lnTo>
                    <a:pt x="313326" y="6449822"/>
                  </a:lnTo>
                  <a:close/>
                </a:path>
                <a:path w="826134" h="10287000">
                  <a:moveTo>
                    <a:pt x="60262" y="3482112"/>
                  </a:moveTo>
                  <a:lnTo>
                    <a:pt x="62662" y="3078679"/>
                  </a:lnTo>
                  <a:lnTo>
                    <a:pt x="62164" y="3028079"/>
                  </a:lnTo>
                  <a:lnTo>
                    <a:pt x="59250" y="2909693"/>
                  </a:lnTo>
                  <a:lnTo>
                    <a:pt x="51796" y="2773638"/>
                  </a:lnTo>
                  <a:lnTo>
                    <a:pt x="97509" y="3521247"/>
                  </a:lnTo>
                  <a:lnTo>
                    <a:pt x="60262" y="3482112"/>
                  </a:lnTo>
                  <a:close/>
                </a:path>
                <a:path w="826134" h="10287000">
                  <a:moveTo>
                    <a:pt x="101110" y="9059919"/>
                  </a:moveTo>
                  <a:lnTo>
                    <a:pt x="298266" y="8577897"/>
                  </a:lnTo>
                  <a:lnTo>
                    <a:pt x="402768" y="10286999"/>
                  </a:lnTo>
                  <a:lnTo>
                    <a:pt x="379638" y="10286999"/>
                  </a:lnTo>
                  <a:lnTo>
                    <a:pt x="331955" y="9507159"/>
                  </a:lnTo>
                  <a:lnTo>
                    <a:pt x="101110" y="9059919"/>
                  </a:lnTo>
                  <a:close/>
                </a:path>
                <a:path w="826134" h="10287000">
                  <a:moveTo>
                    <a:pt x="175275" y="10272869"/>
                  </a:moveTo>
                  <a:lnTo>
                    <a:pt x="160505" y="9741553"/>
                  </a:lnTo>
                  <a:lnTo>
                    <a:pt x="331955" y="9507159"/>
                  </a:lnTo>
                  <a:lnTo>
                    <a:pt x="379638" y="10286999"/>
                  </a:lnTo>
                  <a:lnTo>
                    <a:pt x="182582" y="10286999"/>
                  </a:lnTo>
                  <a:lnTo>
                    <a:pt x="175275" y="10272869"/>
                  </a:lnTo>
                  <a:close/>
                </a:path>
              </a:pathLst>
            </a:custGeom>
            <a:solidFill>
              <a:srgbClr val="FFD04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11079" y="8324850"/>
              <a:ext cx="11687174" cy="1866899"/>
            </a:xfrm>
            <a:prstGeom prst="rect">
              <a:avLst/>
            </a:prstGeom>
          </p:spPr>
        </p:pic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1016000" y="554037"/>
            <a:ext cx="1697989" cy="9398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0" spc="-25" b="0">
                <a:solidFill>
                  <a:srgbClr val="5460A8"/>
                </a:solidFill>
                <a:latin typeface="Comic Sans MS"/>
                <a:cs typeface="Comic Sans MS"/>
              </a:rPr>
              <a:t>AAA</a:t>
            </a:r>
            <a:endParaRPr sz="6000">
              <a:latin typeface="Comic Sans MS"/>
              <a:cs typeface="Comic Sans MS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52118" y="3265169"/>
            <a:ext cx="104775" cy="104774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5501293" y="951229"/>
            <a:ext cx="11139170" cy="33921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14599"/>
              </a:lnSpc>
              <a:spcBef>
                <a:spcPts val="100"/>
              </a:spcBef>
            </a:pP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In</a:t>
            </a:r>
            <a:r>
              <a:rPr dirty="0" sz="2400" spc="31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information</a:t>
            </a:r>
            <a:r>
              <a:rPr dirty="0" sz="2400" spc="31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security,</a:t>
            </a:r>
            <a:r>
              <a:rPr dirty="0" sz="2400" spc="31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AAA</a:t>
            </a:r>
            <a:r>
              <a:rPr dirty="0" sz="2400" spc="31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stands</a:t>
            </a:r>
            <a:r>
              <a:rPr dirty="0" sz="2400" spc="31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for</a:t>
            </a:r>
            <a:r>
              <a:rPr dirty="0" sz="2400" spc="31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Authentication,</a:t>
            </a:r>
            <a:r>
              <a:rPr dirty="0" sz="2400" spc="31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Authorization,</a:t>
            </a:r>
            <a:r>
              <a:rPr dirty="0" sz="2400" spc="31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25">
                <a:solidFill>
                  <a:srgbClr val="333433"/>
                </a:solidFill>
                <a:latin typeface="Comic Sans MS"/>
                <a:cs typeface="Comic Sans MS"/>
              </a:rPr>
              <a:t>and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Accounting.</a:t>
            </a:r>
            <a:r>
              <a:rPr dirty="0" sz="2400" spc="15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It</a:t>
            </a:r>
            <a:r>
              <a:rPr dirty="0" sz="2400" spc="15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is</a:t>
            </a:r>
            <a:r>
              <a:rPr dirty="0" sz="2400" spc="15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</a:t>
            </a:r>
            <a:r>
              <a:rPr dirty="0" sz="2400" spc="15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foundational</a:t>
            </a:r>
            <a:r>
              <a:rPr dirty="0" sz="2400" spc="15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framework</a:t>
            </a:r>
            <a:r>
              <a:rPr dirty="0" sz="2400" spc="15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used</a:t>
            </a:r>
            <a:r>
              <a:rPr dirty="0" sz="2400" spc="15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to</a:t>
            </a:r>
            <a:r>
              <a:rPr dirty="0" sz="2400" spc="15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control</a:t>
            </a:r>
            <a:r>
              <a:rPr dirty="0" sz="2400" spc="15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who</a:t>
            </a:r>
            <a:r>
              <a:rPr dirty="0" sz="2400" spc="15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is</a:t>
            </a:r>
            <a:r>
              <a:rPr dirty="0" sz="2400" spc="15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allowed</a:t>
            </a:r>
            <a:r>
              <a:rPr dirty="0" sz="2400" spc="15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25">
                <a:solidFill>
                  <a:srgbClr val="333433"/>
                </a:solidFill>
                <a:latin typeface="Comic Sans MS"/>
                <a:cs typeface="Comic Sans MS"/>
              </a:rPr>
              <a:t>to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access</a:t>
            </a:r>
            <a:r>
              <a:rPr dirty="0" sz="2400" spc="43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network</a:t>
            </a:r>
            <a:r>
              <a:rPr dirty="0" sz="2400" spc="434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resources,</a:t>
            </a:r>
            <a:r>
              <a:rPr dirty="0" sz="2400" spc="43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what</a:t>
            </a:r>
            <a:r>
              <a:rPr dirty="0" sz="2400" spc="434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permissions</a:t>
            </a:r>
            <a:r>
              <a:rPr dirty="0" sz="2400" spc="434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they</a:t>
            </a:r>
            <a:r>
              <a:rPr dirty="0" sz="2400" spc="43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have</a:t>
            </a:r>
            <a:r>
              <a:rPr dirty="0" sz="2400" spc="434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while</a:t>
            </a:r>
            <a:r>
              <a:rPr dirty="0" sz="2400" spc="434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inside,</a:t>
            </a:r>
            <a:r>
              <a:rPr dirty="0" sz="2400" spc="43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and</a:t>
            </a:r>
            <a:r>
              <a:rPr dirty="0" sz="2400" spc="434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25">
                <a:solidFill>
                  <a:srgbClr val="333433"/>
                </a:solidFill>
                <a:latin typeface="Comic Sans MS"/>
                <a:cs typeface="Comic Sans MS"/>
              </a:rPr>
              <a:t>to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track their 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activities.</a:t>
            </a:r>
            <a:endParaRPr sz="240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  <a:spcBef>
                <a:spcPts val="135"/>
              </a:spcBef>
            </a:pPr>
            <a:endParaRPr sz="2400">
              <a:latin typeface="Comic Sans MS"/>
              <a:cs typeface="Comic Sans MS"/>
            </a:endParaRPr>
          </a:p>
          <a:p>
            <a:pPr algn="just" marL="530225" marR="5080">
              <a:lnSpc>
                <a:spcPts val="3300"/>
              </a:lnSpc>
            </a:pPr>
            <a:r>
              <a:rPr dirty="0" sz="2950" spc="-280" b="1">
                <a:solidFill>
                  <a:srgbClr val="333433"/>
                </a:solidFill>
                <a:latin typeface="Comic Sans MS"/>
                <a:cs typeface="Comic Sans MS"/>
              </a:rPr>
              <a:t>Authentication:</a:t>
            </a:r>
            <a:r>
              <a:rPr dirty="0" sz="2950" spc="254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Verifies</a:t>
            </a:r>
            <a:r>
              <a:rPr dirty="0" sz="2400" spc="484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the</a:t>
            </a:r>
            <a:r>
              <a:rPr dirty="0" sz="2400" spc="484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identity</a:t>
            </a:r>
            <a:r>
              <a:rPr dirty="0" sz="2400" spc="49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of</a:t>
            </a:r>
            <a:r>
              <a:rPr dirty="0" sz="2400" spc="484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</a:t>
            </a:r>
            <a:r>
              <a:rPr dirty="0" sz="2400" spc="49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user</a:t>
            </a:r>
            <a:r>
              <a:rPr dirty="0" sz="2400" spc="484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or</a:t>
            </a:r>
            <a:r>
              <a:rPr dirty="0" sz="2400" spc="49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device,</a:t>
            </a:r>
            <a:r>
              <a:rPr dirty="0" sz="2400" spc="484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typically</a:t>
            </a:r>
            <a:r>
              <a:rPr dirty="0" sz="2400" spc="484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25">
                <a:solidFill>
                  <a:srgbClr val="333433"/>
                </a:solidFill>
                <a:latin typeface="Comic Sans MS"/>
                <a:cs typeface="Comic Sans MS"/>
              </a:rPr>
              <a:t>via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passwords,</a:t>
            </a:r>
            <a:r>
              <a:rPr dirty="0" sz="2400" spc="-2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tokens,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or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biometrics.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It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answers</a:t>
            </a:r>
            <a:r>
              <a:rPr dirty="0" sz="2400" spc="-5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the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question,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 spc="-300">
                <a:solidFill>
                  <a:srgbClr val="333433"/>
                </a:solidFill>
                <a:latin typeface="Comic Sans MS"/>
                <a:cs typeface="Comic Sans MS"/>
              </a:rPr>
              <a:t>"</a:t>
            </a:r>
            <a:r>
              <a:rPr dirty="0" sz="2950" spc="-300" b="1">
                <a:solidFill>
                  <a:srgbClr val="333433"/>
                </a:solidFill>
                <a:latin typeface="Comic Sans MS"/>
                <a:cs typeface="Comic Sans MS"/>
              </a:rPr>
              <a:t>Who</a:t>
            </a:r>
            <a:r>
              <a:rPr dirty="0" sz="2950" spc="47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325" b="1">
                <a:solidFill>
                  <a:srgbClr val="333433"/>
                </a:solidFill>
                <a:latin typeface="Comic Sans MS"/>
                <a:cs typeface="Comic Sans MS"/>
              </a:rPr>
              <a:t>are </a:t>
            </a:r>
            <a:r>
              <a:rPr dirty="0" sz="2950" spc="-55" b="1">
                <a:solidFill>
                  <a:srgbClr val="333433"/>
                </a:solidFill>
                <a:latin typeface="Comic Sans MS"/>
                <a:cs typeface="Comic Sans MS"/>
              </a:rPr>
              <a:t>you?</a:t>
            </a:r>
            <a:r>
              <a:rPr dirty="0" sz="2400" spc="-55">
                <a:solidFill>
                  <a:srgbClr val="333433"/>
                </a:solidFill>
                <a:latin typeface="Comic Sans MS"/>
                <a:cs typeface="Comic Sans MS"/>
              </a:rPr>
              <a:t>"</a:t>
            </a:r>
            <a:endParaRPr sz="2400">
              <a:latin typeface="Comic Sans MS"/>
              <a:cs typeface="Comic Sans MS"/>
            </a:endParaRPr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52118" y="4941569"/>
            <a:ext cx="104775" cy="104774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6019363" y="4707473"/>
            <a:ext cx="2133600" cy="4743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950" spc="-290" b="1">
                <a:solidFill>
                  <a:srgbClr val="333433"/>
                </a:solidFill>
                <a:latin typeface="Comic Sans MS"/>
                <a:cs typeface="Comic Sans MS"/>
              </a:rPr>
              <a:t>Authorization:</a:t>
            </a:r>
            <a:endParaRPr sz="2950">
              <a:latin typeface="Comic Sans MS"/>
              <a:cs typeface="Comic Sans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452852" y="4776469"/>
            <a:ext cx="818769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38020" algn="l"/>
                <a:tab pos="3025140" algn="l"/>
                <a:tab pos="4793615" algn="l"/>
                <a:tab pos="5801360" algn="l"/>
                <a:tab pos="6393180" algn="l"/>
                <a:tab pos="7687309" algn="l"/>
              </a:tabLst>
            </a:pP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Determines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	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which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	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resources,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	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files,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	</a:t>
            </a:r>
            <a:r>
              <a:rPr dirty="0" sz="2400" spc="-25">
                <a:solidFill>
                  <a:srgbClr val="333433"/>
                </a:solidFill>
                <a:latin typeface="Comic Sans MS"/>
                <a:cs typeface="Comic Sans MS"/>
              </a:rPr>
              <a:t>or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	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actions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	</a:t>
            </a:r>
            <a:r>
              <a:rPr dirty="0" sz="2400" spc="-25">
                <a:solidFill>
                  <a:srgbClr val="333433"/>
                </a:solidFill>
                <a:latin typeface="Comic Sans MS"/>
                <a:cs typeface="Comic Sans MS"/>
              </a:rPr>
              <a:t>the</a:t>
            </a:r>
            <a:endParaRPr sz="2400">
              <a:latin typeface="Comic Sans MS"/>
              <a:cs typeface="Comic Sans MS"/>
            </a:endParaRPr>
          </a:p>
        </p:txBody>
      </p:sp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52118" y="7037069"/>
            <a:ext cx="104775" cy="104774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6019363" y="5195569"/>
            <a:ext cx="10621010" cy="2500630"/>
          </a:xfrm>
          <a:prstGeom prst="rect">
            <a:avLst/>
          </a:prstGeom>
        </p:spPr>
        <p:txBody>
          <a:bodyPr wrap="square" lIns="0" tIns="31750" rIns="0" bIns="0" rtlCol="0" vert="horz">
            <a:spAutoFit/>
          </a:bodyPr>
          <a:lstStyle/>
          <a:p>
            <a:pPr algn="just" marL="12700" marR="5080">
              <a:lnSpc>
                <a:spcPct val="94700"/>
              </a:lnSpc>
              <a:spcBef>
                <a:spcPts val="250"/>
              </a:spcBef>
            </a:pP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authenticated</a:t>
            </a:r>
            <a:r>
              <a:rPr dirty="0" sz="2400" spc="229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user</a:t>
            </a:r>
            <a:r>
              <a:rPr dirty="0" sz="2400" spc="23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is</a:t>
            </a:r>
            <a:r>
              <a:rPr dirty="0" sz="2400" spc="23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permitted</a:t>
            </a:r>
            <a:r>
              <a:rPr dirty="0" sz="2400" spc="23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to</a:t>
            </a:r>
            <a:r>
              <a:rPr dirty="0" sz="2400" spc="23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access</a:t>
            </a:r>
            <a:r>
              <a:rPr dirty="0" sz="2400" spc="23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or</a:t>
            </a:r>
            <a:r>
              <a:rPr dirty="0" sz="2400" spc="23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perform</a:t>
            </a:r>
            <a:r>
              <a:rPr dirty="0" sz="2400" spc="23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(e.g.,</a:t>
            </a:r>
            <a:r>
              <a:rPr dirty="0" sz="2400" spc="23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20">
                <a:solidFill>
                  <a:srgbClr val="333433"/>
                </a:solidFill>
                <a:latin typeface="Comic Sans MS"/>
                <a:cs typeface="Comic Sans MS"/>
              </a:rPr>
              <a:t>read-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only</a:t>
            </a:r>
            <a:r>
              <a:rPr dirty="0" sz="2400" spc="229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25">
                <a:solidFill>
                  <a:srgbClr val="333433"/>
                </a:solidFill>
                <a:latin typeface="Comic Sans MS"/>
                <a:cs typeface="Comic Sans MS"/>
              </a:rPr>
              <a:t>vs.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admin</a:t>
            </a:r>
            <a:r>
              <a:rPr dirty="0" sz="2400" spc="52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privileges).</a:t>
            </a:r>
            <a:r>
              <a:rPr dirty="0" sz="2400" spc="53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It</a:t>
            </a:r>
            <a:r>
              <a:rPr dirty="0" sz="2400" spc="54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answers</a:t>
            </a:r>
            <a:r>
              <a:rPr dirty="0" sz="2400" spc="53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the</a:t>
            </a:r>
            <a:r>
              <a:rPr dirty="0" sz="2400" spc="53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question,</a:t>
            </a:r>
            <a:r>
              <a:rPr dirty="0" sz="2400" spc="54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300">
                <a:solidFill>
                  <a:srgbClr val="333433"/>
                </a:solidFill>
                <a:latin typeface="Comic Sans MS"/>
                <a:cs typeface="Comic Sans MS"/>
              </a:rPr>
              <a:t>"</a:t>
            </a:r>
            <a:r>
              <a:rPr dirty="0" sz="2950" spc="-300" b="1">
                <a:solidFill>
                  <a:srgbClr val="333433"/>
                </a:solidFill>
                <a:latin typeface="Comic Sans MS"/>
                <a:cs typeface="Comic Sans MS"/>
              </a:rPr>
              <a:t>What</a:t>
            </a:r>
            <a:r>
              <a:rPr dirty="0" sz="2950" spc="30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300" b="1">
                <a:solidFill>
                  <a:srgbClr val="333433"/>
                </a:solidFill>
                <a:latin typeface="Comic Sans MS"/>
                <a:cs typeface="Comic Sans MS"/>
              </a:rPr>
              <a:t>are</a:t>
            </a:r>
            <a:r>
              <a:rPr dirty="0" sz="2950" spc="305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300" b="1">
                <a:solidFill>
                  <a:srgbClr val="333433"/>
                </a:solidFill>
                <a:latin typeface="Comic Sans MS"/>
                <a:cs typeface="Comic Sans MS"/>
              </a:rPr>
              <a:t>you</a:t>
            </a:r>
            <a:r>
              <a:rPr dirty="0" sz="2950" spc="30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280" b="1">
                <a:solidFill>
                  <a:srgbClr val="333433"/>
                </a:solidFill>
                <a:latin typeface="Comic Sans MS"/>
                <a:cs typeface="Comic Sans MS"/>
              </a:rPr>
              <a:t>allowed</a:t>
            </a:r>
            <a:r>
              <a:rPr dirty="0" sz="2950" spc="30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305" b="1">
                <a:solidFill>
                  <a:srgbClr val="333433"/>
                </a:solidFill>
                <a:latin typeface="Comic Sans MS"/>
                <a:cs typeface="Comic Sans MS"/>
              </a:rPr>
              <a:t>to </a:t>
            </a:r>
            <a:r>
              <a:rPr dirty="0" sz="2950" spc="-20" b="1">
                <a:solidFill>
                  <a:srgbClr val="333433"/>
                </a:solidFill>
                <a:latin typeface="Comic Sans MS"/>
                <a:cs typeface="Comic Sans MS"/>
              </a:rPr>
              <a:t>do?</a:t>
            </a:r>
            <a:r>
              <a:rPr dirty="0" sz="2400" spc="-20">
                <a:solidFill>
                  <a:srgbClr val="333433"/>
                </a:solidFill>
                <a:latin typeface="Comic Sans MS"/>
                <a:cs typeface="Comic Sans MS"/>
              </a:rPr>
              <a:t>"</a:t>
            </a:r>
            <a:endParaRPr sz="240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400">
              <a:latin typeface="Comic Sans MS"/>
              <a:cs typeface="Comic Sans MS"/>
            </a:endParaRPr>
          </a:p>
          <a:p>
            <a:pPr algn="just" marL="12700" marR="5080">
              <a:lnSpc>
                <a:spcPts val="3300"/>
              </a:lnSpc>
            </a:pPr>
            <a:r>
              <a:rPr dirty="0" sz="2950" spc="-290" b="1">
                <a:solidFill>
                  <a:srgbClr val="333433"/>
                </a:solidFill>
                <a:latin typeface="Comic Sans MS"/>
                <a:cs typeface="Comic Sans MS"/>
              </a:rPr>
              <a:t>Accounting:</a:t>
            </a:r>
            <a:r>
              <a:rPr dirty="0" sz="2950" spc="-3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Tracks</a:t>
            </a:r>
            <a:r>
              <a:rPr dirty="0" sz="2400" spc="9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and</a:t>
            </a:r>
            <a:r>
              <a:rPr dirty="0" sz="2400" spc="16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logs</a:t>
            </a:r>
            <a:r>
              <a:rPr dirty="0" sz="2400" spc="16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user</a:t>
            </a:r>
            <a:r>
              <a:rPr dirty="0" sz="2400" spc="16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activity,</a:t>
            </a:r>
            <a:r>
              <a:rPr dirty="0" sz="2400" spc="16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such</a:t>
            </a:r>
            <a:r>
              <a:rPr dirty="0" sz="2400" spc="16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as</a:t>
            </a:r>
            <a:r>
              <a:rPr dirty="0" sz="2400" spc="15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login/logout</a:t>
            </a:r>
            <a:r>
              <a:rPr dirty="0" sz="2400" spc="16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times</a:t>
            </a:r>
            <a:r>
              <a:rPr dirty="0" sz="2400" spc="16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25">
                <a:solidFill>
                  <a:srgbClr val="333433"/>
                </a:solidFill>
                <a:latin typeface="Comic Sans MS"/>
                <a:cs typeface="Comic Sans MS"/>
              </a:rPr>
              <a:t>and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data</a:t>
            </a:r>
            <a:r>
              <a:rPr dirty="0" sz="2400" spc="-4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consumed.</a:t>
            </a:r>
            <a:r>
              <a:rPr dirty="0" sz="2400" spc="-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It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answers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the</a:t>
            </a:r>
            <a:r>
              <a:rPr dirty="0" sz="2400" spc="-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question,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300">
                <a:solidFill>
                  <a:srgbClr val="333433"/>
                </a:solidFill>
                <a:latin typeface="Comic Sans MS"/>
                <a:cs typeface="Comic Sans MS"/>
              </a:rPr>
              <a:t>"</a:t>
            </a:r>
            <a:r>
              <a:rPr dirty="0" sz="2950" spc="-300" b="1">
                <a:solidFill>
                  <a:srgbClr val="333433"/>
                </a:solidFill>
                <a:latin typeface="Comic Sans MS"/>
                <a:cs typeface="Comic Sans MS"/>
              </a:rPr>
              <a:t>What</a:t>
            </a:r>
            <a:r>
              <a:rPr dirty="0" sz="2950" spc="-235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275" b="1">
                <a:solidFill>
                  <a:srgbClr val="333433"/>
                </a:solidFill>
                <a:latin typeface="Comic Sans MS"/>
                <a:cs typeface="Comic Sans MS"/>
              </a:rPr>
              <a:t>did</a:t>
            </a:r>
            <a:r>
              <a:rPr dirty="0" sz="2950" spc="-24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300" b="1">
                <a:solidFill>
                  <a:srgbClr val="333433"/>
                </a:solidFill>
                <a:latin typeface="Comic Sans MS"/>
                <a:cs typeface="Comic Sans MS"/>
              </a:rPr>
              <a:t>you</a:t>
            </a:r>
            <a:r>
              <a:rPr dirty="0" sz="2950" spc="-245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20" b="1">
                <a:solidFill>
                  <a:srgbClr val="333433"/>
                </a:solidFill>
                <a:latin typeface="Comic Sans MS"/>
                <a:cs typeface="Comic Sans MS"/>
              </a:rPr>
              <a:t>do?</a:t>
            </a:r>
            <a:r>
              <a:rPr dirty="0" sz="2400" spc="-20">
                <a:solidFill>
                  <a:srgbClr val="333433"/>
                </a:solidFill>
                <a:latin typeface="Comic Sans MS"/>
                <a:cs typeface="Comic Sans MS"/>
              </a:rPr>
              <a:t>"</a:t>
            </a:r>
            <a:endParaRPr sz="2400">
              <a:latin typeface="Comic Sans MS"/>
              <a:cs typeface="Comic Sans MS"/>
            </a:endParaRPr>
          </a:p>
        </p:txBody>
      </p:sp>
      <p:pic>
        <p:nvPicPr>
          <p:cNvPr id="15" name="object 1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28700" y="1666685"/>
            <a:ext cx="4181474" cy="639127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54337" y="1"/>
            <a:ext cx="18034000" cy="10287000"/>
            <a:chOff x="254337" y="1"/>
            <a:chExt cx="1803400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4337" y="1028700"/>
              <a:ext cx="17411699" cy="842962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6860376" y="1"/>
              <a:ext cx="1428115" cy="10287000"/>
            </a:xfrm>
            <a:custGeom>
              <a:avLst/>
              <a:gdLst/>
              <a:ahLst/>
              <a:cxnLst/>
              <a:rect l="l" t="t" r="r" b="b"/>
              <a:pathLst>
                <a:path w="1428115" h="10287000">
                  <a:moveTo>
                    <a:pt x="501629" y="62878"/>
                  </a:moveTo>
                  <a:lnTo>
                    <a:pt x="528368" y="0"/>
                  </a:lnTo>
                  <a:lnTo>
                    <a:pt x="1427619" y="0"/>
                  </a:lnTo>
                  <a:lnTo>
                    <a:pt x="1427619" y="10286999"/>
                  </a:lnTo>
                  <a:lnTo>
                    <a:pt x="1287213" y="10286999"/>
                  </a:lnTo>
                  <a:lnTo>
                    <a:pt x="711966" y="878980"/>
                  </a:lnTo>
                  <a:lnTo>
                    <a:pt x="501629" y="62878"/>
                  </a:lnTo>
                  <a:close/>
                </a:path>
                <a:path w="1428115" h="10287000">
                  <a:moveTo>
                    <a:pt x="491447" y="1212337"/>
                  </a:moveTo>
                  <a:lnTo>
                    <a:pt x="711966" y="878980"/>
                  </a:lnTo>
                  <a:lnTo>
                    <a:pt x="1287213" y="10286999"/>
                  </a:lnTo>
                  <a:lnTo>
                    <a:pt x="1180173" y="10286999"/>
                  </a:lnTo>
                  <a:lnTo>
                    <a:pt x="647623" y="1577285"/>
                  </a:lnTo>
                  <a:lnTo>
                    <a:pt x="491447" y="1212337"/>
                  </a:lnTo>
                  <a:close/>
                </a:path>
                <a:path w="1428115" h="10287000">
                  <a:moveTo>
                    <a:pt x="170825" y="2959008"/>
                  </a:moveTo>
                  <a:lnTo>
                    <a:pt x="283851" y="2569972"/>
                  </a:lnTo>
                  <a:lnTo>
                    <a:pt x="508307" y="2361372"/>
                  </a:lnTo>
                  <a:lnTo>
                    <a:pt x="563780" y="1956662"/>
                  </a:lnTo>
                  <a:lnTo>
                    <a:pt x="647623" y="1577285"/>
                  </a:lnTo>
                  <a:lnTo>
                    <a:pt x="1180173" y="10286999"/>
                  </a:lnTo>
                  <a:lnTo>
                    <a:pt x="912696" y="10286999"/>
                  </a:lnTo>
                  <a:lnTo>
                    <a:pt x="713477" y="7028812"/>
                  </a:lnTo>
                  <a:lnTo>
                    <a:pt x="674720" y="6986557"/>
                  </a:lnTo>
                  <a:lnTo>
                    <a:pt x="497692" y="4091303"/>
                  </a:lnTo>
                  <a:lnTo>
                    <a:pt x="418855" y="3960970"/>
                  </a:lnTo>
                  <a:lnTo>
                    <a:pt x="383650" y="3385205"/>
                  </a:lnTo>
                  <a:lnTo>
                    <a:pt x="170825" y="2959008"/>
                  </a:lnTo>
                  <a:close/>
                </a:path>
                <a:path w="1428115" h="10287000">
                  <a:moveTo>
                    <a:pt x="539942" y="7253246"/>
                  </a:moveTo>
                  <a:lnTo>
                    <a:pt x="713477" y="7028812"/>
                  </a:lnTo>
                  <a:lnTo>
                    <a:pt x="912696" y="10286999"/>
                  </a:lnTo>
                  <a:lnTo>
                    <a:pt x="758412" y="10286999"/>
                  </a:lnTo>
                  <a:lnTo>
                    <a:pt x="588680" y="7511086"/>
                  </a:lnTo>
                  <a:lnTo>
                    <a:pt x="539942" y="7253246"/>
                  </a:lnTo>
                  <a:close/>
                </a:path>
                <a:path w="1428115" h="10287000">
                  <a:moveTo>
                    <a:pt x="186086" y="5401904"/>
                  </a:moveTo>
                  <a:lnTo>
                    <a:pt x="379883" y="5070181"/>
                  </a:lnTo>
                  <a:lnTo>
                    <a:pt x="499960" y="4848770"/>
                  </a:lnTo>
                  <a:lnTo>
                    <a:pt x="473895" y="4422473"/>
                  </a:lnTo>
                  <a:lnTo>
                    <a:pt x="497692" y="4091303"/>
                  </a:lnTo>
                  <a:lnTo>
                    <a:pt x="674720" y="6986557"/>
                  </a:lnTo>
                  <a:lnTo>
                    <a:pt x="596682" y="6901474"/>
                  </a:lnTo>
                  <a:lnTo>
                    <a:pt x="542295" y="6011995"/>
                  </a:lnTo>
                  <a:lnTo>
                    <a:pt x="417356" y="5683030"/>
                  </a:lnTo>
                  <a:lnTo>
                    <a:pt x="186086" y="5401904"/>
                  </a:lnTo>
                  <a:close/>
                </a:path>
                <a:path w="1428115" h="10287000">
                  <a:moveTo>
                    <a:pt x="300053" y="3764568"/>
                  </a:moveTo>
                  <a:lnTo>
                    <a:pt x="383650" y="3385205"/>
                  </a:lnTo>
                  <a:lnTo>
                    <a:pt x="418855" y="3960970"/>
                  </a:lnTo>
                  <a:lnTo>
                    <a:pt x="300053" y="3764568"/>
                  </a:lnTo>
                  <a:close/>
                </a:path>
                <a:path w="1428115" h="10287000">
                  <a:moveTo>
                    <a:pt x="446141" y="6737342"/>
                  </a:moveTo>
                  <a:lnTo>
                    <a:pt x="532848" y="6449076"/>
                  </a:lnTo>
                  <a:lnTo>
                    <a:pt x="542295" y="6011995"/>
                  </a:lnTo>
                  <a:lnTo>
                    <a:pt x="596682" y="6901474"/>
                  </a:lnTo>
                  <a:lnTo>
                    <a:pt x="446141" y="6737342"/>
                  </a:lnTo>
                  <a:close/>
                </a:path>
                <a:path w="1428115" h="10287000">
                  <a:moveTo>
                    <a:pt x="0" y="8515803"/>
                  </a:moveTo>
                  <a:lnTo>
                    <a:pt x="274697" y="8179134"/>
                  </a:lnTo>
                  <a:lnTo>
                    <a:pt x="439829" y="7756893"/>
                  </a:lnTo>
                  <a:lnTo>
                    <a:pt x="588680" y="7511086"/>
                  </a:lnTo>
                  <a:lnTo>
                    <a:pt x="758412" y="10286999"/>
                  </a:lnTo>
                  <a:lnTo>
                    <a:pt x="403581" y="10286999"/>
                  </a:lnTo>
                  <a:lnTo>
                    <a:pt x="323501" y="8977310"/>
                  </a:lnTo>
                  <a:lnTo>
                    <a:pt x="0" y="8515803"/>
                  </a:lnTo>
                  <a:close/>
                </a:path>
                <a:path w="1428115" h="10287000">
                  <a:moveTo>
                    <a:pt x="233450" y="9347716"/>
                  </a:moveTo>
                  <a:lnTo>
                    <a:pt x="323501" y="8977306"/>
                  </a:lnTo>
                  <a:lnTo>
                    <a:pt x="403581" y="10286999"/>
                  </a:lnTo>
                  <a:lnTo>
                    <a:pt x="377744" y="10286999"/>
                  </a:lnTo>
                  <a:lnTo>
                    <a:pt x="343446" y="9726069"/>
                  </a:lnTo>
                  <a:lnTo>
                    <a:pt x="233450" y="9347716"/>
                  </a:lnTo>
                  <a:close/>
                </a:path>
                <a:path w="1428115" h="10287000">
                  <a:moveTo>
                    <a:pt x="157361" y="10286999"/>
                  </a:moveTo>
                  <a:lnTo>
                    <a:pt x="179944" y="10110563"/>
                  </a:lnTo>
                  <a:lnTo>
                    <a:pt x="343446" y="9726069"/>
                  </a:lnTo>
                  <a:lnTo>
                    <a:pt x="377744" y="10286999"/>
                  </a:lnTo>
                  <a:lnTo>
                    <a:pt x="157361" y="10286999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6932848" y="1"/>
              <a:ext cx="1355725" cy="10287000"/>
            </a:xfrm>
            <a:custGeom>
              <a:avLst/>
              <a:gdLst/>
              <a:ahLst/>
              <a:cxnLst/>
              <a:rect l="l" t="t" r="r" b="b"/>
              <a:pathLst>
                <a:path w="1355725" h="10287000">
                  <a:moveTo>
                    <a:pt x="551392" y="0"/>
                  </a:moveTo>
                  <a:lnTo>
                    <a:pt x="1355147" y="0"/>
                  </a:lnTo>
                  <a:lnTo>
                    <a:pt x="1355147" y="10286999"/>
                  </a:lnTo>
                  <a:lnTo>
                    <a:pt x="1301111" y="10286999"/>
                  </a:lnTo>
                  <a:lnTo>
                    <a:pt x="709714" y="614851"/>
                  </a:lnTo>
                  <a:lnTo>
                    <a:pt x="551392" y="0"/>
                  </a:lnTo>
                  <a:close/>
                </a:path>
                <a:path w="1355725" h="10287000">
                  <a:moveTo>
                    <a:pt x="489441" y="948192"/>
                  </a:moveTo>
                  <a:lnTo>
                    <a:pt x="709714" y="614851"/>
                  </a:lnTo>
                  <a:lnTo>
                    <a:pt x="1301111" y="10286999"/>
                  </a:lnTo>
                  <a:lnTo>
                    <a:pt x="1194071" y="10286999"/>
                  </a:lnTo>
                  <a:lnTo>
                    <a:pt x="645356" y="1312910"/>
                  </a:lnTo>
                  <a:lnTo>
                    <a:pt x="489441" y="948192"/>
                  </a:lnTo>
                  <a:close/>
                </a:path>
                <a:path w="1355725" h="10287000">
                  <a:moveTo>
                    <a:pt x="168618" y="2695615"/>
                  </a:moveTo>
                  <a:lnTo>
                    <a:pt x="281875" y="2306319"/>
                  </a:lnTo>
                  <a:lnTo>
                    <a:pt x="506085" y="2097733"/>
                  </a:lnTo>
                  <a:lnTo>
                    <a:pt x="561573" y="1693269"/>
                  </a:lnTo>
                  <a:lnTo>
                    <a:pt x="645356" y="1312910"/>
                  </a:lnTo>
                  <a:lnTo>
                    <a:pt x="1194071" y="10286999"/>
                  </a:lnTo>
                  <a:lnTo>
                    <a:pt x="926595" y="10286999"/>
                  </a:lnTo>
                  <a:lnTo>
                    <a:pt x="711285" y="6765664"/>
                  </a:lnTo>
                  <a:lnTo>
                    <a:pt x="672529" y="6723409"/>
                  </a:lnTo>
                  <a:lnTo>
                    <a:pt x="495470" y="3827665"/>
                  </a:lnTo>
                  <a:lnTo>
                    <a:pt x="416639" y="3697430"/>
                  </a:lnTo>
                  <a:lnTo>
                    <a:pt x="381428" y="3121567"/>
                  </a:lnTo>
                  <a:lnTo>
                    <a:pt x="168618" y="2695615"/>
                  </a:lnTo>
                  <a:close/>
                </a:path>
                <a:path w="1355725" h="10287000">
                  <a:moveTo>
                    <a:pt x="537765" y="6990343"/>
                  </a:moveTo>
                  <a:lnTo>
                    <a:pt x="711285" y="6765664"/>
                  </a:lnTo>
                  <a:lnTo>
                    <a:pt x="926595" y="10286999"/>
                  </a:lnTo>
                  <a:lnTo>
                    <a:pt x="773294" y="10286999"/>
                  </a:lnTo>
                  <a:lnTo>
                    <a:pt x="587439" y="7247387"/>
                  </a:lnTo>
                  <a:lnTo>
                    <a:pt x="537765" y="6990343"/>
                  </a:lnTo>
                  <a:close/>
                </a:path>
                <a:path w="1355725" h="10287000">
                  <a:moveTo>
                    <a:pt x="183970" y="5139981"/>
                  </a:moveTo>
                  <a:lnTo>
                    <a:pt x="377692" y="4807033"/>
                  </a:lnTo>
                  <a:lnTo>
                    <a:pt x="497784" y="4585867"/>
                  </a:lnTo>
                  <a:lnTo>
                    <a:pt x="471704" y="4159325"/>
                  </a:lnTo>
                  <a:lnTo>
                    <a:pt x="495470" y="3827665"/>
                  </a:lnTo>
                  <a:lnTo>
                    <a:pt x="672529" y="6723409"/>
                  </a:lnTo>
                  <a:lnTo>
                    <a:pt x="594754" y="6638613"/>
                  </a:lnTo>
                  <a:lnTo>
                    <a:pt x="540349" y="5748832"/>
                  </a:lnTo>
                  <a:lnTo>
                    <a:pt x="415165" y="5419882"/>
                  </a:lnTo>
                  <a:lnTo>
                    <a:pt x="183970" y="5139981"/>
                  </a:lnTo>
                  <a:close/>
                </a:path>
                <a:path w="1355725" h="10287000">
                  <a:moveTo>
                    <a:pt x="297847" y="3501176"/>
                  </a:moveTo>
                  <a:lnTo>
                    <a:pt x="381428" y="3121567"/>
                  </a:lnTo>
                  <a:lnTo>
                    <a:pt x="416639" y="3697430"/>
                  </a:lnTo>
                  <a:lnTo>
                    <a:pt x="297847" y="3501176"/>
                  </a:lnTo>
                  <a:close/>
                </a:path>
                <a:path w="1355725" h="10287000">
                  <a:moveTo>
                    <a:pt x="443949" y="6474194"/>
                  </a:moveTo>
                  <a:lnTo>
                    <a:pt x="530656" y="6185928"/>
                  </a:lnTo>
                  <a:lnTo>
                    <a:pt x="540349" y="5748832"/>
                  </a:lnTo>
                  <a:lnTo>
                    <a:pt x="594754" y="6638613"/>
                  </a:lnTo>
                  <a:lnTo>
                    <a:pt x="443949" y="6474194"/>
                  </a:lnTo>
                  <a:close/>
                </a:path>
                <a:path w="1355725" h="10287000">
                  <a:moveTo>
                    <a:pt x="0" y="8252274"/>
                  </a:moveTo>
                  <a:lnTo>
                    <a:pt x="273471" y="7915680"/>
                  </a:lnTo>
                  <a:lnTo>
                    <a:pt x="438587" y="7493194"/>
                  </a:lnTo>
                  <a:lnTo>
                    <a:pt x="587439" y="7247387"/>
                  </a:lnTo>
                  <a:lnTo>
                    <a:pt x="773294" y="10286999"/>
                  </a:lnTo>
                  <a:lnTo>
                    <a:pt x="418463" y="10286999"/>
                  </a:lnTo>
                  <a:lnTo>
                    <a:pt x="322275" y="8713855"/>
                  </a:lnTo>
                  <a:lnTo>
                    <a:pt x="0" y="8252274"/>
                  </a:lnTo>
                  <a:close/>
                </a:path>
                <a:path w="1355725" h="10287000">
                  <a:moveTo>
                    <a:pt x="231183" y="9083341"/>
                  </a:moveTo>
                  <a:lnTo>
                    <a:pt x="322275" y="8713854"/>
                  </a:lnTo>
                  <a:lnTo>
                    <a:pt x="418463" y="10286999"/>
                  </a:lnTo>
                  <a:lnTo>
                    <a:pt x="390658" y="10286999"/>
                  </a:lnTo>
                  <a:lnTo>
                    <a:pt x="340259" y="9462735"/>
                  </a:lnTo>
                  <a:lnTo>
                    <a:pt x="231183" y="9083341"/>
                  </a:lnTo>
                  <a:close/>
                </a:path>
                <a:path w="1355725" h="10287000">
                  <a:moveTo>
                    <a:pt x="120215" y="10286999"/>
                  </a:moveTo>
                  <a:lnTo>
                    <a:pt x="176496" y="9847000"/>
                  </a:lnTo>
                  <a:lnTo>
                    <a:pt x="340259" y="9462735"/>
                  </a:lnTo>
                  <a:lnTo>
                    <a:pt x="390658" y="10286999"/>
                  </a:lnTo>
                  <a:lnTo>
                    <a:pt x="120215" y="10286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7462088" y="1"/>
              <a:ext cx="826135" cy="10287000"/>
            </a:xfrm>
            <a:custGeom>
              <a:avLst/>
              <a:gdLst/>
              <a:ahLst/>
              <a:cxnLst/>
              <a:rect l="l" t="t" r="r" b="b"/>
              <a:pathLst>
                <a:path w="826134" h="10287000">
                  <a:moveTo>
                    <a:pt x="283569" y="0"/>
                  </a:moveTo>
                  <a:lnTo>
                    <a:pt x="825907" y="0"/>
                  </a:lnTo>
                  <a:lnTo>
                    <a:pt x="825907" y="7492473"/>
                  </a:lnTo>
                  <a:lnTo>
                    <a:pt x="654527" y="4689589"/>
                  </a:lnTo>
                  <a:lnTo>
                    <a:pt x="654275" y="4689477"/>
                  </a:lnTo>
                  <a:lnTo>
                    <a:pt x="396998" y="481783"/>
                  </a:lnTo>
                  <a:lnTo>
                    <a:pt x="367330" y="343176"/>
                  </a:lnTo>
                  <a:lnTo>
                    <a:pt x="283569" y="0"/>
                  </a:lnTo>
                  <a:close/>
                </a:path>
                <a:path w="826134" h="10287000">
                  <a:moveTo>
                    <a:pt x="334431" y="5233506"/>
                  </a:moveTo>
                  <a:lnTo>
                    <a:pt x="654527" y="4689589"/>
                  </a:lnTo>
                  <a:lnTo>
                    <a:pt x="825907" y="7492473"/>
                  </a:lnTo>
                  <a:lnTo>
                    <a:pt x="825907" y="7717846"/>
                  </a:lnTo>
                  <a:lnTo>
                    <a:pt x="779865" y="6964833"/>
                  </a:lnTo>
                  <a:lnTo>
                    <a:pt x="726497" y="6719826"/>
                  </a:lnTo>
                  <a:lnTo>
                    <a:pt x="459680" y="6545463"/>
                  </a:lnTo>
                  <a:lnTo>
                    <a:pt x="409481" y="5724475"/>
                  </a:lnTo>
                  <a:lnTo>
                    <a:pt x="334431" y="5233506"/>
                  </a:lnTo>
                  <a:close/>
                </a:path>
                <a:path w="826134" h="10287000">
                  <a:moveTo>
                    <a:pt x="287909" y="927171"/>
                  </a:moveTo>
                  <a:lnTo>
                    <a:pt x="305650" y="865564"/>
                  </a:lnTo>
                  <a:lnTo>
                    <a:pt x="344309" y="725770"/>
                  </a:lnTo>
                  <a:lnTo>
                    <a:pt x="382040" y="575330"/>
                  </a:lnTo>
                  <a:lnTo>
                    <a:pt x="396998" y="481783"/>
                  </a:lnTo>
                  <a:lnTo>
                    <a:pt x="654275" y="4689477"/>
                  </a:lnTo>
                  <a:lnTo>
                    <a:pt x="605201" y="4667623"/>
                  </a:lnTo>
                  <a:lnTo>
                    <a:pt x="395979" y="1245849"/>
                  </a:lnTo>
                  <a:lnTo>
                    <a:pt x="287909" y="927171"/>
                  </a:lnTo>
                  <a:close/>
                </a:path>
                <a:path w="826134" h="10287000">
                  <a:moveTo>
                    <a:pt x="0" y="8183006"/>
                  </a:moveTo>
                  <a:lnTo>
                    <a:pt x="263855" y="7898426"/>
                  </a:lnTo>
                  <a:lnTo>
                    <a:pt x="307763" y="7469572"/>
                  </a:lnTo>
                  <a:lnTo>
                    <a:pt x="456860" y="7223750"/>
                  </a:lnTo>
                  <a:lnTo>
                    <a:pt x="779865" y="6964833"/>
                  </a:lnTo>
                  <a:lnTo>
                    <a:pt x="825907" y="7717846"/>
                  </a:lnTo>
                  <a:lnTo>
                    <a:pt x="825907" y="10286999"/>
                  </a:lnTo>
                  <a:lnTo>
                    <a:pt x="402768" y="10286999"/>
                  </a:lnTo>
                  <a:lnTo>
                    <a:pt x="298266" y="8577897"/>
                  </a:lnTo>
                  <a:lnTo>
                    <a:pt x="0" y="8183006"/>
                  </a:lnTo>
                  <a:close/>
                </a:path>
                <a:path w="826134" h="10287000">
                  <a:moveTo>
                    <a:pt x="37676" y="2670031"/>
                  </a:moveTo>
                  <a:lnTo>
                    <a:pt x="45156" y="2569448"/>
                  </a:lnTo>
                  <a:lnTo>
                    <a:pt x="85223" y="2440044"/>
                  </a:lnTo>
                  <a:lnTo>
                    <a:pt x="129831" y="2328310"/>
                  </a:lnTo>
                  <a:lnTo>
                    <a:pt x="150933" y="2280734"/>
                  </a:lnTo>
                  <a:lnTo>
                    <a:pt x="172397" y="2240468"/>
                  </a:lnTo>
                  <a:lnTo>
                    <a:pt x="219310" y="2147443"/>
                  </a:lnTo>
                  <a:lnTo>
                    <a:pt x="265087" y="2044138"/>
                  </a:lnTo>
                  <a:lnTo>
                    <a:pt x="283630" y="1971940"/>
                  </a:lnTo>
                  <a:lnTo>
                    <a:pt x="282364" y="1938106"/>
                  </a:lnTo>
                  <a:lnTo>
                    <a:pt x="282616" y="1889261"/>
                  </a:lnTo>
                  <a:lnTo>
                    <a:pt x="286467" y="1712640"/>
                  </a:lnTo>
                  <a:lnTo>
                    <a:pt x="286776" y="1663732"/>
                  </a:lnTo>
                  <a:lnTo>
                    <a:pt x="285594" y="1629802"/>
                  </a:lnTo>
                  <a:lnTo>
                    <a:pt x="300748" y="1545751"/>
                  </a:lnTo>
                  <a:lnTo>
                    <a:pt x="338925" y="1416440"/>
                  </a:lnTo>
                  <a:lnTo>
                    <a:pt x="378033" y="1297822"/>
                  </a:lnTo>
                  <a:lnTo>
                    <a:pt x="395979" y="1245849"/>
                  </a:lnTo>
                  <a:lnTo>
                    <a:pt x="605201" y="4667623"/>
                  </a:lnTo>
                  <a:lnTo>
                    <a:pt x="412448" y="4581785"/>
                  </a:lnTo>
                  <a:lnTo>
                    <a:pt x="364772" y="3802066"/>
                  </a:lnTo>
                  <a:lnTo>
                    <a:pt x="97509" y="3521247"/>
                  </a:lnTo>
                  <a:lnTo>
                    <a:pt x="51796" y="2773638"/>
                  </a:lnTo>
                  <a:lnTo>
                    <a:pt x="37676" y="2670031"/>
                  </a:lnTo>
                  <a:close/>
                </a:path>
                <a:path w="826134" h="10287000">
                  <a:moveTo>
                    <a:pt x="366916" y="4561509"/>
                  </a:moveTo>
                  <a:lnTo>
                    <a:pt x="340745" y="4133496"/>
                  </a:lnTo>
                  <a:lnTo>
                    <a:pt x="364772" y="3802066"/>
                  </a:lnTo>
                  <a:lnTo>
                    <a:pt x="412448" y="4581785"/>
                  </a:lnTo>
                  <a:lnTo>
                    <a:pt x="366916" y="4561509"/>
                  </a:lnTo>
                  <a:close/>
                </a:path>
                <a:path w="826134" h="10287000">
                  <a:moveTo>
                    <a:pt x="313326" y="6449822"/>
                  </a:moveTo>
                  <a:lnTo>
                    <a:pt x="399788" y="6161571"/>
                  </a:lnTo>
                  <a:lnTo>
                    <a:pt x="409481" y="5724475"/>
                  </a:lnTo>
                  <a:lnTo>
                    <a:pt x="459680" y="6545463"/>
                  </a:lnTo>
                  <a:lnTo>
                    <a:pt x="313326" y="6449822"/>
                  </a:lnTo>
                  <a:close/>
                </a:path>
                <a:path w="826134" h="10287000">
                  <a:moveTo>
                    <a:pt x="60262" y="3482112"/>
                  </a:moveTo>
                  <a:lnTo>
                    <a:pt x="62662" y="3078679"/>
                  </a:lnTo>
                  <a:lnTo>
                    <a:pt x="62164" y="3028079"/>
                  </a:lnTo>
                  <a:lnTo>
                    <a:pt x="59250" y="2909693"/>
                  </a:lnTo>
                  <a:lnTo>
                    <a:pt x="51796" y="2773638"/>
                  </a:lnTo>
                  <a:lnTo>
                    <a:pt x="97509" y="3521247"/>
                  </a:lnTo>
                  <a:lnTo>
                    <a:pt x="60262" y="3482112"/>
                  </a:lnTo>
                  <a:close/>
                </a:path>
                <a:path w="826134" h="10287000">
                  <a:moveTo>
                    <a:pt x="101110" y="9059919"/>
                  </a:moveTo>
                  <a:lnTo>
                    <a:pt x="298266" y="8577897"/>
                  </a:lnTo>
                  <a:lnTo>
                    <a:pt x="402768" y="10286999"/>
                  </a:lnTo>
                  <a:lnTo>
                    <a:pt x="379638" y="10286999"/>
                  </a:lnTo>
                  <a:lnTo>
                    <a:pt x="331955" y="9507159"/>
                  </a:lnTo>
                  <a:lnTo>
                    <a:pt x="101110" y="9059919"/>
                  </a:lnTo>
                  <a:close/>
                </a:path>
                <a:path w="826134" h="10287000">
                  <a:moveTo>
                    <a:pt x="175275" y="10272869"/>
                  </a:moveTo>
                  <a:lnTo>
                    <a:pt x="160505" y="9741553"/>
                  </a:lnTo>
                  <a:lnTo>
                    <a:pt x="331955" y="9507159"/>
                  </a:lnTo>
                  <a:lnTo>
                    <a:pt x="379638" y="10286999"/>
                  </a:lnTo>
                  <a:lnTo>
                    <a:pt x="182582" y="10286999"/>
                  </a:lnTo>
                  <a:lnTo>
                    <a:pt x="175275" y="10272869"/>
                  </a:lnTo>
                  <a:close/>
                </a:path>
              </a:pathLst>
            </a:custGeom>
            <a:solidFill>
              <a:srgbClr val="FFD04D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700" y="2443496"/>
            <a:ext cx="15744824" cy="725804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016000" y="1010284"/>
            <a:ext cx="12743180" cy="9398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797935" algn="l"/>
                <a:tab pos="6708140" algn="l"/>
                <a:tab pos="7434580" algn="l"/>
              </a:tabLst>
            </a:pPr>
            <a:r>
              <a:rPr dirty="0" sz="6000" spc="-10" b="0">
                <a:solidFill>
                  <a:srgbClr val="5460A8"/>
                </a:solidFill>
                <a:latin typeface="Comic Sans MS"/>
                <a:cs typeface="Comic Sans MS"/>
              </a:rPr>
              <a:t>INFOSEC</a:t>
            </a:r>
            <a:r>
              <a:rPr dirty="0" sz="6000" b="0">
                <a:solidFill>
                  <a:srgbClr val="5460A8"/>
                </a:solidFill>
                <a:latin typeface="Comic Sans MS"/>
                <a:cs typeface="Comic Sans MS"/>
              </a:rPr>
              <a:t>	</a:t>
            </a:r>
            <a:r>
              <a:rPr dirty="0" sz="6000" spc="-10" b="0">
                <a:solidFill>
                  <a:srgbClr val="5460A8"/>
                </a:solidFill>
                <a:latin typeface="Comic Sans MS"/>
                <a:cs typeface="Comic Sans MS"/>
              </a:rPr>
              <a:t>TOOLS</a:t>
            </a:r>
            <a:r>
              <a:rPr dirty="0" sz="6000" b="0">
                <a:solidFill>
                  <a:srgbClr val="5460A8"/>
                </a:solidFill>
                <a:latin typeface="Comic Sans MS"/>
                <a:cs typeface="Comic Sans MS"/>
              </a:rPr>
              <a:t>	</a:t>
            </a:r>
            <a:r>
              <a:rPr dirty="0" sz="6000" spc="-50" b="0">
                <a:solidFill>
                  <a:srgbClr val="5460A8"/>
                </a:solidFill>
                <a:latin typeface="Comic Sans MS"/>
                <a:cs typeface="Comic Sans MS"/>
              </a:rPr>
              <a:t>&amp;</a:t>
            </a:r>
            <a:r>
              <a:rPr dirty="0" sz="6000" b="0">
                <a:solidFill>
                  <a:srgbClr val="5460A8"/>
                </a:solidFill>
                <a:latin typeface="Comic Sans MS"/>
                <a:cs typeface="Comic Sans MS"/>
              </a:rPr>
              <a:t>	</a:t>
            </a:r>
            <a:r>
              <a:rPr dirty="0" sz="6000" spc="-10" b="0">
                <a:solidFill>
                  <a:srgbClr val="5460A8"/>
                </a:solidFill>
                <a:latin typeface="Comic Sans MS"/>
                <a:cs typeface="Comic Sans MS"/>
              </a:rPr>
              <a:t>TECHNIQUES</a:t>
            </a:r>
            <a:endParaRPr sz="60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860377" y="1"/>
            <a:ext cx="1428115" cy="10287000"/>
            <a:chOff x="16860377" y="1"/>
            <a:chExt cx="1428115" cy="10287000"/>
          </a:xfrm>
        </p:grpSpPr>
        <p:sp>
          <p:nvSpPr>
            <p:cNvPr id="3" name="object 3"/>
            <p:cNvSpPr/>
            <p:nvPr/>
          </p:nvSpPr>
          <p:spPr>
            <a:xfrm>
              <a:off x="16860377" y="1"/>
              <a:ext cx="1428115" cy="10287000"/>
            </a:xfrm>
            <a:custGeom>
              <a:avLst/>
              <a:gdLst/>
              <a:ahLst/>
              <a:cxnLst/>
              <a:rect l="l" t="t" r="r" b="b"/>
              <a:pathLst>
                <a:path w="1428115" h="10287000">
                  <a:moveTo>
                    <a:pt x="501629" y="62878"/>
                  </a:moveTo>
                  <a:lnTo>
                    <a:pt x="528368" y="0"/>
                  </a:lnTo>
                  <a:lnTo>
                    <a:pt x="1427619" y="0"/>
                  </a:lnTo>
                  <a:lnTo>
                    <a:pt x="1427619" y="10286999"/>
                  </a:lnTo>
                  <a:lnTo>
                    <a:pt x="1287213" y="10286999"/>
                  </a:lnTo>
                  <a:lnTo>
                    <a:pt x="711966" y="878980"/>
                  </a:lnTo>
                  <a:lnTo>
                    <a:pt x="501629" y="62878"/>
                  </a:lnTo>
                  <a:close/>
                </a:path>
                <a:path w="1428115" h="10287000">
                  <a:moveTo>
                    <a:pt x="491447" y="1212337"/>
                  </a:moveTo>
                  <a:lnTo>
                    <a:pt x="711966" y="878980"/>
                  </a:lnTo>
                  <a:lnTo>
                    <a:pt x="1287213" y="10286999"/>
                  </a:lnTo>
                  <a:lnTo>
                    <a:pt x="1180173" y="10286999"/>
                  </a:lnTo>
                  <a:lnTo>
                    <a:pt x="647623" y="1577285"/>
                  </a:lnTo>
                  <a:lnTo>
                    <a:pt x="491447" y="1212337"/>
                  </a:lnTo>
                  <a:close/>
                </a:path>
                <a:path w="1428115" h="10287000">
                  <a:moveTo>
                    <a:pt x="170825" y="2959008"/>
                  </a:moveTo>
                  <a:lnTo>
                    <a:pt x="283851" y="2569972"/>
                  </a:lnTo>
                  <a:lnTo>
                    <a:pt x="508307" y="2361372"/>
                  </a:lnTo>
                  <a:lnTo>
                    <a:pt x="563780" y="1956662"/>
                  </a:lnTo>
                  <a:lnTo>
                    <a:pt x="647623" y="1577285"/>
                  </a:lnTo>
                  <a:lnTo>
                    <a:pt x="1180173" y="10286999"/>
                  </a:lnTo>
                  <a:lnTo>
                    <a:pt x="912696" y="10286999"/>
                  </a:lnTo>
                  <a:lnTo>
                    <a:pt x="713477" y="7028812"/>
                  </a:lnTo>
                  <a:lnTo>
                    <a:pt x="674720" y="6986557"/>
                  </a:lnTo>
                  <a:lnTo>
                    <a:pt x="497692" y="4091303"/>
                  </a:lnTo>
                  <a:lnTo>
                    <a:pt x="418855" y="3960970"/>
                  </a:lnTo>
                  <a:lnTo>
                    <a:pt x="383650" y="3385205"/>
                  </a:lnTo>
                  <a:lnTo>
                    <a:pt x="170825" y="2959008"/>
                  </a:lnTo>
                  <a:close/>
                </a:path>
                <a:path w="1428115" h="10287000">
                  <a:moveTo>
                    <a:pt x="539942" y="7253246"/>
                  </a:moveTo>
                  <a:lnTo>
                    <a:pt x="713477" y="7028812"/>
                  </a:lnTo>
                  <a:lnTo>
                    <a:pt x="912696" y="10286999"/>
                  </a:lnTo>
                  <a:lnTo>
                    <a:pt x="758412" y="10286999"/>
                  </a:lnTo>
                  <a:lnTo>
                    <a:pt x="588680" y="7511086"/>
                  </a:lnTo>
                  <a:lnTo>
                    <a:pt x="539942" y="7253246"/>
                  </a:lnTo>
                  <a:close/>
                </a:path>
                <a:path w="1428115" h="10287000">
                  <a:moveTo>
                    <a:pt x="186086" y="5401904"/>
                  </a:moveTo>
                  <a:lnTo>
                    <a:pt x="379883" y="5070181"/>
                  </a:lnTo>
                  <a:lnTo>
                    <a:pt x="499960" y="4848770"/>
                  </a:lnTo>
                  <a:lnTo>
                    <a:pt x="473895" y="4422473"/>
                  </a:lnTo>
                  <a:lnTo>
                    <a:pt x="497692" y="4091303"/>
                  </a:lnTo>
                  <a:lnTo>
                    <a:pt x="674720" y="6986557"/>
                  </a:lnTo>
                  <a:lnTo>
                    <a:pt x="596682" y="6901474"/>
                  </a:lnTo>
                  <a:lnTo>
                    <a:pt x="542295" y="6011995"/>
                  </a:lnTo>
                  <a:lnTo>
                    <a:pt x="417356" y="5683030"/>
                  </a:lnTo>
                  <a:lnTo>
                    <a:pt x="186086" y="5401904"/>
                  </a:lnTo>
                  <a:close/>
                </a:path>
                <a:path w="1428115" h="10287000">
                  <a:moveTo>
                    <a:pt x="300053" y="3764568"/>
                  </a:moveTo>
                  <a:lnTo>
                    <a:pt x="383650" y="3385205"/>
                  </a:lnTo>
                  <a:lnTo>
                    <a:pt x="418855" y="3960970"/>
                  </a:lnTo>
                  <a:lnTo>
                    <a:pt x="300053" y="3764568"/>
                  </a:lnTo>
                  <a:close/>
                </a:path>
                <a:path w="1428115" h="10287000">
                  <a:moveTo>
                    <a:pt x="446141" y="6737342"/>
                  </a:moveTo>
                  <a:lnTo>
                    <a:pt x="532848" y="6449076"/>
                  </a:lnTo>
                  <a:lnTo>
                    <a:pt x="542295" y="6011995"/>
                  </a:lnTo>
                  <a:lnTo>
                    <a:pt x="596682" y="6901474"/>
                  </a:lnTo>
                  <a:lnTo>
                    <a:pt x="446141" y="6737342"/>
                  </a:lnTo>
                  <a:close/>
                </a:path>
                <a:path w="1428115" h="10287000">
                  <a:moveTo>
                    <a:pt x="0" y="8515803"/>
                  </a:moveTo>
                  <a:lnTo>
                    <a:pt x="274697" y="8179134"/>
                  </a:lnTo>
                  <a:lnTo>
                    <a:pt x="439829" y="7756893"/>
                  </a:lnTo>
                  <a:lnTo>
                    <a:pt x="588680" y="7511086"/>
                  </a:lnTo>
                  <a:lnTo>
                    <a:pt x="758412" y="10286999"/>
                  </a:lnTo>
                  <a:lnTo>
                    <a:pt x="403581" y="10286999"/>
                  </a:lnTo>
                  <a:lnTo>
                    <a:pt x="323501" y="8977310"/>
                  </a:lnTo>
                  <a:lnTo>
                    <a:pt x="0" y="8515803"/>
                  </a:lnTo>
                  <a:close/>
                </a:path>
                <a:path w="1428115" h="10287000">
                  <a:moveTo>
                    <a:pt x="233450" y="9347716"/>
                  </a:moveTo>
                  <a:lnTo>
                    <a:pt x="323501" y="8977306"/>
                  </a:lnTo>
                  <a:lnTo>
                    <a:pt x="403581" y="10286999"/>
                  </a:lnTo>
                  <a:lnTo>
                    <a:pt x="377744" y="10286999"/>
                  </a:lnTo>
                  <a:lnTo>
                    <a:pt x="343446" y="9726069"/>
                  </a:lnTo>
                  <a:lnTo>
                    <a:pt x="233450" y="9347716"/>
                  </a:lnTo>
                  <a:close/>
                </a:path>
                <a:path w="1428115" h="10287000">
                  <a:moveTo>
                    <a:pt x="157361" y="10286999"/>
                  </a:moveTo>
                  <a:lnTo>
                    <a:pt x="179944" y="10110563"/>
                  </a:lnTo>
                  <a:lnTo>
                    <a:pt x="343446" y="9726069"/>
                  </a:lnTo>
                  <a:lnTo>
                    <a:pt x="377744" y="10286999"/>
                  </a:lnTo>
                  <a:lnTo>
                    <a:pt x="157361" y="10286999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6932849" y="1"/>
              <a:ext cx="1355725" cy="10287000"/>
            </a:xfrm>
            <a:custGeom>
              <a:avLst/>
              <a:gdLst/>
              <a:ahLst/>
              <a:cxnLst/>
              <a:rect l="l" t="t" r="r" b="b"/>
              <a:pathLst>
                <a:path w="1355725" h="10287000">
                  <a:moveTo>
                    <a:pt x="551392" y="0"/>
                  </a:moveTo>
                  <a:lnTo>
                    <a:pt x="1355147" y="0"/>
                  </a:lnTo>
                  <a:lnTo>
                    <a:pt x="1355147" y="10286999"/>
                  </a:lnTo>
                  <a:lnTo>
                    <a:pt x="1301111" y="10286999"/>
                  </a:lnTo>
                  <a:lnTo>
                    <a:pt x="709714" y="614851"/>
                  </a:lnTo>
                  <a:lnTo>
                    <a:pt x="551392" y="0"/>
                  </a:lnTo>
                  <a:close/>
                </a:path>
                <a:path w="1355725" h="10287000">
                  <a:moveTo>
                    <a:pt x="489441" y="948192"/>
                  </a:moveTo>
                  <a:lnTo>
                    <a:pt x="709714" y="614851"/>
                  </a:lnTo>
                  <a:lnTo>
                    <a:pt x="1301111" y="10286999"/>
                  </a:lnTo>
                  <a:lnTo>
                    <a:pt x="1194071" y="10286999"/>
                  </a:lnTo>
                  <a:lnTo>
                    <a:pt x="645356" y="1312910"/>
                  </a:lnTo>
                  <a:lnTo>
                    <a:pt x="489441" y="948192"/>
                  </a:lnTo>
                  <a:close/>
                </a:path>
                <a:path w="1355725" h="10287000">
                  <a:moveTo>
                    <a:pt x="168618" y="2695615"/>
                  </a:moveTo>
                  <a:lnTo>
                    <a:pt x="281875" y="2306319"/>
                  </a:lnTo>
                  <a:lnTo>
                    <a:pt x="506085" y="2097733"/>
                  </a:lnTo>
                  <a:lnTo>
                    <a:pt x="561573" y="1693269"/>
                  </a:lnTo>
                  <a:lnTo>
                    <a:pt x="645356" y="1312910"/>
                  </a:lnTo>
                  <a:lnTo>
                    <a:pt x="1194071" y="10286999"/>
                  </a:lnTo>
                  <a:lnTo>
                    <a:pt x="926595" y="10286999"/>
                  </a:lnTo>
                  <a:lnTo>
                    <a:pt x="711285" y="6765664"/>
                  </a:lnTo>
                  <a:lnTo>
                    <a:pt x="672529" y="6723409"/>
                  </a:lnTo>
                  <a:lnTo>
                    <a:pt x="495470" y="3827665"/>
                  </a:lnTo>
                  <a:lnTo>
                    <a:pt x="416639" y="3697430"/>
                  </a:lnTo>
                  <a:lnTo>
                    <a:pt x="381428" y="3121567"/>
                  </a:lnTo>
                  <a:lnTo>
                    <a:pt x="168618" y="2695615"/>
                  </a:lnTo>
                  <a:close/>
                </a:path>
                <a:path w="1355725" h="10287000">
                  <a:moveTo>
                    <a:pt x="537765" y="6990343"/>
                  </a:moveTo>
                  <a:lnTo>
                    <a:pt x="711285" y="6765664"/>
                  </a:lnTo>
                  <a:lnTo>
                    <a:pt x="926595" y="10286999"/>
                  </a:lnTo>
                  <a:lnTo>
                    <a:pt x="773294" y="10286999"/>
                  </a:lnTo>
                  <a:lnTo>
                    <a:pt x="587439" y="7247387"/>
                  </a:lnTo>
                  <a:lnTo>
                    <a:pt x="537765" y="6990343"/>
                  </a:lnTo>
                  <a:close/>
                </a:path>
                <a:path w="1355725" h="10287000">
                  <a:moveTo>
                    <a:pt x="183970" y="5139981"/>
                  </a:moveTo>
                  <a:lnTo>
                    <a:pt x="377692" y="4807033"/>
                  </a:lnTo>
                  <a:lnTo>
                    <a:pt x="497784" y="4585867"/>
                  </a:lnTo>
                  <a:lnTo>
                    <a:pt x="471704" y="4159325"/>
                  </a:lnTo>
                  <a:lnTo>
                    <a:pt x="495470" y="3827665"/>
                  </a:lnTo>
                  <a:lnTo>
                    <a:pt x="672529" y="6723409"/>
                  </a:lnTo>
                  <a:lnTo>
                    <a:pt x="594754" y="6638613"/>
                  </a:lnTo>
                  <a:lnTo>
                    <a:pt x="540349" y="5748832"/>
                  </a:lnTo>
                  <a:lnTo>
                    <a:pt x="415165" y="5419882"/>
                  </a:lnTo>
                  <a:lnTo>
                    <a:pt x="183970" y="5139981"/>
                  </a:lnTo>
                  <a:close/>
                </a:path>
                <a:path w="1355725" h="10287000">
                  <a:moveTo>
                    <a:pt x="297847" y="3501176"/>
                  </a:moveTo>
                  <a:lnTo>
                    <a:pt x="381428" y="3121567"/>
                  </a:lnTo>
                  <a:lnTo>
                    <a:pt x="416639" y="3697430"/>
                  </a:lnTo>
                  <a:lnTo>
                    <a:pt x="297847" y="3501176"/>
                  </a:lnTo>
                  <a:close/>
                </a:path>
                <a:path w="1355725" h="10287000">
                  <a:moveTo>
                    <a:pt x="443949" y="6474194"/>
                  </a:moveTo>
                  <a:lnTo>
                    <a:pt x="530656" y="6185928"/>
                  </a:lnTo>
                  <a:lnTo>
                    <a:pt x="540349" y="5748832"/>
                  </a:lnTo>
                  <a:lnTo>
                    <a:pt x="594754" y="6638613"/>
                  </a:lnTo>
                  <a:lnTo>
                    <a:pt x="443949" y="6474194"/>
                  </a:lnTo>
                  <a:close/>
                </a:path>
                <a:path w="1355725" h="10287000">
                  <a:moveTo>
                    <a:pt x="0" y="8252274"/>
                  </a:moveTo>
                  <a:lnTo>
                    <a:pt x="273471" y="7915680"/>
                  </a:lnTo>
                  <a:lnTo>
                    <a:pt x="438587" y="7493194"/>
                  </a:lnTo>
                  <a:lnTo>
                    <a:pt x="587439" y="7247387"/>
                  </a:lnTo>
                  <a:lnTo>
                    <a:pt x="773294" y="10286999"/>
                  </a:lnTo>
                  <a:lnTo>
                    <a:pt x="418463" y="10286999"/>
                  </a:lnTo>
                  <a:lnTo>
                    <a:pt x="322275" y="8713855"/>
                  </a:lnTo>
                  <a:lnTo>
                    <a:pt x="0" y="8252274"/>
                  </a:lnTo>
                  <a:close/>
                </a:path>
                <a:path w="1355725" h="10287000">
                  <a:moveTo>
                    <a:pt x="231183" y="9083341"/>
                  </a:moveTo>
                  <a:lnTo>
                    <a:pt x="322275" y="8713854"/>
                  </a:lnTo>
                  <a:lnTo>
                    <a:pt x="418463" y="10286999"/>
                  </a:lnTo>
                  <a:lnTo>
                    <a:pt x="390658" y="10286999"/>
                  </a:lnTo>
                  <a:lnTo>
                    <a:pt x="340259" y="9462735"/>
                  </a:lnTo>
                  <a:lnTo>
                    <a:pt x="231183" y="9083341"/>
                  </a:lnTo>
                  <a:close/>
                </a:path>
                <a:path w="1355725" h="10287000">
                  <a:moveTo>
                    <a:pt x="120215" y="10286999"/>
                  </a:moveTo>
                  <a:lnTo>
                    <a:pt x="176496" y="9847000"/>
                  </a:lnTo>
                  <a:lnTo>
                    <a:pt x="340259" y="9462735"/>
                  </a:lnTo>
                  <a:lnTo>
                    <a:pt x="390658" y="10286999"/>
                  </a:lnTo>
                  <a:lnTo>
                    <a:pt x="120215" y="10286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7462089" y="1"/>
              <a:ext cx="826135" cy="10287000"/>
            </a:xfrm>
            <a:custGeom>
              <a:avLst/>
              <a:gdLst/>
              <a:ahLst/>
              <a:cxnLst/>
              <a:rect l="l" t="t" r="r" b="b"/>
              <a:pathLst>
                <a:path w="826134" h="10287000">
                  <a:moveTo>
                    <a:pt x="283569" y="0"/>
                  </a:moveTo>
                  <a:lnTo>
                    <a:pt x="825907" y="0"/>
                  </a:lnTo>
                  <a:lnTo>
                    <a:pt x="825907" y="7492473"/>
                  </a:lnTo>
                  <a:lnTo>
                    <a:pt x="654527" y="4689589"/>
                  </a:lnTo>
                  <a:lnTo>
                    <a:pt x="654275" y="4689477"/>
                  </a:lnTo>
                  <a:lnTo>
                    <a:pt x="396998" y="481783"/>
                  </a:lnTo>
                  <a:lnTo>
                    <a:pt x="367330" y="343176"/>
                  </a:lnTo>
                  <a:lnTo>
                    <a:pt x="283569" y="0"/>
                  </a:lnTo>
                  <a:close/>
                </a:path>
                <a:path w="826134" h="10287000">
                  <a:moveTo>
                    <a:pt x="334431" y="5233506"/>
                  </a:moveTo>
                  <a:lnTo>
                    <a:pt x="654527" y="4689589"/>
                  </a:lnTo>
                  <a:lnTo>
                    <a:pt x="825907" y="7492473"/>
                  </a:lnTo>
                  <a:lnTo>
                    <a:pt x="825907" y="7717846"/>
                  </a:lnTo>
                  <a:lnTo>
                    <a:pt x="779865" y="6964833"/>
                  </a:lnTo>
                  <a:lnTo>
                    <a:pt x="726497" y="6719826"/>
                  </a:lnTo>
                  <a:lnTo>
                    <a:pt x="459680" y="6545463"/>
                  </a:lnTo>
                  <a:lnTo>
                    <a:pt x="409481" y="5724475"/>
                  </a:lnTo>
                  <a:lnTo>
                    <a:pt x="334431" y="5233506"/>
                  </a:lnTo>
                  <a:close/>
                </a:path>
                <a:path w="826134" h="10287000">
                  <a:moveTo>
                    <a:pt x="287909" y="927171"/>
                  </a:moveTo>
                  <a:lnTo>
                    <a:pt x="305650" y="865564"/>
                  </a:lnTo>
                  <a:lnTo>
                    <a:pt x="344309" y="725770"/>
                  </a:lnTo>
                  <a:lnTo>
                    <a:pt x="382040" y="575330"/>
                  </a:lnTo>
                  <a:lnTo>
                    <a:pt x="396998" y="481783"/>
                  </a:lnTo>
                  <a:lnTo>
                    <a:pt x="654275" y="4689477"/>
                  </a:lnTo>
                  <a:lnTo>
                    <a:pt x="605201" y="4667623"/>
                  </a:lnTo>
                  <a:lnTo>
                    <a:pt x="395979" y="1245849"/>
                  </a:lnTo>
                  <a:lnTo>
                    <a:pt x="287909" y="927171"/>
                  </a:lnTo>
                  <a:close/>
                </a:path>
                <a:path w="826134" h="10287000">
                  <a:moveTo>
                    <a:pt x="0" y="8183006"/>
                  </a:moveTo>
                  <a:lnTo>
                    <a:pt x="263855" y="7898426"/>
                  </a:lnTo>
                  <a:lnTo>
                    <a:pt x="307763" y="7469572"/>
                  </a:lnTo>
                  <a:lnTo>
                    <a:pt x="456860" y="7223750"/>
                  </a:lnTo>
                  <a:lnTo>
                    <a:pt x="779865" y="6964833"/>
                  </a:lnTo>
                  <a:lnTo>
                    <a:pt x="825907" y="7717846"/>
                  </a:lnTo>
                  <a:lnTo>
                    <a:pt x="825907" y="10286999"/>
                  </a:lnTo>
                  <a:lnTo>
                    <a:pt x="402768" y="10286999"/>
                  </a:lnTo>
                  <a:lnTo>
                    <a:pt x="298266" y="8577897"/>
                  </a:lnTo>
                  <a:lnTo>
                    <a:pt x="0" y="8183006"/>
                  </a:lnTo>
                  <a:close/>
                </a:path>
                <a:path w="826134" h="10287000">
                  <a:moveTo>
                    <a:pt x="37676" y="2670031"/>
                  </a:moveTo>
                  <a:lnTo>
                    <a:pt x="45156" y="2569448"/>
                  </a:lnTo>
                  <a:lnTo>
                    <a:pt x="85223" y="2440044"/>
                  </a:lnTo>
                  <a:lnTo>
                    <a:pt x="129831" y="2328310"/>
                  </a:lnTo>
                  <a:lnTo>
                    <a:pt x="150933" y="2280734"/>
                  </a:lnTo>
                  <a:lnTo>
                    <a:pt x="172397" y="2240468"/>
                  </a:lnTo>
                  <a:lnTo>
                    <a:pt x="219310" y="2147443"/>
                  </a:lnTo>
                  <a:lnTo>
                    <a:pt x="265087" y="2044138"/>
                  </a:lnTo>
                  <a:lnTo>
                    <a:pt x="283630" y="1971940"/>
                  </a:lnTo>
                  <a:lnTo>
                    <a:pt x="282364" y="1938106"/>
                  </a:lnTo>
                  <a:lnTo>
                    <a:pt x="282616" y="1889261"/>
                  </a:lnTo>
                  <a:lnTo>
                    <a:pt x="286467" y="1712640"/>
                  </a:lnTo>
                  <a:lnTo>
                    <a:pt x="286776" y="1663732"/>
                  </a:lnTo>
                  <a:lnTo>
                    <a:pt x="285594" y="1629802"/>
                  </a:lnTo>
                  <a:lnTo>
                    <a:pt x="300748" y="1545751"/>
                  </a:lnTo>
                  <a:lnTo>
                    <a:pt x="338925" y="1416440"/>
                  </a:lnTo>
                  <a:lnTo>
                    <a:pt x="378033" y="1297822"/>
                  </a:lnTo>
                  <a:lnTo>
                    <a:pt x="395979" y="1245849"/>
                  </a:lnTo>
                  <a:lnTo>
                    <a:pt x="605201" y="4667623"/>
                  </a:lnTo>
                  <a:lnTo>
                    <a:pt x="412448" y="4581785"/>
                  </a:lnTo>
                  <a:lnTo>
                    <a:pt x="364772" y="3802066"/>
                  </a:lnTo>
                  <a:lnTo>
                    <a:pt x="97509" y="3521247"/>
                  </a:lnTo>
                  <a:lnTo>
                    <a:pt x="51796" y="2773638"/>
                  </a:lnTo>
                  <a:lnTo>
                    <a:pt x="37676" y="2670031"/>
                  </a:lnTo>
                  <a:close/>
                </a:path>
                <a:path w="826134" h="10287000">
                  <a:moveTo>
                    <a:pt x="366916" y="4561509"/>
                  </a:moveTo>
                  <a:lnTo>
                    <a:pt x="340745" y="4133496"/>
                  </a:lnTo>
                  <a:lnTo>
                    <a:pt x="364772" y="3802066"/>
                  </a:lnTo>
                  <a:lnTo>
                    <a:pt x="412448" y="4581785"/>
                  </a:lnTo>
                  <a:lnTo>
                    <a:pt x="366916" y="4561509"/>
                  </a:lnTo>
                  <a:close/>
                </a:path>
                <a:path w="826134" h="10287000">
                  <a:moveTo>
                    <a:pt x="313326" y="6449822"/>
                  </a:moveTo>
                  <a:lnTo>
                    <a:pt x="399788" y="6161571"/>
                  </a:lnTo>
                  <a:lnTo>
                    <a:pt x="409481" y="5724475"/>
                  </a:lnTo>
                  <a:lnTo>
                    <a:pt x="459680" y="6545463"/>
                  </a:lnTo>
                  <a:lnTo>
                    <a:pt x="313326" y="6449822"/>
                  </a:lnTo>
                  <a:close/>
                </a:path>
                <a:path w="826134" h="10287000">
                  <a:moveTo>
                    <a:pt x="60262" y="3482112"/>
                  </a:moveTo>
                  <a:lnTo>
                    <a:pt x="62662" y="3078679"/>
                  </a:lnTo>
                  <a:lnTo>
                    <a:pt x="62164" y="3028079"/>
                  </a:lnTo>
                  <a:lnTo>
                    <a:pt x="59250" y="2909693"/>
                  </a:lnTo>
                  <a:lnTo>
                    <a:pt x="51796" y="2773638"/>
                  </a:lnTo>
                  <a:lnTo>
                    <a:pt x="97509" y="3521247"/>
                  </a:lnTo>
                  <a:lnTo>
                    <a:pt x="60262" y="3482112"/>
                  </a:lnTo>
                  <a:close/>
                </a:path>
                <a:path w="826134" h="10287000">
                  <a:moveTo>
                    <a:pt x="101110" y="9059919"/>
                  </a:moveTo>
                  <a:lnTo>
                    <a:pt x="298266" y="8577897"/>
                  </a:lnTo>
                  <a:lnTo>
                    <a:pt x="402768" y="10286999"/>
                  </a:lnTo>
                  <a:lnTo>
                    <a:pt x="379638" y="10286999"/>
                  </a:lnTo>
                  <a:lnTo>
                    <a:pt x="331955" y="9507159"/>
                  </a:lnTo>
                  <a:lnTo>
                    <a:pt x="101110" y="9059919"/>
                  </a:lnTo>
                  <a:close/>
                </a:path>
                <a:path w="826134" h="10287000">
                  <a:moveTo>
                    <a:pt x="175275" y="10272869"/>
                  </a:moveTo>
                  <a:lnTo>
                    <a:pt x="160505" y="9741553"/>
                  </a:lnTo>
                  <a:lnTo>
                    <a:pt x="331955" y="9507159"/>
                  </a:lnTo>
                  <a:lnTo>
                    <a:pt x="379638" y="10286999"/>
                  </a:lnTo>
                  <a:lnTo>
                    <a:pt x="182582" y="10286999"/>
                  </a:lnTo>
                  <a:lnTo>
                    <a:pt x="175275" y="10272869"/>
                  </a:lnTo>
                  <a:close/>
                </a:path>
              </a:pathLst>
            </a:custGeom>
            <a:solidFill>
              <a:srgbClr val="FFD04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016000" y="1009713"/>
            <a:ext cx="5820410" cy="1511300"/>
          </a:xfrm>
          <a:prstGeom prst="rect"/>
        </p:spPr>
        <p:txBody>
          <a:bodyPr wrap="square" lIns="0" tIns="63500" rIns="0" bIns="0" rtlCol="0" vert="horz">
            <a:spAutoFit/>
          </a:bodyPr>
          <a:lstStyle/>
          <a:p>
            <a:pPr marL="12700" marR="5080">
              <a:lnSpc>
                <a:spcPts val="5700"/>
              </a:lnSpc>
              <a:spcBef>
                <a:spcPts val="500"/>
              </a:spcBef>
            </a:pPr>
            <a:r>
              <a:rPr dirty="0" sz="5000" spc="-20" b="0">
                <a:solidFill>
                  <a:srgbClr val="5460A8"/>
                </a:solidFill>
                <a:latin typeface="Comic Sans MS"/>
                <a:cs typeface="Comic Sans MS"/>
              </a:rPr>
              <a:t>DATA </a:t>
            </a:r>
            <a:r>
              <a:rPr dirty="0" sz="5000" spc="-10" b="0">
                <a:solidFill>
                  <a:srgbClr val="5460A8"/>
                </a:solidFill>
                <a:latin typeface="Comic Sans MS"/>
                <a:cs typeface="Comic Sans MS"/>
              </a:rPr>
              <a:t>CLASSIFICATION</a:t>
            </a:r>
            <a:endParaRPr sz="5000">
              <a:latin typeface="Comic Sans MS"/>
              <a:cs typeface="Comic Sans MS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27791" y="3396295"/>
            <a:ext cx="114300" cy="11429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3507092" y="3165355"/>
            <a:ext cx="11813540" cy="5736590"/>
          </a:xfrm>
          <a:prstGeom prst="rect">
            <a:avLst/>
          </a:prstGeom>
        </p:spPr>
        <p:txBody>
          <a:bodyPr wrap="square" lIns="0" tIns="51435" rIns="0" bIns="0" rtlCol="0" vert="horz">
            <a:spAutoFit/>
          </a:bodyPr>
          <a:lstStyle/>
          <a:p>
            <a:pPr algn="just" marL="12700" marR="5080">
              <a:lnSpc>
                <a:spcPts val="3450"/>
              </a:lnSpc>
              <a:spcBef>
                <a:spcPts val="405"/>
              </a:spcBef>
            </a:pPr>
            <a:r>
              <a:rPr dirty="0" sz="2500">
                <a:solidFill>
                  <a:srgbClr val="333433"/>
                </a:solidFill>
                <a:latin typeface="Comic Sans MS"/>
                <a:cs typeface="Comic Sans MS"/>
              </a:rPr>
              <a:t>Data</a:t>
            </a:r>
            <a:r>
              <a:rPr dirty="0" sz="2500" spc="-15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333433"/>
                </a:solidFill>
                <a:latin typeface="Comic Sans MS"/>
                <a:cs typeface="Comic Sans MS"/>
              </a:rPr>
              <a:t>classification</a:t>
            </a:r>
            <a:r>
              <a:rPr dirty="0" sz="2500" spc="17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3050" spc="-270" b="1">
                <a:solidFill>
                  <a:srgbClr val="333433"/>
                </a:solidFill>
                <a:latin typeface="Comic Sans MS"/>
                <a:cs typeface="Comic Sans MS"/>
              </a:rPr>
              <a:t>is</a:t>
            </a:r>
            <a:r>
              <a:rPr dirty="0" sz="3050" spc="-2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3050" spc="-395" b="1">
                <a:solidFill>
                  <a:srgbClr val="333433"/>
                </a:solidFill>
                <a:latin typeface="Comic Sans MS"/>
                <a:cs typeface="Comic Sans MS"/>
              </a:rPr>
              <a:t>the</a:t>
            </a:r>
            <a:r>
              <a:rPr dirty="0" sz="3050" spc="65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3050" spc="-320" b="1">
                <a:solidFill>
                  <a:srgbClr val="333433"/>
                </a:solidFill>
                <a:latin typeface="Comic Sans MS"/>
                <a:cs typeface="Comic Sans MS"/>
              </a:rPr>
              <a:t>process</a:t>
            </a:r>
            <a:r>
              <a:rPr dirty="0" sz="3050" spc="-1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3050" spc="-440" b="1">
                <a:solidFill>
                  <a:srgbClr val="333433"/>
                </a:solidFill>
                <a:latin typeface="Comic Sans MS"/>
                <a:cs typeface="Comic Sans MS"/>
              </a:rPr>
              <a:t>of</a:t>
            </a:r>
            <a:r>
              <a:rPr dirty="0" sz="3050" spc="11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3050" spc="-285" b="1">
                <a:solidFill>
                  <a:srgbClr val="333433"/>
                </a:solidFill>
                <a:latin typeface="Comic Sans MS"/>
                <a:cs typeface="Comic Sans MS"/>
              </a:rPr>
              <a:t>organizing</a:t>
            </a:r>
            <a:r>
              <a:rPr dirty="0" sz="3050" spc="-25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3050" spc="-254" b="1">
                <a:solidFill>
                  <a:srgbClr val="333433"/>
                </a:solidFill>
                <a:latin typeface="Comic Sans MS"/>
                <a:cs typeface="Comic Sans MS"/>
              </a:rPr>
              <a:t>digital</a:t>
            </a:r>
            <a:r>
              <a:rPr dirty="0" sz="3050" spc="-2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3050" spc="-270" b="1">
                <a:solidFill>
                  <a:srgbClr val="333433"/>
                </a:solidFill>
                <a:latin typeface="Comic Sans MS"/>
                <a:cs typeface="Comic Sans MS"/>
              </a:rPr>
              <a:t>files</a:t>
            </a:r>
            <a:r>
              <a:rPr dirty="0" sz="3050" spc="-2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3050" spc="-400" b="1">
                <a:solidFill>
                  <a:srgbClr val="333433"/>
                </a:solidFill>
                <a:latin typeface="Comic Sans MS"/>
                <a:cs typeface="Comic Sans MS"/>
              </a:rPr>
              <a:t>and</a:t>
            </a:r>
            <a:r>
              <a:rPr dirty="0" sz="3050" spc="7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3050" spc="-320" b="1">
                <a:solidFill>
                  <a:srgbClr val="333433"/>
                </a:solidFill>
                <a:latin typeface="Comic Sans MS"/>
                <a:cs typeface="Comic Sans MS"/>
              </a:rPr>
              <a:t>records</a:t>
            </a:r>
            <a:r>
              <a:rPr dirty="0" sz="3050" spc="-15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3050" spc="-275" b="1">
                <a:solidFill>
                  <a:srgbClr val="333433"/>
                </a:solidFill>
                <a:latin typeface="Comic Sans MS"/>
                <a:cs typeface="Comic Sans MS"/>
              </a:rPr>
              <a:t>into </a:t>
            </a:r>
            <a:r>
              <a:rPr dirty="0" sz="3050" spc="-285" b="1">
                <a:solidFill>
                  <a:srgbClr val="333433"/>
                </a:solidFill>
                <a:latin typeface="Comic Sans MS"/>
                <a:cs typeface="Comic Sans MS"/>
              </a:rPr>
              <a:t>categories</a:t>
            </a:r>
            <a:r>
              <a:rPr dirty="0" sz="3050" spc="11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3050" spc="-320" b="1">
                <a:solidFill>
                  <a:srgbClr val="333433"/>
                </a:solidFill>
                <a:latin typeface="Comic Sans MS"/>
                <a:cs typeface="Comic Sans MS"/>
              </a:rPr>
              <a:t>based</a:t>
            </a:r>
            <a:r>
              <a:rPr dirty="0" sz="3050" spc="125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3050" spc="-300" b="1">
                <a:solidFill>
                  <a:srgbClr val="333433"/>
                </a:solidFill>
                <a:latin typeface="Comic Sans MS"/>
                <a:cs typeface="Comic Sans MS"/>
              </a:rPr>
              <a:t>on</a:t>
            </a:r>
            <a:r>
              <a:rPr dirty="0" sz="3050" spc="12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3050" spc="-270" b="1">
                <a:solidFill>
                  <a:srgbClr val="333433"/>
                </a:solidFill>
                <a:latin typeface="Comic Sans MS"/>
                <a:cs typeface="Comic Sans MS"/>
              </a:rPr>
              <a:t>their</a:t>
            </a:r>
            <a:r>
              <a:rPr dirty="0" sz="3050" spc="125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3050" spc="-254" b="1">
                <a:solidFill>
                  <a:srgbClr val="333433"/>
                </a:solidFill>
                <a:latin typeface="Comic Sans MS"/>
                <a:cs typeface="Comic Sans MS"/>
              </a:rPr>
              <a:t>sensitivity,</a:t>
            </a:r>
            <a:r>
              <a:rPr dirty="0" sz="3050" spc="12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3050" spc="-285" b="1">
                <a:solidFill>
                  <a:srgbClr val="333433"/>
                </a:solidFill>
                <a:latin typeface="Comic Sans MS"/>
                <a:cs typeface="Comic Sans MS"/>
              </a:rPr>
              <a:t>business</a:t>
            </a:r>
            <a:r>
              <a:rPr dirty="0" sz="3050" spc="12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3050" spc="-275" b="1">
                <a:solidFill>
                  <a:srgbClr val="333433"/>
                </a:solidFill>
                <a:latin typeface="Comic Sans MS"/>
                <a:cs typeface="Comic Sans MS"/>
              </a:rPr>
              <a:t>value,</a:t>
            </a:r>
            <a:r>
              <a:rPr dirty="0" sz="3050" spc="125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3050" spc="-315" b="1">
                <a:solidFill>
                  <a:srgbClr val="333433"/>
                </a:solidFill>
                <a:latin typeface="Comic Sans MS"/>
                <a:cs typeface="Comic Sans MS"/>
              </a:rPr>
              <a:t>and</a:t>
            </a:r>
            <a:r>
              <a:rPr dirty="0" sz="3050" spc="12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3050" spc="-254" b="1">
                <a:solidFill>
                  <a:srgbClr val="333433"/>
                </a:solidFill>
                <a:latin typeface="Comic Sans MS"/>
                <a:cs typeface="Comic Sans MS"/>
              </a:rPr>
              <a:t>risk</a:t>
            </a:r>
            <a:r>
              <a:rPr dirty="0" sz="3050" spc="125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3050" spc="-210" b="1">
                <a:solidFill>
                  <a:srgbClr val="333433"/>
                </a:solidFill>
                <a:latin typeface="Comic Sans MS"/>
                <a:cs typeface="Comic Sans MS"/>
              </a:rPr>
              <a:t>level.</a:t>
            </a:r>
            <a:r>
              <a:rPr dirty="0" sz="3050" spc="12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500" spc="-20">
                <a:solidFill>
                  <a:srgbClr val="333433"/>
                </a:solidFill>
                <a:latin typeface="Comic Sans MS"/>
                <a:cs typeface="Comic Sans MS"/>
              </a:rPr>
              <a:t>This </a:t>
            </a:r>
            <a:r>
              <a:rPr dirty="0" sz="2500">
                <a:solidFill>
                  <a:srgbClr val="333433"/>
                </a:solidFill>
                <a:latin typeface="Comic Sans MS"/>
                <a:cs typeface="Comic Sans MS"/>
              </a:rPr>
              <a:t>practice</a:t>
            </a:r>
            <a:r>
              <a:rPr dirty="0" sz="2500" spc="29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333433"/>
                </a:solidFill>
                <a:latin typeface="Comic Sans MS"/>
                <a:cs typeface="Comic Sans MS"/>
              </a:rPr>
              <a:t>helps</a:t>
            </a:r>
            <a:r>
              <a:rPr dirty="0" sz="2500" spc="29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333433"/>
                </a:solidFill>
                <a:latin typeface="Comic Sans MS"/>
                <a:cs typeface="Comic Sans MS"/>
              </a:rPr>
              <a:t>organizations</a:t>
            </a:r>
            <a:r>
              <a:rPr dirty="0" sz="2500" spc="30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333433"/>
                </a:solidFill>
                <a:latin typeface="Comic Sans MS"/>
                <a:cs typeface="Comic Sans MS"/>
              </a:rPr>
              <a:t>apply</a:t>
            </a:r>
            <a:r>
              <a:rPr dirty="0" sz="2500" spc="29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333433"/>
                </a:solidFill>
                <a:latin typeface="Comic Sans MS"/>
                <a:cs typeface="Comic Sans MS"/>
              </a:rPr>
              <a:t>proper</a:t>
            </a:r>
            <a:r>
              <a:rPr dirty="0" sz="2500" spc="29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333433"/>
                </a:solidFill>
                <a:latin typeface="Comic Sans MS"/>
                <a:cs typeface="Comic Sans MS"/>
              </a:rPr>
              <a:t>security</a:t>
            </a:r>
            <a:r>
              <a:rPr dirty="0" sz="2500" spc="30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333433"/>
                </a:solidFill>
                <a:latin typeface="Comic Sans MS"/>
                <a:cs typeface="Comic Sans MS"/>
              </a:rPr>
              <a:t>controls,</a:t>
            </a:r>
            <a:r>
              <a:rPr dirty="0" sz="2500" spc="29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333433"/>
                </a:solidFill>
                <a:latin typeface="Comic Sans MS"/>
                <a:cs typeface="Comic Sans MS"/>
              </a:rPr>
              <a:t>comply</a:t>
            </a:r>
            <a:r>
              <a:rPr dirty="0" sz="2500" spc="29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333433"/>
                </a:solidFill>
                <a:latin typeface="Comic Sans MS"/>
                <a:cs typeface="Comic Sans MS"/>
              </a:rPr>
              <a:t>with</a:t>
            </a:r>
            <a:r>
              <a:rPr dirty="0" sz="2500" spc="30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500" spc="-10">
                <a:solidFill>
                  <a:srgbClr val="333433"/>
                </a:solidFill>
                <a:latin typeface="Comic Sans MS"/>
                <a:cs typeface="Comic Sans MS"/>
              </a:rPr>
              <a:t>legal </a:t>
            </a:r>
            <a:r>
              <a:rPr dirty="0" sz="2500">
                <a:solidFill>
                  <a:srgbClr val="333433"/>
                </a:solidFill>
                <a:latin typeface="Comic Sans MS"/>
                <a:cs typeface="Comic Sans MS"/>
              </a:rPr>
              <a:t>privacy</a:t>
            </a:r>
            <a:r>
              <a:rPr dirty="0" sz="2500" spc="47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333433"/>
                </a:solidFill>
                <a:latin typeface="Comic Sans MS"/>
                <a:cs typeface="Comic Sans MS"/>
              </a:rPr>
              <a:t>standards,</a:t>
            </a:r>
            <a:r>
              <a:rPr dirty="0" sz="2500" spc="48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333433"/>
                </a:solidFill>
                <a:latin typeface="Comic Sans MS"/>
                <a:cs typeface="Comic Sans MS"/>
              </a:rPr>
              <a:t>and</a:t>
            </a:r>
            <a:r>
              <a:rPr dirty="0" sz="2500" spc="48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333433"/>
                </a:solidFill>
                <a:latin typeface="Comic Sans MS"/>
                <a:cs typeface="Comic Sans MS"/>
              </a:rPr>
              <a:t>manage</a:t>
            </a:r>
            <a:r>
              <a:rPr dirty="0" sz="2500" spc="47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333433"/>
                </a:solidFill>
                <a:latin typeface="Comic Sans MS"/>
                <a:cs typeface="Comic Sans MS"/>
              </a:rPr>
              <a:t>information</a:t>
            </a:r>
            <a:r>
              <a:rPr dirty="0" sz="2500" spc="48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333433"/>
                </a:solidFill>
                <a:latin typeface="Comic Sans MS"/>
                <a:cs typeface="Comic Sans MS"/>
              </a:rPr>
              <a:t>efficiently</a:t>
            </a:r>
            <a:r>
              <a:rPr dirty="0" sz="2500" spc="48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333433"/>
                </a:solidFill>
                <a:latin typeface="Comic Sans MS"/>
                <a:cs typeface="Comic Sans MS"/>
              </a:rPr>
              <a:t>without</a:t>
            </a:r>
            <a:r>
              <a:rPr dirty="0" sz="2500" spc="48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500" spc="-10">
                <a:solidFill>
                  <a:srgbClr val="333433"/>
                </a:solidFill>
                <a:latin typeface="Comic Sans MS"/>
                <a:cs typeface="Comic Sans MS"/>
              </a:rPr>
              <a:t>over-securing </a:t>
            </a:r>
            <a:r>
              <a:rPr dirty="0" sz="2500">
                <a:solidFill>
                  <a:srgbClr val="333433"/>
                </a:solidFill>
                <a:latin typeface="Comic Sans MS"/>
                <a:cs typeface="Comic Sans MS"/>
              </a:rPr>
              <a:t>routine</a:t>
            </a:r>
            <a:r>
              <a:rPr dirty="0" sz="2500" spc="-6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500" spc="-10">
                <a:solidFill>
                  <a:srgbClr val="333433"/>
                </a:solidFill>
                <a:latin typeface="Comic Sans MS"/>
                <a:cs typeface="Comic Sans MS"/>
              </a:rPr>
              <a:t>files.</a:t>
            </a:r>
            <a:endParaRPr sz="2500">
              <a:latin typeface="Comic Sans MS"/>
              <a:cs typeface="Comic Sans MS"/>
            </a:endParaRPr>
          </a:p>
          <a:p>
            <a:pPr algn="just" marL="12700" marR="5080">
              <a:lnSpc>
                <a:spcPts val="3450"/>
              </a:lnSpc>
              <a:spcBef>
                <a:spcPts val="3450"/>
              </a:spcBef>
            </a:pPr>
            <a:r>
              <a:rPr dirty="0" sz="3050" spc="-325" b="1">
                <a:solidFill>
                  <a:srgbClr val="333433"/>
                </a:solidFill>
                <a:latin typeface="Comic Sans MS"/>
                <a:cs typeface="Comic Sans MS"/>
              </a:rPr>
              <a:t>Data</a:t>
            </a:r>
            <a:r>
              <a:rPr dirty="0" sz="3050" spc="-35" b="1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3050" spc="-254" b="1">
                <a:solidFill>
                  <a:srgbClr val="333433"/>
                </a:solidFill>
                <a:latin typeface="Comic Sans MS"/>
                <a:cs typeface="Comic Sans MS"/>
              </a:rPr>
              <a:t>classification</a:t>
            </a:r>
            <a:r>
              <a:rPr dirty="0" sz="3050" spc="-40" b="1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3050" b="1">
                <a:solidFill>
                  <a:srgbClr val="333433"/>
                </a:solidFill>
                <a:latin typeface="Comic Sans MS"/>
                <a:cs typeface="Comic Sans MS"/>
              </a:rPr>
              <a:t>in</a:t>
            </a:r>
            <a:r>
              <a:rPr dirty="0" sz="3050" spc="-35" b="1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3050" spc="-270" b="1">
                <a:solidFill>
                  <a:srgbClr val="333433"/>
                </a:solidFill>
                <a:latin typeface="Comic Sans MS"/>
                <a:cs typeface="Comic Sans MS"/>
              </a:rPr>
              <a:t>incident</a:t>
            </a:r>
            <a:r>
              <a:rPr dirty="0" sz="3050" spc="-30" b="1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3050" spc="-300" b="1">
                <a:solidFill>
                  <a:srgbClr val="333433"/>
                </a:solidFill>
                <a:latin typeface="Comic Sans MS"/>
                <a:cs typeface="Comic Sans MS"/>
              </a:rPr>
              <a:t>response</a:t>
            </a:r>
            <a:r>
              <a:rPr dirty="0" sz="3050" spc="-40" b="1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3050" b="1">
                <a:solidFill>
                  <a:srgbClr val="333433"/>
                </a:solidFill>
                <a:latin typeface="Comic Sans MS"/>
                <a:cs typeface="Comic Sans MS"/>
              </a:rPr>
              <a:t>is</a:t>
            </a:r>
            <a:r>
              <a:rPr dirty="0" sz="3050" spc="-35" b="1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3050" spc="-310" b="1">
                <a:solidFill>
                  <a:srgbClr val="333433"/>
                </a:solidFill>
                <a:latin typeface="Comic Sans MS"/>
                <a:cs typeface="Comic Sans MS"/>
              </a:rPr>
              <a:t>the</a:t>
            </a:r>
            <a:r>
              <a:rPr dirty="0" sz="3050" spc="-35" b="1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3050" spc="-295" b="1">
                <a:solidFill>
                  <a:srgbClr val="333433"/>
                </a:solidFill>
                <a:latin typeface="Comic Sans MS"/>
                <a:cs typeface="Comic Sans MS"/>
              </a:rPr>
              <a:t>process</a:t>
            </a:r>
            <a:r>
              <a:rPr dirty="0" sz="3050" spc="-35" b="1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3050" spc="-295" b="1">
                <a:solidFill>
                  <a:srgbClr val="333433"/>
                </a:solidFill>
                <a:latin typeface="Comic Sans MS"/>
                <a:cs typeface="Comic Sans MS"/>
              </a:rPr>
              <a:t>of</a:t>
            </a:r>
            <a:r>
              <a:rPr dirty="0" sz="3050" spc="-35" b="1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3050" spc="-275" b="1">
                <a:solidFill>
                  <a:srgbClr val="333433"/>
                </a:solidFill>
                <a:latin typeface="Comic Sans MS"/>
                <a:cs typeface="Comic Sans MS"/>
              </a:rPr>
              <a:t>sorting </a:t>
            </a:r>
            <a:r>
              <a:rPr dirty="0" sz="3050" spc="-310" b="1">
                <a:solidFill>
                  <a:srgbClr val="333433"/>
                </a:solidFill>
                <a:latin typeface="Comic Sans MS"/>
                <a:cs typeface="Comic Sans MS"/>
              </a:rPr>
              <a:t>compromised</a:t>
            </a:r>
            <a:r>
              <a:rPr dirty="0" sz="3050" spc="-2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3050" spc="-280" b="1">
                <a:solidFill>
                  <a:srgbClr val="333433"/>
                </a:solidFill>
                <a:latin typeface="Comic Sans MS"/>
                <a:cs typeface="Comic Sans MS"/>
              </a:rPr>
              <a:t>or</a:t>
            </a:r>
            <a:r>
              <a:rPr dirty="0" sz="3050" spc="-5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3050" spc="-315" b="1">
                <a:solidFill>
                  <a:srgbClr val="333433"/>
                </a:solidFill>
                <a:latin typeface="Comic Sans MS"/>
                <a:cs typeface="Comic Sans MS"/>
              </a:rPr>
              <a:t>exposed</a:t>
            </a:r>
            <a:r>
              <a:rPr dirty="0" sz="3050" spc="-2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3050" spc="-280" b="1">
                <a:solidFill>
                  <a:srgbClr val="333433"/>
                </a:solidFill>
                <a:latin typeface="Comic Sans MS"/>
                <a:cs typeface="Comic Sans MS"/>
              </a:rPr>
              <a:t>information</a:t>
            </a:r>
            <a:r>
              <a:rPr dirty="0" sz="3050" spc="35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3050" spc="-335" b="1">
                <a:solidFill>
                  <a:srgbClr val="333433"/>
                </a:solidFill>
                <a:latin typeface="Comic Sans MS"/>
                <a:cs typeface="Comic Sans MS"/>
              </a:rPr>
              <a:t>by</a:t>
            </a:r>
            <a:r>
              <a:rPr dirty="0" sz="3050" spc="5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3050" spc="-254" b="1">
                <a:solidFill>
                  <a:srgbClr val="333433"/>
                </a:solidFill>
                <a:latin typeface="Comic Sans MS"/>
                <a:cs typeface="Comic Sans MS"/>
              </a:rPr>
              <a:t>sensitivity</a:t>
            </a:r>
            <a:r>
              <a:rPr dirty="0" sz="3050" spc="5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3050" spc="-295" b="1">
                <a:solidFill>
                  <a:srgbClr val="333433"/>
                </a:solidFill>
                <a:latin typeface="Comic Sans MS"/>
                <a:cs typeface="Comic Sans MS"/>
              </a:rPr>
              <a:t>levels.</a:t>
            </a:r>
            <a:r>
              <a:rPr dirty="0" sz="3050" spc="-4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333433"/>
                </a:solidFill>
                <a:latin typeface="Comic Sans MS"/>
                <a:cs typeface="Comic Sans MS"/>
              </a:rPr>
              <a:t>It</a:t>
            </a:r>
            <a:r>
              <a:rPr dirty="0" sz="2500" spc="28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333433"/>
                </a:solidFill>
                <a:latin typeface="Comic Sans MS"/>
                <a:cs typeface="Comic Sans MS"/>
              </a:rPr>
              <a:t>helps</a:t>
            </a:r>
            <a:r>
              <a:rPr dirty="0" sz="2500" spc="28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500" spc="-10">
                <a:solidFill>
                  <a:srgbClr val="333433"/>
                </a:solidFill>
                <a:latin typeface="Comic Sans MS"/>
                <a:cs typeface="Comic Sans MS"/>
              </a:rPr>
              <a:t>security </a:t>
            </a:r>
            <a:r>
              <a:rPr dirty="0" sz="2500">
                <a:solidFill>
                  <a:srgbClr val="333433"/>
                </a:solidFill>
                <a:latin typeface="Comic Sans MS"/>
                <a:cs typeface="Comic Sans MS"/>
              </a:rPr>
              <a:t>teams</a:t>
            </a:r>
            <a:r>
              <a:rPr dirty="0" sz="2500" spc="14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333433"/>
                </a:solidFill>
                <a:latin typeface="Comic Sans MS"/>
                <a:cs typeface="Comic Sans MS"/>
              </a:rPr>
              <a:t>quickly</a:t>
            </a:r>
            <a:r>
              <a:rPr dirty="0" sz="2500" spc="14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333433"/>
                </a:solidFill>
                <a:latin typeface="Comic Sans MS"/>
                <a:cs typeface="Comic Sans MS"/>
              </a:rPr>
              <a:t>find</a:t>
            </a:r>
            <a:r>
              <a:rPr dirty="0" sz="2500" spc="14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333433"/>
                </a:solidFill>
                <a:latin typeface="Comic Sans MS"/>
                <a:cs typeface="Comic Sans MS"/>
              </a:rPr>
              <a:t>critical</a:t>
            </a:r>
            <a:r>
              <a:rPr dirty="0" sz="2500" spc="14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333433"/>
                </a:solidFill>
                <a:latin typeface="Comic Sans MS"/>
                <a:cs typeface="Comic Sans MS"/>
              </a:rPr>
              <a:t>assets,</a:t>
            </a:r>
            <a:r>
              <a:rPr dirty="0" sz="2500" spc="14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333433"/>
                </a:solidFill>
                <a:latin typeface="Comic Sans MS"/>
                <a:cs typeface="Comic Sans MS"/>
              </a:rPr>
              <a:t>judge</a:t>
            </a:r>
            <a:r>
              <a:rPr dirty="0" sz="2500" spc="14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333433"/>
                </a:solidFill>
                <a:latin typeface="Comic Sans MS"/>
                <a:cs typeface="Comic Sans MS"/>
              </a:rPr>
              <a:t>breach</a:t>
            </a:r>
            <a:r>
              <a:rPr dirty="0" sz="2500" spc="14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333433"/>
                </a:solidFill>
                <a:latin typeface="Comic Sans MS"/>
                <a:cs typeface="Comic Sans MS"/>
              </a:rPr>
              <a:t>impact,</a:t>
            </a:r>
            <a:r>
              <a:rPr dirty="0" sz="2500" spc="14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333433"/>
                </a:solidFill>
                <a:latin typeface="Comic Sans MS"/>
                <a:cs typeface="Comic Sans MS"/>
              </a:rPr>
              <a:t>prioritize</a:t>
            </a:r>
            <a:r>
              <a:rPr dirty="0" sz="2500" spc="14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500" spc="-10">
                <a:solidFill>
                  <a:srgbClr val="333433"/>
                </a:solidFill>
                <a:latin typeface="Comic Sans MS"/>
                <a:cs typeface="Comic Sans MS"/>
              </a:rPr>
              <a:t>containment </a:t>
            </a:r>
            <a:r>
              <a:rPr dirty="0" sz="2500">
                <a:solidFill>
                  <a:srgbClr val="333433"/>
                </a:solidFill>
                <a:latin typeface="Comic Sans MS"/>
                <a:cs typeface="Comic Sans MS"/>
              </a:rPr>
              <a:t>steps,</a:t>
            </a:r>
            <a:r>
              <a:rPr dirty="0" sz="2500" spc="-6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333433"/>
                </a:solidFill>
                <a:latin typeface="Comic Sans MS"/>
                <a:cs typeface="Comic Sans MS"/>
              </a:rPr>
              <a:t>and</a:t>
            </a:r>
            <a:r>
              <a:rPr dirty="0" sz="2500" spc="-5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333433"/>
                </a:solidFill>
                <a:latin typeface="Comic Sans MS"/>
                <a:cs typeface="Comic Sans MS"/>
              </a:rPr>
              <a:t>fulfill</a:t>
            </a:r>
            <a:r>
              <a:rPr dirty="0" sz="2500" spc="-5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333433"/>
                </a:solidFill>
                <a:latin typeface="Comic Sans MS"/>
                <a:cs typeface="Comic Sans MS"/>
              </a:rPr>
              <a:t>legal</a:t>
            </a:r>
            <a:r>
              <a:rPr dirty="0" sz="2500" spc="-5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333433"/>
                </a:solidFill>
                <a:latin typeface="Comic Sans MS"/>
                <a:cs typeface="Comic Sans MS"/>
              </a:rPr>
              <a:t>reporting</a:t>
            </a:r>
            <a:r>
              <a:rPr dirty="0" sz="2500" spc="-5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500" spc="-10">
                <a:solidFill>
                  <a:srgbClr val="333433"/>
                </a:solidFill>
                <a:latin typeface="Comic Sans MS"/>
                <a:cs typeface="Comic Sans MS"/>
              </a:rPr>
              <a:t>rules.</a:t>
            </a:r>
            <a:endParaRPr sz="2500">
              <a:latin typeface="Comic Sans MS"/>
              <a:cs typeface="Comic Sans MS"/>
            </a:endParaRPr>
          </a:p>
          <a:p>
            <a:pPr algn="just" marL="12700" marR="5080">
              <a:lnSpc>
                <a:spcPct val="114999"/>
              </a:lnSpc>
              <a:spcBef>
                <a:spcPts val="3260"/>
              </a:spcBef>
            </a:pPr>
            <a:r>
              <a:rPr dirty="0" sz="2500">
                <a:solidFill>
                  <a:srgbClr val="333433"/>
                </a:solidFill>
                <a:latin typeface="Comic Sans MS"/>
                <a:cs typeface="Comic Sans MS"/>
              </a:rPr>
              <a:t>It</a:t>
            </a:r>
            <a:r>
              <a:rPr dirty="0" sz="2500" spc="49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333433"/>
                </a:solidFill>
                <a:latin typeface="Comic Sans MS"/>
                <a:cs typeface="Comic Sans MS"/>
              </a:rPr>
              <a:t>also</a:t>
            </a:r>
            <a:r>
              <a:rPr dirty="0" sz="2500" spc="49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333433"/>
                </a:solidFill>
                <a:latin typeface="Comic Sans MS"/>
                <a:cs typeface="Comic Sans MS"/>
              </a:rPr>
              <a:t>helps</a:t>
            </a:r>
            <a:r>
              <a:rPr dirty="0" sz="2500" spc="49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333433"/>
                </a:solidFill>
                <a:latin typeface="Comic Sans MS"/>
                <a:cs typeface="Comic Sans MS"/>
              </a:rPr>
              <a:t>the</a:t>
            </a:r>
            <a:r>
              <a:rPr dirty="0" sz="2500" spc="49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333433"/>
                </a:solidFill>
                <a:latin typeface="Comic Sans MS"/>
                <a:cs typeface="Comic Sans MS"/>
              </a:rPr>
              <a:t>Incident</a:t>
            </a:r>
            <a:r>
              <a:rPr dirty="0" sz="2500" spc="49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333433"/>
                </a:solidFill>
                <a:latin typeface="Comic Sans MS"/>
                <a:cs typeface="Comic Sans MS"/>
              </a:rPr>
              <a:t>Response</a:t>
            </a:r>
            <a:r>
              <a:rPr dirty="0" sz="2500" spc="49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333433"/>
                </a:solidFill>
                <a:latin typeface="Comic Sans MS"/>
                <a:cs typeface="Comic Sans MS"/>
              </a:rPr>
              <a:t>(IR)</a:t>
            </a:r>
            <a:r>
              <a:rPr dirty="0" sz="2500" spc="49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333433"/>
                </a:solidFill>
                <a:latin typeface="Comic Sans MS"/>
                <a:cs typeface="Comic Sans MS"/>
              </a:rPr>
              <a:t>team</a:t>
            </a:r>
            <a:r>
              <a:rPr dirty="0" sz="2500" spc="49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333433"/>
                </a:solidFill>
                <a:latin typeface="Comic Sans MS"/>
                <a:cs typeface="Comic Sans MS"/>
              </a:rPr>
              <a:t>decide</a:t>
            </a:r>
            <a:r>
              <a:rPr dirty="0" sz="2500" spc="49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333433"/>
                </a:solidFill>
                <a:latin typeface="Comic Sans MS"/>
                <a:cs typeface="Comic Sans MS"/>
              </a:rPr>
              <a:t>which</a:t>
            </a:r>
            <a:r>
              <a:rPr dirty="0" sz="2500" spc="49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333433"/>
                </a:solidFill>
                <a:latin typeface="Comic Sans MS"/>
                <a:cs typeface="Comic Sans MS"/>
              </a:rPr>
              <a:t>incidents</a:t>
            </a:r>
            <a:r>
              <a:rPr dirty="0" sz="2500" spc="49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500" spc="-20">
                <a:solidFill>
                  <a:srgbClr val="333433"/>
                </a:solidFill>
                <a:latin typeface="Comic Sans MS"/>
                <a:cs typeface="Comic Sans MS"/>
              </a:rPr>
              <a:t>need </a:t>
            </a:r>
            <a:r>
              <a:rPr dirty="0" sz="2500">
                <a:solidFill>
                  <a:srgbClr val="333433"/>
                </a:solidFill>
                <a:latin typeface="Comic Sans MS"/>
                <a:cs typeface="Comic Sans MS"/>
              </a:rPr>
              <a:t>immediate</a:t>
            </a:r>
            <a:r>
              <a:rPr dirty="0" sz="2500" spc="-5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333433"/>
                </a:solidFill>
                <a:latin typeface="Comic Sans MS"/>
                <a:cs typeface="Comic Sans MS"/>
              </a:rPr>
              <a:t>attention,</a:t>
            </a:r>
            <a:r>
              <a:rPr dirty="0" sz="2500" spc="-5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333433"/>
                </a:solidFill>
                <a:latin typeface="Comic Sans MS"/>
                <a:cs typeface="Comic Sans MS"/>
              </a:rPr>
              <a:t>what</a:t>
            </a:r>
            <a:r>
              <a:rPr dirty="0" sz="2500" spc="-5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333433"/>
                </a:solidFill>
                <a:latin typeface="Comic Sans MS"/>
                <a:cs typeface="Comic Sans MS"/>
              </a:rPr>
              <a:t>protection</a:t>
            </a:r>
            <a:r>
              <a:rPr dirty="0" sz="2500" spc="-5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333433"/>
                </a:solidFill>
                <a:latin typeface="Comic Sans MS"/>
                <a:cs typeface="Comic Sans MS"/>
              </a:rPr>
              <a:t>is</a:t>
            </a:r>
            <a:r>
              <a:rPr dirty="0" sz="2500" spc="-5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333433"/>
                </a:solidFill>
                <a:latin typeface="Comic Sans MS"/>
                <a:cs typeface="Comic Sans MS"/>
              </a:rPr>
              <a:t>required,</a:t>
            </a:r>
            <a:r>
              <a:rPr dirty="0" sz="2500" spc="-5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333433"/>
                </a:solidFill>
                <a:latin typeface="Comic Sans MS"/>
                <a:cs typeface="Comic Sans MS"/>
              </a:rPr>
              <a:t>and</a:t>
            </a:r>
            <a:r>
              <a:rPr dirty="0" sz="2500" spc="-5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333433"/>
                </a:solidFill>
                <a:latin typeface="Comic Sans MS"/>
                <a:cs typeface="Comic Sans MS"/>
              </a:rPr>
              <a:t>who</a:t>
            </a:r>
            <a:r>
              <a:rPr dirty="0" sz="2500" spc="-5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333433"/>
                </a:solidFill>
                <a:latin typeface="Comic Sans MS"/>
                <a:cs typeface="Comic Sans MS"/>
              </a:rPr>
              <a:t>should</a:t>
            </a:r>
            <a:r>
              <a:rPr dirty="0" sz="2500" spc="-5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333433"/>
                </a:solidFill>
                <a:latin typeface="Comic Sans MS"/>
                <a:cs typeface="Comic Sans MS"/>
              </a:rPr>
              <a:t>be</a:t>
            </a:r>
            <a:r>
              <a:rPr dirty="0" sz="2500" spc="-5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500" spc="-10">
                <a:solidFill>
                  <a:srgbClr val="333433"/>
                </a:solidFill>
                <a:latin typeface="Comic Sans MS"/>
                <a:cs typeface="Comic Sans MS"/>
              </a:rPr>
              <a:t>notified.</a:t>
            </a:r>
            <a:endParaRPr sz="2500">
              <a:latin typeface="Comic Sans MS"/>
              <a:cs typeface="Comic Sans MS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27791" y="6025195"/>
            <a:ext cx="114300" cy="11429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27791" y="8215945"/>
            <a:ext cx="114300" cy="11429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860377" y="1"/>
            <a:ext cx="1428115" cy="10287000"/>
            <a:chOff x="16860377" y="1"/>
            <a:chExt cx="1428115" cy="10287000"/>
          </a:xfrm>
        </p:grpSpPr>
        <p:sp>
          <p:nvSpPr>
            <p:cNvPr id="3" name="object 3"/>
            <p:cNvSpPr/>
            <p:nvPr/>
          </p:nvSpPr>
          <p:spPr>
            <a:xfrm>
              <a:off x="16860377" y="1"/>
              <a:ext cx="1428115" cy="10287000"/>
            </a:xfrm>
            <a:custGeom>
              <a:avLst/>
              <a:gdLst/>
              <a:ahLst/>
              <a:cxnLst/>
              <a:rect l="l" t="t" r="r" b="b"/>
              <a:pathLst>
                <a:path w="1428115" h="10287000">
                  <a:moveTo>
                    <a:pt x="501629" y="62878"/>
                  </a:moveTo>
                  <a:lnTo>
                    <a:pt x="528368" y="0"/>
                  </a:lnTo>
                  <a:lnTo>
                    <a:pt x="1427619" y="0"/>
                  </a:lnTo>
                  <a:lnTo>
                    <a:pt x="1427619" y="10286999"/>
                  </a:lnTo>
                  <a:lnTo>
                    <a:pt x="1287213" y="10286999"/>
                  </a:lnTo>
                  <a:lnTo>
                    <a:pt x="711966" y="878980"/>
                  </a:lnTo>
                  <a:lnTo>
                    <a:pt x="501629" y="62878"/>
                  </a:lnTo>
                  <a:close/>
                </a:path>
                <a:path w="1428115" h="10287000">
                  <a:moveTo>
                    <a:pt x="491447" y="1212337"/>
                  </a:moveTo>
                  <a:lnTo>
                    <a:pt x="711966" y="878980"/>
                  </a:lnTo>
                  <a:lnTo>
                    <a:pt x="1287213" y="10286999"/>
                  </a:lnTo>
                  <a:lnTo>
                    <a:pt x="1180173" y="10286999"/>
                  </a:lnTo>
                  <a:lnTo>
                    <a:pt x="647623" y="1577285"/>
                  </a:lnTo>
                  <a:lnTo>
                    <a:pt x="491447" y="1212337"/>
                  </a:lnTo>
                  <a:close/>
                </a:path>
                <a:path w="1428115" h="10287000">
                  <a:moveTo>
                    <a:pt x="170825" y="2959008"/>
                  </a:moveTo>
                  <a:lnTo>
                    <a:pt x="283851" y="2569972"/>
                  </a:lnTo>
                  <a:lnTo>
                    <a:pt x="508307" y="2361372"/>
                  </a:lnTo>
                  <a:lnTo>
                    <a:pt x="563780" y="1956662"/>
                  </a:lnTo>
                  <a:lnTo>
                    <a:pt x="647623" y="1577285"/>
                  </a:lnTo>
                  <a:lnTo>
                    <a:pt x="1180173" y="10286999"/>
                  </a:lnTo>
                  <a:lnTo>
                    <a:pt x="912696" y="10286999"/>
                  </a:lnTo>
                  <a:lnTo>
                    <a:pt x="713477" y="7028812"/>
                  </a:lnTo>
                  <a:lnTo>
                    <a:pt x="674720" y="6986557"/>
                  </a:lnTo>
                  <a:lnTo>
                    <a:pt x="497692" y="4091303"/>
                  </a:lnTo>
                  <a:lnTo>
                    <a:pt x="418855" y="3960970"/>
                  </a:lnTo>
                  <a:lnTo>
                    <a:pt x="383650" y="3385205"/>
                  </a:lnTo>
                  <a:lnTo>
                    <a:pt x="170825" y="2959008"/>
                  </a:lnTo>
                  <a:close/>
                </a:path>
                <a:path w="1428115" h="10287000">
                  <a:moveTo>
                    <a:pt x="539942" y="7253246"/>
                  </a:moveTo>
                  <a:lnTo>
                    <a:pt x="713477" y="7028812"/>
                  </a:lnTo>
                  <a:lnTo>
                    <a:pt x="912696" y="10286999"/>
                  </a:lnTo>
                  <a:lnTo>
                    <a:pt x="758412" y="10286999"/>
                  </a:lnTo>
                  <a:lnTo>
                    <a:pt x="588680" y="7511086"/>
                  </a:lnTo>
                  <a:lnTo>
                    <a:pt x="539942" y="7253246"/>
                  </a:lnTo>
                  <a:close/>
                </a:path>
                <a:path w="1428115" h="10287000">
                  <a:moveTo>
                    <a:pt x="186086" y="5401904"/>
                  </a:moveTo>
                  <a:lnTo>
                    <a:pt x="379883" y="5070181"/>
                  </a:lnTo>
                  <a:lnTo>
                    <a:pt x="499960" y="4848770"/>
                  </a:lnTo>
                  <a:lnTo>
                    <a:pt x="473895" y="4422473"/>
                  </a:lnTo>
                  <a:lnTo>
                    <a:pt x="497692" y="4091303"/>
                  </a:lnTo>
                  <a:lnTo>
                    <a:pt x="674720" y="6986557"/>
                  </a:lnTo>
                  <a:lnTo>
                    <a:pt x="596682" y="6901474"/>
                  </a:lnTo>
                  <a:lnTo>
                    <a:pt x="542295" y="6011995"/>
                  </a:lnTo>
                  <a:lnTo>
                    <a:pt x="417356" y="5683030"/>
                  </a:lnTo>
                  <a:lnTo>
                    <a:pt x="186086" y="5401904"/>
                  </a:lnTo>
                  <a:close/>
                </a:path>
                <a:path w="1428115" h="10287000">
                  <a:moveTo>
                    <a:pt x="300053" y="3764568"/>
                  </a:moveTo>
                  <a:lnTo>
                    <a:pt x="383650" y="3385205"/>
                  </a:lnTo>
                  <a:lnTo>
                    <a:pt x="418855" y="3960970"/>
                  </a:lnTo>
                  <a:lnTo>
                    <a:pt x="300053" y="3764568"/>
                  </a:lnTo>
                  <a:close/>
                </a:path>
                <a:path w="1428115" h="10287000">
                  <a:moveTo>
                    <a:pt x="446141" y="6737342"/>
                  </a:moveTo>
                  <a:lnTo>
                    <a:pt x="532848" y="6449076"/>
                  </a:lnTo>
                  <a:lnTo>
                    <a:pt x="542295" y="6011995"/>
                  </a:lnTo>
                  <a:lnTo>
                    <a:pt x="596682" y="6901474"/>
                  </a:lnTo>
                  <a:lnTo>
                    <a:pt x="446141" y="6737342"/>
                  </a:lnTo>
                  <a:close/>
                </a:path>
                <a:path w="1428115" h="10287000">
                  <a:moveTo>
                    <a:pt x="0" y="8515803"/>
                  </a:moveTo>
                  <a:lnTo>
                    <a:pt x="274697" y="8179134"/>
                  </a:lnTo>
                  <a:lnTo>
                    <a:pt x="439829" y="7756893"/>
                  </a:lnTo>
                  <a:lnTo>
                    <a:pt x="588680" y="7511086"/>
                  </a:lnTo>
                  <a:lnTo>
                    <a:pt x="758412" y="10286999"/>
                  </a:lnTo>
                  <a:lnTo>
                    <a:pt x="403581" y="10286999"/>
                  </a:lnTo>
                  <a:lnTo>
                    <a:pt x="323501" y="8977310"/>
                  </a:lnTo>
                  <a:lnTo>
                    <a:pt x="0" y="8515803"/>
                  </a:lnTo>
                  <a:close/>
                </a:path>
                <a:path w="1428115" h="10287000">
                  <a:moveTo>
                    <a:pt x="233450" y="9347716"/>
                  </a:moveTo>
                  <a:lnTo>
                    <a:pt x="323501" y="8977306"/>
                  </a:lnTo>
                  <a:lnTo>
                    <a:pt x="403581" y="10286999"/>
                  </a:lnTo>
                  <a:lnTo>
                    <a:pt x="377744" y="10286999"/>
                  </a:lnTo>
                  <a:lnTo>
                    <a:pt x="343446" y="9726069"/>
                  </a:lnTo>
                  <a:lnTo>
                    <a:pt x="233450" y="9347716"/>
                  </a:lnTo>
                  <a:close/>
                </a:path>
                <a:path w="1428115" h="10287000">
                  <a:moveTo>
                    <a:pt x="157361" y="10286999"/>
                  </a:moveTo>
                  <a:lnTo>
                    <a:pt x="179944" y="10110563"/>
                  </a:lnTo>
                  <a:lnTo>
                    <a:pt x="343446" y="9726069"/>
                  </a:lnTo>
                  <a:lnTo>
                    <a:pt x="377744" y="10286999"/>
                  </a:lnTo>
                  <a:lnTo>
                    <a:pt x="157361" y="10286999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6932849" y="1"/>
              <a:ext cx="1355725" cy="10287000"/>
            </a:xfrm>
            <a:custGeom>
              <a:avLst/>
              <a:gdLst/>
              <a:ahLst/>
              <a:cxnLst/>
              <a:rect l="l" t="t" r="r" b="b"/>
              <a:pathLst>
                <a:path w="1355725" h="10287000">
                  <a:moveTo>
                    <a:pt x="551392" y="0"/>
                  </a:moveTo>
                  <a:lnTo>
                    <a:pt x="1355147" y="0"/>
                  </a:lnTo>
                  <a:lnTo>
                    <a:pt x="1355147" y="10286999"/>
                  </a:lnTo>
                  <a:lnTo>
                    <a:pt x="1301111" y="10286999"/>
                  </a:lnTo>
                  <a:lnTo>
                    <a:pt x="709714" y="614851"/>
                  </a:lnTo>
                  <a:lnTo>
                    <a:pt x="551392" y="0"/>
                  </a:lnTo>
                  <a:close/>
                </a:path>
                <a:path w="1355725" h="10287000">
                  <a:moveTo>
                    <a:pt x="489441" y="948192"/>
                  </a:moveTo>
                  <a:lnTo>
                    <a:pt x="709714" y="614851"/>
                  </a:lnTo>
                  <a:lnTo>
                    <a:pt x="1301111" y="10286999"/>
                  </a:lnTo>
                  <a:lnTo>
                    <a:pt x="1194071" y="10286999"/>
                  </a:lnTo>
                  <a:lnTo>
                    <a:pt x="645356" y="1312910"/>
                  </a:lnTo>
                  <a:lnTo>
                    <a:pt x="489441" y="948192"/>
                  </a:lnTo>
                  <a:close/>
                </a:path>
                <a:path w="1355725" h="10287000">
                  <a:moveTo>
                    <a:pt x="168618" y="2695615"/>
                  </a:moveTo>
                  <a:lnTo>
                    <a:pt x="281875" y="2306319"/>
                  </a:lnTo>
                  <a:lnTo>
                    <a:pt x="506085" y="2097733"/>
                  </a:lnTo>
                  <a:lnTo>
                    <a:pt x="561573" y="1693269"/>
                  </a:lnTo>
                  <a:lnTo>
                    <a:pt x="645356" y="1312910"/>
                  </a:lnTo>
                  <a:lnTo>
                    <a:pt x="1194071" y="10286999"/>
                  </a:lnTo>
                  <a:lnTo>
                    <a:pt x="926595" y="10286999"/>
                  </a:lnTo>
                  <a:lnTo>
                    <a:pt x="711285" y="6765664"/>
                  </a:lnTo>
                  <a:lnTo>
                    <a:pt x="672529" y="6723409"/>
                  </a:lnTo>
                  <a:lnTo>
                    <a:pt x="495470" y="3827665"/>
                  </a:lnTo>
                  <a:lnTo>
                    <a:pt x="416639" y="3697430"/>
                  </a:lnTo>
                  <a:lnTo>
                    <a:pt x="381428" y="3121567"/>
                  </a:lnTo>
                  <a:lnTo>
                    <a:pt x="168618" y="2695615"/>
                  </a:lnTo>
                  <a:close/>
                </a:path>
                <a:path w="1355725" h="10287000">
                  <a:moveTo>
                    <a:pt x="537765" y="6990343"/>
                  </a:moveTo>
                  <a:lnTo>
                    <a:pt x="711285" y="6765664"/>
                  </a:lnTo>
                  <a:lnTo>
                    <a:pt x="926595" y="10286999"/>
                  </a:lnTo>
                  <a:lnTo>
                    <a:pt x="773294" y="10286999"/>
                  </a:lnTo>
                  <a:lnTo>
                    <a:pt x="587439" y="7247387"/>
                  </a:lnTo>
                  <a:lnTo>
                    <a:pt x="537765" y="6990343"/>
                  </a:lnTo>
                  <a:close/>
                </a:path>
                <a:path w="1355725" h="10287000">
                  <a:moveTo>
                    <a:pt x="183970" y="5139981"/>
                  </a:moveTo>
                  <a:lnTo>
                    <a:pt x="377692" y="4807033"/>
                  </a:lnTo>
                  <a:lnTo>
                    <a:pt x="497784" y="4585867"/>
                  </a:lnTo>
                  <a:lnTo>
                    <a:pt x="471704" y="4159325"/>
                  </a:lnTo>
                  <a:lnTo>
                    <a:pt x="495470" y="3827665"/>
                  </a:lnTo>
                  <a:lnTo>
                    <a:pt x="672529" y="6723409"/>
                  </a:lnTo>
                  <a:lnTo>
                    <a:pt x="594754" y="6638613"/>
                  </a:lnTo>
                  <a:lnTo>
                    <a:pt x="540349" y="5748832"/>
                  </a:lnTo>
                  <a:lnTo>
                    <a:pt x="415165" y="5419882"/>
                  </a:lnTo>
                  <a:lnTo>
                    <a:pt x="183970" y="5139981"/>
                  </a:lnTo>
                  <a:close/>
                </a:path>
                <a:path w="1355725" h="10287000">
                  <a:moveTo>
                    <a:pt x="297847" y="3501176"/>
                  </a:moveTo>
                  <a:lnTo>
                    <a:pt x="381428" y="3121567"/>
                  </a:lnTo>
                  <a:lnTo>
                    <a:pt x="416639" y="3697430"/>
                  </a:lnTo>
                  <a:lnTo>
                    <a:pt x="297847" y="3501176"/>
                  </a:lnTo>
                  <a:close/>
                </a:path>
                <a:path w="1355725" h="10287000">
                  <a:moveTo>
                    <a:pt x="443949" y="6474194"/>
                  </a:moveTo>
                  <a:lnTo>
                    <a:pt x="530656" y="6185928"/>
                  </a:lnTo>
                  <a:lnTo>
                    <a:pt x="540349" y="5748832"/>
                  </a:lnTo>
                  <a:lnTo>
                    <a:pt x="594754" y="6638613"/>
                  </a:lnTo>
                  <a:lnTo>
                    <a:pt x="443949" y="6474194"/>
                  </a:lnTo>
                  <a:close/>
                </a:path>
                <a:path w="1355725" h="10287000">
                  <a:moveTo>
                    <a:pt x="0" y="8252274"/>
                  </a:moveTo>
                  <a:lnTo>
                    <a:pt x="273471" y="7915680"/>
                  </a:lnTo>
                  <a:lnTo>
                    <a:pt x="438587" y="7493194"/>
                  </a:lnTo>
                  <a:lnTo>
                    <a:pt x="587439" y="7247387"/>
                  </a:lnTo>
                  <a:lnTo>
                    <a:pt x="773294" y="10286999"/>
                  </a:lnTo>
                  <a:lnTo>
                    <a:pt x="418463" y="10286999"/>
                  </a:lnTo>
                  <a:lnTo>
                    <a:pt x="322275" y="8713855"/>
                  </a:lnTo>
                  <a:lnTo>
                    <a:pt x="0" y="8252274"/>
                  </a:lnTo>
                  <a:close/>
                </a:path>
                <a:path w="1355725" h="10287000">
                  <a:moveTo>
                    <a:pt x="231183" y="9083341"/>
                  </a:moveTo>
                  <a:lnTo>
                    <a:pt x="322275" y="8713854"/>
                  </a:lnTo>
                  <a:lnTo>
                    <a:pt x="418463" y="10286999"/>
                  </a:lnTo>
                  <a:lnTo>
                    <a:pt x="390658" y="10286999"/>
                  </a:lnTo>
                  <a:lnTo>
                    <a:pt x="340259" y="9462735"/>
                  </a:lnTo>
                  <a:lnTo>
                    <a:pt x="231183" y="9083341"/>
                  </a:lnTo>
                  <a:close/>
                </a:path>
                <a:path w="1355725" h="10287000">
                  <a:moveTo>
                    <a:pt x="120215" y="10286999"/>
                  </a:moveTo>
                  <a:lnTo>
                    <a:pt x="176496" y="9847000"/>
                  </a:lnTo>
                  <a:lnTo>
                    <a:pt x="340259" y="9462735"/>
                  </a:lnTo>
                  <a:lnTo>
                    <a:pt x="390658" y="10286999"/>
                  </a:lnTo>
                  <a:lnTo>
                    <a:pt x="120215" y="10286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7462089" y="1"/>
              <a:ext cx="826135" cy="10287000"/>
            </a:xfrm>
            <a:custGeom>
              <a:avLst/>
              <a:gdLst/>
              <a:ahLst/>
              <a:cxnLst/>
              <a:rect l="l" t="t" r="r" b="b"/>
              <a:pathLst>
                <a:path w="826134" h="10287000">
                  <a:moveTo>
                    <a:pt x="283569" y="0"/>
                  </a:moveTo>
                  <a:lnTo>
                    <a:pt x="825907" y="0"/>
                  </a:lnTo>
                  <a:lnTo>
                    <a:pt x="825907" y="7492473"/>
                  </a:lnTo>
                  <a:lnTo>
                    <a:pt x="654527" y="4689589"/>
                  </a:lnTo>
                  <a:lnTo>
                    <a:pt x="654275" y="4689477"/>
                  </a:lnTo>
                  <a:lnTo>
                    <a:pt x="396998" y="481783"/>
                  </a:lnTo>
                  <a:lnTo>
                    <a:pt x="367330" y="343176"/>
                  </a:lnTo>
                  <a:lnTo>
                    <a:pt x="283569" y="0"/>
                  </a:lnTo>
                  <a:close/>
                </a:path>
                <a:path w="826134" h="10287000">
                  <a:moveTo>
                    <a:pt x="334431" y="5233506"/>
                  </a:moveTo>
                  <a:lnTo>
                    <a:pt x="654527" y="4689589"/>
                  </a:lnTo>
                  <a:lnTo>
                    <a:pt x="825907" y="7492473"/>
                  </a:lnTo>
                  <a:lnTo>
                    <a:pt x="825907" y="7717846"/>
                  </a:lnTo>
                  <a:lnTo>
                    <a:pt x="779865" y="6964833"/>
                  </a:lnTo>
                  <a:lnTo>
                    <a:pt x="726497" y="6719826"/>
                  </a:lnTo>
                  <a:lnTo>
                    <a:pt x="459680" y="6545463"/>
                  </a:lnTo>
                  <a:lnTo>
                    <a:pt x="409481" y="5724475"/>
                  </a:lnTo>
                  <a:lnTo>
                    <a:pt x="334431" y="5233506"/>
                  </a:lnTo>
                  <a:close/>
                </a:path>
                <a:path w="826134" h="10287000">
                  <a:moveTo>
                    <a:pt x="287909" y="927171"/>
                  </a:moveTo>
                  <a:lnTo>
                    <a:pt x="305650" y="865564"/>
                  </a:lnTo>
                  <a:lnTo>
                    <a:pt x="344309" y="725770"/>
                  </a:lnTo>
                  <a:lnTo>
                    <a:pt x="382040" y="575330"/>
                  </a:lnTo>
                  <a:lnTo>
                    <a:pt x="396998" y="481783"/>
                  </a:lnTo>
                  <a:lnTo>
                    <a:pt x="654275" y="4689477"/>
                  </a:lnTo>
                  <a:lnTo>
                    <a:pt x="605201" y="4667623"/>
                  </a:lnTo>
                  <a:lnTo>
                    <a:pt x="395979" y="1245849"/>
                  </a:lnTo>
                  <a:lnTo>
                    <a:pt x="287909" y="927171"/>
                  </a:lnTo>
                  <a:close/>
                </a:path>
                <a:path w="826134" h="10287000">
                  <a:moveTo>
                    <a:pt x="0" y="8183006"/>
                  </a:moveTo>
                  <a:lnTo>
                    <a:pt x="263855" y="7898426"/>
                  </a:lnTo>
                  <a:lnTo>
                    <a:pt x="307763" y="7469572"/>
                  </a:lnTo>
                  <a:lnTo>
                    <a:pt x="456860" y="7223750"/>
                  </a:lnTo>
                  <a:lnTo>
                    <a:pt x="779865" y="6964833"/>
                  </a:lnTo>
                  <a:lnTo>
                    <a:pt x="825907" y="7717846"/>
                  </a:lnTo>
                  <a:lnTo>
                    <a:pt x="825907" y="10286999"/>
                  </a:lnTo>
                  <a:lnTo>
                    <a:pt x="402768" y="10286999"/>
                  </a:lnTo>
                  <a:lnTo>
                    <a:pt x="298266" y="8577897"/>
                  </a:lnTo>
                  <a:lnTo>
                    <a:pt x="0" y="8183006"/>
                  </a:lnTo>
                  <a:close/>
                </a:path>
                <a:path w="826134" h="10287000">
                  <a:moveTo>
                    <a:pt x="37676" y="2670031"/>
                  </a:moveTo>
                  <a:lnTo>
                    <a:pt x="45156" y="2569448"/>
                  </a:lnTo>
                  <a:lnTo>
                    <a:pt x="85223" y="2440044"/>
                  </a:lnTo>
                  <a:lnTo>
                    <a:pt x="129831" y="2328310"/>
                  </a:lnTo>
                  <a:lnTo>
                    <a:pt x="150933" y="2280734"/>
                  </a:lnTo>
                  <a:lnTo>
                    <a:pt x="172397" y="2240468"/>
                  </a:lnTo>
                  <a:lnTo>
                    <a:pt x="219310" y="2147443"/>
                  </a:lnTo>
                  <a:lnTo>
                    <a:pt x="265087" y="2044138"/>
                  </a:lnTo>
                  <a:lnTo>
                    <a:pt x="283630" y="1971940"/>
                  </a:lnTo>
                  <a:lnTo>
                    <a:pt x="282364" y="1938106"/>
                  </a:lnTo>
                  <a:lnTo>
                    <a:pt x="282616" y="1889261"/>
                  </a:lnTo>
                  <a:lnTo>
                    <a:pt x="286467" y="1712640"/>
                  </a:lnTo>
                  <a:lnTo>
                    <a:pt x="286776" y="1663732"/>
                  </a:lnTo>
                  <a:lnTo>
                    <a:pt x="285594" y="1629802"/>
                  </a:lnTo>
                  <a:lnTo>
                    <a:pt x="300748" y="1545751"/>
                  </a:lnTo>
                  <a:lnTo>
                    <a:pt x="338925" y="1416440"/>
                  </a:lnTo>
                  <a:lnTo>
                    <a:pt x="378033" y="1297822"/>
                  </a:lnTo>
                  <a:lnTo>
                    <a:pt x="395979" y="1245849"/>
                  </a:lnTo>
                  <a:lnTo>
                    <a:pt x="605201" y="4667623"/>
                  </a:lnTo>
                  <a:lnTo>
                    <a:pt x="412448" y="4581785"/>
                  </a:lnTo>
                  <a:lnTo>
                    <a:pt x="364772" y="3802066"/>
                  </a:lnTo>
                  <a:lnTo>
                    <a:pt x="97509" y="3521247"/>
                  </a:lnTo>
                  <a:lnTo>
                    <a:pt x="51796" y="2773638"/>
                  </a:lnTo>
                  <a:lnTo>
                    <a:pt x="37676" y="2670031"/>
                  </a:lnTo>
                  <a:close/>
                </a:path>
                <a:path w="826134" h="10287000">
                  <a:moveTo>
                    <a:pt x="366916" y="4561509"/>
                  </a:moveTo>
                  <a:lnTo>
                    <a:pt x="340745" y="4133496"/>
                  </a:lnTo>
                  <a:lnTo>
                    <a:pt x="364772" y="3802066"/>
                  </a:lnTo>
                  <a:lnTo>
                    <a:pt x="412448" y="4581785"/>
                  </a:lnTo>
                  <a:lnTo>
                    <a:pt x="366916" y="4561509"/>
                  </a:lnTo>
                  <a:close/>
                </a:path>
                <a:path w="826134" h="10287000">
                  <a:moveTo>
                    <a:pt x="313326" y="6449822"/>
                  </a:moveTo>
                  <a:lnTo>
                    <a:pt x="399788" y="6161571"/>
                  </a:lnTo>
                  <a:lnTo>
                    <a:pt x="409481" y="5724475"/>
                  </a:lnTo>
                  <a:lnTo>
                    <a:pt x="459680" y="6545463"/>
                  </a:lnTo>
                  <a:lnTo>
                    <a:pt x="313326" y="6449822"/>
                  </a:lnTo>
                  <a:close/>
                </a:path>
                <a:path w="826134" h="10287000">
                  <a:moveTo>
                    <a:pt x="60262" y="3482112"/>
                  </a:moveTo>
                  <a:lnTo>
                    <a:pt x="62662" y="3078679"/>
                  </a:lnTo>
                  <a:lnTo>
                    <a:pt x="62164" y="3028079"/>
                  </a:lnTo>
                  <a:lnTo>
                    <a:pt x="59250" y="2909693"/>
                  </a:lnTo>
                  <a:lnTo>
                    <a:pt x="51796" y="2773638"/>
                  </a:lnTo>
                  <a:lnTo>
                    <a:pt x="97509" y="3521247"/>
                  </a:lnTo>
                  <a:lnTo>
                    <a:pt x="60262" y="3482112"/>
                  </a:lnTo>
                  <a:close/>
                </a:path>
                <a:path w="826134" h="10287000">
                  <a:moveTo>
                    <a:pt x="101110" y="9059919"/>
                  </a:moveTo>
                  <a:lnTo>
                    <a:pt x="298266" y="8577897"/>
                  </a:lnTo>
                  <a:lnTo>
                    <a:pt x="402768" y="10286999"/>
                  </a:lnTo>
                  <a:lnTo>
                    <a:pt x="379638" y="10286999"/>
                  </a:lnTo>
                  <a:lnTo>
                    <a:pt x="331955" y="9507159"/>
                  </a:lnTo>
                  <a:lnTo>
                    <a:pt x="101110" y="9059919"/>
                  </a:lnTo>
                  <a:close/>
                </a:path>
                <a:path w="826134" h="10287000">
                  <a:moveTo>
                    <a:pt x="175275" y="10272869"/>
                  </a:moveTo>
                  <a:lnTo>
                    <a:pt x="160505" y="9741553"/>
                  </a:lnTo>
                  <a:lnTo>
                    <a:pt x="331955" y="9507159"/>
                  </a:lnTo>
                  <a:lnTo>
                    <a:pt x="379638" y="10286999"/>
                  </a:lnTo>
                  <a:lnTo>
                    <a:pt x="182582" y="10286999"/>
                  </a:lnTo>
                  <a:lnTo>
                    <a:pt x="175275" y="10272869"/>
                  </a:lnTo>
                  <a:close/>
                </a:path>
              </a:pathLst>
            </a:custGeom>
            <a:solidFill>
              <a:srgbClr val="FFD04D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76349" y="1168399"/>
            <a:ext cx="114300" cy="11429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555650" y="1009681"/>
            <a:ext cx="5426075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40435" algn="l"/>
                <a:tab pos="3122295" algn="l"/>
                <a:tab pos="4751705" algn="l"/>
              </a:tabLst>
            </a:pPr>
            <a:r>
              <a:rPr dirty="0" sz="2500" spc="-20">
                <a:solidFill>
                  <a:srgbClr val="333433"/>
                </a:solidFill>
                <a:latin typeface="Comic Sans MS"/>
                <a:cs typeface="Comic Sans MS"/>
              </a:rPr>
              <a:t>Data</a:t>
            </a:r>
            <a:r>
              <a:rPr dirty="0" sz="2500">
                <a:solidFill>
                  <a:srgbClr val="333433"/>
                </a:solidFill>
                <a:latin typeface="Comic Sans MS"/>
                <a:cs typeface="Comic Sans MS"/>
              </a:rPr>
              <a:t>	</a:t>
            </a:r>
            <a:r>
              <a:rPr dirty="0" sz="2500" spc="-10">
                <a:solidFill>
                  <a:srgbClr val="333433"/>
                </a:solidFill>
                <a:latin typeface="Comic Sans MS"/>
                <a:cs typeface="Comic Sans MS"/>
              </a:rPr>
              <a:t>classification</a:t>
            </a:r>
            <a:r>
              <a:rPr dirty="0" sz="2500">
                <a:solidFill>
                  <a:srgbClr val="333433"/>
                </a:solidFill>
                <a:latin typeface="Comic Sans MS"/>
                <a:cs typeface="Comic Sans MS"/>
              </a:rPr>
              <a:t>	</a:t>
            </a:r>
            <a:r>
              <a:rPr dirty="0" sz="2500" spc="-10">
                <a:solidFill>
                  <a:srgbClr val="333433"/>
                </a:solidFill>
                <a:latin typeface="Comic Sans MS"/>
                <a:cs typeface="Comic Sans MS"/>
              </a:rPr>
              <a:t>organizes</a:t>
            </a:r>
            <a:r>
              <a:rPr dirty="0" sz="2500">
                <a:solidFill>
                  <a:srgbClr val="333433"/>
                </a:solidFill>
                <a:latin typeface="Comic Sans MS"/>
                <a:cs typeface="Comic Sans MS"/>
              </a:rPr>
              <a:t>	</a:t>
            </a:r>
            <a:r>
              <a:rPr dirty="0" sz="2500" spc="-20">
                <a:solidFill>
                  <a:srgbClr val="333433"/>
                </a:solidFill>
                <a:latin typeface="Comic Sans MS"/>
                <a:cs typeface="Comic Sans MS"/>
              </a:rPr>
              <a:t>data</a:t>
            </a:r>
            <a:endParaRPr sz="2500">
              <a:latin typeface="Comic Sans MS"/>
              <a:cs typeface="Comic Sans MS"/>
            </a:endParaRPr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7180163" y="937817"/>
            <a:ext cx="9375140" cy="492759"/>
          </a:xfrm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643255" algn="l"/>
                <a:tab pos="2596515" algn="l"/>
                <a:tab pos="3761104" algn="l"/>
                <a:tab pos="4557395" algn="l"/>
                <a:tab pos="6395720" algn="l"/>
                <a:tab pos="8486775" algn="l"/>
              </a:tabLst>
            </a:pPr>
            <a:r>
              <a:rPr dirty="0" sz="3050" spc="-360">
                <a:solidFill>
                  <a:srgbClr val="333433"/>
                </a:solidFill>
              </a:rPr>
              <a:t>by</a:t>
            </a:r>
            <a:r>
              <a:rPr dirty="0" sz="3050">
                <a:solidFill>
                  <a:srgbClr val="333433"/>
                </a:solidFill>
              </a:rPr>
              <a:t>	</a:t>
            </a:r>
            <a:r>
              <a:rPr dirty="0" sz="3050" spc="-265">
                <a:solidFill>
                  <a:srgbClr val="333433"/>
                </a:solidFill>
              </a:rPr>
              <a:t>sensitivity,</a:t>
            </a:r>
            <a:r>
              <a:rPr dirty="0" sz="3050">
                <a:solidFill>
                  <a:srgbClr val="333433"/>
                </a:solidFill>
              </a:rPr>
              <a:t>	</a:t>
            </a:r>
            <a:r>
              <a:rPr dirty="0" sz="3050" spc="-285">
                <a:solidFill>
                  <a:srgbClr val="333433"/>
                </a:solidFill>
              </a:rPr>
              <a:t>value,</a:t>
            </a:r>
            <a:r>
              <a:rPr dirty="0" sz="3050">
                <a:solidFill>
                  <a:srgbClr val="333433"/>
                </a:solidFill>
              </a:rPr>
              <a:t>	</a:t>
            </a:r>
            <a:r>
              <a:rPr dirty="0" sz="3050" spc="-340">
                <a:solidFill>
                  <a:srgbClr val="333433"/>
                </a:solidFill>
              </a:rPr>
              <a:t>and</a:t>
            </a:r>
            <a:r>
              <a:rPr dirty="0" sz="3050">
                <a:solidFill>
                  <a:srgbClr val="333433"/>
                </a:solidFill>
              </a:rPr>
              <a:t>	</a:t>
            </a:r>
            <a:r>
              <a:rPr dirty="0" sz="3050" spc="-295">
                <a:solidFill>
                  <a:srgbClr val="333433"/>
                </a:solidFill>
              </a:rPr>
              <a:t>regulatory</a:t>
            </a:r>
            <a:r>
              <a:rPr dirty="0" sz="3050">
                <a:solidFill>
                  <a:srgbClr val="333433"/>
                </a:solidFill>
              </a:rPr>
              <a:t>	</a:t>
            </a:r>
            <a:r>
              <a:rPr dirty="0" sz="3050" spc="-305">
                <a:solidFill>
                  <a:srgbClr val="333433"/>
                </a:solidFill>
              </a:rPr>
              <a:t>needs.</a:t>
            </a:r>
            <a:r>
              <a:rPr dirty="0" sz="3050" spc="445">
                <a:solidFill>
                  <a:srgbClr val="333433"/>
                </a:solidFill>
              </a:rPr>
              <a:t> </a:t>
            </a:r>
            <a:r>
              <a:rPr dirty="0" sz="2500" spc="-20" b="0">
                <a:solidFill>
                  <a:srgbClr val="333433"/>
                </a:solidFill>
                <a:latin typeface="Comic Sans MS"/>
                <a:cs typeface="Comic Sans MS"/>
              </a:rPr>
              <a:t>This</a:t>
            </a:r>
            <a:r>
              <a:rPr dirty="0" sz="2500" b="0">
                <a:solidFill>
                  <a:srgbClr val="333433"/>
                </a:solidFill>
                <a:latin typeface="Comic Sans MS"/>
                <a:cs typeface="Comic Sans MS"/>
              </a:rPr>
              <a:t>	</a:t>
            </a:r>
            <a:r>
              <a:rPr dirty="0" sz="2500" spc="-10" b="0">
                <a:solidFill>
                  <a:srgbClr val="333433"/>
                </a:solidFill>
                <a:latin typeface="Comic Sans MS"/>
                <a:cs typeface="Comic Sans MS"/>
              </a:rPr>
              <a:t>allows</a:t>
            </a:r>
            <a:endParaRPr sz="2500">
              <a:latin typeface="Comic Sans MS"/>
              <a:cs typeface="Comic Sans MS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76349" y="2921000"/>
            <a:ext cx="114300" cy="11429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28059" y="4547830"/>
            <a:ext cx="10267949" cy="5467349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555650" y="1390643"/>
            <a:ext cx="14999969" cy="50723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2500">
                <a:solidFill>
                  <a:srgbClr val="333433"/>
                </a:solidFill>
                <a:latin typeface="Comic Sans MS"/>
                <a:cs typeface="Comic Sans MS"/>
              </a:rPr>
              <a:t>organizations</a:t>
            </a:r>
            <a:r>
              <a:rPr dirty="0" sz="2500" spc="-5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333433"/>
                </a:solidFill>
                <a:latin typeface="Comic Sans MS"/>
                <a:cs typeface="Comic Sans MS"/>
              </a:rPr>
              <a:t>to</a:t>
            </a:r>
            <a:r>
              <a:rPr dirty="0" sz="2500" spc="-4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333433"/>
                </a:solidFill>
                <a:latin typeface="Comic Sans MS"/>
                <a:cs typeface="Comic Sans MS"/>
              </a:rPr>
              <a:t>protect</a:t>
            </a:r>
            <a:r>
              <a:rPr dirty="0" sz="2500" spc="-4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333433"/>
                </a:solidFill>
                <a:latin typeface="Comic Sans MS"/>
                <a:cs typeface="Comic Sans MS"/>
              </a:rPr>
              <a:t>sensitive</a:t>
            </a:r>
            <a:r>
              <a:rPr dirty="0" sz="2500" spc="-4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333433"/>
                </a:solidFill>
                <a:latin typeface="Comic Sans MS"/>
                <a:cs typeface="Comic Sans MS"/>
              </a:rPr>
              <a:t>data,</a:t>
            </a:r>
            <a:r>
              <a:rPr dirty="0" sz="2500" spc="-4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333433"/>
                </a:solidFill>
                <a:latin typeface="Comic Sans MS"/>
                <a:cs typeface="Comic Sans MS"/>
              </a:rPr>
              <a:t>meet</a:t>
            </a:r>
            <a:r>
              <a:rPr dirty="0" sz="2500" spc="-4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333433"/>
                </a:solidFill>
                <a:latin typeface="Comic Sans MS"/>
                <a:cs typeface="Comic Sans MS"/>
              </a:rPr>
              <a:t>compliance</a:t>
            </a:r>
            <a:r>
              <a:rPr dirty="0" sz="2500" spc="-4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333433"/>
                </a:solidFill>
                <a:latin typeface="Comic Sans MS"/>
                <a:cs typeface="Comic Sans MS"/>
              </a:rPr>
              <a:t>standards,</a:t>
            </a:r>
            <a:r>
              <a:rPr dirty="0" sz="2500" spc="-4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333433"/>
                </a:solidFill>
                <a:latin typeface="Comic Sans MS"/>
                <a:cs typeface="Comic Sans MS"/>
              </a:rPr>
              <a:t>and</a:t>
            </a:r>
            <a:r>
              <a:rPr dirty="0" sz="2500" spc="-4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333433"/>
                </a:solidFill>
                <a:latin typeface="Comic Sans MS"/>
                <a:cs typeface="Comic Sans MS"/>
              </a:rPr>
              <a:t>improve</a:t>
            </a:r>
            <a:r>
              <a:rPr dirty="0" sz="2500" spc="-4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333433"/>
                </a:solidFill>
                <a:latin typeface="Comic Sans MS"/>
                <a:cs typeface="Comic Sans MS"/>
              </a:rPr>
              <a:t>data</a:t>
            </a:r>
            <a:r>
              <a:rPr dirty="0" sz="2500" spc="-5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333433"/>
                </a:solidFill>
                <a:latin typeface="Comic Sans MS"/>
                <a:cs typeface="Comic Sans MS"/>
              </a:rPr>
              <a:t>governance</a:t>
            </a:r>
            <a:r>
              <a:rPr dirty="0" sz="2500" spc="-4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500" spc="-25">
                <a:solidFill>
                  <a:srgbClr val="333433"/>
                </a:solidFill>
                <a:latin typeface="Comic Sans MS"/>
                <a:cs typeface="Comic Sans MS"/>
              </a:rPr>
              <a:t>for </a:t>
            </a:r>
            <a:r>
              <a:rPr dirty="0" sz="2500">
                <a:solidFill>
                  <a:srgbClr val="333433"/>
                </a:solidFill>
                <a:latin typeface="Comic Sans MS"/>
                <a:cs typeface="Comic Sans MS"/>
              </a:rPr>
              <a:t>easier</a:t>
            </a:r>
            <a:r>
              <a:rPr dirty="0" sz="2500" spc="-5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333433"/>
                </a:solidFill>
                <a:latin typeface="Comic Sans MS"/>
                <a:cs typeface="Comic Sans MS"/>
              </a:rPr>
              <a:t>access</a:t>
            </a:r>
            <a:r>
              <a:rPr dirty="0" sz="2500" spc="-5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333433"/>
                </a:solidFill>
                <a:latin typeface="Comic Sans MS"/>
                <a:cs typeface="Comic Sans MS"/>
              </a:rPr>
              <a:t>and</a:t>
            </a:r>
            <a:r>
              <a:rPr dirty="0" sz="2500" spc="-5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500" spc="-20">
                <a:solidFill>
                  <a:srgbClr val="333433"/>
                </a:solidFill>
                <a:latin typeface="Comic Sans MS"/>
                <a:cs typeface="Comic Sans MS"/>
              </a:rPr>
              <a:t>use.</a:t>
            </a:r>
            <a:endParaRPr sz="2500">
              <a:latin typeface="Comic Sans MS"/>
              <a:cs typeface="Comic Sans MS"/>
            </a:endParaRPr>
          </a:p>
          <a:p>
            <a:pPr algn="just" marL="12700" marR="5080">
              <a:lnSpc>
                <a:spcPct val="114999"/>
              </a:lnSpc>
              <a:spcBef>
                <a:spcPts val="3450"/>
              </a:spcBef>
            </a:pPr>
            <a:r>
              <a:rPr dirty="0" sz="2500">
                <a:solidFill>
                  <a:srgbClr val="333433"/>
                </a:solidFill>
                <a:latin typeface="Comic Sans MS"/>
                <a:cs typeface="Comic Sans MS"/>
              </a:rPr>
              <a:t>Data</a:t>
            </a:r>
            <a:r>
              <a:rPr dirty="0" sz="2500" spc="-5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500">
                <a:solidFill>
                  <a:srgbClr val="333433"/>
                </a:solidFill>
                <a:latin typeface="Comic Sans MS"/>
                <a:cs typeface="Comic Sans MS"/>
              </a:rPr>
              <a:t>classification</a:t>
            </a:r>
            <a:r>
              <a:rPr dirty="0" sz="2500" spc="-5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500">
                <a:solidFill>
                  <a:srgbClr val="333433"/>
                </a:solidFill>
                <a:latin typeface="Comic Sans MS"/>
                <a:cs typeface="Comic Sans MS"/>
              </a:rPr>
              <a:t>eases  the</a:t>
            </a:r>
            <a:r>
              <a:rPr dirty="0" sz="2500" spc="-5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500">
                <a:solidFill>
                  <a:srgbClr val="333433"/>
                </a:solidFill>
                <a:latin typeface="Comic Sans MS"/>
                <a:cs typeface="Comic Sans MS"/>
              </a:rPr>
              <a:t>processes</a:t>
            </a:r>
            <a:r>
              <a:rPr dirty="0" sz="2500" spc="-5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500">
                <a:solidFill>
                  <a:srgbClr val="333433"/>
                </a:solidFill>
                <a:latin typeface="Comic Sans MS"/>
                <a:cs typeface="Comic Sans MS"/>
              </a:rPr>
              <a:t>involved  in</a:t>
            </a:r>
            <a:r>
              <a:rPr dirty="0" sz="2500" spc="-5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500">
                <a:solidFill>
                  <a:srgbClr val="333433"/>
                </a:solidFill>
                <a:latin typeface="Comic Sans MS"/>
                <a:cs typeface="Comic Sans MS"/>
              </a:rPr>
              <a:t>finding</a:t>
            </a:r>
            <a:r>
              <a:rPr dirty="0" sz="2500" spc="-5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500">
                <a:solidFill>
                  <a:srgbClr val="333433"/>
                </a:solidFill>
                <a:latin typeface="Comic Sans MS"/>
                <a:cs typeface="Comic Sans MS"/>
              </a:rPr>
              <a:t>and  retrieving</a:t>
            </a:r>
            <a:r>
              <a:rPr dirty="0" sz="2500" spc="-5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500">
                <a:solidFill>
                  <a:srgbClr val="333433"/>
                </a:solidFill>
                <a:latin typeface="Comic Sans MS"/>
                <a:cs typeface="Comic Sans MS"/>
              </a:rPr>
              <a:t>data,</a:t>
            </a:r>
            <a:r>
              <a:rPr dirty="0" sz="2500" spc="-5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500">
                <a:solidFill>
                  <a:srgbClr val="333433"/>
                </a:solidFill>
                <a:latin typeface="Comic Sans MS"/>
                <a:cs typeface="Comic Sans MS"/>
              </a:rPr>
              <a:t>securing  </a:t>
            </a:r>
            <a:r>
              <a:rPr dirty="0" sz="2500" spc="-20">
                <a:solidFill>
                  <a:srgbClr val="333433"/>
                </a:solidFill>
                <a:latin typeface="Comic Sans MS"/>
                <a:cs typeface="Comic Sans MS"/>
              </a:rPr>
              <a:t>data, </a:t>
            </a:r>
            <a:r>
              <a:rPr dirty="0" sz="2500">
                <a:solidFill>
                  <a:srgbClr val="333433"/>
                </a:solidFill>
                <a:latin typeface="Comic Sans MS"/>
                <a:cs typeface="Comic Sans MS"/>
              </a:rPr>
              <a:t>optimizing</a:t>
            </a:r>
            <a:r>
              <a:rPr dirty="0" sz="2500" spc="49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500" spc="-10">
                <a:solidFill>
                  <a:srgbClr val="333433"/>
                </a:solidFill>
                <a:latin typeface="Comic Sans MS"/>
                <a:cs typeface="Comic Sans MS"/>
              </a:rPr>
              <a:t>data-</a:t>
            </a:r>
            <a:r>
              <a:rPr dirty="0" sz="2500">
                <a:solidFill>
                  <a:srgbClr val="333433"/>
                </a:solidFill>
                <a:latin typeface="Comic Sans MS"/>
                <a:cs typeface="Comic Sans MS"/>
              </a:rPr>
              <a:t>based</a:t>
            </a:r>
            <a:r>
              <a:rPr dirty="0" sz="2500" spc="49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333433"/>
                </a:solidFill>
                <a:latin typeface="Comic Sans MS"/>
                <a:cs typeface="Comic Sans MS"/>
              </a:rPr>
              <a:t>processes,</a:t>
            </a:r>
            <a:r>
              <a:rPr dirty="0" sz="2500" spc="49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333433"/>
                </a:solidFill>
                <a:latin typeface="Comic Sans MS"/>
                <a:cs typeface="Comic Sans MS"/>
              </a:rPr>
              <a:t>and</a:t>
            </a:r>
            <a:r>
              <a:rPr dirty="0" sz="2500" spc="49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333433"/>
                </a:solidFill>
                <a:latin typeface="Comic Sans MS"/>
                <a:cs typeface="Comic Sans MS"/>
              </a:rPr>
              <a:t>maintaining</a:t>
            </a:r>
            <a:r>
              <a:rPr dirty="0" sz="2500" spc="49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333433"/>
                </a:solidFill>
                <a:latin typeface="Comic Sans MS"/>
                <a:cs typeface="Comic Sans MS"/>
              </a:rPr>
              <a:t>compliance.</a:t>
            </a:r>
            <a:r>
              <a:rPr dirty="0" sz="2500" spc="50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333433"/>
                </a:solidFill>
                <a:latin typeface="Comic Sans MS"/>
                <a:cs typeface="Comic Sans MS"/>
              </a:rPr>
              <a:t>Data</a:t>
            </a:r>
            <a:r>
              <a:rPr dirty="0" sz="2500" spc="49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333433"/>
                </a:solidFill>
                <a:latin typeface="Comic Sans MS"/>
                <a:cs typeface="Comic Sans MS"/>
              </a:rPr>
              <a:t>classification</a:t>
            </a:r>
            <a:r>
              <a:rPr dirty="0" sz="2500" spc="49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333433"/>
                </a:solidFill>
                <a:latin typeface="Comic Sans MS"/>
                <a:cs typeface="Comic Sans MS"/>
              </a:rPr>
              <a:t>is</a:t>
            </a:r>
            <a:r>
              <a:rPr dirty="0" sz="2500" spc="49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333433"/>
                </a:solidFill>
                <a:latin typeface="Comic Sans MS"/>
                <a:cs typeface="Comic Sans MS"/>
              </a:rPr>
              <a:t>based</a:t>
            </a:r>
            <a:r>
              <a:rPr dirty="0" sz="2500" spc="49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333433"/>
                </a:solidFill>
                <a:latin typeface="Comic Sans MS"/>
                <a:cs typeface="Comic Sans MS"/>
              </a:rPr>
              <a:t>on</a:t>
            </a:r>
            <a:r>
              <a:rPr dirty="0" sz="2500" spc="50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500" spc="-25">
                <a:solidFill>
                  <a:srgbClr val="333433"/>
                </a:solidFill>
                <a:latin typeface="Comic Sans MS"/>
                <a:cs typeface="Comic Sans MS"/>
              </a:rPr>
              <a:t>the </a:t>
            </a:r>
            <a:r>
              <a:rPr dirty="0" sz="2500">
                <a:solidFill>
                  <a:srgbClr val="333433"/>
                </a:solidFill>
                <a:latin typeface="Comic Sans MS"/>
                <a:cs typeface="Comic Sans MS"/>
              </a:rPr>
              <a:t>organization</a:t>
            </a:r>
            <a:r>
              <a:rPr dirty="0" sz="2500" spc="17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333433"/>
                </a:solidFill>
                <a:latin typeface="Comic Sans MS"/>
                <a:cs typeface="Comic Sans MS"/>
              </a:rPr>
              <a:t>of</a:t>
            </a:r>
            <a:r>
              <a:rPr dirty="0" sz="2500" spc="17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333433"/>
                </a:solidFill>
                <a:latin typeface="Comic Sans MS"/>
                <a:cs typeface="Comic Sans MS"/>
              </a:rPr>
              <a:t>data</a:t>
            </a:r>
            <a:r>
              <a:rPr dirty="0" sz="2500" spc="17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333433"/>
                </a:solidFill>
                <a:latin typeface="Comic Sans MS"/>
                <a:cs typeface="Comic Sans MS"/>
              </a:rPr>
              <a:t>according</a:t>
            </a:r>
            <a:r>
              <a:rPr dirty="0" sz="2500" spc="17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333433"/>
                </a:solidFill>
                <a:latin typeface="Comic Sans MS"/>
                <a:cs typeface="Comic Sans MS"/>
              </a:rPr>
              <a:t>to</a:t>
            </a:r>
            <a:r>
              <a:rPr dirty="0" sz="2500" spc="17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333433"/>
                </a:solidFill>
                <a:latin typeface="Comic Sans MS"/>
                <a:cs typeface="Comic Sans MS"/>
              </a:rPr>
              <a:t>specific</a:t>
            </a:r>
            <a:r>
              <a:rPr dirty="0" sz="2500" spc="17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333433"/>
                </a:solidFill>
                <a:latin typeface="Comic Sans MS"/>
                <a:cs typeface="Comic Sans MS"/>
              </a:rPr>
              <a:t>categories</a:t>
            </a:r>
            <a:r>
              <a:rPr dirty="0" sz="2500" spc="17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333433"/>
                </a:solidFill>
                <a:latin typeface="Comic Sans MS"/>
                <a:cs typeface="Comic Sans MS"/>
              </a:rPr>
              <a:t>so</a:t>
            </a:r>
            <a:r>
              <a:rPr dirty="0" sz="2500" spc="17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333433"/>
                </a:solidFill>
                <a:latin typeface="Comic Sans MS"/>
                <a:cs typeface="Comic Sans MS"/>
              </a:rPr>
              <a:t>that</a:t>
            </a:r>
            <a:r>
              <a:rPr dirty="0" sz="2500" spc="17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333433"/>
                </a:solidFill>
                <a:latin typeface="Comic Sans MS"/>
                <a:cs typeface="Comic Sans MS"/>
              </a:rPr>
              <a:t>users</a:t>
            </a:r>
            <a:r>
              <a:rPr dirty="0" sz="2500" spc="17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333433"/>
                </a:solidFill>
                <a:latin typeface="Comic Sans MS"/>
                <a:cs typeface="Comic Sans MS"/>
              </a:rPr>
              <a:t>and</a:t>
            </a:r>
            <a:r>
              <a:rPr dirty="0" sz="2500" spc="18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333433"/>
                </a:solidFill>
                <a:latin typeface="Comic Sans MS"/>
                <a:cs typeface="Comic Sans MS"/>
              </a:rPr>
              <a:t>applications</a:t>
            </a:r>
            <a:r>
              <a:rPr dirty="0" sz="2500" spc="17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333433"/>
                </a:solidFill>
                <a:latin typeface="Comic Sans MS"/>
                <a:cs typeface="Comic Sans MS"/>
              </a:rPr>
              <a:t>can</a:t>
            </a:r>
            <a:r>
              <a:rPr dirty="0" sz="2500" spc="17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333433"/>
                </a:solidFill>
                <a:latin typeface="Comic Sans MS"/>
                <a:cs typeface="Comic Sans MS"/>
              </a:rPr>
              <a:t>make</a:t>
            </a:r>
            <a:r>
              <a:rPr dirty="0" sz="2500" spc="17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500" spc="-20">
                <a:solidFill>
                  <a:srgbClr val="333433"/>
                </a:solidFill>
                <a:latin typeface="Comic Sans MS"/>
                <a:cs typeface="Comic Sans MS"/>
              </a:rPr>
              <a:t>more </a:t>
            </a:r>
            <a:r>
              <a:rPr dirty="0" sz="2500">
                <a:solidFill>
                  <a:srgbClr val="333433"/>
                </a:solidFill>
                <a:latin typeface="Comic Sans MS"/>
                <a:cs typeface="Comic Sans MS"/>
              </a:rPr>
              <a:t>efficient</a:t>
            </a:r>
            <a:r>
              <a:rPr dirty="0" sz="2500" spc="-6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333433"/>
                </a:solidFill>
                <a:latin typeface="Comic Sans MS"/>
                <a:cs typeface="Comic Sans MS"/>
              </a:rPr>
              <a:t>use</a:t>
            </a:r>
            <a:r>
              <a:rPr dirty="0" sz="2500" spc="-5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333433"/>
                </a:solidFill>
                <a:latin typeface="Comic Sans MS"/>
                <a:cs typeface="Comic Sans MS"/>
              </a:rPr>
              <a:t>of</a:t>
            </a:r>
            <a:r>
              <a:rPr dirty="0" sz="2500" spc="-5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500" spc="-25">
                <a:solidFill>
                  <a:srgbClr val="333433"/>
                </a:solidFill>
                <a:latin typeface="Comic Sans MS"/>
                <a:cs typeface="Comic Sans MS"/>
              </a:rPr>
              <a:t>it.</a:t>
            </a:r>
            <a:endParaRPr sz="250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  <a:spcBef>
                <a:spcPts val="2050"/>
              </a:spcBef>
            </a:pPr>
            <a:endParaRPr sz="2500">
              <a:latin typeface="Comic Sans MS"/>
              <a:cs typeface="Comic Sans MS"/>
            </a:endParaRPr>
          </a:p>
          <a:p>
            <a:pPr algn="r" marL="176530" marR="11337290" indent="2385695">
              <a:lnSpc>
                <a:spcPts val="3379"/>
              </a:lnSpc>
            </a:pPr>
            <a:r>
              <a:rPr dirty="0" sz="3000" spc="-20">
                <a:solidFill>
                  <a:srgbClr val="5460A8"/>
                </a:solidFill>
                <a:latin typeface="Comic Sans MS"/>
                <a:cs typeface="Comic Sans MS"/>
              </a:rPr>
              <a:t>DATA </a:t>
            </a:r>
            <a:r>
              <a:rPr dirty="0" sz="3000" spc="-10">
                <a:solidFill>
                  <a:srgbClr val="5460A8"/>
                </a:solidFill>
                <a:latin typeface="Comic Sans MS"/>
                <a:cs typeface="Comic Sans MS"/>
              </a:rPr>
              <a:t>CLASSIFICATION</a:t>
            </a:r>
            <a:endParaRPr sz="3000">
              <a:latin typeface="Comic Sans MS"/>
              <a:cs typeface="Comic Sans MS"/>
            </a:endParaRPr>
          </a:p>
          <a:p>
            <a:pPr algn="r" marR="11337290">
              <a:lnSpc>
                <a:spcPts val="3295"/>
              </a:lnSpc>
            </a:pPr>
            <a:r>
              <a:rPr dirty="0" sz="3000" spc="-10">
                <a:solidFill>
                  <a:srgbClr val="5460A8"/>
                </a:solidFill>
                <a:latin typeface="Comic Sans MS"/>
                <a:cs typeface="Comic Sans MS"/>
              </a:rPr>
              <a:t>LEVELS</a:t>
            </a:r>
            <a:endParaRPr sz="30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860377" y="1"/>
            <a:ext cx="1428115" cy="10287000"/>
            <a:chOff x="16860377" y="1"/>
            <a:chExt cx="1428115" cy="10287000"/>
          </a:xfrm>
        </p:grpSpPr>
        <p:sp>
          <p:nvSpPr>
            <p:cNvPr id="3" name="object 3"/>
            <p:cNvSpPr/>
            <p:nvPr/>
          </p:nvSpPr>
          <p:spPr>
            <a:xfrm>
              <a:off x="16860377" y="1"/>
              <a:ext cx="1428115" cy="10287000"/>
            </a:xfrm>
            <a:custGeom>
              <a:avLst/>
              <a:gdLst/>
              <a:ahLst/>
              <a:cxnLst/>
              <a:rect l="l" t="t" r="r" b="b"/>
              <a:pathLst>
                <a:path w="1428115" h="10287000">
                  <a:moveTo>
                    <a:pt x="501629" y="62878"/>
                  </a:moveTo>
                  <a:lnTo>
                    <a:pt x="528368" y="0"/>
                  </a:lnTo>
                  <a:lnTo>
                    <a:pt x="1427619" y="0"/>
                  </a:lnTo>
                  <a:lnTo>
                    <a:pt x="1427619" y="10286999"/>
                  </a:lnTo>
                  <a:lnTo>
                    <a:pt x="1287213" y="10286999"/>
                  </a:lnTo>
                  <a:lnTo>
                    <a:pt x="711966" y="878980"/>
                  </a:lnTo>
                  <a:lnTo>
                    <a:pt x="501629" y="62878"/>
                  </a:lnTo>
                  <a:close/>
                </a:path>
                <a:path w="1428115" h="10287000">
                  <a:moveTo>
                    <a:pt x="491447" y="1212337"/>
                  </a:moveTo>
                  <a:lnTo>
                    <a:pt x="711966" y="878980"/>
                  </a:lnTo>
                  <a:lnTo>
                    <a:pt x="1287213" y="10286999"/>
                  </a:lnTo>
                  <a:lnTo>
                    <a:pt x="1180173" y="10286999"/>
                  </a:lnTo>
                  <a:lnTo>
                    <a:pt x="647623" y="1577285"/>
                  </a:lnTo>
                  <a:lnTo>
                    <a:pt x="491447" y="1212337"/>
                  </a:lnTo>
                  <a:close/>
                </a:path>
                <a:path w="1428115" h="10287000">
                  <a:moveTo>
                    <a:pt x="170825" y="2959008"/>
                  </a:moveTo>
                  <a:lnTo>
                    <a:pt x="283851" y="2569972"/>
                  </a:lnTo>
                  <a:lnTo>
                    <a:pt x="508307" y="2361372"/>
                  </a:lnTo>
                  <a:lnTo>
                    <a:pt x="563780" y="1956662"/>
                  </a:lnTo>
                  <a:lnTo>
                    <a:pt x="647623" y="1577285"/>
                  </a:lnTo>
                  <a:lnTo>
                    <a:pt x="1180173" y="10286999"/>
                  </a:lnTo>
                  <a:lnTo>
                    <a:pt x="912696" y="10286999"/>
                  </a:lnTo>
                  <a:lnTo>
                    <a:pt x="713477" y="7028812"/>
                  </a:lnTo>
                  <a:lnTo>
                    <a:pt x="674720" y="6986557"/>
                  </a:lnTo>
                  <a:lnTo>
                    <a:pt x="497692" y="4091303"/>
                  </a:lnTo>
                  <a:lnTo>
                    <a:pt x="418855" y="3960970"/>
                  </a:lnTo>
                  <a:lnTo>
                    <a:pt x="383650" y="3385205"/>
                  </a:lnTo>
                  <a:lnTo>
                    <a:pt x="170825" y="2959008"/>
                  </a:lnTo>
                  <a:close/>
                </a:path>
                <a:path w="1428115" h="10287000">
                  <a:moveTo>
                    <a:pt x="539942" y="7253246"/>
                  </a:moveTo>
                  <a:lnTo>
                    <a:pt x="713477" y="7028812"/>
                  </a:lnTo>
                  <a:lnTo>
                    <a:pt x="912696" y="10286999"/>
                  </a:lnTo>
                  <a:lnTo>
                    <a:pt x="758412" y="10286999"/>
                  </a:lnTo>
                  <a:lnTo>
                    <a:pt x="588680" y="7511086"/>
                  </a:lnTo>
                  <a:lnTo>
                    <a:pt x="539942" y="7253246"/>
                  </a:lnTo>
                  <a:close/>
                </a:path>
                <a:path w="1428115" h="10287000">
                  <a:moveTo>
                    <a:pt x="186086" y="5401904"/>
                  </a:moveTo>
                  <a:lnTo>
                    <a:pt x="379883" y="5070181"/>
                  </a:lnTo>
                  <a:lnTo>
                    <a:pt x="499960" y="4848770"/>
                  </a:lnTo>
                  <a:lnTo>
                    <a:pt x="473895" y="4422473"/>
                  </a:lnTo>
                  <a:lnTo>
                    <a:pt x="497692" y="4091303"/>
                  </a:lnTo>
                  <a:lnTo>
                    <a:pt x="674720" y="6986557"/>
                  </a:lnTo>
                  <a:lnTo>
                    <a:pt x="596682" y="6901474"/>
                  </a:lnTo>
                  <a:lnTo>
                    <a:pt x="542295" y="6011995"/>
                  </a:lnTo>
                  <a:lnTo>
                    <a:pt x="417356" y="5683030"/>
                  </a:lnTo>
                  <a:lnTo>
                    <a:pt x="186086" y="5401904"/>
                  </a:lnTo>
                  <a:close/>
                </a:path>
                <a:path w="1428115" h="10287000">
                  <a:moveTo>
                    <a:pt x="300053" y="3764568"/>
                  </a:moveTo>
                  <a:lnTo>
                    <a:pt x="383650" y="3385205"/>
                  </a:lnTo>
                  <a:lnTo>
                    <a:pt x="418855" y="3960970"/>
                  </a:lnTo>
                  <a:lnTo>
                    <a:pt x="300053" y="3764568"/>
                  </a:lnTo>
                  <a:close/>
                </a:path>
                <a:path w="1428115" h="10287000">
                  <a:moveTo>
                    <a:pt x="446141" y="6737342"/>
                  </a:moveTo>
                  <a:lnTo>
                    <a:pt x="532848" y="6449076"/>
                  </a:lnTo>
                  <a:lnTo>
                    <a:pt x="542295" y="6011995"/>
                  </a:lnTo>
                  <a:lnTo>
                    <a:pt x="596682" y="6901474"/>
                  </a:lnTo>
                  <a:lnTo>
                    <a:pt x="446141" y="6737342"/>
                  </a:lnTo>
                  <a:close/>
                </a:path>
                <a:path w="1428115" h="10287000">
                  <a:moveTo>
                    <a:pt x="0" y="8515803"/>
                  </a:moveTo>
                  <a:lnTo>
                    <a:pt x="274697" y="8179134"/>
                  </a:lnTo>
                  <a:lnTo>
                    <a:pt x="439829" y="7756893"/>
                  </a:lnTo>
                  <a:lnTo>
                    <a:pt x="588680" y="7511086"/>
                  </a:lnTo>
                  <a:lnTo>
                    <a:pt x="758412" y="10286999"/>
                  </a:lnTo>
                  <a:lnTo>
                    <a:pt x="403581" y="10286999"/>
                  </a:lnTo>
                  <a:lnTo>
                    <a:pt x="323501" y="8977310"/>
                  </a:lnTo>
                  <a:lnTo>
                    <a:pt x="0" y="8515803"/>
                  </a:lnTo>
                  <a:close/>
                </a:path>
                <a:path w="1428115" h="10287000">
                  <a:moveTo>
                    <a:pt x="233450" y="9347716"/>
                  </a:moveTo>
                  <a:lnTo>
                    <a:pt x="323501" y="8977306"/>
                  </a:lnTo>
                  <a:lnTo>
                    <a:pt x="403581" y="10286999"/>
                  </a:lnTo>
                  <a:lnTo>
                    <a:pt x="377744" y="10286999"/>
                  </a:lnTo>
                  <a:lnTo>
                    <a:pt x="343446" y="9726069"/>
                  </a:lnTo>
                  <a:lnTo>
                    <a:pt x="233450" y="9347716"/>
                  </a:lnTo>
                  <a:close/>
                </a:path>
                <a:path w="1428115" h="10287000">
                  <a:moveTo>
                    <a:pt x="157361" y="10286999"/>
                  </a:moveTo>
                  <a:lnTo>
                    <a:pt x="179944" y="10110563"/>
                  </a:lnTo>
                  <a:lnTo>
                    <a:pt x="343446" y="9726069"/>
                  </a:lnTo>
                  <a:lnTo>
                    <a:pt x="377744" y="10286999"/>
                  </a:lnTo>
                  <a:lnTo>
                    <a:pt x="157361" y="10286999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6932849" y="1"/>
              <a:ext cx="1355725" cy="10287000"/>
            </a:xfrm>
            <a:custGeom>
              <a:avLst/>
              <a:gdLst/>
              <a:ahLst/>
              <a:cxnLst/>
              <a:rect l="l" t="t" r="r" b="b"/>
              <a:pathLst>
                <a:path w="1355725" h="10287000">
                  <a:moveTo>
                    <a:pt x="551392" y="0"/>
                  </a:moveTo>
                  <a:lnTo>
                    <a:pt x="1355147" y="0"/>
                  </a:lnTo>
                  <a:lnTo>
                    <a:pt x="1355147" y="10286999"/>
                  </a:lnTo>
                  <a:lnTo>
                    <a:pt x="1301111" y="10286999"/>
                  </a:lnTo>
                  <a:lnTo>
                    <a:pt x="709714" y="614851"/>
                  </a:lnTo>
                  <a:lnTo>
                    <a:pt x="551392" y="0"/>
                  </a:lnTo>
                  <a:close/>
                </a:path>
                <a:path w="1355725" h="10287000">
                  <a:moveTo>
                    <a:pt x="489441" y="948192"/>
                  </a:moveTo>
                  <a:lnTo>
                    <a:pt x="709714" y="614851"/>
                  </a:lnTo>
                  <a:lnTo>
                    <a:pt x="1301111" y="10286999"/>
                  </a:lnTo>
                  <a:lnTo>
                    <a:pt x="1194071" y="10286999"/>
                  </a:lnTo>
                  <a:lnTo>
                    <a:pt x="645356" y="1312910"/>
                  </a:lnTo>
                  <a:lnTo>
                    <a:pt x="489441" y="948192"/>
                  </a:lnTo>
                  <a:close/>
                </a:path>
                <a:path w="1355725" h="10287000">
                  <a:moveTo>
                    <a:pt x="168618" y="2695615"/>
                  </a:moveTo>
                  <a:lnTo>
                    <a:pt x="281875" y="2306319"/>
                  </a:lnTo>
                  <a:lnTo>
                    <a:pt x="506085" y="2097733"/>
                  </a:lnTo>
                  <a:lnTo>
                    <a:pt x="561573" y="1693269"/>
                  </a:lnTo>
                  <a:lnTo>
                    <a:pt x="645356" y="1312910"/>
                  </a:lnTo>
                  <a:lnTo>
                    <a:pt x="1194071" y="10286999"/>
                  </a:lnTo>
                  <a:lnTo>
                    <a:pt x="926595" y="10286999"/>
                  </a:lnTo>
                  <a:lnTo>
                    <a:pt x="711285" y="6765664"/>
                  </a:lnTo>
                  <a:lnTo>
                    <a:pt x="672529" y="6723409"/>
                  </a:lnTo>
                  <a:lnTo>
                    <a:pt x="495470" y="3827665"/>
                  </a:lnTo>
                  <a:lnTo>
                    <a:pt x="416639" y="3697430"/>
                  </a:lnTo>
                  <a:lnTo>
                    <a:pt x="381428" y="3121567"/>
                  </a:lnTo>
                  <a:lnTo>
                    <a:pt x="168618" y="2695615"/>
                  </a:lnTo>
                  <a:close/>
                </a:path>
                <a:path w="1355725" h="10287000">
                  <a:moveTo>
                    <a:pt x="537765" y="6990343"/>
                  </a:moveTo>
                  <a:lnTo>
                    <a:pt x="711285" y="6765664"/>
                  </a:lnTo>
                  <a:lnTo>
                    <a:pt x="926595" y="10286999"/>
                  </a:lnTo>
                  <a:lnTo>
                    <a:pt x="773294" y="10286999"/>
                  </a:lnTo>
                  <a:lnTo>
                    <a:pt x="587439" y="7247387"/>
                  </a:lnTo>
                  <a:lnTo>
                    <a:pt x="537765" y="6990343"/>
                  </a:lnTo>
                  <a:close/>
                </a:path>
                <a:path w="1355725" h="10287000">
                  <a:moveTo>
                    <a:pt x="183970" y="5139981"/>
                  </a:moveTo>
                  <a:lnTo>
                    <a:pt x="377692" y="4807033"/>
                  </a:lnTo>
                  <a:lnTo>
                    <a:pt x="497784" y="4585867"/>
                  </a:lnTo>
                  <a:lnTo>
                    <a:pt x="471704" y="4159325"/>
                  </a:lnTo>
                  <a:lnTo>
                    <a:pt x="495470" y="3827665"/>
                  </a:lnTo>
                  <a:lnTo>
                    <a:pt x="672529" y="6723409"/>
                  </a:lnTo>
                  <a:lnTo>
                    <a:pt x="594754" y="6638613"/>
                  </a:lnTo>
                  <a:lnTo>
                    <a:pt x="540349" y="5748832"/>
                  </a:lnTo>
                  <a:lnTo>
                    <a:pt x="415165" y="5419882"/>
                  </a:lnTo>
                  <a:lnTo>
                    <a:pt x="183970" y="5139981"/>
                  </a:lnTo>
                  <a:close/>
                </a:path>
                <a:path w="1355725" h="10287000">
                  <a:moveTo>
                    <a:pt x="297847" y="3501176"/>
                  </a:moveTo>
                  <a:lnTo>
                    <a:pt x="381428" y="3121567"/>
                  </a:lnTo>
                  <a:lnTo>
                    <a:pt x="416639" y="3697430"/>
                  </a:lnTo>
                  <a:lnTo>
                    <a:pt x="297847" y="3501176"/>
                  </a:lnTo>
                  <a:close/>
                </a:path>
                <a:path w="1355725" h="10287000">
                  <a:moveTo>
                    <a:pt x="443949" y="6474194"/>
                  </a:moveTo>
                  <a:lnTo>
                    <a:pt x="530656" y="6185928"/>
                  </a:lnTo>
                  <a:lnTo>
                    <a:pt x="540349" y="5748832"/>
                  </a:lnTo>
                  <a:lnTo>
                    <a:pt x="594754" y="6638613"/>
                  </a:lnTo>
                  <a:lnTo>
                    <a:pt x="443949" y="6474194"/>
                  </a:lnTo>
                  <a:close/>
                </a:path>
                <a:path w="1355725" h="10287000">
                  <a:moveTo>
                    <a:pt x="0" y="8252274"/>
                  </a:moveTo>
                  <a:lnTo>
                    <a:pt x="273471" y="7915680"/>
                  </a:lnTo>
                  <a:lnTo>
                    <a:pt x="438587" y="7493194"/>
                  </a:lnTo>
                  <a:lnTo>
                    <a:pt x="587439" y="7247387"/>
                  </a:lnTo>
                  <a:lnTo>
                    <a:pt x="773294" y="10286999"/>
                  </a:lnTo>
                  <a:lnTo>
                    <a:pt x="418463" y="10286999"/>
                  </a:lnTo>
                  <a:lnTo>
                    <a:pt x="322275" y="8713855"/>
                  </a:lnTo>
                  <a:lnTo>
                    <a:pt x="0" y="8252274"/>
                  </a:lnTo>
                  <a:close/>
                </a:path>
                <a:path w="1355725" h="10287000">
                  <a:moveTo>
                    <a:pt x="231183" y="9083341"/>
                  </a:moveTo>
                  <a:lnTo>
                    <a:pt x="322275" y="8713854"/>
                  </a:lnTo>
                  <a:lnTo>
                    <a:pt x="418463" y="10286999"/>
                  </a:lnTo>
                  <a:lnTo>
                    <a:pt x="390658" y="10286999"/>
                  </a:lnTo>
                  <a:lnTo>
                    <a:pt x="340259" y="9462735"/>
                  </a:lnTo>
                  <a:lnTo>
                    <a:pt x="231183" y="9083341"/>
                  </a:lnTo>
                  <a:close/>
                </a:path>
                <a:path w="1355725" h="10287000">
                  <a:moveTo>
                    <a:pt x="120215" y="10286999"/>
                  </a:moveTo>
                  <a:lnTo>
                    <a:pt x="176496" y="9847000"/>
                  </a:lnTo>
                  <a:lnTo>
                    <a:pt x="340259" y="9462735"/>
                  </a:lnTo>
                  <a:lnTo>
                    <a:pt x="390658" y="10286999"/>
                  </a:lnTo>
                  <a:lnTo>
                    <a:pt x="120215" y="10286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7462089" y="1"/>
              <a:ext cx="826135" cy="10287000"/>
            </a:xfrm>
            <a:custGeom>
              <a:avLst/>
              <a:gdLst/>
              <a:ahLst/>
              <a:cxnLst/>
              <a:rect l="l" t="t" r="r" b="b"/>
              <a:pathLst>
                <a:path w="826134" h="10287000">
                  <a:moveTo>
                    <a:pt x="283569" y="0"/>
                  </a:moveTo>
                  <a:lnTo>
                    <a:pt x="825907" y="0"/>
                  </a:lnTo>
                  <a:lnTo>
                    <a:pt x="825907" y="7492473"/>
                  </a:lnTo>
                  <a:lnTo>
                    <a:pt x="654527" y="4689589"/>
                  </a:lnTo>
                  <a:lnTo>
                    <a:pt x="654275" y="4689477"/>
                  </a:lnTo>
                  <a:lnTo>
                    <a:pt x="396998" y="481783"/>
                  </a:lnTo>
                  <a:lnTo>
                    <a:pt x="367330" y="343176"/>
                  </a:lnTo>
                  <a:lnTo>
                    <a:pt x="283569" y="0"/>
                  </a:lnTo>
                  <a:close/>
                </a:path>
                <a:path w="826134" h="10287000">
                  <a:moveTo>
                    <a:pt x="334431" y="5233506"/>
                  </a:moveTo>
                  <a:lnTo>
                    <a:pt x="654527" y="4689589"/>
                  </a:lnTo>
                  <a:lnTo>
                    <a:pt x="825907" y="7492473"/>
                  </a:lnTo>
                  <a:lnTo>
                    <a:pt x="825907" y="7717846"/>
                  </a:lnTo>
                  <a:lnTo>
                    <a:pt x="779865" y="6964833"/>
                  </a:lnTo>
                  <a:lnTo>
                    <a:pt x="726497" y="6719826"/>
                  </a:lnTo>
                  <a:lnTo>
                    <a:pt x="459680" y="6545463"/>
                  </a:lnTo>
                  <a:lnTo>
                    <a:pt x="409481" y="5724475"/>
                  </a:lnTo>
                  <a:lnTo>
                    <a:pt x="334431" y="5233506"/>
                  </a:lnTo>
                  <a:close/>
                </a:path>
                <a:path w="826134" h="10287000">
                  <a:moveTo>
                    <a:pt x="287909" y="927171"/>
                  </a:moveTo>
                  <a:lnTo>
                    <a:pt x="305650" y="865564"/>
                  </a:lnTo>
                  <a:lnTo>
                    <a:pt x="344309" y="725770"/>
                  </a:lnTo>
                  <a:lnTo>
                    <a:pt x="382040" y="575330"/>
                  </a:lnTo>
                  <a:lnTo>
                    <a:pt x="396998" y="481783"/>
                  </a:lnTo>
                  <a:lnTo>
                    <a:pt x="654275" y="4689477"/>
                  </a:lnTo>
                  <a:lnTo>
                    <a:pt x="605201" y="4667623"/>
                  </a:lnTo>
                  <a:lnTo>
                    <a:pt x="395979" y="1245849"/>
                  </a:lnTo>
                  <a:lnTo>
                    <a:pt x="287909" y="927171"/>
                  </a:lnTo>
                  <a:close/>
                </a:path>
                <a:path w="826134" h="10287000">
                  <a:moveTo>
                    <a:pt x="0" y="8183006"/>
                  </a:moveTo>
                  <a:lnTo>
                    <a:pt x="263855" y="7898426"/>
                  </a:lnTo>
                  <a:lnTo>
                    <a:pt x="307763" y="7469572"/>
                  </a:lnTo>
                  <a:lnTo>
                    <a:pt x="456860" y="7223750"/>
                  </a:lnTo>
                  <a:lnTo>
                    <a:pt x="779865" y="6964833"/>
                  </a:lnTo>
                  <a:lnTo>
                    <a:pt x="825907" y="7717846"/>
                  </a:lnTo>
                  <a:lnTo>
                    <a:pt x="825907" y="10286999"/>
                  </a:lnTo>
                  <a:lnTo>
                    <a:pt x="402768" y="10286999"/>
                  </a:lnTo>
                  <a:lnTo>
                    <a:pt x="298266" y="8577897"/>
                  </a:lnTo>
                  <a:lnTo>
                    <a:pt x="0" y="8183006"/>
                  </a:lnTo>
                  <a:close/>
                </a:path>
                <a:path w="826134" h="10287000">
                  <a:moveTo>
                    <a:pt x="37676" y="2670031"/>
                  </a:moveTo>
                  <a:lnTo>
                    <a:pt x="45156" y="2569448"/>
                  </a:lnTo>
                  <a:lnTo>
                    <a:pt x="85223" y="2440044"/>
                  </a:lnTo>
                  <a:lnTo>
                    <a:pt x="129831" y="2328310"/>
                  </a:lnTo>
                  <a:lnTo>
                    <a:pt x="150933" y="2280734"/>
                  </a:lnTo>
                  <a:lnTo>
                    <a:pt x="172397" y="2240468"/>
                  </a:lnTo>
                  <a:lnTo>
                    <a:pt x="219310" y="2147443"/>
                  </a:lnTo>
                  <a:lnTo>
                    <a:pt x="265087" y="2044138"/>
                  </a:lnTo>
                  <a:lnTo>
                    <a:pt x="283630" y="1971940"/>
                  </a:lnTo>
                  <a:lnTo>
                    <a:pt x="282364" y="1938106"/>
                  </a:lnTo>
                  <a:lnTo>
                    <a:pt x="282616" y="1889261"/>
                  </a:lnTo>
                  <a:lnTo>
                    <a:pt x="286467" y="1712640"/>
                  </a:lnTo>
                  <a:lnTo>
                    <a:pt x="286776" y="1663732"/>
                  </a:lnTo>
                  <a:lnTo>
                    <a:pt x="285594" y="1629802"/>
                  </a:lnTo>
                  <a:lnTo>
                    <a:pt x="300748" y="1545751"/>
                  </a:lnTo>
                  <a:lnTo>
                    <a:pt x="338925" y="1416440"/>
                  </a:lnTo>
                  <a:lnTo>
                    <a:pt x="378033" y="1297822"/>
                  </a:lnTo>
                  <a:lnTo>
                    <a:pt x="395979" y="1245849"/>
                  </a:lnTo>
                  <a:lnTo>
                    <a:pt x="605201" y="4667623"/>
                  </a:lnTo>
                  <a:lnTo>
                    <a:pt x="412448" y="4581785"/>
                  </a:lnTo>
                  <a:lnTo>
                    <a:pt x="364772" y="3802066"/>
                  </a:lnTo>
                  <a:lnTo>
                    <a:pt x="97509" y="3521247"/>
                  </a:lnTo>
                  <a:lnTo>
                    <a:pt x="51796" y="2773638"/>
                  </a:lnTo>
                  <a:lnTo>
                    <a:pt x="37676" y="2670031"/>
                  </a:lnTo>
                  <a:close/>
                </a:path>
                <a:path w="826134" h="10287000">
                  <a:moveTo>
                    <a:pt x="366916" y="4561509"/>
                  </a:moveTo>
                  <a:lnTo>
                    <a:pt x="340745" y="4133496"/>
                  </a:lnTo>
                  <a:lnTo>
                    <a:pt x="364772" y="3802066"/>
                  </a:lnTo>
                  <a:lnTo>
                    <a:pt x="412448" y="4581785"/>
                  </a:lnTo>
                  <a:lnTo>
                    <a:pt x="366916" y="4561509"/>
                  </a:lnTo>
                  <a:close/>
                </a:path>
                <a:path w="826134" h="10287000">
                  <a:moveTo>
                    <a:pt x="313326" y="6449822"/>
                  </a:moveTo>
                  <a:lnTo>
                    <a:pt x="399788" y="6161571"/>
                  </a:lnTo>
                  <a:lnTo>
                    <a:pt x="409481" y="5724475"/>
                  </a:lnTo>
                  <a:lnTo>
                    <a:pt x="459680" y="6545463"/>
                  </a:lnTo>
                  <a:lnTo>
                    <a:pt x="313326" y="6449822"/>
                  </a:lnTo>
                  <a:close/>
                </a:path>
                <a:path w="826134" h="10287000">
                  <a:moveTo>
                    <a:pt x="60262" y="3482112"/>
                  </a:moveTo>
                  <a:lnTo>
                    <a:pt x="62662" y="3078679"/>
                  </a:lnTo>
                  <a:lnTo>
                    <a:pt x="62164" y="3028079"/>
                  </a:lnTo>
                  <a:lnTo>
                    <a:pt x="59250" y="2909693"/>
                  </a:lnTo>
                  <a:lnTo>
                    <a:pt x="51796" y="2773638"/>
                  </a:lnTo>
                  <a:lnTo>
                    <a:pt x="97509" y="3521247"/>
                  </a:lnTo>
                  <a:lnTo>
                    <a:pt x="60262" y="3482112"/>
                  </a:lnTo>
                  <a:close/>
                </a:path>
                <a:path w="826134" h="10287000">
                  <a:moveTo>
                    <a:pt x="101110" y="9059919"/>
                  </a:moveTo>
                  <a:lnTo>
                    <a:pt x="298266" y="8577897"/>
                  </a:lnTo>
                  <a:lnTo>
                    <a:pt x="402768" y="10286999"/>
                  </a:lnTo>
                  <a:lnTo>
                    <a:pt x="379638" y="10286999"/>
                  </a:lnTo>
                  <a:lnTo>
                    <a:pt x="331955" y="9507159"/>
                  </a:lnTo>
                  <a:lnTo>
                    <a:pt x="101110" y="9059919"/>
                  </a:lnTo>
                  <a:close/>
                </a:path>
                <a:path w="826134" h="10287000">
                  <a:moveTo>
                    <a:pt x="175275" y="10272869"/>
                  </a:moveTo>
                  <a:lnTo>
                    <a:pt x="160505" y="9741553"/>
                  </a:lnTo>
                  <a:lnTo>
                    <a:pt x="331955" y="9507159"/>
                  </a:lnTo>
                  <a:lnTo>
                    <a:pt x="379638" y="10286999"/>
                  </a:lnTo>
                  <a:lnTo>
                    <a:pt x="182582" y="10286999"/>
                  </a:lnTo>
                  <a:lnTo>
                    <a:pt x="175275" y="10272869"/>
                  </a:lnTo>
                  <a:close/>
                </a:path>
              </a:pathLst>
            </a:custGeom>
            <a:solidFill>
              <a:srgbClr val="FFD04D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80369" y="933958"/>
            <a:ext cx="13401674" cy="893444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26441" y="2121849"/>
            <a:ext cx="14039849" cy="7946123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016000" y="1009713"/>
            <a:ext cx="15633700" cy="7874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829040" algn="l"/>
              </a:tabLst>
            </a:pPr>
            <a:r>
              <a:rPr dirty="0" sz="5000" b="0">
                <a:solidFill>
                  <a:srgbClr val="5460A8"/>
                </a:solidFill>
                <a:latin typeface="Comic Sans MS"/>
                <a:cs typeface="Comic Sans MS"/>
              </a:rPr>
              <a:t>DATA</a:t>
            </a:r>
            <a:r>
              <a:rPr dirty="0" sz="5000" spc="-250" b="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5000" b="0">
                <a:solidFill>
                  <a:srgbClr val="5460A8"/>
                </a:solidFill>
                <a:latin typeface="Comic Sans MS"/>
                <a:cs typeface="Comic Sans MS"/>
              </a:rPr>
              <a:t>CLASSIFICATION</a:t>
            </a:r>
            <a:r>
              <a:rPr dirty="0" sz="5000" spc="-245" b="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300" spc="2640" b="0">
                <a:solidFill>
                  <a:srgbClr val="5460A8"/>
                </a:solidFill>
                <a:latin typeface="Arial"/>
                <a:cs typeface="Arial"/>
              </a:rPr>
              <a:t>→</a:t>
            </a:r>
            <a:r>
              <a:rPr dirty="0" sz="2300" b="0">
                <a:solidFill>
                  <a:srgbClr val="5460A8"/>
                </a:solidFill>
                <a:latin typeface="Arial"/>
                <a:cs typeface="Arial"/>
              </a:rPr>
              <a:t>	</a:t>
            </a:r>
            <a:r>
              <a:rPr dirty="0" sz="5000" b="0">
                <a:solidFill>
                  <a:srgbClr val="5460A8"/>
                </a:solidFill>
                <a:latin typeface="Comic Sans MS"/>
                <a:cs typeface="Comic Sans MS"/>
              </a:rPr>
              <a:t>INCIDENT</a:t>
            </a:r>
            <a:r>
              <a:rPr dirty="0" sz="5000" spc="-280" b="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5000" spc="-10" b="0">
                <a:solidFill>
                  <a:srgbClr val="5460A8"/>
                </a:solidFill>
                <a:latin typeface="Comic Sans MS"/>
                <a:cs typeface="Comic Sans MS"/>
              </a:rPr>
              <a:t>SEVERITY</a:t>
            </a:r>
            <a:endParaRPr sz="50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016000" y="628713"/>
            <a:ext cx="14356715" cy="7874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000" b="0">
                <a:solidFill>
                  <a:srgbClr val="5460A8"/>
                </a:solidFill>
                <a:latin typeface="Comic Sans MS"/>
                <a:cs typeface="Comic Sans MS"/>
              </a:rPr>
              <a:t>CYBER</a:t>
            </a:r>
            <a:r>
              <a:rPr dirty="0" sz="5000" spc="-180" b="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5000" b="0">
                <a:solidFill>
                  <a:srgbClr val="5460A8"/>
                </a:solidFill>
                <a:latin typeface="Comic Sans MS"/>
                <a:cs typeface="Comic Sans MS"/>
              </a:rPr>
              <a:t>INCIDENT</a:t>
            </a:r>
            <a:r>
              <a:rPr dirty="0" sz="5000" spc="-175" b="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5000" b="0">
                <a:solidFill>
                  <a:srgbClr val="5460A8"/>
                </a:solidFill>
                <a:latin typeface="Comic Sans MS"/>
                <a:cs typeface="Comic Sans MS"/>
              </a:rPr>
              <a:t>STATISTICS</a:t>
            </a:r>
            <a:r>
              <a:rPr dirty="0" sz="5000" spc="-175" b="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5000" b="0">
                <a:solidFill>
                  <a:srgbClr val="5460A8"/>
                </a:solidFill>
                <a:latin typeface="Comic Sans MS"/>
                <a:cs typeface="Comic Sans MS"/>
              </a:rPr>
              <a:t>AND</a:t>
            </a:r>
            <a:r>
              <a:rPr dirty="0" sz="5000" spc="-175" b="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5000" spc="-10" b="0">
                <a:solidFill>
                  <a:srgbClr val="5460A8"/>
                </a:solidFill>
                <a:latin typeface="Comic Sans MS"/>
                <a:cs typeface="Comic Sans MS"/>
              </a:rPr>
              <a:t>TRENDS</a:t>
            </a:r>
            <a:endParaRPr sz="5000">
              <a:latin typeface="Comic Sans MS"/>
              <a:cs typeface="Comic Sans M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1137285" cy="10287000"/>
            <a:chOff x="0" y="0"/>
            <a:chExt cx="1137285" cy="102870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31890" y="1911787"/>
              <a:ext cx="104775" cy="10477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31890" y="3511987"/>
              <a:ext cx="104775" cy="10477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31890" y="5112186"/>
              <a:ext cx="104775" cy="10477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31890" y="6712386"/>
              <a:ext cx="104775" cy="10477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31890" y="8312586"/>
              <a:ext cx="104775" cy="104774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0" y="0"/>
              <a:ext cx="1109980" cy="10287000"/>
            </a:xfrm>
            <a:custGeom>
              <a:avLst/>
              <a:gdLst/>
              <a:ahLst/>
              <a:cxnLst/>
              <a:rect l="l" t="t" r="r" b="b"/>
              <a:pathLst>
                <a:path w="1109980" h="10287000">
                  <a:moveTo>
                    <a:pt x="259471" y="10287000"/>
                  </a:moveTo>
                  <a:lnTo>
                    <a:pt x="388840" y="4859990"/>
                  </a:lnTo>
                  <a:lnTo>
                    <a:pt x="703149" y="5072860"/>
                  </a:lnTo>
                  <a:lnTo>
                    <a:pt x="811899" y="5334141"/>
                  </a:lnTo>
                  <a:lnTo>
                    <a:pt x="836104" y="5689461"/>
                  </a:lnTo>
                  <a:lnTo>
                    <a:pt x="1109653" y="6117792"/>
                  </a:lnTo>
                  <a:lnTo>
                    <a:pt x="984258" y="6575429"/>
                  </a:lnTo>
                  <a:lnTo>
                    <a:pt x="691006" y="6819019"/>
                  </a:lnTo>
                  <a:lnTo>
                    <a:pt x="650693" y="8510139"/>
                  </a:lnTo>
                  <a:lnTo>
                    <a:pt x="585449" y="8876668"/>
                  </a:lnTo>
                  <a:lnTo>
                    <a:pt x="567059" y="9235886"/>
                  </a:lnTo>
                  <a:lnTo>
                    <a:pt x="542003" y="10287000"/>
                  </a:lnTo>
                  <a:lnTo>
                    <a:pt x="259471" y="10287000"/>
                  </a:lnTo>
                  <a:close/>
                </a:path>
                <a:path w="1109980" h="10287000">
                  <a:moveTo>
                    <a:pt x="650693" y="8510139"/>
                  </a:moveTo>
                  <a:lnTo>
                    <a:pt x="691006" y="6819019"/>
                  </a:lnTo>
                  <a:lnTo>
                    <a:pt x="762732" y="7293638"/>
                  </a:lnTo>
                  <a:lnTo>
                    <a:pt x="942788" y="7521487"/>
                  </a:lnTo>
                  <a:lnTo>
                    <a:pt x="920108" y="8040041"/>
                  </a:lnTo>
                  <a:lnTo>
                    <a:pt x="684166" y="8322094"/>
                  </a:lnTo>
                  <a:lnTo>
                    <a:pt x="650693" y="8510139"/>
                  </a:lnTo>
                  <a:close/>
                </a:path>
                <a:path w="1109980" h="10287000">
                  <a:moveTo>
                    <a:pt x="542003" y="10287000"/>
                  </a:moveTo>
                  <a:lnTo>
                    <a:pt x="567059" y="9235886"/>
                  </a:lnTo>
                  <a:lnTo>
                    <a:pt x="757261" y="9584354"/>
                  </a:lnTo>
                  <a:lnTo>
                    <a:pt x="757885" y="9888014"/>
                  </a:lnTo>
                  <a:lnTo>
                    <a:pt x="799293" y="10119437"/>
                  </a:lnTo>
                  <a:lnTo>
                    <a:pt x="778596" y="10287000"/>
                  </a:lnTo>
                  <a:lnTo>
                    <a:pt x="542003" y="10287000"/>
                  </a:lnTo>
                  <a:close/>
                </a:path>
                <a:path w="1109980" h="10287000">
                  <a:moveTo>
                    <a:pt x="548347" y="1446071"/>
                  </a:moveTo>
                  <a:lnTo>
                    <a:pt x="582698" y="5069"/>
                  </a:lnTo>
                  <a:lnTo>
                    <a:pt x="601192" y="352638"/>
                  </a:lnTo>
                  <a:lnTo>
                    <a:pt x="672330" y="728239"/>
                  </a:lnTo>
                  <a:lnTo>
                    <a:pt x="794848" y="1184907"/>
                  </a:lnTo>
                  <a:lnTo>
                    <a:pt x="548347" y="1446071"/>
                  </a:lnTo>
                  <a:close/>
                </a:path>
                <a:path w="1109980" h="10287000">
                  <a:moveTo>
                    <a:pt x="205176" y="10287000"/>
                  </a:moveTo>
                  <a:lnTo>
                    <a:pt x="360662" y="3764380"/>
                  </a:lnTo>
                  <a:lnTo>
                    <a:pt x="567434" y="4056739"/>
                  </a:lnTo>
                  <a:lnTo>
                    <a:pt x="427352" y="4326582"/>
                  </a:lnTo>
                  <a:lnTo>
                    <a:pt x="416459" y="4783560"/>
                  </a:lnTo>
                  <a:lnTo>
                    <a:pt x="388840" y="4859990"/>
                  </a:lnTo>
                  <a:lnTo>
                    <a:pt x="259471" y="10287000"/>
                  </a:lnTo>
                  <a:lnTo>
                    <a:pt x="205176" y="10287000"/>
                  </a:lnTo>
                  <a:close/>
                </a:path>
                <a:path w="1109980" h="10287000">
                  <a:moveTo>
                    <a:pt x="389772" y="3687208"/>
                  </a:moveTo>
                  <a:lnTo>
                    <a:pt x="413992" y="2671204"/>
                  </a:lnTo>
                  <a:lnTo>
                    <a:pt x="522658" y="2997829"/>
                  </a:lnTo>
                  <a:lnTo>
                    <a:pt x="560237" y="3235303"/>
                  </a:lnTo>
                  <a:lnTo>
                    <a:pt x="389772" y="3687208"/>
                  </a:lnTo>
                  <a:close/>
                </a:path>
                <a:path w="1109980" h="10287000">
                  <a:moveTo>
                    <a:pt x="416459" y="4783560"/>
                  </a:moveTo>
                  <a:lnTo>
                    <a:pt x="427352" y="4326582"/>
                  </a:lnTo>
                  <a:lnTo>
                    <a:pt x="503259" y="4543350"/>
                  </a:lnTo>
                  <a:lnTo>
                    <a:pt x="416459" y="4783560"/>
                  </a:lnTo>
                  <a:close/>
                </a:path>
                <a:path w="1109980" h="10287000">
                  <a:moveTo>
                    <a:pt x="0" y="0"/>
                  </a:moveTo>
                  <a:lnTo>
                    <a:pt x="582819" y="0"/>
                  </a:lnTo>
                  <a:lnTo>
                    <a:pt x="584026" y="0"/>
                  </a:lnTo>
                  <a:lnTo>
                    <a:pt x="582698" y="5069"/>
                  </a:lnTo>
                  <a:lnTo>
                    <a:pt x="548347" y="1446071"/>
                  </a:lnTo>
                  <a:lnTo>
                    <a:pt x="439844" y="1586708"/>
                  </a:lnTo>
                  <a:lnTo>
                    <a:pt x="389772" y="3687208"/>
                  </a:lnTo>
                  <a:lnTo>
                    <a:pt x="360662" y="3764380"/>
                  </a:lnTo>
                  <a:lnTo>
                    <a:pt x="205176" y="10287000"/>
                  </a:lnTo>
                  <a:lnTo>
                    <a:pt x="0" y="10287000"/>
                  </a:lnTo>
                  <a:lnTo>
                    <a:pt x="0" y="0"/>
                  </a:lnTo>
                  <a:close/>
                </a:path>
                <a:path w="1109980" h="10287000">
                  <a:moveTo>
                    <a:pt x="413992" y="2671204"/>
                  </a:moveTo>
                  <a:lnTo>
                    <a:pt x="439844" y="1586708"/>
                  </a:lnTo>
                  <a:lnTo>
                    <a:pt x="510087" y="1979239"/>
                  </a:lnTo>
                  <a:lnTo>
                    <a:pt x="480957" y="2335499"/>
                  </a:lnTo>
                  <a:lnTo>
                    <a:pt x="413992" y="2671204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0" y="0"/>
              <a:ext cx="958850" cy="10287000"/>
            </a:xfrm>
            <a:custGeom>
              <a:avLst/>
              <a:gdLst/>
              <a:ahLst/>
              <a:cxnLst/>
              <a:rect l="l" t="t" r="r" b="b"/>
              <a:pathLst>
                <a:path w="958850" h="10287000">
                  <a:moveTo>
                    <a:pt x="616789" y="6438605"/>
                  </a:moveTo>
                  <a:lnTo>
                    <a:pt x="640930" y="5425875"/>
                  </a:lnTo>
                  <a:lnTo>
                    <a:pt x="958790" y="5768050"/>
                  </a:lnTo>
                  <a:lnTo>
                    <a:pt x="957530" y="6109498"/>
                  </a:lnTo>
                  <a:lnTo>
                    <a:pt x="616789" y="6438605"/>
                  </a:lnTo>
                  <a:close/>
                </a:path>
                <a:path w="958850" h="10287000">
                  <a:moveTo>
                    <a:pt x="450218" y="8468950"/>
                  </a:moveTo>
                  <a:lnTo>
                    <a:pt x="495832" y="6555432"/>
                  </a:lnTo>
                  <a:lnTo>
                    <a:pt x="567078" y="7029550"/>
                  </a:lnTo>
                  <a:lnTo>
                    <a:pt x="746884" y="7257639"/>
                  </a:lnTo>
                  <a:lnTo>
                    <a:pt x="752896" y="7788670"/>
                  </a:lnTo>
                  <a:lnTo>
                    <a:pt x="610048" y="8092103"/>
                  </a:lnTo>
                  <a:lnTo>
                    <a:pt x="450218" y="8468950"/>
                  </a:lnTo>
                  <a:close/>
                </a:path>
                <a:path w="958850" h="10287000">
                  <a:moveTo>
                    <a:pt x="339809" y="10287000"/>
                  </a:moveTo>
                  <a:lnTo>
                    <a:pt x="371131" y="8973021"/>
                  </a:lnTo>
                  <a:lnTo>
                    <a:pt x="694662" y="9324667"/>
                  </a:lnTo>
                  <a:lnTo>
                    <a:pt x="695530" y="9628332"/>
                  </a:lnTo>
                  <a:lnTo>
                    <a:pt x="604119" y="9855851"/>
                  </a:lnTo>
                  <a:lnTo>
                    <a:pt x="550888" y="10287000"/>
                  </a:lnTo>
                  <a:lnTo>
                    <a:pt x="339809" y="10287000"/>
                  </a:lnTo>
                  <a:close/>
                </a:path>
                <a:path w="958850" h="10287000">
                  <a:moveTo>
                    <a:pt x="57277" y="10287000"/>
                  </a:moveTo>
                  <a:lnTo>
                    <a:pt x="192924" y="4596632"/>
                  </a:lnTo>
                  <a:lnTo>
                    <a:pt x="511446" y="4684313"/>
                  </a:lnTo>
                  <a:lnTo>
                    <a:pt x="715918" y="5062847"/>
                  </a:lnTo>
                  <a:lnTo>
                    <a:pt x="640930" y="5425875"/>
                  </a:lnTo>
                  <a:lnTo>
                    <a:pt x="616789" y="6438605"/>
                  </a:lnTo>
                  <a:lnTo>
                    <a:pt x="495832" y="6555432"/>
                  </a:lnTo>
                  <a:lnTo>
                    <a:pt x="450218" y="8468950"/>
                  </a:lnTo>
                  <a:lnTo>
                    <a:pt x="389305" y="8612569"/>
                  </a:lnTo>
                  <a:lnTo>
                    <a:pt x="371131" y="8973021"/>
                  </a:lnTo>
                  <a:lnTo>
                    <a:pt x="339809" y="10287000"/>
                  </a:lnTo>
                  <a:lnTo>
                    <a:pt x="57277" y="10287000"/>
                  </a:lnTo>
                  <a:close/>
                </a:path>
                <a:path w="958850" h="10287000">
                  <a:moveTo>
                    <a:pt x="0" y="0"/>
                  </a:moveTo>
                  <a:lnTo>
                    <a:pt x="401185" y="0"/>
                  </a:lnTo>
                  <a:lnTo>
                    <a:pt x="405989" y="90279"/>
                  </a:lnTo>
                  <a:lnTo>
                    <a:pt x="477132" y="465634"/>
                  </a:lnTo>
                  <a:lnTo>
                    <a:pt x="599890" y="922554"/>
                  </a:lnTo>
                  <a:lnTo>
                    <a:pt x="353144" y="1183712"/>
                  </a:lnTo>
                  <a:lnTo>
                    <a:pt x="134684" y="1391989"/>
                  </a:lnTo>
                  <a:lnTo>
                    <a:pt x="0" y="7041979"/>
                  </a:lnTo>
                  <a:lnTo>
                    <a:pt x="0" y="0"/>
                  </a:lnTo>
                  <a:close/>
                </a:path>
                <a:path w="958850" h="10287000">
                  <a:moveTo>
                    <a:pt x="195296" y="3425287"/>
                  </a:moveTo>
                  <a:lnTo>
                    <a:pt x="219555" y="2407636"/>
                  </a:lnTo>
                  <a:lnTo>
                    <a:pt x="480487" y="2654118"/>
                  </a:lnTo>
                  <a:lnTo>
                    <a:pt x="366285" y="2971991"/>
                  </a:lnTo>
                  <a:lnTo>
                    <a:pt x="195296" y="3425287"/>
                  </a:lnTo>
                  <a:close/>
                </a:path>
                <a:path w="958850" h="10287000">
                  <a:moveTo>
                    <a:pt x="4947" y="10287000"/>
                  </a:moveTo>
                  <a:lnTo>
                    <a:pt x="166710" y="3501069"/>
                  </a:lnTo>
                  <a:lnTo>
                    <a:pt x="373237" y="3793423"/>
                  </a:lnTo>
                  <a:lnTo>
                    <a:pt x="233394" y="4063517"/>
                  </a:lnTo>
                  <a:lnTo>
                    <a:pt x="222654" y="4514060"/>
                  </a:lnTo>
                  <a:lnTo>
                    <a:pt x="192924" y="4596632"/>
                  </a:lnTo>
                  <a:lnTo>
                    <a:pt x="57277" y="10287000"/>
                  </a:lnTo>
                  <a:lnTo>
                    <a:pt x="4947" y="10287000"/>
                  </a:lnTo>
                  <a:close/>
                </a:path>
                <a:path w="958850" h="10287000">
                  <a:moveTo>
                    <a:pt x="0" y="7041979"/>
                  </a:moveTo>
                  <a:lnTo>
                    <a:pt x="134684" y="1391989"/>
                  </a:lnTo>
                  <a:lnTo>
                    <a:pt x="313931" y="1715630"/>
                  </a:lnTo>
                  <a:lnTo>
                    <a:pt x="384095" y="2224851"/>
                  </a:lnTo>
                  <a:lnTo>
                    <a:pt x="219555" y="2407636"/>
                  </a:lnTo>
                  <a:lnTo>
                    <a:pt x="195296" y="3425287"/>
                  </a:lnTo>
                  <a:lnTo>
                    <a:pt x="166710" y="3501069"/>
                  </a:lnTo>
                  <a:lnTo>
                    <a:pt x="4947" y="10287000"/>
                  </a:lnTo>
                  <a:lnTo>
                    <a:pt x="0" y="10287000"/>
                  </a:lnTo>
                  <a:lnTo>
                    <a:pt x="0" y="7041979"/>
                  </a:lnTo>
                  <a:close/>
                </a:path>
                <a:path w="958850" h="10287000">
                  <a:moveTo>
                    <a:pt x="222654" y="4514060"/>
                  </a:moveTo>
                  <a:lnTo>
                    <a:pt x="233394" y="4063517"/>
                  </a:lnTo>
                  <a:lnTo>
                    <a:pt x="307372" y="4278765"/>
                  </a:lnTo>
                  <a:lnTo>
                    <a:pt x="222654" y="451406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0" y="0"/>
              <a:ext cx="558800" cy="9681845"/>
            </a:xfrm>
            <a:custGeom>
              <a:avLst/>
              <a:gdLst/>
              <a:ahLst/>
              <a:cxnLst/>
              <a:rect l="l" t="t" r="r" b="b"/>
              <a:pathLst>
                <a:path w="558800" h="9681845">
                  <a:moveTo>
                    <a:pt x="0" y="9276726"/>
                  </a:moveTo>
                  <a:lnTo>
                    <a:pt x="26793" y="9308745"/>
                  </a:lnTo>
                  <a:lnTo>
                    <a:pt x="27416" y="9612404"/>
                  </a:lnTo>
                  <a:lnTo>
                    <a:pt x="0" y="9681392"/>
                  </a:lnTo>
                  <a:lnTo>
                    <a:pt x="0" y="9276726"/>
                  </a:lnTo>
                  <a:close/>
                </a:path>
                <a:path w="558800" h="9681845">
                  <a:moveTo>
                    <a:pt x="216559" y="6429065"/>
                  </a:moveTo>
                  <a:lnTo>
                    <a:pt x="240700" y="5416334"/>
                  </a:lnTo>
                  <a:lnTo>
                    <a:pt x="558560" y="5758509"/>
                  </a:lnTo>
                  <a:lnTo>
                    <a:pt x="557300" y="6099958"/>
                  </a:lnTo>
                  <a:lnTo>
                    <a:pt x="216559" y="6429065"/>
                  </a:lnTo>
                  <a:close/>
                </a:path>
                <a:path w="558800" h="9681845">
                  <a:moveTo>
                    <a:pt x="54342" y="8276759"/>
                  </a:moveTo>
                  <a:lnTo>
                    <a:pt x="95602" y="6545892"/>
                  </a:lnTo>
                  <a:lnTo>
                    <a:pt x="167585" y="7020027"/>
                  </a:lnTo>
                  <a:lnTo>
                    <a:pt x="347390" y="7248115"/>
                  </a:lnTo>
                  <a:lnTo>
                    <a:pt x="352649" y="7779865"/>
                  </a:lnTo>
                  <a:lnTo>
                    <a:pt x="209555" y="8083292"/>
                  </a:lnTo>
                  <a:lnTo>
                    <a:pt x="54342" y="8276759"/>
                  </a:lnTo>
                  <a:close/>
                </a:path>
                <a:path w="558800" h="9681845">
                  <a:moveTo>
                    <a:pt x="0" y="5155940"/>
                  </a:moveTo>
                  <a:lnTo>
                    <a:pt x="15495" y="4505927"/>
                  </a:lnTo>
                  <a:lnTo>
                    <a:pt x="127657" y="4809544"/>
                  </a:lnTo>
                  <a:lnTo>
                    <a:pt x="277659" y="4999581"/>
                  </a:lnTo>
                  <a:lnTo>
                    <a:pt x="240700" y="5416334"/>
                  </a:lnTo>
                  <a:lnTo>
                    <a:pt x="216559" y="6429065"/>
                  </a:lnTo>
                  <a:lnTo>
                    <a:pt x="95602" y="6545892"/>
                  </a:lnTo>
                  <a:lnTo>
                    <a:pt x="54342" y="8276759"/>
                  </a:lnTo>
                  <a:lnTo>
                    <a:pt x="0" y="8344493"/>
                  </a:lnTo>
                  <a:lnTo>
                    <a:pt x="0" y="5155940"/>
                  </a:lnTo>
                  <a:close/>
                </a:path>
                <a:path w="558800" h="9681845">
                  <a:moveTo>
                    <a:pt x="0" y="3866476"/>
                  </a:moveTo>
                  <a:lnTo>
                    <a:pt x="69385" y="4069434"/>
                  </a:lnTo>
                  <a:lnTo>
                    <a:pt x="59698" y="4259349"/>
                  </a:lnTo>
                  <a:lnTo>
                    <a:pt x="15495" y="4505927"/>
                  </a:lnTo>
                  <a:lnTo>
                    <a:pt x="0" y="5155940"/>
                  </a:lnTo>
                  <a:lnTo>
                    <a:pt x="0" y="3866476"/>
                  </a:lnTo>
                  <a:close/>
                </a:path>
                <a:path w="558800" h="9681845">
                  <a:moveTo>
                    <a:pt x="0" y="2850263"/>
                  </a:moveTo>
                  <a:lnTo>
                    <a:pt x="3011" y="2854993"/>
                  </a:lnTo>
                  <a:lnTo>
                    <a:pt x="0" y="2881067"/>
                  </a:lnTo>
                  <a:lnTo>
                    <a:pt x="0" y="2850263"/>
                  </a:lnTo>
                  <a:close/>
                </a:path>
                <a:path w="558800" h="9681845">
                  <a:moveTo>
                    <a:pt x="0" y="0"/>
                  </a:moveTo>
                  <a:lnTo>
                    <a:pt x="254477" y="0"/>
                  </a:lnTo>
                  <a:lnTo>
                    <a:pt x="224536" y="166079"/>
                  </a:lnTo>
                  <a:lnTo>
                    <a:pt x="205834" y="262388"/>
                  </a:lnTo>
                  <a:lnTo>
                    <a:pt x="135552" y="366180"/>
                  </a:lnTo>
                  <a:lnTo>
                    <a:pt x="383" y="502052"/>
                  </a:lnTo>
                  <a:lnTo>
                    <a:pt x="0" y="50239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04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1296605" y="1648433"/>
            <a:ext cx="16366490" cy="808799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just" marL="12700" marR="5080">
              <a:lnSpc>
                <a:spcPct val="111400"/>
              </a:lnSpc>
              <a:spcBef>
                <a:spcPts val="90"/>
              </a:spcBef>
            </a:pPr>
            <a:r>
              <a:rPr dirty="0" sz="2800" spc="-365" b="1">
                <a:solidFill>
                  <a:srgbClr val="333433"/>
                </a:solidFill>
                <a:latin typeface="Comic Sans MS"/>
                <a:cs typeface="Comic Sans MS"/>
              </a:rPr>
              <a:t>UNFI</a:t>
            </a:r>
            <a:r>
              <a:rPr dirty="0" sz="2800" spc="43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800" spc="-265" b="1">
                <a:solidFill>
                  <a:srgbClr val="333433"/>
                </a:solidFill>
                <a:latin typeface="Comic Sans MS"/>
                <a:cs typeface="Comic Sans MS"/>
              </a:rPr>
              <a:t>(United</a:t>
            </a:r>
            <a:r>
              <a:rPr dirty="0" sz="2800" spc="43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800" spc="-280" b="1">
                <a:solidFill>
                  <a:srgbClr val="333433"/>
                </a:solidFill>
                <a:latin typeface="Comic Sans MS"/>
                <a:cs typeface="Comic Sans MS"/>
              </a:rPr>
              <a:t>Natural</a:t>
            </a:r>
            <a:r>
              <a:rPr dirty="0" sz="2800" spc="43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800" spc="-295" b="1">
                <a:solidFill>
                  <a:srgbClr val="333433"/>
                </a:solidFill>
                <a:latin typeface="Comic Sans MS"/>
                <a:cs typeface="Comic Sans MS"/>
              </a:rPr>
              <a:t>Foods</a:t>
            </a:r>
            <a:r>
              <a:rPr dirty="0" sz="2800" spc="43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800" spc="-254" b="1">
                <a:solidFill>
                  <a:srgbClr val="333433"/>
                </a:solidFill>
                <a:latin typeface="Comic Sans MS"/>
                <a:cs typeface="Comic Sans MS"/>
              </a:rPr>
              <a:t>Inc.)</a:t>
            </a:r>
            <a:r>
              <a:rPr dirty="0" sz="2800" spc="434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800" spc="-295" b="1">
                <a:solidFill>
                  <a:srgbClr val="333433"/>
                </a:solidFill>
                <a:latin typeface="Comic Sans MS"/>
                <a:cs typeface="Comic Sans MS"/>
              </a:rPr>
              <a:t>food-</a:t>
            </a:r>
            <a:r>
              <a:rPr dirty="0" sz="2800" spc="-260" b="1">
                <a:solidFill>
                  <a:srgbClr val="333433"/>
                </a:solidFill>
                <a:latin typeface="Comic Sans MS"/>
                <a:cs typeface="Comic Sans MS"/>
              </a:rPr>
              <a:t>supply</a:t>
            </a:r>
            <a:r>
              <a:rPr dirty="0" sz="2800" spc="43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800" spc="-235" b="1">
                <a:solidFill>
                  <a:srgbClr val="333433"/>
                </a:solidFill>
                <a:latin typeface="Comic Sans MS"/>
                <a:cs typeface="Comic Sans MS"/>
              </a:rPr>
              <a:t>disruption:</a:t>
            </a:r>
            <a:r>
              <a:rPr dirty="0" sz="2800" spc="125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This</a:t>
            </a:r>
            <a:r>
              <a:rPr dirty="0" sz="2300" spc="-2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cyber</a:t>
            </a:r>
            <a:r>
              <a:rPr dirty="0" sz="2300" spc="-2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attack</a:t>
            </a:r>
            <a:r>
              <a:rPr dirty="0" sz="2300" spc="-15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occurred</a:t>
            </a:r>
            <a:r>
              <a:rPr dirty="0" sz="2300" spc="-2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in</a:t>
            </a:r>
            <a:r>
              <a:rPr dirty="0" sz="2300" spc="-20">
                <a:solidFill>
                  <a:srgbClr val="333433"/>
                </a:solidFill>
                <a:latin typeface="Comic Sans MS"/>
                <a:cs typeface="Comic Sans MS"/>
              </a:rPr>
              <a:t>  mid-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June</a:t>
            </a:r>
            <a:r>
              <a:rPr dirty="0" sz="2300" spc="-2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2025</a:t>
            </a:r>
            <a:r>
              <a:rPr dirty="0" sz="2300" spc="-15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300" spc="-25">
                <a:solidFill>
                  <a:srgbClr val="333433"/>
                </a:solidFill>
                <a:latin typeface="Comic Sans MS"/>
                <a:cs typeface="Comic Sans MS"/>
              </a:rPr>
              <a:t>and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impacted</a:t>
            </a:r>
            <a:r>
              <a:rPr dirty="0" sz="2300" spc="14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electronic</a:t>
            </a:r>
            <a:r>
              <a:rPr dirty="0" sz="2300" spc="15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ordering</a:t>
            </a:r>
            <a:r>
              <a:rPr dirty="0" sz="2300" spc="15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and</a:t>
            </a:r>
            <a:r>
              <a:rPr dirty="0" sz="2300" spc="15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delivery</a:t>
            </a:r>
            <a:r>
              <a:rPr dirty="0" sz="2300" spc="15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systems</a:t>
            </a:r>
            <a:r>
              <a:rPr dirty="0" sz="2300" spc="15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for</a:t>
            </a:r>
            <a:r>
              <a:rPr dirty="0" sz="2300" spc="15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a</a:t>
            </a:r>
            <a:r>
              <a:rPr dirty="0" sz="2300" spc="15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major</a:t>
            </a:r>
            <a:r>
              <a:rPr dirty="0" sz="2300" spc="15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U.S.</a:t>
            </a:r>
            <a:r>
              <a:rPr dirty="0" sz="2300" spc="15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grocery</a:t>
            </a:r>
            <a:r>
              <a:rPr dirty="0" sz="2300" spc="14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wholesaler.</a:t>
            </a:r>
            <a:r>
              <a:rPr dirty="0" sz="2300" spc="15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It</a:t>
            </a:r>
            <a:r>
              <a:rPr dirty="0" sz="2300" spc="15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led</a:t>
            </a:r>
            <a:r>
              <a:rPr dirty="0" sz="2300" spc="15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to</a:t>
            </a:r>
            <a:r>
              <a:rPr dirty="0" sz="2300" spc="15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measurable</a:t>
            </a:r>
            <a:r>
              <a:rPr dirty="0" sz="2300" spc="15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 spc="-10">
                <a:solidFill>
                  <a:srgbClr val="333433"/>
                </a:solidFill>
                <a:latin typeface="Comic Sans MS"/>
                <a:cs typeface="Comic Sans MS"/>
              </a:rPr>
              <a:t>grocery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shortages</a:t>
            </a:r>
            <a:r>
              <a:rPr dirty="0" sz="2300" spc="-7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and</a:t>
            </a:r>
            <a:r>
              <a:rPr dirty="0" sz="2300" spc="-7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forced</a:t>
            </a:r>
            <a:r>
              <a:rPr dirty="0" sz="2300" spc="-7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retailers</a:t>
            </a:r>
            <a:r>
              <a:rPr dirty="0" sz="2300" spc="-7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to</a:t>
            </a:r>
            <a:r>
              <a:rPr dirty="0" sz="2300" spc="-7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find</a:t>
            </a:r>
            <a:r>
              <a:rPr dirty="0" sz="2300" spc="-7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alternate</a:t>
            </a:r>
            <a:r>
              <a:rPr dirty="0" sz="2300" spc="-7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suppliers.</a:t>
            </a:r>
            <a:r>
              <a:rPr dirty="0" sz="2300" spc="-7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The</a:t>
            </a:r>
            <a:r>
              <a:rPr dirty="0" sz="2300" spc="-7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incident</a:t>
            </a:r>
            <a:r>
              <a:rPr dirty="0" sz="2300" spc="-7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highlights</a:t>
            </a:r>
            <a:r>
              <a:rPr dirty="0" sz="2300" spc="-7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the</a:t>
            </a:r>
            <a:r>
              <a:rPr dirty="0" sz="2300" spc="-7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fragility</a:t>
            </a:r>
            <a:r>
              <a:rPr dirty="0" sz="2300" spc="-7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of</a:t>
            </a:r>
            <a:r>
              <a:rPr dirty="0" sz="2300" spc="-7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digital</a:t>
            </a:r>
            <a:r>
              <a:rPr dirty="0" sz="2300" spc="-7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supply</a:t>
            </a:r>
            <a:r>
              <a:rPr dirty="0" sz="2300" spc="-7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 spc="-10">
                <a:solidFill>
                  <a:srgbClr val="333433"/>
                </a:solidFill>
                <a:latin typeface="Comic Sans MS"/>
                <a:cs typeface="Comic Sans MS"/>
              </a:rPr>
              <a:t>chains.</a:t>
            </a:r>
            <a:endParaRPr sz="2300">
              <a:latin typeface="Comic Sans MS"/>
              <a:cs typeface="Comic Sans MS"/>
            </a:endParaRPr>
          </a:p>
          <a:p>
            <a:pPr algn="just" marL="12700" marR="5080">
              <a:lnSpc>
                <a:spcPct val="111400"/>
              </a:lnSpc>
              <a:spcBef>
                <a:spcPts val="2655"/>
              </a:spcBef>
            </a:pPr>
            <a:r>
              <a:rPr dirty="0" sz="2800" spc="-290" b="1">
                <a:solidFill>
                  <a:srgbClr val="333433"/>
                </a:solidFill>
                <a:latin typeface="Comic Sans MS"/>
                <a:cs typeface="Comic Sans MS"/>
              </a:rPr>
              <a:t>Bank</a:t>
            </a:r>
            <a:r>
              <a:rPr dirty="0" sz="2800" spc="-15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800" spc="-305" b="1">
                <a:solidFill>
                  <a:srgbClr val="333433"/>
                </a:solidFill>
                <a:latin typeface="Comic Sans MS"/>
                <a:cs typeface="Comic Sans MS"/>
              </a:rPr>
              <a:t>Sepah</a:t>
            </a:r>
            <a:r>
              <a:rPr dirty="0" sz="2800" spc="5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800" spc="-275" b="1">
                <a:solidFill>
                  <a:srgbClr val="333433"/>
                </a:solidFill>
                <a:latin typeface="Comic Sans MS"/>
                <a:cs typeface="Comic Sans MS"/>
              </a:rPr>
              <a:t>massive</a:t>
            </a:r>
            <a:r>
              <a:rPr dirty="0" sz="2800" spc="11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800" spc="-285" b="1">
                <a:solidFill>
                  <a:srgbClr val="333433"/>
                </a:solidFill>
                <a:latin typeface="Comic Sans MS"/>
                <a:cs typeface="Comic Sans MS"/>
              </a:rPr>
              <a:t>data</a:t>
            </a:r>
            <a:r>
              <a:rPr dirty="0" sz="2800" spc="114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800" spc="-300" b="1">
                <a:solidFill>
                  <a:srgbClr val="333433"/>
                </a:solidFill>
                <a:latin typeface="Comic Sans MS"/>
                <a:cs typeface="Comic Sans MS"/>
              </a:rPr>
              <a:t>theft:</a:t>
            </a:r>
            <a:r>
              <a:rPr dirty="0" sz="2800" spc="-5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This</a:t>
            </a:r>
            <a:r>
              <a:rPr dirty="0" sz="2300" spc="33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breach</a:t>
            </a:r>
            <a:r>
              <a:rPr dirty="0" sz="2300" spc="33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occurred</a:t>
            </a:r>
            <a:r>
              <a:rPr dirty="0" sz="2300" spc="33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in</a:t>
            </a:r>
            <a:r>
              <a:rPr dirty="0" sz="2300" spc="33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March</a:t>
            </a:r>
            <a:r>
              <a:rPr dirty="0" sz="2300" spc="33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2025</a:t>
            </a:r>
            <a:r>
              <a:rPr dirty="0" sz="2300" spc="33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and</a:t>
            </a:r>
            <a:r>
              <a:rPr dirty="0" sz="2300" spc="33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was</a:t>
            </a:r>
            <a:r>
              <a:rPr dirty="0" sz="2300" spc="33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carried</a:t>
            </a:r>
            <a:r>
              <a:rPr dirty="0" sz="2300" spc="33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out</a:t>
            </a:r>
            <a:r>
              <a:rPr dirty="0" sz="2300" spc="33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by</a:t>
            </a:r>
            <a:r>
              <a:rPr dirty="0" sz="2300" spc="33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the</a:t>
            </a:r>
            <a:r>
              <a:rPr dirty="0" sz="2300" spc="33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 spc="-10">
                <a:solidFill>
                  <a:srgbClr val="333433"/>
                </a:solidFill>
                <a:latin typeface="Comic Sans MS"/>
                <a:cs typeface="Comic Sans MS"/>
              </a:rPr>
              <a:t>“Codebreakers”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collective.</a:t>
            </a:r>
            <a:r>
              <a:rPr dirty="0" sz="2300" spc="-2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It</a:t>
            </a:r>
            <a:r>
              <a:rPr dirty="0" sz="2300" spc="-2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exposed</a:t>
            </a:r>
            <a:r>
              <a:rPr dirty="0" sz="2300" spc="-1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a</a:t>
            </a:r>
            <a:r>
              <a:rPr dirty="0" sz="2300" spc="-2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million</a:t>
            </a:r>
            <a:r>
              <a:rPr dirty="0" sz="2300" spc="-1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customer</a:t>
            </a:r>
            <a:r>
              <a:rPr dirty="0" sz="2300" spc="-2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records</a:t>
            </a:r>
            <a:r>
              <a:rPr dirty="0" sz="2300" spc="-1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and</a:t>
            </a:r>
            <a:r>
              <a:rPr dirty="0" sz="2300" spc="-2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involved</a:t>
            </a:r>
            <a:r>
              <a:rPr dirty="0" sz="2300" spc="-1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extortion</a:t>
            </a:r>
            <a:r>
              <a:rPr dirty="0" sz="2300" spc="-2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attempts</a:t>
            </a:r>
            <a:r>
              <a:rPr dirty="0" sz="2300" spc="-1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of</a:t>
            </a:r>
            <a:r>
              <a:rPr dirty="0" sz="2300" spc="-2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$42</a:t>
            </a:r>
            <a:r>
              <a:rPr dirty="0" sz="2300" spc="-1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million.</a:t>
            </a:r>
            <a:r>
              <a:rPr dirty="0" sz="2300" spc="-2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The</a:t>
            </a:r>
            <a:r>
              <a:rPr dirty="0" sz="2300" spc="-1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attack</a:t>
            </a:r>
            <a:r>
              <a:rPr dirty="0" sz="2300" spc="-2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was</a:t>
            </a:r>
            <a:r>
              <a:rPr dirty="0" sz="2300" spc="-1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one</a:t>
            </a:r>
            <a:r>
              <a:rPr dirty="0" sz="2300" spc="-2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 spc="-25">
                <a:solidFill>
                  <a:srgbClr val="333433"/>
                </a:solidFill>
                <a:latin typeface="Comic Sans MS"/>
                <a:cs typeface="Comic Sans MS"/>
              </a:rPr>
              <a:t>of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2025’s</a:t>
            </a:r>
            <a:r>
              <a:rPr dirty="0" sz="2300" spc="-6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largest</a:t>
            </a:r>
            <a:r>
              <a:rPr dirty="0" sz="2300" spc="-6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 spc="-10">
                <a:solidFill>
                  <a:srgbClr val="333433"/>
                </a:solidFill>
                <a:latin typeface="Comic Sans MS"/>
                <a:cs typeface="Comic Sans MS"/>
              </a:rPr>
              <a:t>financial-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sector</a:t>
            </a:r>
            <a:r>
              <a:rPr dirty="0" sz="2300" spc="-6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 spc="-10">
                <a:solidFill>
                  <a:srgbClr val="333433"/>
                </a:solidFill>
                <a:latin typeface="Comic Sans MS"/>
                <a:cs typeface="Comic Sans MS"/>
              </a:rPr>
              <a:t>compromises,</a:t>
            </a:r>
            <a:r>
              <a:rPr dirty="0" sz="2300" spc="-6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reflecting</a:t>
            </a:r>
            <a:r>
              <a:rPr dirty="0" sz="2300" spc="-6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serious</a:t>
            </a:r>
            <a:r>
              <a:rPr dirty="0" sz="2300" spc="-6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risks</a:t>
            </a:r>
            <a:r>
              <a:rPr dirty="0" sz="2300" spc="-6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to</a:t>
            </a:r>
            <a:r>
              <a:rPr dirty="0" sz="2300" spc="-6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banking</a:t>
            </a:r>
            <a:r>
              <a:rPr dirty="0" sz="2300" spc="-6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data</a:t>
            </a:r>
            <a:r>
              <a:rPr dirty="0" sz="2300" spc="-6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and</a:t>
            </a:r>
            <a:r>
              <a:rPr dirty="0" sz="2300" spc="-6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 spc="-10">
                <a:solidFill>
                  <a:srgbClr val="333433"/>
                </a:solidFill>
                <a:latin typeface="Comic Sans MS"/>
                <a:cs typeface="Comic Sans MS"/>
              </a:rPr>
              <a:t>confidence.</a:t>
            </a:r>
            <a:endParaRPr sz="2300">
              <a:latin typeface="Comic Sans MS"/>
              <a:cs typeface="Comic Sans MS"/>
            </a:endParaRPr>
          </a:p>
          <a:p>
            <a:pPr algn="just" marL="12700" marR="5080">
              <a:lnSpc>
                <a:spcPct val="111400"/>
              </a:lnSpc>
              <a:spcBef>
                <a:spcPts val="2660"/>
              </a:spcBef>
            </a:pPr>
            <a:r>
              <a:rPr dirty="0" sz="2800" spc="-305" b="1">
                <a:solidFill>
                  <a:srgbClr val="333433"/>
                </a:solidFill>
                <a:latin typeface="Comic Sans MS"/>
                <a:cs typeface="Comic Sans MS"/>
              </a:rPr>
              <a:t>Marks</a:t>
            </a:r>
            <a:r>
              <a:rPr dirty="0" sz="2800" spc="26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800" spc="-335" b="1">
                <a:solidFill>
                  <a:srgbClr val="333433"/>
                </a:solidFill>
                <a:latin typeface="Comic Sans MS"/>
                <a:cs typeface="Comic Sans MS"/>
              </a:rPr>
              <a:t>&amp;</a:t>
            </a:r>
            <a:r>
              <a:rPr dirty="0" sz="2800" spc="26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800" spc="-290" b="1">
                <a:solidFill>
                  <a:srgbClr val="333433"/>
                </a:solidFill>
                <a:latin typeface="Comic Sans MS"/>
                <a:cs typeface="Comic Sans MS"/>
              </a:rPr>
              <a:t>Spencer</a:t>
            </a:r>
            <a:r>
              <a:rPr dirty="0" sz="2800" spc="26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800" spc="-310" b="1">
                <a:solidFill>
                  <a:srgbClr val="333433"/>
                </a:solidFill>
                <a:latin typeface="Comic Sans MS"/>
                <a:cs typeface="Comic Sans MS"/>
              </a:rPr>
              <a:t>(M&amp;S)</a:t>
            </a:r>
            <a:r>
              <a:rPr dirty="0" sz="2800" spc="26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800" spc="-145" b="1">
                <a:solidFill>
                  <a:srgbClr val="333433"/>
                </a:solidFill>
                <a:latin typeface="Comic Sans MS"/>
                <a:cs typeface="Comic Sans MS"/>
              </a:rPr>
              <a:t>retail</a:t>
            </a:r>
            <a:r>
              <a:rPr dirty="0" sz="2800" spc="26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800" spc="-280" b="1">
                <a:solidFill>
                  <a:srgbClr val="333433"/>
                </a:solidFill>
                <a:latin typeface="Comic Sans MS"/>
                <a:cs typeface="Comic Sans MS"/>
              </a:rPr>
              <a:t>outage</a:t>
            </a:r>
            <a:r>
              <a:rPr dirty="0" sz="2800" spc="26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800" spc="-305" b="1">
                <a:solidFill>
                  <a:srgbClr val="333433"/>
                </a:solidFill>
                <a:latin typeface="Comic Sans MS"/>
                <a:cs typeface="Comic Sans MS"/>
              </a:rPr>
              <a:t>from</a:t>
            </a:r>
            <a:r>
              <a:rPr dirty="0" sz="2800" spc="254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800" spc="-150" b="1">
                <a:solidFill>
                  <a:srgbClr val="333433"/>
                </a:solidFill>
                <a:latin typeface="Comic Sans MS"/>
                <a:cs typeface="Comic Sans MS"/>
              </a:rPr>
              <a:t>social</a:t>
            </a:r>
            <a:r>
              <a:rPr dirty="0" sz="2800" spc="26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800" spc="-254" b="1">
                <a:solidFill>
                  <a:srgbClr val="333433"/>
                </a:solidFill>
                <a:latin typeface="Comic Sans MS"/>
                <a:cs typeface="Comic Sans MS"/>
              </a:rPr>
              <a:t>engineering:</a:t>
            </a:r>
            <a:r>
              <a:rPr dirty="0" sz="2800" spc="26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The</a:t>
            </a:r>
            <a:r>
              <a:rPr dirty="0" sz="2300" spc="49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 spc="-20">
                <a:solidFill>
                  <a:srgbClr val="333433"/>
                </a:solidFill>
                <a:latin typeface="Comic Sans MS"/>
                <a:cs typeface="Comic Sans MS"/>
              </a:rPr>
              <a:t>Easter-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weekend</a:t>
            </a:r>
            <a:r>
              <a:rPr dirty="0" sz="2300" spc="49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compromise</a:t>
            </a:r>
            <a:r>
              <a:rPr dirty="0" sz="2300" spc="49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conducted</a:t>
            </a:r>
            <a:r>
              <a:rPr dirty="0" sz="2300" spc="49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 spc="-25">
                <a:solidFill>
                  <a:srgbClr val="333433"/>
                </a:solidFill>
                <a:latin typeface="Comic Sans MS"/>
                <a:cs typeface="Comic Sans MS"/>
              </a:rPr>
              <a:t>by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Scattered</a:t>
            </a:r>
            <a:r>
              <a:rPr dirty="0" sz="2300" spc="-4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Spider</a:t>
            </a:r>
            <a:r>
              <a:rPr dirty="0" sz="2300" spc="-4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disabled</a:t>
            </a:r>
            <a:r>
              <a:rPr dirty="0" sz="2300" spc="-4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online</a:t>
            </a:r>
            <a:r>
              <a:rPr dirty="0" sz="2300" spc="-4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shopping.</a:t>
            </a:r>
            <a:r>
              <a:rPr dirty="0" sz="2300" spc="-4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It</a:t>
            </a:r>
            <a:r>
              <a:rPr dirty="0" sz="2300" spc="-4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led</a:t>
            </a:r>
            <a:r>
              <a:rPr dirty="0" sz="2300" spc="-4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to</a:t>
            </a:r>
            <a:r>
              <a:rPr dirty="0" sz="2300" spc="-4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 spc="-20">
                <a:solidFill>
                  <a:srgbClr val="333433"/>
                </a:solidFill>
                <a:latin typeface="Comic Sans MS"/>
                <a:cs typeface="Comic Sans MS"/>
              </a:rPr>
              <a:t>multi-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week</a:t>
            </a:r>
            <a:r>
              <a:rPr dirty="0" sz="2300" spc="-4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retail</a:t>
            </a:r>
            <a:r>
              <a:rPr dirty="0" sz="2300" spc="-4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disruption.</a:t>
            </a:r>
            <a:r>
              <a:rPr dirty="0" sz="2300" spc="-4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It</a:t>
            </a:r>
            <a:r>
              <a:rPr dirty="0" sz="2300" spc="-4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caused</a:t>
            </a:r>
            <a:r>
              <a:rPr dirty="0" sz="2300" spc="-4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losses</a:t>
            </a:r>
            <a:r>
              <a:rPr dirty="0" sz="2300" spc="-4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of</a:t>
            </a:r>
            <a:r>
              <a:rPr dirty="0" sz="2300" spc="-4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up</a:t>
            </a:r>
            <a:r>
              <a:rPr dirty="0" sz="2300" spc="-4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to</a:t>
            </a:r>
            <a:r>
              <a:rPr dirty="0" sz="2300" spc="-4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£300m.</a:t>
            </a:r>
            <a:r>
              <a:rPr dirty="0" sz="2300" spc="-4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 spc="-20">
                <a:solidFill>
                  <a:srgbClr val="333433"/>
                </a:solidFill>
                <a:latin typeface="Comic Sans MS"/>
                <a:cs typeface="Comic Sans MS"/>
              </a:rPr>
              <a:t>This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attack</a:t>
            </a:r>
            <a:r>
              <a:rPr dirty="0" sz="2300" spc="-7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shows</a:t>
            </a:r>
            <a:r>
              <a:rPr dirty="0" sz="2300" spc="-7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the</a:t>
            </a:r>
            <a:r>
              <a:rPr dirty="0" sz="2300" spc="-7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cascading</a:t>
            </a:r>
            <a:r>
              <a:rPr dirty="0" sz="2300" spc="-7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business</a:t>
            </a:r>
            <a:r>
              <a:rPr dirty="0" sz="2300" spc="-7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impact</a:t>
            </a:r>
            <a:r>
              <a:rPr dirty="0" sz="2300" spc="-7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of</a:t>
            </a:r>
            <a:r>
              <a:rPr dirty="0" sz="2300" spc="-7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targeted</a:t>
            </a:r>
            <a:r>
              <a:rPr dirty="0" sz="2300" spc="-7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social</a:t>
            </a:r>
            <a:r>
              <a:rPr dirty="0" sz="2300" spc="-7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 spc="-10">
                <a:solidFill>
                  <a:srgbClr val="333433"/>
                </a:solidFill>
                <a:latin typeface="Comic Sans MS"/>
                <a:cs typeface="Comic Sans MS"/>
              </a:rPr>
              <a:t>engineering.</a:t>
            </a:r>
            <a:endParaRPr sz="2300">
              <a:latin typeface="Comic Sans MS"/>
              <a:cs typeface="Comic Sans MS"/>
            </a:endParaRPr>
          </a:p>
          <a:p>
            <a:pPr algn="just" marL="12700" marR="5080">
              <a:lnSpc>
                <a:spcPct val="111400"/>
              </a:lnSpc>
              <a:spcBef>
                <a:spcPts val="2655"/>
              </a:spcBef>
            </a:pPr>
            <a:r>
              <a:rPr dirty="0" sz="2800" spc="-455" b="1">
                <a:solidFill>
                  <a:srgbClr val="333433"/>
                </a:solidFill>
                <a:latin typeface="Comic Sans MS"/>
                <a:cs typeface="Comic Sans MS"/>
              </a:rPr>
              <a:t>SAP</a:t>
            </a:r>
            <a:r>
              <a:rPr dirty="0" sz="2800" spc="15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800" spc="-345" b="1">
                <a:solidFill>
                  <a:srgbClr val="333433"/>
                </a:solidFill>
                <a:latin typeface="Comic Sans MS"/>
                <a:cs typeface="Comic Sans MS"/>
              </a:rPr>
              <a:t>NetWeaver</a:t>
            </a:r>
            <a:r>
              <a:rPr dirty="0" sz="2800" spc="4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800" spc="-285" b="1">
                <a:solidFill>
                  <a:srgbClr val="333433"/>
                </a:solidFill>
                <a:latin typeface="Comic Sans MS"/>
                <a:cs typeface="Comic Sans MS"/>
              </a:rPr>
              <a:t>zero-</a:t>
            </a:r>
            <a:r>
              <a:rPr dirty="0" sz="2800" spc="-380" b="1">
                <a:solidFill>
                  <a:srgbClr val="333433"/>
                </a:solidFill>
                <a:latin typeface="Comic Sans MS"/>
                <a:cs typeface="Comic Sans MS"/>
              </a:rPr>
              <a:t>day</a:t>
            </a:r>
            <a:r>
              <a:rPr dirty="0" sz="2800" spc="8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800" spc="-300" b="1">
                <a:solidFill>
                  <a:srgbClr val="333433"/>
                </a:solidFill>
                <a:latin typeface="Comic Sans MS"/>
                <a:cs typeface="Comic Sans MS"/>
              </a:rPr>
              <a:t>(CVE-</a:t>
            </a:r>
            <a:r>
              <a:rPr dirty="0" sz="2800" spc="-315" b="1">
                <a:solidFill>
                  <a:srgbClr val="333433"/>
                </a:solidFill>
                <a:latin typeface="Comic Sans MS"/>
                <a:cs typeface="Comic Sans MS"/>
              </a:rPr>
              <a:t>2025-</a:t>
            </a:r>
            <a:r>
              <a:rPr dirty="0" sz="2800" spc="-325" b="1">
                <a:solidFill>
                  <a:srgbClr val="333433"/>
                </a:solidFill>
                <a:latin typeface="Comic Sans MS"/>
                <a:cs typeface="Comic Sans MS"/>
              </a:rPr>
              <a:t>31324)</a:t>
            </a:r>
            <a:r>
              <a:rPr dirty="0" sz="2800" spc="2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800" spc="-280" b="1">
                <a:solidFill>
                  <a:srgbClr val="333433"/>
                </a:solidFill>
                <a:latin typeface="Comic Sans MS"/>
                <a:cs typeface="Comic Sans MS"/>
              </a:rPr>
              <a:t>enterprise</a:t>
            </a:r>
            <a:r>
              <a:rPr dirty="0" sz="2800" spc="-25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800" spc="-305" b="1">
                <a:solidFill>
                  <a:srgbClr val="333433"/>
                </a:solidFill>
                <a:latin typeface="Comic Sans MS"/>
                <a:cs typeface="Comic Sans MS"/>
              </a:rPr>
              <a:t>software</a:t>
            </a:r>
            <a:r>
              <a:rPr dirty="0" sz="2800" spc="5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800" spc="-260" b="1">
                <a:solidFill>
                  <a:srgbClr val="333433"/>
                </a:solidFill>
                <a:latin typeface="Comic Sans MS"/>
                <a:cs typeface="Comic Sans MS"/>
              </a:rPr>
              <a:t>exploitation:</a:t>
            </a:r>
            <a:r>
              <a:rPr dirty="0" sz="2800" spc="-45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This</a:t>
            </a:r>
            <a:r>
              <a:rPr dirty="0" sz="2300" spc="-17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incident</a:t>
            </a:r>
            <a:r>
              <a:rPr dirty="0" sz="2300" spc="3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occurred</a:t>
            </a:r>
            <a:r>
              <a:rPr dirty="0" sz="2300" spc="15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in</a:t>
            </a:r>
            <a:r>
              <a:rPr dirty="0" sz="2300" spc="15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April</a:t>
            </a:r>
            <a:r>
              <a:rPr dirty="0" sz="2300" spc="15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 spc="-25">
                <a:solidFill>
                  <a:srgbClr val="333433"/>
                </a:solidFill>
                <a:latin typeface="Comic Sans MS"/>
                <a:cs typeface="Comic Sans MS"/>
              </a:rPr>
              <a:t>and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involved</a:t>
            </a:r>
            <a:r>
              <a:rPr dirty="0" sz="2300" spc="46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the</a:t>
            </a:r>
            <a:r>
              <a:rPr dirty="0" sz="2300" spc="47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disclosure</a:t>
            </a:r>
            <a:r>
              <a:rPr dirty="0" sz="2300" spc="47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of</a:t>
            </a:r>
            <a:r>
              <a:rPr dirty="0" sz="2300" spc="46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a</a:t>
            </a:r>
            <a:r>
              <a:rPr dirty="0" sz="2300" spc="47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critical</a:t>
            </a:r>
            <a:r>
              <a:rPr dirty="0" sz="2300" spc="47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RCE</a:t>
            </a:r>
            <a:r>
              <a:rPr dirty="0" sz="2300" spc="47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vulnerability.</a:t>
            </a:r>
            <a:r>
              <a:rPr dirty="0" sz="2300" spc="46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It</a:t>
            </a:r>
            <a:r>
              <a:rPr dirty="0" sz="2300" spc="47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allowed</a:t>
            </a:r>
            <a:r>
              <a:rPr dirty="0" sz="2300" spc="47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 spc="-20">
                <a:solidFill>
                  <a:srgbClr val="333433"/>
                </a:solidFill>
                <a:latin typeface="Comic Sans MS"/>
                <a:cs typeface="Comic Sans MS"/>
              </a:rPr>
              <a:t>web-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shell</a:t>
            </a:r>
            <a:r>
              <a:rPr dirty="0" sz="2300" spc="46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uploads</a:t>
            </a:r>
            <a:r>
              <a:rPr dirty="0" sz="2300" spc="47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and</a:t>
            </a:r>
            <a:r>
              <a:rPr dirty="0" sz="2300" spc="47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active</a:t>
            </a:r>
            <a:r>
              <a:rPr dirty="0" sz="2300" spc="47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exploitation</a:t>
            </a:r>
            <a:r>
              <a:rPr dirty="0" sz="2300" spc="46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 spc="-10">
                <a:solidFill>
                  <a:srgbClr val="333433"/>
                </a:solidFill>
                <a:latin typeface="Comic Sans MS"/>
                <a:cs typeface="Comic Sans MS"/>
              </a:rPr>
              <a:t>across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hundreds</a:t>
            </a:r>
            <a:r>
              <a:rPr dirty="0" sz="2300" spc="-5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of</a:t>
            </a:r>
            <a:r>
              <a:rPr dirty="0" sz="2300" spc="-5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instances.</a:t>
            </a:r>
            <a:r>
              <a:rPr dirty="0" sz="2300" spc="-5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The</a:t>
            </a:r>
            <a:r>
              <a:rPr dirty="0" sz="2300" spc="-5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incident</a:t>
            </a:r>
            <a:r>
              <a:rPr dirty="0" sz="2300" spc="-5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is</a:t>
            </a:r>
            <a:r>
              <a:rPr dirty="0" sz="2300" spc="-5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proof</a:t>
            </a:r>
            <a:r>
              <a:rPr dirty="0" sz="2300" spc="-5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of</a:t>
            </a:r>
            <a:r>
              <a:rPr dirty="0" sz="2300" spc="-5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how</a:t>
            </a:r>
            <a:r>
              <a:rPr dirty="0" sz="2300" spc="-5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a</a:t>
            </a:r>
            <a:r>
              <a:rPr dirty="0" sz="2300" spc="-5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single</a:t>
            </a:r>
            <a:r>
              <a:rPr dirty="0" sz="2300" spc="-5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flaw</a:t>
            </a:r>
            <a:r>
              <a:rPr dirty="0" sz="2300" spc="-5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can</a:t>
            </a:r>
            <a:r>
              <a:rPr dirty="0" sz="2300" spc="-5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put</a:t>
            </a:r>
            <a:r>
              <a:rPr dirty="0" sz="2300" spc="-5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cloud</a:t>
            </a:r>
            <a:r>
              <a:rPr dirty="0" sz="2300" spc="-5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and</a:t>
            </a:r>
            <a:r>
              <a:rPr dirty="0" sz="2300" spc="-5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 spc="-20">
                <a:solidFill>
                  <a:srgbClr val="333433"/>
                </a:solidFill>
                <a:latin typeface="Comic Sans MS"/>
                <a:cs typeface="Comic Sans MS"/>
              </a:rPr>
              <a:t>public-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sector</a:t>
            </a:r>
            <a:r>
              <a:rPr dirty="0" sz="2300" spc="-5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infrastructure</a:t>
            </a:r>
            <a:r>
              <a:rPr dirty="0" sz="2300" spc="-5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at</a:t>
            </a:r>
            <a:r>
              <a:rPr dirty="0" sz="2300" spc="-5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 spc="-20">
                <a:solidFill>
                  <a:srgbClr val="333433"/>
                </a:solidFill>
                <a:latin typeface="Comic Sans MS"/>
                <a:cs typeface="Comic Sans MS"/>
              </a:rPr>
              <a:t>risk.</a:t>
            </a:r>
            <a:endParaRPr sz="2300">
              <a:latin typeface="Comic Sans MS"/>
              <a:cs typeface="Comic Sans MS"/>
            </a:endParaRPr>
          </a:p>
          <a:p>
            <a:pPr algn="just" marL="12700" marR="5080">
              <a:lnSpc>
                <a:spcPct val="112300"/>
              </a:lnSpc>
              <a:spcBef>
                <a:spcPts val="2625"/>
              </a:spcBef>
            </a:pPr>
            <a:r>
              <a:rPr dirty="0" sz="2800" spc="-265" b="1">
                <a:solidFill>
                  <a:srgbClr val="333433"/>
                </a:solidFill>
                <a:latin typeface="Comic Sans MS"/>
                <a:cs typeface="Comic Sans MS"/>
              </a:rPr>
              <a:t>Kettering</a:t>
            </a:r>
            <a:r>
              <a:rPr dirty="0" sz="2800" spc="68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800" spc="-280" b="1">
                <a:solidFill>
                  <a:srgbClr val="333433"/>
                </a:solidFill>
                <a:latin typeface="Comic Sans MS"/>
                <a:cs typeface="Comic Sans MS"/>
              </a:rPr>
              <a:t>Health</a:t>
            </a:r>
            <a:r>
              <a:rPr dirty="0" sz="2800" spc="68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800" spc="-254" b="1">
                <a:solidFill>
                  <a:srgbClr val="333433"/>
                </a:solidFill>
                <a:latin typeface="Comic Sans MS"/>
                <a:cs typeface="Comic Sans MS"/>
              </a:rPr>
              <a:t>(Interlock</a:t>
            </a:r>
            <a:r>
              <a:rPr dirty="0" sz="2800" spc="68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800" spc="-285" b="1">
                <a:solidFill>
                  <a:srgbClr val="333433"/>
                </a:solidFill>
                <a:latin typeface="Comic Sans MS"/>
                <a:cs typeface="Comic Sans MS"/>
              </a:rPr>
              <a:t>ransomware)</a:t>
            </a:r>
            <a:r>
              <a:rPr dirty="0" sz="2800" spc="685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800" spc="-270" b="1">
                <a:solidFill>
                  <a:srgbClr val="333433"/>
                </a:solidFill>
                <a:latin typeface="Comic Sans MS"/>
                <a:cs typeface="Comic Sans MS"/>
              </a:rPr>
              <a:t>healthcare</a:t>
            </a:r>
            <a:r>
              <a:rPr dirty="0" sz="2800" spc="68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800" spc="-170" b="1">
                <a:solidFill>
                  <a:srgbClr val="333433"/>
                </a:solidFill>
                <a:latin typeface="Comic Sans MS"/>
                <a:cs typeface="Comic Sans MS"/>
              </a:rPr>
              <a:t>disruption:</a:t>
            </a:r>
            <a:r>
              <a:rPr dirty="0" sz="2800" spc="68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This</a:t>
            </a:r>
            <a:r>
              <a:rPr dirty="0" sz="2300" spc="11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incident</a:t>
            </a:r>
            <a:r>
              <a:rPr dirty="0" sz="2300" spc="114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happened</a:t>
            </a:r>
            <a:r>
              <a:rPr dirty="0" sz="2300" spc="114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in</a:t>
            </a:r>
            <a:r>
              <a:rPr dirty="0" sz="2300" spc="11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June</a:t>
            </a:r>
            <a:r>
              <a:rPr dirty="0" sz="2300" spc="114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2025.</a:t>
            </a:r>
            <a:r>
              <a:rPr dirty="0" sz="2300" spc="114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300" spc="-25">
                <a:solidFill>
                  <a:srgbClr val="333433"/>
                </a:solidFill>
                <a:latin typeface="Comic Sans MS"/>
                <a:cs typeface="Comic Sans MS"/>
              </a:rPr>
              <a:t>The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ransomware</a:t>
            </a:r>
            <a:r>
              <a:rPr dirty="0" sz="2300" spc="26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attack</a:t>
            </a:r>
            <a:r>
              <a:rPr dirty="0" sz="2300" spc="26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disrupted</a:t>
            </a:r>
            <a:r>
              <a:rPr dirty="0" sz="2300" spc="26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internal</a:t>
            </a:r>
            <a:r>
              <a:rPr dirty="0" sz="2300" spc="26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systems,</a:t>
            </a:r>
            <a:r>
              <a:rPr dirty="0" sz="2300" spc="26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phone</a:t>
            </a:r>
            <a:r>
              <a:rPr dirty="0" sz="2300" spc="26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lines,</a:t>
            </a:r>
            <a:r>
              <a:rPr dirty="0" sz="2300" spc="26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and</a:t>
            </a:r>
            <a:r>
              <a:rPr dirty="0" sz="2300" spc="26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EHRs</a:t>
            </a:r>
            <a:r>
              <a:rPr dirty="0" sz="2300" spc="26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across</a:t>
            </a:r>
            <a:r>
              <a:rPr dirty="0" sz="2300" spc="26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14</a:t>
            </a:r>
            <a:r>
              <a:rPr dirty="0" sz="2300" spc="26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medical</a:t>
            </a:r>
            <a:r>
              <a:rPr dirty="0" sz="2300" spc="26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centers.</a:t>
            </a:r>
            <a:r>
              <a:rPr dirty="0" sz="2300" spc="26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This</a:t>
            </a:r>
            <a:r>
              <a:rPr dirty="0" sz="2300" spc="26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led</a:t>
            </a:r>
            <a:r>
              <a:rPr dirty="0" sz="2300" spc="26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to</a:t>
            </a:r>
            <a:r>
              <a:rPr dirty="0" sz="2300" spc="26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 spc="-10">
                <a:solidFill>
                  <a:srgbClr val="333433"/>
                </a:solidFill>
                <a:latin typeface="Comic Sans MS"/>
                <a:cs typeface="Comic Sans MS"/>
              </a:rPr>
              <a:t>forced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procedure</a:t>
            </a:r>
            <a:r>
              <a:rPr dirty="0" sz="2300" spc="13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cancellations</a:t>
            </a:r>
            <a:r>
              <a:rPr dirty="0" sz="2300" spc="13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and</a:t>
            </a:r>
            <a:r>
              <a:rPr dirty="0" sz="2300" spc="13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ambulance</a:t>
            </a:r>
            <a:r>
              <a:rPr dirty="0" sz="2300" spc="13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diversions.</a:t>
            </a:r>
            <a:r>
              <a:rPr dirty="0" sz="2300" spc="13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It’s</a:t>
            </a:r>
            <a:r>
              <a:rPr dirty="0" sz="2300" spc="13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clear</a:t>
            </a:r>
            <a:r>
              <a:rPr dirty="0" sz="2300" spc="13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that</a:t>
            </a:r>
            <a:r>
              <a:rPr dirty="0" sz="2300" spc="13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healthcare</a:t>
            </a:r>
            <a:r>
              <a:rPr dirty="0" sz="2300" spc="13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remains</a:t>
            </a:r>
            <a:r>
              <a:rPr dirty="0" sz="2300" spc="13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a</a:t>
            </a:r>
            <a:r>
              <a:rPr dirty="0" sz="2300" spc="13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 spc="-20">
                <a:solidFill>
                  <a:srgbClr val="333433"/>
                </a:solidFill>
                <a:latin typeface="Comic Sans MS"/>
                <a:cs typeface="Comic Sans MS"/>
              </a:rPr>
              <a:t>high-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impact</a:t>
            </a:r>
            <a:r>
              <a:rPr dirty="0" sz="2300" spc="13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target</a:t>
            </a:r>
            <a:r>
              <a:rPr dirty="0" sz="2300" spc="13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with</a:t>
            </a:r>
            <a:r>
              <a:rPr dirty="0" sz="2300" spc="13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 spc="-10">
                <a:solidFill>
                  <a:srgbClr val="333433"/>
                </a:solidFill>
                <a:latin typeface="Comic Sans MS"/>
                <a:cs typeface="Comic Sans MS"/>
              </a:rPr>
              <a:t>direct </a:t>
            </a:r>
            <a:r>
              <a:rPr dirty="0" sz="2300" spc="-20">
                <a:solidFill>
                  <a:srgbClr val="333433"/>
                </a:solidFill>
                <a:latin typeface="Comic Sans MS"/>
                <a:cs typeface="Comic Sans MS"/>
              </a:rPr>
              <a:t>public-</a:t>
            </a:r>
            <a:r>
              <a:rPr dirty="0" sz="2300">
                <a:solidFill>
                  <a:srgbClr val="333433"/>
                </a:solidFill>
                <a:latin typeface="Comic Sans MS"/>
                <a:cs typeface="Comic Sans MS"/>
              </a:rPr>
              <a:t>safety</a:t>
            </a:r>
            <a:r>
              <a:rPr dirty="0" sz="2300" spc="-2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300" spc="-10">
                <a:solidFill>
                  <a:srgbClr val="333433"/>
                </a:solidFill>
                <a:latin typeface="Comic Sans MS"/>
                <a:cs typeface="Comic Sans MS"/>
              </a:rPr>
              <a:t>consequences.</a:t>
            </a:r>
            <a:endParaRPr sz="23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85613" y="1333500"/>
            <a:ext cx="104775" cy="104774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852858" y="1050609"/>
            <a:ext cx="15100935" cy="1766570"/>
          </a:xfrm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algn="just" marL="12700" marR="5080">
              <a:lnSpc>
                <a:spcPct val="112599"/>
              </a:lnSpc>
              <a:spcBef>
                <a:spcPts val="30"/>
              </a:spcBef>
            </a:pPr>
            <a:r>
              <a:rPr dirty="0" sz="2950" spc="-345">
                <a:solidFill>
                  <a:srgbClr val="333433"/>
                </a:solidFill>
              </a:rPr>
              <a:t>U.S.</a:t>
            </a:r>
            <a:r>
              <a:rPr dirty="0" sz="2950" spc="25">
                <a:solidFill>
                  <a:srgbClr val="333433"/>
                </a:solidFill>
              </a:rPr>
              <a:t> </a:t>
            </a:r>
            <a:r>
              <a:rPr dirty="0" sz="2950" spc="-315">
                <a:solidFill>
                  <a:srgbClr val="333433"/>
                </a:solidFill>
              </a:rPr>
              <a:t>Treasury</a:t>
            </a:r>
            <a:r>
              <a:rPr dirty="0" sz="2950">
                <a:solidFill>
                  <a:srgbClr val="333433"/>
                </a:solidFill>
              </a:rPr>
              <a:t> </a:t>
            </a:r>
            <a:r>
              <a:rPr dirty="0" sz="2950" spc="-310">
                <a:solidFill>
                  <a:srgbClr val="333433"/>
                </a:solidFill>
              </a:rPr>
              <a:t>vendor</a:t>
            </a:r>
            <a:r>
              <a:rPr dirty="0" sz="2950" spc="-10">
                <a:solidFill>
                  <a:srgbClr val="333433"/>
                </a:solidFill>
              </a:rPr>
              <a:t> </a:t>
            </a:r>
            <a:r>
              <a:rPr dirty="0" sz="2950" spc="-310">
                <a:solidFill>
                  <a:srgbClr val="333433"/>
                </a:solidFill>
              </a:rPr>
              <a:t>breach:</a:t>
            </a:r>
            <a:r>
              <a:rPr dirty="0" sz="2950" spc="-10">
                <a:solidFill>
                  <a:srgbClr val="333433"/>
                </a:solidFill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The</a:t>
            </a:r>
            <a:r>
              <a:rPr dirty="0" sz="2400" spc="-75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incident</a:t>
            </a:r>
            <a:r>
              <a:rPr dirty="0" sz="2400" spc="180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took</a:t>
            </a:r>
            <a:r>
              <a:rPr dirty="0" sz="2400" spc="180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place</a:t>
            </a:r>
            <a:r>
              <a:rPr dirty="0" sz="2400" spc="180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in</a:t>
            </a:r>
            <a:r>
              <a:rPr dirty="0" sz="2400" spc="180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December</a:t>
            </a:r>
            <a:r>
              <a:rPr dirty="0" sz="2400" spc="180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2024.</a:t>
            </a:r>
            <a:r>
              <a:rPr dirty="0" sz="2400" spc="180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Chinese</a:t>
            </a:r>
            <a:r>
              <a:rPr dirty="0" sz="2400" spc="180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hackers</a:t>
            </a:r>
            <a:r>
              <a:rPr dirty="0" sz="2400" spc="180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accessed</a:t>
            </a:r>
            <a:r>
              <a:rPr dirty="0" sz="2400" spc="175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50" b="0">
                <a:solidFill>
                  <a:srgbClr val="333433"/>
                </a:solidFill>
                <a:latin typeface="Comic Sans MS"/>
                <a:cs typeface="Comic Sans MS"/>
              </a:rPr>
              <a:t>a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third-party</a:t>
            </a:r>
            <a:r>
              <a:rPr dirty="0" sz="2400" spc="80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contractor</a:t>
            </a:r>
            <a:r>
              <a:rPr dirty="0" sz="2400" spc="85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that</a:t>
            </a:r>
            <a:r>
              <a:rPr dirty="0" sz="2400" spc="80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provided</a:t>
            </a:r>
            <a:r>
              <a:rPr dirty="0" sz="2400" spc="85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IT</a:t>
            </a:r>
            <a:r>
              <a:rPr dirty="0" sz="2400" spc="80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services</a:t>
            </a:r>
            <a:r>
              <a:rPr dirty="0" sz="2400" spc="85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to</a:t>
            </a:r>
            <a:r>
              <a:rPr dirty="0" sz="2400" spc="80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the</a:t>
            </a:r>
            <a:r>
              <a:rPr dirty="0" sz="2400" spc="85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U.S.</a:t>
            </a:r>
            <a:r>
              <a:rPr dirty="0" sz="2400" spc="80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Treasury.</a:t>
            </a:r>
            <a:r>
              <a:rPr dirty="0" sz="2400" spc="85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It</a:t>
            </a:r>
            <a:r>
              <a:rPr dirty="0" sz="2400" spc="80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is</a:t>
            </a:r>
            <a:r>
              <a:rPr dirty="0" sz="2400" spc="85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reported</a:t>
            </a:r>
            <a:r>
              <a:rPr dirty="0" sz="2400" spc="80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that</a:t>
            </a:r>
            <a:r>
              <a:rPr dirty="0" sz="2400" spc="85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around</a:t>
            </a:r>
            <a:r>
              <a:rPr dirty="0" sz="2400" spc="80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10" b="0">
                <a:solidFill>
                  <a:srgbClr val="333433"/>
                </a:solidFill>
                <a:latin typeface="Comic Sans MS"/>
                <a:cs typeface="Comic Sans MS"/>
              </a:rPr>
              <a:t>3,000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unclassified</a:t>
            </a:r>
            <a:r>
              <a:rPr dirty="0" sz="2400" spc="-40" b="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documents</a:t>
            </a:r>
            <a:r>
              <a:rPr dirty="0" sz="2400" spc="-35" b="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linked</a:t>
            </a:r>
            <a:r>
              <a:rPr dirty="0" sz="2400" spc="-40" b="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to</a:t>
            </a:r>
            <a:r>
              <a:rPr dirty="0" sz="2400" spc="-35" b="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senior</a:t>
            </a:r>
            <a:r>
              <a:rPr dirty="0" sz="2400" spc="-40" b="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officials</a:t>
            </a:r>
            <a:r>
              <a:rPr dirty="0" sz="2400" spc="-35" b="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and</a:t>
            </a:r>
            <a:r>
              <a:rPr dirty="0" sz="2400" spc="-35" b="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financial</a:t>
            </a:r>
            <a:r>
              <a:rPr dirty="0" sz="2400" spc="-40" b="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oversight</a:t>
            </a:r>
            <a:r>
              <a:rPr dirty="0" sz="2400" spc="-35" b="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offices</a:t>
            </a:r>
            <a:r>
              <a:rPr dirty="0" sz="2400" spc="-40" b="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were</a:t>
            </a:r>
            <a:r>
              <a:rPr dirty="0" sz="2400" spc="-35" b="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exposed.</a:t>
            </a:r>
            <a:r>
              <a:rPr dirty="0" sz="2400" spc="-35" b="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 spc="-25" b="0">
                <a:solidFill>
                  <a:srgbClr val="333433"/>
                </a:solidFill>
                <a:latin typeface="Comic Sans MS"/>
                <a:cs typeface="Comic Sans MS"/>
              </a:rPr>
              <a:t>The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breach</a:t>
            </a:r>
            <a:r>
              <a:rPr dirty="0" sz="2400" spc="-25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highlighted</a:t>
            </a:r>
            <a:r>
              <a:rPr dirty="0" sz="2400" spc="-20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serious</a:t>
            </a:r>
            <a:r>
              <a:rPr dirty="0" sz="2400" spc="-20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risks</a:t>
            </a:r>
            <a:r>
              <a:rPr dirty="0" sz="2400" spc="-20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in</a:t>
            </a:r>
            <a:r>
              <a:rPr dirty="0" sz="2400" spc="-20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government</a:t>
            </a:r>
            <a:r>
              <a:rPr dirty="0" sz="2400" spc="-20" b="0">
                <a:solidFill>
                  <a:srgbClr val="333433"/>
                </a:solidFill>
                <a:latin typeface="Comic Sans MS"/>
                <a:cs typeface="Comic Sans MS"/>
              </a:rPr>
              <a:t> supply-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chain</a:t>
            </a:r>
            <a:r>
              <a:rPr dirty="0" sz="2400" spc="-20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10" b="0">
                <a:solidFill>
                  <a:srgbClr val="333433"/>
                </a:solidFill>
                <a:latin typeface="Comic Sans MS"/>
                <a:cs typeface="Comic Sans MS"/>
              </a:rPr>
              <a:t>security.</a:t>
            </a:r>
            <a:endParaRPr sz="2400">
              <a:latin typeface="Comic Sans MS"/>
              <a:cs typeface="Comic Sans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85613" y="3429000"/>
            <a:ext cx="104775" cy="10477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852858" y="3146109"/>
            <a:ext cx="15100935" cy="5957570"/>
          </a:xfrm>
          <a:prstGeom prst="rect">
            <a:avLst/>
          </a:prstGeom>
        </p:spPr>
        <p:txBody>
          <a:bodyPr wrap="square" lIns="0" tIns="3810" rIns="0" bIns="0" rtlCol="0" vert="horz">
            <a:spAutoFit/>
          </a:bodyPr>
          <a:lstStyle/>
          <a:p>
            <a:pPr algn="just" marL="12700" marR="5080">
              <a:lnSpc>
                <a:spcPct val="112599"/>
              </a:lnSpc>
              <a:spcBef>
                <a:spcPts val="30"/>
              </a:spcBef>
            </a:pPr>
            <a:r>
              <a:rPr dirty="0" sz="2950" spc="-325" b="1">
                <a:solidFill>
                  <a:srgbClr val="333433"/>
                </a:solidFill>
                <a:latin typeface="Comic Sans MS"/>
                <a:cs typeface="Comic Sans MS"/>
              </a:rPr>
              <a:t>North</a:t>
            </a:r>
            <a:r>
              <a:rPr dirty="0" sz="2950" spc="345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310" b="1">
                <a:solidFill>
                  <a:srgbClr val="333433"/>
                </a:solidFill>
                <a:latin typeface="Comic Sans MS"/>
                <a:cs typeface="Comic Sans MS"/>
              </a:rPr>
              <a:t>Korean</a:t>
            </a:r>
            <a:r>
              <a:rPr dirty="0" sz="2950" spc="35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290" b="1">
                <a:solidFill>
                  <a:srgbClr val="333433"/>
                </a:solidFill>
                <a:latin typeface="Comic Sans MS"/>
                <a:cs typeface="Comic Sans MS"/>
              </a:rPr>
              <a:t>crypto</a:t>
            </a:r>
            <a:r>
              <a:rPr dirty="0" sz="2950" spc="345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315" b="1">
                <a:solidFill>
                  <a:srgbClr val="333433"/>
                </a:solidFill>
                <a:latin typeface="Comic Sans MS"/>
                <a:cs typeface="Comic Sans MS"/>
              </a:rPr>
              <a:t>exchange</a:t>
            </a:r>
            <a:r>
              <a:rPr dirty="0" sz="2950" spc="35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290" b="1">
                <a:solidFill>
                  <a:srgbClr val="333433"/>
                </a:solidFill>
                <a:latin typeface="Comic Sans MS"/>
                <a:cs typeface="Comic Sans MS"/>
              </a:rPr>
              <a:t>hacks:</a:t>
            </a:r>
            <a:r>
              <a:rPr dirty="0" sz="2950" spc="345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North</a:t>
            </a:r>
            <a:r>
              <a:rPr dirty="0" sz="2400" spc="57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Korean</a:t>
            </a:r>
            <a:r>
              <a:rPr dirty="0" sz="2400" spc="58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hackers</a:t>
            </a:r>
            <a:r>
              <a:rPr dirty="0" sz="2400" spc="58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stole</a:t>
            </a:r>
            <a:r>
              <a:rPr dirty="0" sz="2400" spc="58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millions</a:t>
            </a:r>
            <a:r>
              <a:rPr dirty="0" sz="2400" spc="58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of</a:t>
            </a:r>
            <a:r>
              <a:rPr dirty="0" sz="2400" spc="57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dollars</a:t>
            </a:r>
            <a:r>
              <a:rPr dirty="0" sz="2400" spc="58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from</a:t>
            </a:r>
            <a:r>
              <a:rPr dirty="0" sz="2400" spc="58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crypto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platforms</a:t>
            </a:r>
            <a:r>
              <a:rPr dirty="0" sz="2400" spc="58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in</a:t>
            </a:r>
            <a:r>
              <a:rPr dirty="0" sz="2400" spc="58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January</a:t>
            </a:r>
            <a:r>
              <a:rPr dirty="0" sz="2400" spc="58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2024.</a:t>
            </a:r>
            <a:r>
              <a:rPr dirty="0" sz="2400" spc="58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The</a:t>
            </a:r>
            <a:r>
              <a:rPr dirty="0" sz="2400" spc="58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funds</a:t>
            </a:r>
            <a:r>
              <a:rPr dirty="0" sz="2400" spc="58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were</a:t>
            </a:r>
            <a:r>
              <a:rPr dirty="0" sz="2400" spc="58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moved</a:t>
            </a:r>
            <a:r>
              <a:rPr dirty="0" sz="2400" spc="58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through</a:t>
            </a:r>
            <a:r>
              <a:rPr dirty="0" sz="2400" spc="58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mixing</a:t>
            </a:r>
            <a:r>
              <a:rPr dirty="0" sz="2400" spc="58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services.</a:t>
            </a:r>
            <a:r>
              <a:rPr dirty="0" sz="2400" spc="58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The</a:t>
            </a:r>
            <a:r>
              <a:rPr dirty="0" sz="2400" spc="58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stolen</a:t>
            </a:r>
            <a:r>
              <a:rPr dirty="0" sz="2400" spc="58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funds</a:t>
            </a:r>
            <a:r>
              <a:rPr dirty="0" sz="2400" spc="58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20">
                <a:solidFill>
                  <a:srgbClr val="333433"/>
                </a:solidFill>
                <a:latin typeface="Comic Sans MS"/>
                <a:cs typeface="Comic Sans MS"/>
              </a:rPr>
              <a:t>were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laundered</a:t>
            </a:r>
            <a:r>
              <a:rPr dirty="0" sz="2400" spc="7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through</a:t>
            </a:r>
            <a:r>
              <a:rPr dirty="0" sz="2400" spc="8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crypto</a:t>
            </a:r>
            <a:r>
              <a:rPr dirty="0" sz="2400" spc="8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mixing</a:t>
            </a:r>
            <a:r>
              <a:rPr dirty="0" sz="2400" spc="8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services</a:t>
            </a:r>
            <a:r>
              <a:rPr dirty="0" sz="2400" spc="7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to</a:t>
            </a:r>
            <a:r>
              <a:rPr dirty="0" sz="2400" spc="8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hide</a:t>
            </a:r>
            <a:r>
              <a:rPr dirty="0" sz="2400" spc="8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their</a:t>
            </a:r>
            <a:r>
              <a:rPr dirty="0" sz="2400" spc="8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origin.</a:t>
            </a:r>
            <a:r>
              <a:rPr dirty="0" sz="2400" spc="7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This</a:t>
            </a:r>
            <a:r>
              <a:rPr dirty="0" sz="2400" spc="8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activity</a:t>
            </a:r>
            <a:r>
              <a:rPr dirty="0" sz="2400" spc="8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helped</a:t>
            </a:r>
            <a:r>
              <a:rPr dirty="0" sz="2400" spc="8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finance</a:t>
            </a:r>
            <a:r>
              <a:rPr dirty="0" sz="2400" spc="8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North</a:t>
            </a:r>
            <a:r>
              <a:rPr dirty="0" sz="2400" spc="7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Korea’s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weapons</a:t>
            </a:r>
            <a:r>
              <a:rPr dirty="0" sz="2400" spc="-3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programs</a:t>
            </a:r>
            <a:r>
              <a:rPr dirty="0" sz="2400" spc="-3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and</a:t>
            </a:r>
            <a:r>
              <a:rPr dirty="0" sz="2400" spc="-3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impacted</a:t>
            </a:r>
            <a:r>
              <a:rPr dirty="0" sz="2400" spc="-3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trust</a:t>
            </a:r>
            <a:r>
              <a:rPr dirty="0" sz="2400" spc="-3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in</a:t>
            </a:r>
            <a:r>
              <a:rPr dirty="0" sz="2400" spc="-3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cryptocurrency</a:t>
            </a:r>
            <a:r>
              <a:rPr dirty="0" sz="2400" spc="-3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platforms.</a:t>
            </a:r>
            <a:endParaRPr sz="2400">
              <a:latin typeface="Comic Sans MS"/>
              <a:cs typeface="Comic Sans MS"/>
            </a:endParaRPr>
          </a:p>
          <a:p>
            <a:pPr algn="just" marL="12700" marR="5080">
              <a:lnSpc>
                <a:spcPct val="112599"/>
              </a:lnSpc>
              <a:spcBef>
                <a:spcPts val="2725"/>
              </a:spcBef>
            </a:pPr>
            <a:r>
              <a:rPr dirty="0" sz="2950" spc="-315" b="1">
                <a:solidFill>
                  <a:srgbClr val="333433"/>
                </a:solidFill>
                <a:latin typeface="Comic Sans MS"/>
                <a:cs typeface="Comic Sans MS"/>
              </a:rPr>
              <a:t>Romania</a:t>
            </a:r>
            <a:r>
              <a:rPr dirty="0" sz="2950" spc="-270" b="1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950" spc="-265" b="1">
                <a:solidFill>
                  <a:srgbClr val="333433"/>
                </a:solidFill>
                <a:latin typeface="Comic Sans MS"/>
                <a:cs typeface="Comic Sans MS"/>
              </a:rPr>
              <a:t>election</a:t>
            </a:r>
            <a:r>
              <a:rPr dirty="0" sz="2950" spc="-270" b="1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950" spc="-305" b="1">
                <a:solidFill>
                  <a:srgbClr val="333433"/>
                </a:solidFill>
                <a:latin typeface="Comic Sans MS"/>
                <a:cs typeface="Comic Sans MS"/>
              </a:rPr>
              <a:t>cyber</a:t>
            </a:r>
            <a:r>
              <a:rPr dirty="0" sz="2950" spc="-270" b="1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950" spc="-275" b="1">
                <a:solidFill>
                  <a:srgbClr val="333433"/>
                </a:solidFill>
                <a:latin typeface="Comic Sans MS"/>
                <a:cs typeface="Comic Sans MS"/>
              </a:rPr>
              <a:t>targeting:</a:t>
            </a:r>
            <a:r>
              <a:rPr dirty="0" sz="2950" spc="42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The</a:t>
            </a:r>
            <a:r>
              <a:rPr dirty="0" sz="2400" spc="13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attack</a:t>
            </a:r>
            <a:r>
              <a:rPr dirty="0" sz="2400" spc="13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occurred</a:t>
            </a:r>
            <a:r>
              <a:rPr dirty="0" sz="2400" spc="13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in</a:t>
            </a:r>
            <a:r>
              <a:rPr dirty="0" sz="2400" spc="125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December</a:t>
            </a:r>
            <a:r>
              <a:rPr dirty="0" sz="2400" spc="13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2024,</a:t>
            </a:r>
            <a:r>
              <a:rPr dirty="0" sz="2400" spc="13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ahead</a:t>
            </a:r>
            <a:r>
              <a:rPr dirty="0" sz="2400" spc="13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of</a:t>
            </a:r>
            <a:r>
              <a:rPr dirty="0" sz="2400" spc="13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Romania’s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presidential</a:t>
            </a:r>
            <a:r>
              <a:rPr dirty="0" sz="2400" spc="30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election.</a:t>
            </a:r>
            <a:r>
              <a:rPr dirty="0" sz="2400" spc="32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The</a:t>
            </a:r>
            <a:r>
              <a:rPr dirty="0" sz="2400" spc="32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Russian</a:t>
            </a:r>
            <a:r>
              <a:rPr dirty="0" sz="2400" spc="32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hackers</a:t>
            </a:r>
            <a:r>
              <a:rPr dirty="0" sz="2400" spc="32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launched</a:t>
            </a:r>
            <a:r>
              <a:rPr dirty="0" sz="2400" spc="32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more</a:t>
            </a:r>
            <a:r>
              <a:rPr dirty="0" sz="2400" spc="32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than</a:t>
            </a:r>
            <a:r>
              <a:rPr dirty="0" sz="2400" spc="32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85,000</a:t>
            </a:r>
            <a:r>
              <a:rPr dirty="0" sz="2400" spc="32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attacks</a:t>
            </a:r>
            <a:r>
              <a:rPr dirty="0" sz="2400" spc="32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against</a:t>
            </a:r>
            <a:r>
              <a:rPr dirty="0" sz="2400" spc="32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election-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related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systems.</a:t>
            </a:r>
            <a:r>
              <a:rPr dirty="0" sz="2400" spc="1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The</a:t>
            </a:r>
            <a:r>
              <a:rPr dirty="0" sz="2400" spc="1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credentials</a:t>
            </a:r>
            <a:r>
              <a:rPr dirty="0" sz="2400" spc="1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they</a:t>
            </a:r>
            <a:r>
              <a:rPr dirty="0" sz="2400" spc="1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stole</a:t>
            </a:r>
            <a:r>
              <a:rPr dirty="0" sz="2400" spc="2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were</a:t>
            </a:r>
            <a:r>
              <a:rPr dirty="0" sz="2400" spc="1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later</a:t>
            </a:r>
            <a:r>
              <a:rPr dirty="0" sz="2400" spc="1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leaked</a:t>
            </a:r>
            <a:r>
              <a:rPr dirty="0" sz="2400" spc="1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on</a:t>
            </a:r>
            <a:r>
              <a:rPr dirty="0" sz="2400" spc="1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Russian</a:t>
            </a:r>
            <a:r>
              <a:rPr dirty="0" sz="2400" spc="2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hacker</a:t>
            </a:r>
            <a:r>
              <a:rPr dirty="0" sz="2400" spc="1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forums.</a:t>
            </a:r>
            <a:r>
              <a:rPr dirty="0" sz="2400" spc="1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This</a:t>
            </a:r>
            <a:r>
              <a:rPr dirty="0" sz="2400" spc="1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activity</a:t>
            </a:r>
            <a:r>
              <a:rPr dirty="0" sz="2400" spc="1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threatened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election</a:t>
            </a:r>
            <a:r>
              <a:rPr dirty="0" sz="2400" spc="-5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integrity</a:t>
            </a:r>
            <a:r>
              <a:rPr dirty="0" sz="2400" spc="-5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and</a:t>
            </a:r>
            <a:r>
              <a:rPr dirty="0" sz="2400" spc="-4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public</a:t>
            </a:r>
            <a:r>
              <a:rPr dirty="0" sz="2400" spc="-5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confidence.</a:t>
            </a:r>
            <a:endParaRPr sz="2400">
              <a:latin typeface="Comic Sans MS"/>
              <a:cs typeface="Comic Sans MS"/>
            </a:endParaRPr>
          </a:p>
          <a:p>
            <a:pPr algn="just" marL="12700" marR="5080">
              <a:lnSpc>
                <a:spcPct val="112599"/>
              </a:lnSpc>
              <a:spcBef>
                <a:spcPts val="2725"/>
              </a:spcBef>
            </a:pPr>
            <a:r>
              <a:rPr dirty="0" sz="2950" spc="-285" b="1">
                <a:solidFill>
                  <a:srgbClr val="333433"/>
                </a:solidFill>
                <a:latin typeface="Comic Sans MS"/>
                <a:cs typeface="Comic Sans MS"/>
              </a:rPr>
              <a:t>Salt</a:t>
            </a:r>
            <a:r>
              <a:rPr dirty="0" sz="2950" spc="-35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320" b="1">
                <a:solidFill>
                  <a:srgbClr val="333433"/>
                </a:solidFill>
                <a:latin typeface="Comic Sans MS"/>
                <a:cs typeface="Comic Sans MS"/>
              </a:rPr>
              <a:t>Typhoon</a:t>
            </a:r>
            <a:r>
              <a:rPr dirty="0" sz="2950" spc="5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260" b="1">
                <a:solidFill>
                  <a:srgbClr val="333433"/>
                </a:solidFill>
                <a:latin typeface="Comic Sans MS"/>
                <a:cs typeface="Comic Sans MS"/>
              </a:rPr>
              <a:t>global</a:t>
            </a:r>
            <a:r>
              <a:rPr dirty="0" sz="2950" spc="-6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300" b="1">
                <a:solidFill>
                  <a:srgbClr val="333433"/>
                </a:solidFill>
                <a:latin typeface="Comic Sans MS"/>
                <a:cs typeface="Comic Sans MS"/>
              </a:rPr>
              <a:t>telecom</a:t>
            </a:r>
            <a:r>
              <a:rPr dirty="0" sz="2950" spc="3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315" b="1">
                <a:solidFill>
                  <a:srgbClr val="333433"/>
                </a:solidFill>
                <a:latin typeface="Comic Sans MS"/>
                <a:cs typeface="Comic Sans MS"/>
              </a:rPr>
              <a:t>espionage:</a:t>
            </a:r>
            <a:r>
              <a:rPr dirty="0" sz="2950" spc="-1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Chinese</a:t>
            </a:r>
            <a:r>
              <a:rPr dirty="0" sz="2400" spc="29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hackers</a:t>
            </a:r>
            <a:r>
              <a:rPr dirty="0" sz="2400" spc="28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infiltrated</a:t>
            </a:r>
            <a:r>
              <a:rPr dirty="0" sz="2400" spc="29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telecom</a:t>
            </a:r>
            <a:r>
              <a:rPr dirty="0" sz="2400" spc="28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providers</a:t>
            </a:r>
            <a:r>
              <a:rPr dirty="0" sz="2400" spc="29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in</a:t>
            </a:r>
            <a:r>
              <a:rPr dirty="0" sz="2400" spc="28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the</a:t>
            </a:r>
            <a:r>
              <a:rPr dirty="0" sz="2400" spc="29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U.S.</a:t>
            </a:r>
            <a:r>
              <a:rPr dirty="0" sz="2400" spc="28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25">
                <a:solidFill>
                  <a:srgbClr val="333433"/>
                </a:solidFill>
                <a:latin typeface="Comic Sans MS"/>
                <a:cs typeface="Comic Sans MS"/>
              </a:rPr>
              <a:t>and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more</a:t>
            </a:r>
            <a:r>
              <a:rPr dirty="0" sz="2400" spc="114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than</a:t>
            </a:r>
            <a:r>
              <a:rPr dirty="0" sz="2400" spc="114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twenty</a:t>
            </a:r>
            <a:r>
              <a:rPr dirty="0" sz="2400" spc="114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other</a:t>
            </a:r>
            <a:r>
              <a:rPr dirty="0" sz="2400" spc="114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countries.</a:t>
            </a:r>
            <a:r>
              <a:rPr dirty="0" sz="2400" spc="114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They</a:t>
            </a:r>
            <a:r>
              <a:rPr dirty="0" sz="2400" spc="114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gain</a:t>
            </a:r>
            <a:r>
              <a:rPr dirty="0" sz="2400" spc="12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unauthorized</a:t>
            </a:r>
            <a:r>
              <a:rPr dirty="0" sz="2400" spc="114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access</a:t>
            </a:r>
            <a:r>
              <a:rPr dirty="0" sz="2400" spc="114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to</a:t>
            </a:r>
            <a:r>
              <a:rPr dirty="0" sz="2400" spc="114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call</a:t>
            </a:r>
            <a:r>
              <a:rPr dirty="0" sz="2400" spc="114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data,</a:t>
            </a:r>
            <a:r>
              <a:rPr dirty="0" sz="2400" spc="114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surveillance</a:t>
            </a:r>
            <a:r>
              <a:rPr dirty="0" sz="2400" spc="12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requests,</a:t>
            </a:r>
            <a:r>
              <a:rPr dirty="0" sz="2400" spc="114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25">
                <a:solidFill>
                  <a:srgbClr val="333433"/>
                </a:solidFill>
                <a:latin typeface="Comic Sans MS"/>
                <a:cs typeface="Comic Sans MS"/>
              </a:rPr>
              <a:t>and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private</a:t>
            </a:r>
            <a:r>
              <a:rPr dirty="0" sz="2400" spc="434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communications.</a:t>
            </a:r>
            <a:r>
              <a:rPr dirty="0" sz="2400" spc="44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The</a:t>
            </a:r>
            <a:r>
              <a:rPr dirty="0" sz="2400" spc="44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breach</a:t>
            </a:r>
            <a:r>
              <a:rPr dirty="0" sz="2400" spc="44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enabled</a:t>
            </a:r>
            <a:r>
              <a:rPr dirty="0" sz="2400" spc="44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long-term</a:t>
            </a:r>
            <a:r>
              <a:rPr dirty="0" sz="2400" spc="434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intelligence</a:t>
            </a:r>
            <a:r>
              <a:rPr dirty="0" sz="2400" spc="44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collection</a:t>
            </a:r>
            <a:r>
              <a:rPr dirty="0" sz="2400" spc="44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on</a:t>
            </a:r>
            <a:r>
              <a:rPr dirty="0" sz="2400" spc="44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political</a:t>
            </a:r>
            <a:r>
              <a:rPr dirty="0" sz="2400" spc="44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figures.</a:t>
            </a:r>
            <a:r>
              <a:rPr dirty="0" sz="2400" spc="434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25">
                <a:solidFill>
                  <a:srgbClr val="333433"/>
                </a:solidFill>
                <a:latin typeface="Comic Sans MS"/>
                <a:cs typeface="Comic Sans MS"/>
              </a:rPr>
              <a:t>The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campaign</a:t>
            </a:r>
            <a:r>
              <a:rPr dirty="0" sz="2400" spc="-3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was</a:t>
            </a:r>
            <a:r>
              <a:rPr dirty="0" sz="2400" spc="-3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revealed</a:t>
            </a:r>
            <a:r>
              <a:rPr dirty="0" sz="2400" spc="-3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publicly</a:t>
            </a:r>
            <a:r>
              <a:rPr dirty="0" sz="2400" spc="-3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in</a:t>
            </a:r>
            <a:r>
              <a:rPr dirty="0" sz="2400" spc="-3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November</a:t>
            </a:r>
            <a:r>
              <a:rPr dirty="0" sz="2400" spc="-3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2024.</a:t>
            </a:r>
            <a:endParaRPr sz="2400">
              <a:latin typeface="Comic Sans MS"/>
              <a:cs typeface="Comic Sans MS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85613" y="5524500"/>
            <a:ext cx="104775" cy="10477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85613" y="7619999"/>
            <a:ext cx="104775" cy="104774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0" y="0"/>
            <a:ext cx="1263015" cy="10287000"/>
            <a:chOff x="0" y="0"/>
            <a:chExt cx="1263015" cy="10287000"/>
          </a:xfrm>
        </p:grpSpPr>
        <p:sp>
          <p:nvSpPr>
            <p:cNvPr id="9" name="object 9"/>
            <p:cNvSpPr/>
            <p:nvPr/>
          </p:nvSpPr>
          <p:spPr>
            <a:xfrm>
              <a:off x="0" y="0"/>
              <a:ext cx="1263015" cy="10287000"/>
            </a:xfrm>
            <a:custGeom>
              <a:avLst/>
              <a:gdLst/>
              <a:ahLst/>
              <a:cxnLst/>
              <a:rect l="l" t="t" r="r" b="b"/>
              <a:pathLst>
                <a:path w="1263015" h="10287000">
                  <a:moveTo>
                    <a:pt x="434141" y="10287000"/>
                  </a:moveTo>
                  <a:lnTo>
                    <a:pt x="541609" y="5778749"/>
                  </a:lnTo>
                  <a:lnTo>
                    <a:pt x="855918" y="5991619"/>
                  </a:lnTo>
                  <a:lnTo>
                    <a:pt x="964667" y="6252900"/>
                  </a:lnTo>
                  <a:lnTo>
                    <a:pt x="988873" y="6608221"/>
                  </a:lnTo>
                  <a:lnTo>
                    <a:pt x="1262422" y="7036551"/>
                  </a:lnTo>
                  <a:lnTo>
                    <a:pt x="1137026" y="7494188"/>
                  </a:lnTo>
                  <a:lnTo>
                    <a:pt x="843774" y="7737779"/>
                  </a:lnTo>
                  <a:lnTo>
                    <a:pt x="803461" y="9428898"/>
                  </a:lnTo>
                  <a:lnTo>
                    <a:pt x="738218" y="9795427"/>
                  </a:lnTo>
                  <a:lnTo>
                    <a:pt x="719828" y="10154646"/>
                  </a:lnTo>
                  <a:lnTo>
                    <a:pt x="716672" y="10287000"/>
                  </a:lnTo>
                  <a:lnTo>
                    <a:pt x="434141" y="10287000"/>
                  </a:lnTo>
                  <a:close/>
                </a:path>
                <a:path w="1263015" h="10287000">
                  <a:moveTo>
                    <a:pt x="803461" y="9428898"/>
                  </a:moveTo>
                  <a:lnTo>
                    <a:pt x="843774" y="7737779"/>
                  </a:lnTo>
                  <a:lnTo>
                    <a:pt x="915500" y="8212398"/>
                  </a:lnTo>
                  <a:lnTo>
                    <a:pt x="1095557" y="8440246"/>
                  </a:lnTo>
                  <a:lnTo>
                    <a:pt x="1072877" y="8958801"/>
                  </a:lnTo>
                  <a:lnTo>
                    <a:pt x="836934" y="9240853"/>
                  </a:lnTo>
                  <a:lnTo>
                    <a:pt x="803461" y="9428898"/>
                  </a:lnTo>
                  <a:close/>
                </a:path>
                <a:path w="1263015" h="10287000">
                  <a:moveTo>
                    <a:pt x="716672" y="10287000"/>
                  </a:moveTo>
                  <a:lnTo>
                    <a:pt x="719828" y="10154646"/>
                  </a:lnTo>
                  <a:lnTo>
                    <a:pt x="792070" y="10287000"/>
                  </a:lnTo>
                  <a:lnTo>
                    <a:pt x="716672" y="10287000"/>
                  </a:lnTo>
                  <a:close/>
                </a:path>
                <a:path w="1263015" h="10287000">
                  <a:moveTo>
                    <a:pt x="701116" y="2364830"/>
                  </a:moveTo>
                  <a:lnTo>
                    <a:pt x="735466" y="923828"/>
                  </a:lnTo>
                  <a:lnTo>
                    <a:pt x="753960" y="1271397"/>
                  </a:lnTo>
                  <a:lnTo>
                    <a:pt x="825098" y="1646998"/>
                  </a:lnTo>
                  <a:lnTo>
                    <a:pt x="947616" y="2103666"/>
                  </a:lnTo>
                  <a:lnTo>
                    <a:pt x="701116" y="2364830"/>
                  </a:lnTo>
                  <a:close/>
                </a:path>
                <a:path w="1263015" h="10287000">
                  <a:moveTo>
                    <a:pt x="736818" y="918669"/>
                  </a:moveTo>
                  <a:lnTo>
                    <a:pt x="758315" y="16878"/>
                  </a:lnTo>
                  <a:lnTo>
                    <a:pt x="859793" y="449215"/>
                  </a:lnTo>
                  <a:lnTo>
                    <a:pt x="736818" y="918669"/>
                  </a:lnTo>
                  <a:close/>
                </a:path>
                <a:path w="1263015" h="10287000">
                  <a:moveTo>
                    <a:pt x="379846" y="10287000"/>
                  </a:moveTo>
                  <a:lnTo>
                    <a:pt x="513431" y="4683139"/>
                  </a:lnTo>
                  <a:lnTo>
                    <a:pt x="720203" y="4975499"/>
                  </a:lnTo>
                  <a:lnTo>
                    <a:pt x="580120" y="5245341"/>
                  </a:lnTo>
                  <a:lnTo>
                    <a:pt x="569227" y="5702319"/>
                  </a:lnTo>
                  <a:lnTo>
                    <a:pt x="541609" y="5778749"/>
                  </a:lnTo>
                  <a:lnTo>
                    <a:pt x="434141" y="10287000"/>
                  </a:lnTo>
                  <a:lnTo>
                    <a:pt x="379846" y="10287000"/>
                  </a:lnTo>
                  <a:close/>
                </a:path>
                <a:path w="1263015" h="10287000">
                  <a:moveTo>
                    <a:pt x="542541" y="4605967"/>
                  </a:moveTo>
                  <a:lnTo>
                    <a:pt x="566760" y="3589963"/>
                  </a:lnTo>
                  <a:lnTo>
                    <a:pt x="675426" y="3916589"/>
                  </a:lnTo>
                  <a:lnTo>
                    <a:pt x="713005" y="4154062"/>
                  </a:lnTo>
                  <a:lnTo>
                    <a:pt x="542541" y="4605967"/>
                  </a:lnTo>
                  <a:close/>
                </a:path>
                <a:path w="1263015" h="10287000">
                  <a:moveTo>
                    <a:pt x="569227" y="5702319"/>
                  </a:moveTo>
                  <a:lnTo>
                    <a:pt x="580120" y="5245341"/>
                  </a:lnTo>
                  <a:lnTo>
                    <a:pt x="656027" y="5462110"/>
                  </a:lnTo>
                  <a:lnTo>
                    <a:pt x="569227" y="5702319"/>
                  </a:lnTo>
                  <a:close/>
                </a:path>
                <a:path w="1263015" h="10287000">
                  <a:moveTo>
                    <a:pt x="0" y="0"/>
                  </a:moveTo>
                  <a:lnTo>
                    <a:pt x="768790" y="0"/>
                  </a:lnTo>
                  <a:lnTo>
                    <a:pt x="773667" y="0"/>
                  </a:lnTo>
                  <a:lnTo>
                    <a:pt x="758315" y="16878"/>
                  </a:lnTo>
                  <a:lnTo>
                    <a:pt x="736818" y="918669"/>
                  </a:lnTo>
                  <a:lnTo>
                    <a:pt x="735466" y="923828"/>
                  </a:lnTo>
                  <a:lnTo>
                    <a:pt x="701116" y="2364830"/>
                  </a:lnTo>
                  <a:lnTo>
                    <a:pt x="592612" y="2505467"/>
                  </a:lnTo>
                  <a:lnTo>
                    <a:pt x="542541" y="4605967"/>
                  </a:lnTo>
                  <a:lnTo>
                    <a:pt x="513431" y="4683139"/>
                  </a:lnTo>
                  <a:lnTo>
                    <a:pt x="379846" y="10287000"/>
                  </a:lnTo>
                  <a:lnTo>
                    <a:pt x="0" y="10287000"/>
                  </a:lnTo>
                  <a:lnTo>
                    <a:pt x="0" y="0"/>
                  </a:lnTo>
                  <a:close/>
                </a:path>
                <a:path w="1263015" h="10287000">
                  <a:moveTo>
                    <a:pt x="566760" y="3589963"/>
                  </a:moveTo>
                  <a:lnTo>
                    <a:pt x="592612" y="2505467"/>
                  </a:lnTo>
                  <a:lnTo>
                    <a:pt x="662855" y="2897998"/>
                  </a:lnTo>
                  <a:lnTo>
                    <a:pt x="633726" y="3254258"/>
                  </a:lnTo>
                  <a:lnTo>
                    <a:pt x="566760" y="3589963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0" y="0"/>
              <a:ext cx="1111885" cy="10287000"/>
            </a:xfrm>
            <a:custGeom>
              <a:avLst/>
              <a:gdLst/>
              <a:ahLst/>
              <a:cxnLst/>
              <a:rect l="l" t="t" r="r" b="b"/>
              <a:pathLst>
                <a:path w="1111885" h="10287000">
                  <a:moveTo>
                    <a:pt x="769557" y="7357365"/>
                  </a:moveTo>
                  <a:lnTo>
                    <a:pt x="793699" y="6344634"/>
                  </a:lnTo>
                  <a:lnTo>
                    <a:pt x="1111559" y="6686809"/>
                  </a:lnTo>
                  <a:lnTo>
                    <a:pt x="1110298" y="7028257"/>
                  </a:lnTo>
                  <a:lnTo>
                    <a:pt x="769557" y="7357365"/>
                  </a:lnTo>
                  <a:close/>
                </a:path>
                <a:path w="1111885" h="10287000">
                  <a:moveTo>
                    <a:pt x="602986" y="9387709"/>
                  </a:moveTo>
                  <a:lnTo>
                    <a:pt x="648600" y="7474192"/>
                  </a:lnTo>
                  <a:lnTo>
                    <a:pt x="719847" y="7948309"/>
                  </a:lnTo>
                  <a:lnTo>
                    <a:pt x="899652" y="8176398"/>
                  </a:lnTo>
                  <a:lnTo>
                    <a:pt x="905665" y="8707429"/>
                  </a:lnTo>
                  <a:lnTo>
                    <a:pt x="762816" y="9010862"/>
                  </a:lnTo>
                  <a:lnTo>
                    <a:pt x="602986" y="9387709"/>
                  </a:lnTo>
                  <a:close/>
                </a:path>
                <a:path w="1111885" h="10287000">
                  <a:moveTo>
                    <a:pt x="514478" y="10287000"/>
                  </a:moveTo>
                  <a:lnTo>
                    <a:pt x="523899" y="9891780"/>
                  </a:lnTo>
                  <a:lnTo>
                    <a:pt x="847430" y="10243426"/>
                  </a:lnTo>
                  <a:lnTo>
                    <a:pt x="847555" y="10287000"/>
                  </a:lnTo>
                  <a:lnTo>
                    <a:pt x="514478" y="10287000"/>
                  </a:lnTo>
                  <a:close/>
                </a:path>
                <a:path w="1111885" h="10287000">
                  <a:moveTo>
                    <a:pt x="231947" y="10287000"/>
                  </a:moveTo>
                  <a:lnTo>
                    <a:pt x="345692" y="5515392"/>
                  </a:lnTo>
                  <a:lnTo>
                    <a:pt x="664214" y="5603072"/>
                  </a:lnTo>
                  <a:lnTo>
                    <a:pt x="868686" y="5981606"/>
                  </a:lnTo>
                  <a:lnTo>
                    <a:pt x="793699" y="6344634"/>
                  </a:lnTo>
                  <a:lnTo>
                    <a:pt x="769557" y="7357365"/>
                  </a:lnTo>
                  <a:lnTo>
                    <a:pt x="648600" y="7474192"/>
                  </a:lnTo>
                  <a:lnTo>
                    <a:pt x="602986" y="9387709"/>
                  </a:lnTo>
                  <a:lnTo>
                    <a:pt x="542073" y="9531328"/>
                  </a:lnTo>
                  <a:lnTo>
                    <a:pt x="523899" y="9891780"/>
                  </a:lnTo>
                  <a:lnTo>
                    <a:pt x="514478" y="10287000"/>
                  </a:lnTo>
                  <a:lnTo>
                    <a:pt x="231947" y="10287000"/>
                  </a:lnTo>
                  <a:close/>
                </a:path>
                <a:path w="1111885" h="10287000">
                  <a:moveTo>
                    <a:pt x="505913" y="2102471"/>
                  </a:moveTo>
                  <a:lnTo>
                    <a:pt x="540263" y="661469"/>
                  </a:lnTo>
                  <a:lnTo>
                    <a:pt x="558757" y="1009038"/>
                  </a:lnTo>
                  <a:lnTo>
                    <a:pt x="629901" y="1384394"/>
                  </a:lnTo>
                  <a:lnTo>
                    <a:pt x="752658" y="1841313"/>
                  </a:lnTo>
                  <a:lnTo>
                    <a:pt x="505913" y="2102471"/>
                  </a:lnTo>
                  <a:close/>
                </a:path>
                <a:path w="1111885" h="10287000">
                  <a:moveTo>
                    <a:pt x="348064" y="4344047"/>
                  </a:moveTo>
                  <a:lnTo>
                    <a:pt x="372323" y="3326395"/>
                  </a:lnTo>
                  <a:lnTo>
                    <a:pt x="633255" y="3572877"/>
                  </a:lnTo>
                  <a:lnTo>
                    <a:pt x="519053" y="3890750"/>
                  </a:lnTo>
                  <a:lnTo>
                    <a:pt x="348064" y="4344047"/>
                  </a:lnTo>
                  <a:close/>
                </a:path>
                <a:path w="1111885" h="10287000">
                  <a:moveTo>
                    <a:pt x="0" y="0"/>
                  </a:moveTo>
                  <a:lnTo>
                    <a:pt x="621543" y="0"/>
                  </a:lnTo>
                  <a:lnTo>
                    <a:pt x="665823" y="186640"/>
                  </a:lnTo>
                  <a:lnTo>
                    <a:pt x="540263" y="661469"/>
                  </a:lnTo>
                  <a:lnTo>
                    <a:pt x="505913" y="2102471"/>
                  </a:lnTo>
                  <a:lnTo>
                    <a:pt x="287452" y="2310749"/>
                  </a:lnTo>
                  <a:lnTo>
                    <a:pt x="97314" y="10287000"/>
                  </a:lnTo>
                  <a:lnTo>
                    <a:pt x="0" y="10287000"/>
                  </a:lnTo>
                  <a:lnTo>
                    <a:pt x="0" y="0"/>
                  </a:lnTo>
                  <a:close/>
                </a:path>
                <a:path w="1111885" h="10287000">
                  <a:moveTo>
                    <a:pt x="179617" y="10287000"/>
                  </a:moveTo>
                  <a:lnTo>
                    <a:pt x="319479" y="4419828"/>
                  </a:lnTo>
                  <a:lnTo>
                    <a:pt x="526005" y="4712182"/>
                  </a:lnTo>
                  <a:lnTo>
                    <a:pt x="386163" y="4982276"/>
                  </a:lnTo>
                  <a:lnTo>
                    <a:pt x="375423" y="5432819"/>
                  </a:lnTo>
                  <a:lnTo>
                    <a:pt x="345692" y="5515392"/>
                  </a:lnTo>
                  <a:lnTo>
                    <a:pt x="231947" y="10287000"/>
                  </a:lnTo>
                  <a:lnTo>
                    <a:pt x="179617" y="10287000"/>
                  </a:lnTo>
                  <a:close/>
                </a:path>
                <a:path w="1111885" h="10287000">
                  <a:moveTo>
                    <a:pt x="97314" y="10287000"/>
                  </a:moveTo>
                  <a:lnTo>
                    <a:pt x="287452" y="2310749"/>
                  </a:lnTo>
                  <a:lnTo>
                    <a:pt x="466699" y="2634389"/>
                  </a:lnTo>
                  <a:lnTo>
                    <a:pt x="536863" y="3143610"/>
                  </a:lnTo>
                  <a:lnTo>
                    <a:pt x="372323" y="3326395"/>
                  </a:lnTo>
                  <a:lnTo>
                    <a:pt x="348064" y="4344047"/>
                  </a:lnTo>
                  <a:lnTo>
                    <a:pt x="319479" y="4419828"/>
                  </a:lnTo>
                  <a:lnTo>
                    <a:pt x="179617" y="10287000"/>
                  </a:lnTo>
                  <a:lnTo>
                    <a:pt x="97314" y="10287000"/>
                  </a:lnTo>
                  <a:close/>
                </a:path>
                <a:path w="1111885" h="10287000">
                  <a:moveTo>
                    <a:pt x="375423" y="5432819"/>
                  </a:moveTo>
                  <a:lnTo>
                    <a:pt x="386163" y="4982276"/>
                  </a:lnTo>
                  <a:lnTo>
                    <a:pt x="460140" y="5197524"/>
                  </a:lnTo>
                  <a:lnTo>
                    <a:pt x="375423" y="543281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0" y="0"/>
              <a:ext cx="711835" cy="10287000"/>
            </a:xfrm>
            <a:custGeom>
              <a:avLst/>
              <a:gdLst/>
              <a:ahLst/>
              <a:cxnLst/>
              <a:rect l="l" t="t" r="r" b="b"/>
              <a:pathLst>
                <a:path w="711835" h="10287000">
                  <a:moveTo>
                    <a:pt x="0" y="10012922"/>
                  </a:moveTo>
                  <a:lnTo>
                    <a:pt x="179561" y="10227504"/>
                  </a:lnTo>
                  <a:lnTo>
                    <a:pt x="179683" y="10287000"/>
                  </a:lnTo>
                  <a:lnTo>
                    <a:pt x="0" y="10287000"/>
                  </a:lnTo>
                  <a:lnTo>
                    <a:pt x="0" y="10012922"/>
                  </a:lnTo>
                  <a:close/>
                </a:path>
                <a:path w="711835" h="10287000">
                  <a:moveTo>
                    <a:pt x="369327" y="7347824"/>
                  </a:moveTo>
                  <a:lnTo>
                    <a:pt x="393469" y="6335093"/>
                  </a:lnTo>
                  <a:lnTo>
                    <a:pt x="711328" y="6677269"/>
                  </a:lnTo>
                  <a:lnTo>
                    <a:pt x="710068" y="7018717"/>
                  </a:lnTo>
                  <a:lnTo>
                    <a:pt x="369327" y="7347824"/>
                  </a:lnTo>
                  <a:close/>
                </a:path>
                <a:path w="711835" h="10287000">
                  <a:moveTo>
                    <a:pt x="207110" y="9195518"/>
                  </a:moveTo>
                  <a:lnTo>
                    <a:pt x="248370" y="7464651"/>
                  </a:lnTo>
                  <a:lnTo>
                    <a:pt x="320353" y="7938786"/>
                  </a:lnTo>
                  <a:lnTo>
                    <a:pt x="500158" y="8166875"/>
                  </a:lnTo>
                  <a:lnTo>
                    <a:pt x="505417" y="8698624"/>
                  </a:lnTo>
                  <a:lnTo>
                    <a:pt x="362323" y="9002051"/>
                  </a:lnTo>
                  <a:lnTo>
                    <a:pt x="207110" y="9195518"/>
                  </a:lnTo>
                  <a:close/>
                </a:path>
                <a:path w="711835" h="10287000">
                  <a:moveTo>
                    <a:pt x="74432" y="9360896"/>
                  </a:moveTo>
                  <a:lnTo>
                    <a:pt x="168263" y="5424687"/>
                  </a:lnTo>
                  <a:lnTo>
                    <a:pt x="280426" y="5728303"/>
                  </a:lnTo>
                  <a:lnTo>
                    <a:pt x="430428" y="5918340"/>
                  </a:lnTo>
                  <a:lnTo>
                    <a:pt x="393469" y="6335093"/>
                  </a:lnTo>
                  <a:lnTo>
                    <a:pt x="369327" y="7347824"/>
                  </a:lnTo>
                  <a:lnTo>
                    <a:pt x="248370" y="7464651"/>
                  </a:lnTo>
                  <a:lnTo>
                    <a:pt x="207110" y="9195518"/>
                  </a:lnTo>
                  <a:lnTo>
                    <a:pt x="74432" y="9360896"/>
                  </a:lnTo>
                  <a:close/>
                </a:path>
                <a:path w="711835" h="10287000">
                  <a:moveTo>
                    <a:pt x="0" y="8412352"/>
                  </a:moveTo>
                  <a:lnTo>
                    <a:pt x="98818" y="4266922"/>
                  </a:lnTo>
                  <a:lnTo>
                    <a:pt x="124775" y="4703354"/>
                  </a:lnTo>
                  <a:lnTo>
                    <a:pt x="222153" y="4988193"/>
                  </a:lnTo>
                  <a:lnTo>
                    <a:pt x="212467" y="5178108"/>
                  </a:lnTo>
                  <a:lnTo>
                    <a:pt x="168263" y="5424687"/>
                  </a:lnTo>
                  <a:lnTo>
                    <a:pt x="74432" y="9360896"/>
                  </a:lnTo>
                  <a:lnTo>
                    <a:pt x="0" y="9453672"/>
                  </a:lnTo>
                  <a:lnTo>
                    <a:pt x="0" y="8412352"/>
                  </a:lnTo>
                  <a:close/>
                </a:path>
                <a:path w="711835" h="10287000">
                  <a:moveTo>
                    <a:pt x="0" y="3529368"/>
                  </a:moveTo>
                  <a:lnTo>
                    <a:pt x="155779" y="3773752"/>
                  </a:lnTo>
                  <a:lnTo>
                    <a:pt x="98818" y="4266922"/>
                  </a:lnTo>
                  <a:lnTo>
                    <a:pt x="0" y="8412352"/>
                  </a:lnTo>
                  <a:lnTo>
                    <a:pt x="0" y="3529368"/>
                  </a:lnTo>
                  <a:close/>
                </a:path>
                <a:path w="711835" h="10287000">
                  <a:moveTo>
                    <a:pt x="0" y="2863459"/>
                  </a:moveTo>
                  <a:lnTo>
                    <a:pt x="9269" y="2880698"/>
                  </a:lnTo>
                  <a:lnTo>
                    <a:pt x="0" y="2897969"/>
                  </a:lnTo>
                  <a:lnTo>
                    <a:pt x="0" y="2863459"/>
                  </a:lnTo>
                  <a:close/>
                </a:path>
                <a:path w="711835" h="10287000">
                  <a:moveTo>
                    <a:pt x="0" y="1723531"/>
                  </a:moveTo>
                  <a:lnTo>
                    <a:pt x="84182" y="2026088"/>
                  </a:lnTo>
                  <a:lnTo>
                    <a:pt x="0" y="2268161"/>
                  </a:lnTo>
                  <a:lnTo>
                    <a:pt x="0" y="1723531"/>
                  </a:lnTo>
                  <a:close/>
                </a:path>
                <a:path w="711835" h="10287000">
                  <a:moveTo>
                    <a:pt x="0" y="0"/>
                  </a:moveTo>
                  <a:lnTo>
                    <a:pt x="216501" y="0"/>
                  </a:lnTo>
                  <a:lnTo>
                    <a:pt x="247499" y="92173"/>
                  </a:lnTo>
                  <a:lnTo>
                    <a:pt x="265634" y="175379"/>
                  </a:lnTo>
                  <a:lnTo>
                    <a:pt x="265629" y="209236"/>
                  </a:lnTo>
                  <a:lnTo>
                    <a:pt x="267699" y="258033"/>
                  </a:lnTo>
                  <a:lnTo>
                    <a:pt x="278124" y="434305"/>
                  </a:lnTo>
                  <a:lnTo>
                    <a:pt x="280255" y="483103"/>
                  </a:lnTo>
                  <a:lnTo>
                    <a:pt x="280340" y="516962"/>
                  </a:lnTo>
                  <a:lnTo>
                    <a:pt x="301660" y="588460"/>
                  </a:lnTo>
                  <a:lnTo>
                    <a:pt x="351325" y="690253"/>
                  </a:lnTo>
                  <a:lnTo>
                    <a:pt x="401521" y="781371"/>
                  </a:lnTo>
                  <a:lnTo>
                    <a:pt x="424434" y="820848"/>
                  </a:lnTo>
                  <a:lnTo>
                    <a:pt x="377305" y="1084838"/>
                  </a:lnTo>
                  <a:lnTo>
                    <a:pt x="358602" y="1181147"/>
                  </a:lnTo>
                  <a:lnTo>
                    <a:pt x="288320" y="1284939"/>
                  </a:lnTo>
                  <a:lnTo>
                    <a:pt x="153152" y="1420811"/>
                  </a:lnTo>
                  <a:lnTo>
                    <a:pt x="21723" y="1538899"/>
                  </a:lnTo>
                  <a:lnTo>
                    <a:pt x="0" y="15574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04D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25116" y="1169669"/>
            <a:ext cx="104775" cy="104774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992361" y="886778"/>
            <a:ext cx="14947265" cy="1766570"/>
          </a:xfrm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algn="just" marL="12700" marR="5080">
              <a:lnSpc>
                <a:spcPct val="112599"/>
              </a:lnSpc>
              <a:spcBef>
                <a:spcPts val="30"/>
              </a:spcBef>
            </a:pPr>
            <a:r>
              <a:rPr dirty="0" sz="2950" spc="-375">
                <a:solidFill>
                  <a:srgbClr val="333433"/>
                </a:solidFill>
              </a:rPr>
              <a:t>FINTRAC</a:t>
            </a:r>
            <a:r>
              <a:rPr dirty="0" sz="2950" spc="204">
                <a:solidFill>
                  <a:srgbClr val="333433"/>
                </a:solidFill>
              </a:rPr>
              <a:t> </a:t>
            </a:r>
            <a:r>
              <a:rPr dirty="0" sz="2950" spc="-305">
                <a:solidFill>
                  <a:srgbClr val="333433"/>
                </a:solidFill>
              </a:rPr>
              <a:t>cyber</a:t>
            </a:r>
            <a:r>
              <a:rPr dirty="0" sz="2950" spc="200">
                <a:solidFill>
                  <a:srgbClr val="333433"/>
                </a:solidFill>
              </a:rPr>
              <a:t> </a:t>
            </a:r>
            <a:r>
              <a:rPr dirty="0" sz="2950" spc="-265">
                <a:solidFill>
                  <a:srgbClr val="333433"/>
                </a:solidFill>
              </a:rPr>
              <a:t>incident:</a:t>
            </a:r>
            <a:r>
              <a:rPr dirty="0" sz="2950" spc="204">
                <a:solidFill>
                  <a:srgbClr val="333433"/>
                </a:solidFill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The</a:t>
            </a:r>
            <a:r>
              <a:rPr dirty="0" sz="2400" spc="440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incident</a:t>
            </a:r>
            <a:r>
              <a:rPr dirty="0" sz="2400" spc="440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happened</a:t>
            </a:r>
            <a:r>
              <a:rPr dirty="0" sz="2400" spc="440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in</a:t>
            </a:r>
            <a:r>
              <a:rPr dirty="0" sz="2400" spc="440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March</a:t>
            </a:r>
            <a:r>
              <a:rPr dirty="0" sz="2400" spc="445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2024,</a:t>
            </a:r>
            <a:r>
              <a:rPr dirty="0" sz="2400" spc="440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and</a:t>
            </a:r>
            <a:r>
              <a:rPr dirty="0" sz="2400" spc="440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Canada</a:t>
            </a:r>
            <a:r>
              <a:rPr dirty="0" sz="2400" spc="440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had</a:t>
            </a:r>
            <a:r>
              <a:rPr dirty="0" sz="2400" spc="440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to</a:t>
            </a:r>
            <a:r>
              <a:rPr dirty="0" sz="2400" spc="445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shut</a:t>
            </a:r>
            <a:r>
              <a:rPr dirty="0" sz="2400" spc="440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down</a:t>
            </a:r>
            <a:r>
              <a:rPr dirty="0" sz="2400" spc="440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25" b="0">
                <a:solidFill>
                  <a:srgbClr val="333433"/>
                </a:solidFill>
                <a:latin typeface="Comic Sans MS"/>
                <a:cs typeface="Comic Sans MS"/>
              </a:rPr>
              <a:t>its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financial</a:t>
            </a:r>
            <a:r>
              <a:rPr dirty="0" sz="2400" spc="180" b="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intelligence</a:t>
            </a:r>
            <a:r>
              <a:rPr dirty="0" sz="2400" spc="185" b="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system.</a:t>
            </a:r>
            <a:r>
              <a:rPr dirty="0" sz="2400" spc="185" b="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The</a:t>
            </a:r>
            <a:r>
              <a:rPr dirty="0" sz="2400" spc="185" b="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attacker</a:t>
            </a:r>
            <a:r>
              <a:rPr dirty="0" sz="2400" spc="185" b="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remains</a:t>
            </a:r>
            <a:r>
              <a:rPr dirty="0" sz="2400" spc="185" b="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unidentified,</a:t>
            </a:r>
            <a:r>
              <a:rPr dirty="0" sz="2400" spc="185" b="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but</a:t>
            </a:r>
            <a:r>
              <a:rPr dirty="0" sz="2400" spc="185" b="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the</a:t>
            </a:r>
            <a:r>
              <a:rPr dirty="0" sz="2400" spc="185" b="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 spc="-20" b="0">
                <a:solidFill>
                  <a:srgbClr val="333433"/>
                </a:solidFill>
                <a:latin typeface="Comic Sans MS"/>
                <a:cs typeface="Comic Sans MS"/>
              </a:rPr>
              <a:t>anti-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money</a:t>
            </a:r>
            <a:r>
              <a:rPr dirty="0" sz="2400" spc="185" b="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 spc="-10" b="0">
                <a:solidFill>
                  <a:srgbClr val="333433"/>
                </a:solidFill>
                <a:latin typeface="Comic Sans MS"/>
                <a:cs typeface="Comic Sans MS"/>
              </a:rPr>
              <a:t>laundering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operations</a:t>
            </a:r>
            <a:r>
              <a:rPr dirty="0" sz="2400" spc="305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were</a:t>
            </a:r>
            <a:r>
              <a:rPr dirty="0" sz="2400" spc="310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disrupted.</a:t>
            </a:r>
            <a:r>
              <a:rPr dirty="0" sz="2400" spc="310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This</a:t>
            </a:r>
            <a:r>
              <a:rPr dirty="0" sz="2400" spc="305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shutdown</a:t>
            </a:r>
            <a:r>
              <a:rPr dirty="0" sz="2400" spc="310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temporarily</a:t>
            </a:r>
            <a:r>
              <a:rPr dirty="0" sz="2400" spc="310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limited</a:t>
            </a:r>
            <a:r>
              <a:rPr dirty="0" sz="2400" spc="310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the</a:t>
            </a:r>
            <a:r>
              <a:rPr dirty="0" sz="2400" spc="305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government’s</a:t>
            </a:r>
            <a:r>
              <a:rPr dirty="0" sz="2400" spc="310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ability</a:t>
            </a:r>
            <a:r>
              <a:rPr dirty="0" sz="2400" spc="310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to</a:t>
            </a:r>
            <a:r>
              <a:rPr dirty="0" sz="2400" spc="310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monitor</a:t>
            </a:r>
            <a:r>
              <a:rPr dirty="0" sz="2400" spc="305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25" b="0">
                <a:solidFill>
                  <a:srgbClr val="333433"/>
                </a:solidFill>
                <a:latin typeface="Comic Sans MS"/>
                <a:cs typeface="Comic Sans MS"/>
              </a:rPr>
              <a:t>and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investigate</a:t>
            </a:r>
            <a:r>
              <a:rPr dirty="0" sz="2400" spc="-50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financial</a:t>
            </a:r>
            <a:r>
              <a:rPr dirty="0" sz="2400" spc="-45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10" b="0">
                <a:solidFill>
                  <a:srgbClr val="333433"/>
                </a:solidFill>
                <a:latin typeface="Comic Sans MS"/>
                <a:cs typeface="Comic Sans MS"/>
              </a:rPr>
              <a:t>crime.</a:t>
            </a:r>
            <a:endParaRPr sz="2400">
              <a:latin typeface="Comic Sans MS"/>
              <a:cs typeface="Comic Sans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25116" y="3265169"/>
            <a:ext cx="104775" cy="10477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992361" y="2982279"/>
            <a:ext cx="14947265" cy="6795770"/>
          </a:xfrm>
          <a:prstGeom prst="rect">
            <a:avLst/>
          </a:prstGeom>
        </p:spPr>
        <p:txBody>
          <a:bodyPr wrap="square" lIns="0" tIns="3810" rIns="0" bIns="0" rtlCol="0" vert="horz">
            <a:spAutoFit/>
          </a:bodyPr>
          <a:lstStyle/>
          <a:p>
            <a:pPr algn="just" marL="12700" marR="5080">
              <a:lnSpc>
                <a:spcPct val="112599"/>
              </a:lnSpc>
              <a:spcBef>
                <a:spcPts val="30"/>
              </a:spcBef>
            </a:pPr>
            <a:r>
              <a:rPr dirty="0" sz="2950" spc="-305" b="1">
                <a:solidFill>
                  <a:srgbClr val="333433"/>
                </a:solidFill>
                <a:latin typeface="Comic Sans MS"/>
                <a:cs typeface="Comic Sans MS"/>
              </a:rPr>
              <a:t>Pro-</a:t>
            </a:r>
            <a:r>
              <a:rPr dirty="0" sz="2950" spc="-285" b="1">
                <a:solidFill>
                  <a:srgbClr val="333433"/>
                </a:solidFill>
                <a:latin typeface="Comic Sans MS"/>
                <a:cs typeface="Comic Sans MS"/>
              </a:rPr>
              <a:t>Russian</a:t>
            </a:r>
            <a:r>
              <a:rPr dirty="0" sz="2950" spc="25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295" b="1">
                <a:solidFill>
                  <a:srgbClr val="333433"/>
                </a:solidFill>
                <a:latin typeface="Comic Sans MS"/>
                <a:cs typeface="Comic Sans MS"/>
              </a:rPr>
              <a:t>cyberattacks</a:t>
            </a:r>
            <a:r>
              <a:rPr dirty="0" sz="2950" spc="25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305" b="1">
                <a:solidFill>
                  <a:srgbClr val="333433"/>
                </a:solidFill>
                <a:latin typeface="Comic Sans MS"/>
                <a:cs typeface="Comic Sans MS"/>
              </a:rPr>
              <a:t>on</a:t>
            </a:r>
            <a:r>
              <a:rPr dirty="0" sz="2950" spc="25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315" b="1">
                <a:solidFill>
                  <a:srgbClr val="333433"/>
                </a:solidFill>
                <a:latin typeface="Comic Sans MS"/>
                <a:cs typeface="Comic Sans MS"/>
              </a:rPr>
              <a:t>South</a:t>
            </a:r>
            <a:r>
              <a:rPr dirty="0" sz="2950" spc="25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300" b="1">
                <a:solidFill>
                  <a:srgbClr val="333433"/>
                </a:solidFill>
                <a:latin typeface="Comic Sans MS"/>
                <a:cs typeface="Comic Sans MS"/>
              </a:rPr>
              <a:t>Korea:</a:t>
            </a:r>
            <a:r>
              <a:rPr dirty="0" sz="2950" spc="25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The</a:t>
            </a:r>
            <a:r>
              <a:rPr dirty="0" sz="2400" spc="26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attacks</a:t>
            </a:r>
            <a:r>
              <a:rPr dirty="0" sz="2400" spc="26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followed</a:t>
            </a:r>
            <a:r>
              <a:rPr dirty="0" sz="2400" spc="26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political</a:t>
            </a:r>
            <a:r>
              <a:rPr dirty="0" sz="2400" spc="26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developments</a:t>
            </a:r>
            <a:r>
              <a:rPr dirty="0" sz="2400" spc="26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in</a:t>
            </a:r>
            <a:r>
              <a:rPr dirty="0" sz="2400" spc="26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November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2024.</a:t>
            </a:r>
            <a:r>
              <a:rPr dirty="0" sz="2400" spc="3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South</a:t>
            </a:r>
            <a:r>
              <a:rPr dirty="0" sz="2400" spc="4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Korean</a:t>
            </a:r>
            <a:r>
              <a:rPr dirty="0" sz="2400" spc="4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government</a:t>
            </a:r>
            <a:r>
              <a:rPr dirty="0" sz="2400" spc="3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and</a:t>
            </a:r>
            <a:r>
              <a:rPr dirty="0" sz="2400" spc="4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civilian</a:t>
            </a:r>
            <a:r>
              <a:rPr dirty="0" sz="2400" spc="4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websites</a:t>
            </a:r>
            <a:r>
              <a:rPr dirty="0" sz="2400" spc="4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were</a:t>
            </a:r>
            <a:r>
              <a:rPr dirty="0" sz="2400" spc="3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targeted</a:t>
            </a:r>
            <a:r>
              <a:rPr dirty="0" sz="2400" spc="4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by</a:t>
            </a:r>
            <a:r>
              <a:rPr dirty="0" sz="2400" spc="4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hackers,</a:t>
            </a:r>
            <a:r>
              <a:rPr dirty="0" sz="2400" spc="4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and</a:t>
            </a:r>
            <a:r>
              <a:rPr dirty="0" sz="2400" spc="3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several</a:t>
            </a:r>
            <a:r>
              <a:rPr dirty="0" sz="2400" spc="4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20">
                <a:solidFill>
                  <a:srgbClr val="333433"/>
                </a:solidFill>
                <a:latin typeface="Comic Sans MS"/>
                <a:cs typeface="Comic Sans MS"/>
              </a:rPr>
              <a:t>pro-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Russian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groups</a:t>
            </a:r>
            <a:r>
              <a:rPr dirty="0" sz="2400" spc="114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claimed</a:t>
            </a:r>
            <a:r>
              <a:rPr dirty="0" sz="2400" spc="12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responsibility.</a:t>
            </a:r>
            <a:r>
              <a:rPr dirty="0" sz="2400" spc="12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The</a:t>
            </a:r>
            <a:r>
              <a:rPr dirty="0" sz="2400" spc="114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attacks</a:t>
            </a:r>
            <a:r>
              <a:rPr dirty="0" sz="2400" spc="12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aimed</a:t>
            </a:r>
            <a:r>
              <a:rPr dirty="0" sz="2400" spc="12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to</a:t>
            </a:r>
            <a:r>
              <a:rPr dirty="0" sz="2400" spc="114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pressure</a:t>
            </a:r>
            <a:r>
              <a:rPr dirty="0" sz="2400" spc="12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South</a:t>
            </a:r>
            <a:r>
              <a:rPr dirty="0" sz="2400" spc="12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Korea</a:t>
            </a:r>
            <a:r>
              <a:rPr dirty="0" sz="2400" spc="114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over</a:t>
            </a:r>
            <a:r>
              <a:rPr dirty="0" sz="2400" spc="12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Ukraine-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related decisions.</a:t>
            </a:r>
            <a:endParaRPr sz="2400">
              <a:latin typeface="Comic Sans MS"/>
              <a:cs typeface="Comic Sans MS"/>
            </a:endParaRPr>
          </a:p>
          <a:p>
            <a:pPr algn="just" marL="12700" marR="5080">
              <a:lnSpc>
                <a:spcPct val="111700"/>
              </a:lnSpc>
              <a:spcBef>
                <a:spcPts val="2755"/>
              </a:spcBef>
            </a:pPr>
            <a:r>
              <a:rPr dirty="0" sz="2950" spc="-285" b="1">
                <a:solidFill>
                  <a:srgbClr val="333433"/>
                </a:solidFill>
                <a:latin typeface="Comic Sans MS"/>
                <a:cs typeface="Comic Sans MS"/>
              </a:rPr>
              <a:t>Iranian</a:t>
            </a:r>
            <a:r>
              <a:rPr dirty="0" sz="2950" spc="-1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310" b="1">
                <a:solidFill>
                  <a:srgbClr val="333433"/>
                </a:solidFill>
                <a:latin typeface="Comic Sans MS"/>
                <a:cs typeface="Comic Sans MS"/>
              </a:rPr>
              <a:t>hack</a:t>
            </a:r>
            <a:r>
              <a:rPr dirty="0" sz="2950" spc="-5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290" b="1">
                <a:solidFill>
                  <a:srgbClr val="333433"/>
                </a:solidFill>
                <a:latin typeface="Comic Sans MS"/>
                <a:cs typeface="Comic Sans MS"/>
              </a:rPr>
              <a:t>of</a:t>
            </a:r>
            <a:r>
              <a:rPr dirty="0" sz="2950" spc="-5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260" b="1">
                <a:solidFill>
                  <a:srgbClr val="333433"/>
                </a:solidFill>
                <a:latin typeface="Comic Sans MS"/>
                <a:cs typeface="Comic Sans MS"/>
              </a:rPr>
              <a:t>Israeli</a:t>
            </a:r>
            <a:r>
              <a:rPr dirty="0" sz="2950" spc="-1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300" b="1">
                <a:solidFill>
                  <a:srgbClr val="333433"/>
                </a:solidFill>
                <a:latin typeface="Comic Sans MS"/>
                <a:cs typeface="Comic Sans MS"/>
              </a:rPr>
              <a:t>Nuclear</a:t>
            </a:r>
            <a:r>
              <a:rPr dirty="0" sz="2950" spc="-5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315" b="1">
                <a:solidFill>
                  <a:srgbClr val="333433"/>
                </a:solidFill>
                <a:latin typeface="Comic Sans MS"/>
                <a:cs typeface="Comic Sans MS"/>
              </a:rPr>
              <a:t>IT:</a:t>
            </a:r>
            <a:r>
              <a:rPr dirty="0" sz="2950" spc="-5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Iranian</a:t>
            </a:r>
            <a:r>
              <a:rPr dirty="0" sz="2400" spc="23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hackers</a:t>
            </a:r>
            <a:r>
              <a:rPr dirty="0" sz="2400" spc="24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breached</a:t>
            </a:r>
            <a:r>
              <a:rPr dirty="0" sz="2400" spc="23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</a:t>
            </a:r>
            <a:r>
              <a:rPr dirty="0" sz="2400" spc="24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connected</a:t>
            </a:r>
            <a:r>
              <a:rPr dirty="0" sz="2400" spc="23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IT</a:t>
            </a:r>
            <a:r>
              <a:rPr dirty="0" sz="2400" spc="24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network.</a:t>
            </a:r>
            <a:r>
              <a:rPr dirty="0" sz="2400" spc="23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They</a:t>
            </a:r>
            <a:r>
              <a:rPr dirty="0" sz="2400" spc="24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leaked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sensitive</a:t>
            </a:r>
            <a:r>
              <a:rPr dirty="0" sz="2400" spc="22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documents</a:t>
            </a:r>
            <a:r>
              <a:rPr dirty="0" sz="2400" spc="22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online.</a:t>
            </a:r>
            <a:r>
              <a:rPr dirty="0" sz="2400" spc="22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This</a:t>
            </a:r>
            <a:r>
              <a:rPr dirty="0" sz="2400" spc="22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incident</a:t>
            </a:r>
            <a:r>
              <a:rPr dirty="0" sz="2400" spc="22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took</a:t>
            </a:r>
            <a:r>
              <a:rPr dirty="0" sz="2400" spc="22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place</a:t>
            </a:r>
            <a:r>
              <a:rPr dirty="0" sz="2400" spc="22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in</a:t>
            </a:r>
            <a:r>
              <a:rPr dirty="0" sz="2400" spc="22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March</a:t>
            </a:r>
            <a:r>
              <a:rPr dirty="0" sz="2400" spc="22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2024.</a:t>
            </a:r>
            <a:r>
              <a:rPr dirty="0" sz="2400" spc="22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The</a:t>
            </a:r>
            <a:r>
              <a:rPr dirty="0" sz="2400" spc="22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operational</a:t>
            </a:r>
            <a:r>
              <a:rPr dirty="0" sz="2400" spc="22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systems</a:t>
            </a:r>
            <a:r>
              <a:rPr dirty="0" sz="2400" spc="22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remained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secure,</a:t>
            </a:r>
            <a:r>
              <a:rPr dirty="0" sz="2400" spc="-5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but</a:t>
            </a:r>
            <a:r>
              <a:rPr dirty="0" sz="2400" spc="-5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the</a:t>
            </a:r>
            <a:r>
              <a:rPr dirty="0" sz="2400" spc="-5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incident</a:t>
            </a:r>
            <a:r>
              <a:rPr dirty="0" sz="2400" spc="-5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heightened</a:t>
            </a:r>
            <a:r>
              <a:rPr dirty="0" sz="2400" spc="-5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regional</a:t>
            </a:r>
            <a:r>
              <a:rPr dirty="0" sz="2400" spc="-5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security</a:t>
            </a:r>
            <a:r>
              <a:rPr dirty="0" sz="2400" spc="-5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and</a:t>
            </a:r>
            <a:r>
              <a:rPr dirty="0" sz="2400" spc="-5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geopolitical</a:t>
            </a:r>
            <a:r>
              <a:rPr dirty="0" sz="2400" spc="-5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tensions.</a:t>
            </a:r>
            <a:endParaRPr sz="2400">
              <a:latin typeface="Comic Sans MS"/>
              <a:cs typeface="Comic Sans MS"/>
            </a:endParaRPr>
          </a:p>
          <a:p>
            <a:pPr algn="just" marL="12700" marR="5080">
              <a:lnSpc>
                <a:spcPct val="111700"/>
              </a:lnSpc>
              <a:spcBef>
                <a:spcPts val="2755"/>
              </a:spcBef>
            </a:pPr>
            <a:r>
              <a:rPr dirty="0" sz="2950" spc="-295" b="1">
                <a:solidFill>
                  <a:srgbClr val="333433"/>
                </a:solidFill>
                <a:latin typeface="Comic Sans MS"/>
                <a:cs typeface="Comic Sans MS"/>
              </a:rPr>
              <a:t>Chinese</a:t>
            </a:r>
            <a:r>
              <a:rPr dirty="0" sz="2950" spc="585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305" b="1">
                <a:solidFill>
                  <a:srgbClr val="333433"/>
                </a:solidFill>
                <a:latin typeface="Comic Sans MS"/>
                <a:cs typeface="Comic Sans MS"/>
              </a:rPr>
              <a:t>breaches</a:t>
            </a:r>
            <a:r>
              <a:rPr dirty="0" sz="2950" spc="58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290" b="1">
                <a:solidFill>
                  <a:srgbClr val="333433"/>
                </a:solidFill>
                <a:latin typeface="Comic Sans MS"/>
                <a:cs typeface="Comic Sans MS"/>
              </a:rPr>
              <a:t>of</a:t>
            </a:r>
            <a:r>
              <a:rPr dirty="0" sz="2950" spc="585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300" b="1">
                <a:solidFill>
                  <a:srgbClr val="333433"/>
                </a:solidFill>
                <a:latin typeface="Comic Sans MS"/>
                <a:cs typeface="Comic Sans MS"/>
              </a:rPr>
              <a:t>Canadian</a:t>
            </a:r>
            <a:r>
              <a:rPr dirty="0" sz="2950" spc="585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310" b="1">
                <a:solidFill>
                  <a:srgbClr val="333433"/>
                </a:solidFill>
                <a:latin typeface="Comic Sans MS"/>
                <a:cs typeface="Comic Sans MS"/>
              </a:rPr>
              <a:t>government</a:t>
            </a:r>
            <a:r>
              <a:rPr dirty="0" sz="2950" spc="58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295" b="1">
                <a:solidFill>
                  <a:srgbClr val="333433"/>
                </a:solidFill>
                <a:latin typeface="Comic Sans MS"/>
                <a:cs typeface="Comic Sans MS"/>
              </a:rPr>
              <a:t>networks:</a:t>
            </a:r>
            <a:r>
              <a:rPr dirty="0" sz="2950" spc="26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Chinese</a:t>
            </a:r>
            <a:r>
              <a:rPr dirty="0" sz="2400" spc="5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hackers</a:t>
            </a:r>
            <a:r>
              <a:rPr dirty="0" sz="2400" spc="5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accessed</a:t>
            </a:r>
            <a:r>
              <a:rPr dirty="0" sz="2400" spc="5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at</a:t>
            </a:r>
            <a:r>
              <a:rPr dirty="0" sz="2400" spc="5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least</a:t>
            </a:r>
            <a:r>
              <a:rPr dirty="0" sz="2400" spc="5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twenty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Canadian</a:t>
            </a:r>
            <a:r>
              <a:rPr dirty="0" sz="2400" spc="37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government</a:t>
            </a:r>
            <a:r>
              <a:rPr dirty="0" sz="2400" spc="38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systems.</a:t>
            </a:r>
            <a:r>
              <a:rPr dirty="0" sz="2400" spc="37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This</a:t>
            </a:r>
            <a:r>
              <a:rPr dirty="0" sz="2400" spc="38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activity</a:t>
            </a:r>
            <a:r>
              <a:rPr dirty="0" sz="2400" spc="38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was</a:t>
            </a:r>
            <a:r>
              <a:rPr dirty="0" sz="2400" spc="37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confirmed</a:t>
            </a:r>
            <a:r>
              <a:rPr dirty="0" sz="2400" spc="38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in</a:t>
            </a:r>
            <a:r>
              <a:rPr dirty="0" sz="2400" spc="37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October</a:t>
            </a:r>
            <a:r>
              <a:rPr dirty="0" sz="2400" spc="38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2024.</a:t>
            </a:r>
            <a:r>
              <a:rPr dirty="0" sz="2400" spc="38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The</a:t>
            </a:r>
            <a:r>
              <a:rPr dirty="0" sz="2400" spc="37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operations</a:t>
            </a:r>
            <a:r>
              <a:rPr dirty="0" sz="2400" spc="38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involved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espionage</a:t>
            </a:r>
            <a:r>
              <a:rPr dirty="0" sz="2400" spc="-7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and</a:t>
            </a:r>
            <a:r>
              <a:rPr dirty="0" sz="2400" spc="-6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political</a:t>
            </a:r>
            <a:r>
              <a:rPr dirty="0" sz="2400" spc="-6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surveillance.</a:t>
            </a:r>
            <a:r>
              <a:rPr dirty="0" sz="2400" spc="-6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Canada</a:t>
            </a:r>
            <a:r>
              <a:rPr dirty="0" sz="2400" spc="-6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raised</a:t>
            </a:r>
            <a:r>
              <a:rPr dirty="0" sz="2400" spc="-6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concerns</a:t>
            </a:r>
            <a:r>
              <a:rPr dirty="0" sz="2400" spc="-6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over</a:t>
            </a:r>
            <a:r>
              <a:rPr dirty="0" sz="2400" spc="-6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national</a:t>
            </a:r>
            <a:r>
              <a:rPr dirty="0" sz="2400" spc="-6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security</a:t>
            </a:r>
            <a:r>
              <a:rPr dirty="0" sz="2400" spc="-6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risks.</a:t>
            </a:r>
            <a:endParaRPr sz="2400">
              <a:latin typeface="Comic Sans MS"/>
              <a:cs typeface="Comic Sans MS"/>
            </a:endParaRPr>
          </a:p>
          <a:p>
            <a:pPr algn="just" marL="12700" marR="5080">
              <a:lnSpc>
                <a:spcPct val="111700"/>
              </a:lnSpc>
              <a:spcBef>
                <a:spcPts val="2755"/>
              </a:spcBef>
            </a:pPr>
            <a:r>
              <a:rPr dirty="0" sz="2400" spc="-290">
                <a:solidFill>
                  <a:srgbClr val="333433"/>
                </a:solidFill>
                <a:latin typeface="Comic Sans MS"/>
                <a:cs typeface="Comic Sans MS"/>
              </a:rPr>
              <a:t>T</a:t>
            </a:r>
            <a:r>
              <a:rPr dirty="0" sz="2950" spc="-290" b="1">
                <a:solidFill>
                  <a:srgbClr val="333433"/>
                </a:solidFill>
                <a:latin typeface="Comic Sans MS"/>
                <a:cs typeface="Comic Sans MS"/>
              </a:rPr>
              <a:t>rump</a:t>
            </a:r>
            <a:r>
              <a:rPr dirty="0" sz="2950" spc="-3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405" b="1">
                <a:solidFill>
                  <a:srgbClr val="333433"/>
                </a:solidFill>
                <a:latin typeface="Comic Sans MS"/>
                <a:cs typeface="Comic Sans MS"/>
              </a:rPr>
              <a:t>and</a:t>
            </a:r>
            <a:r>
              <a:rPr dirty="0" sz="2950" spc="9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315" b="1">
                <a:solidFill>
                  <a:srgbClr val="333433"/>
                </a:solidFill>
                <a:latin typeface="Comic Sans MS"/>
                <a:cs typeface="Comic Sans MS"/>
              </a:rPr>
              <a:t>Harris</a:t>
            </a:r>
            <a:r>
              <a:rPr dirty="0" sz="2950" spc="-5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325" b="1">
                <a:solidFill>
                  <a:srgbClr val="333433"/>
                </a:solidFill>
                <a:latin typeface="Comic Sans MS"/>
                <a:cs typeface="Comic Sans MS"/>
              </a:rPr>
              <a:t>campaign</a:t>
            </a:r>
            <a:r>
              <a:rPr dirty="0" sz="2950" spc="5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355" b="1">
                <a:solidFill>
                  <a:srgbClr val="333433"/>
                </a:solidFill>
                <a:latin typeface="Comic Sans MS"/>
                <a:cs typeface="Comic Sans MS"/>
              </a:rPr>
              <a:t>phone</a:t>
            </a:r>
            <a:r>
              <a:rPr dirty="0" sz="2950" spc="35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409" b="1">
                <a:solidFill>
                  <a:srgbClr val="333433"/>
                </a:solidFill>
                <a:latin typeface="Comic Sans MS"/>
                <a:cs typeface="Comic Sans MS"/>
              </a:rPr>
              <a:t>hack:</a:t>
            </a:r>
            <a:r>
              <a:rPr dirty="0" sz="2950" spc="95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Chinese</a:t>
            </a:r>
            <a:r>
              <a:rPr dirty="0" sz="2400" spc="-18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hackers</a:t>
            </a:r>
            <a:r>
              <a:rPr dirty="0" sz="2400" spc="-17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accessed</a:t>
            </a:r>
            <a:r>
              <a:rPr dirty="0" sz="2400" spc="8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phones</a:t>
            </a:r>
            <a:r>
              <a:rPr dirty="0" sz="2400" spc="16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used</a:t>
            </a:r>
            <a:r>
              <a:rPr dirty="0" sz="2400" spc="16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by</a:t>
            </a:r>
            <a:r>
              <a:rPr dirty="0" sz="2400" spc="16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senior</a:t>
            </a:r>
            <a:r>
              <a:rPr dirty="0" sz="2400" spc="16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U.S.</a:t>
            </a:r>
            <a:r>
              <a:rPr dirty="0" sz="2400" spc="16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political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figures</a:t>
            </a:r>
            <a:r>
              <a:rPr dirty="0" sz="2400" spc="409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in</a:t>
            </a:r>
            <a:r>
              <a:rPr dirty="0" sz="2400" spc="409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October</a:t>
            </a:r>
            <a:r>
              <a:rPr dirty="0" sz="2400" spc="409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2024.</a:t>
            </a:r>
            <a:r>
              <a:rPr dirty="0" sz="2400" spc="409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The</a:t>
            </a:r>
            <a:r>
              <a:rPr dirty="0" sz="2400" spc="409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FBI</a:t>
            </a:r>
            <a:r>
              <a:rPr dirty="0" sz="2400" spc="409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launched</a:t>
            </a:r>
            <a:r>
              <a:rPr dirty="0" sz="2400" spc="409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an</a:t>
            </a:r>
            <a:r>
              <a:rPr dirty="0" sz="2400" spc="409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investigation</a:t>
            </a:r>
            <a:r>
              <a:rPr dirty="0" sz="2400" spc="409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into</a:t>
            </a:r>
            <a:r>
              <a:rPr dirty="0" sz="2400" spc="41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the</a:t>
            </a:r>
            <a:r>
              <a:rPr dirty="0" sz="2400" spc="409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incident,</a:t>
            </a:r>
            <a:r>
              <a:rPr dirty="0" sz="2400" spc="409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but</a:t>
            </a:r>
            <a:r>
              <a:rPr dirty="0" sz="2400" spc="409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it</a:t>
            </a:r>
            <a:r>
              <a:rPr dirty="0" sz="2400" spc="409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raised</a:t>
            </a:r>
            <a:r>
              <a:rPr dirty="0" sz="2400" spc="409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election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security 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concerns.</a:t>
            </a:r>
            <a:endParaRPr sz="2400">
              <a:latin typeface="Comic Sans MS"/>
              <a:cs typeface="Comic Sans MS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25116" y="5360669"/>
            <a:ext cx="104775" cy="10477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25116" y="7037069"/>
            <a:ext cx="104775" cy="10477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25116" y="8713468"/>
            <a:ext cx="104775" cy="104774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0" y="0"/>
            <a:ext cx="1148080" cy="10287000"/>
            <a:chOff x="0" y="0"/>
            <a:chExt cx="1148080" cy="10287000"/>
          </a:xfrm>
        </p:grpSpPr>
        <p:sp>
          <p:nvSpPr>
            <p:cNvPr id="10" name="object 10"/>
            <p:cNvSpPr/>
            <p:nvPr/>
          </p:nvSpPr>
          <p:spPr>
            <a:xfrm>
              <a:off x="0" y="0"/>
              <a:ext cx="1148080" cy="10287000"/>
            </a:xfrm>
            <a:custGeom>
              <a:avLst/>
              <a:gdLst/>
              <a:ahLst/>
              <a:cxnLst/>
              <a:rect l="l" t="t" r="r" b="b"/>
              <a:pathLst>
                <a:path w="1148080" h="10287000">
                  <a:moveTo>
                    <a:pt x="316054" y="10287000"/>
                  </a:moveTo>
                  <a:lnTo>
                    <a:pt x="427163" y="5626023"/>
                  </a:lnTo>
                  <a:lnTo>
                    <a:pt x="741472" y="5838893"/>
                  </a:lnTo>
                  <a:lnTo>
                    <a:pt x="850221" y="6100173"/>
                  </a:lnTo>
                  <a:lnTo>
                    <a:pt x="874426" y="6455494"/>
                  </a:lnTo>
                  <a:lnTo>
                    <a:pt x="1147976" y="6883825"/>
                  </a:lnTo>
                  <a:lnTo>
                    <a:pt x="1022580" y="7341462"/>
                  </a:lnTo>
                  <a:lnTo>
                    <a:pt x="729328" y="7585052"/>
                  </a:lnTo>
                  <a:lnTo>
                    <a:pt x="689015" y="9276171"/>
                  </a:lnTo>
                  <a:lnTo>
                    <a:pt x="623772" y="9642700"/>
                  </a:lnTo>
                  <a:lnTo>
                    <a:pt x="605381" y="10001919"/>
                  </a:lnTo>
                  <a:lnTo>
                    <a:pt x="598586" y="10287000"/>
                  </a:lnTo>
                  <a:lnTo>
                    <a:pt x="316054" y="10287000"/>
                  </a:lnTo>
                  <a:close/>
                </a:path>
                <a:path w="1148080" h="10287000">
                  <a:moveTo>
                    <a:pt x="689015" y="9276171"/>
                  </a:moveTo>
                  <a:lnTo>
                    <a:pt x="729328" y="7585052"/>
                  </a:lnTo>
                  <a:lnTo>
                    <a:pt x="801054" y="8059671"/>
                  </a:lnTo>
                  <a:lnTo>
                    <a:pt x="981110" y="8287520"/>
                  </a:lnTo>
                  <a:lnTo>
                    <a:pt x="958431" y="8806074"/>
                  </a:lnTo>
                  <a:lnTo>
                    <a:pt x="722488" y="9088126"/>
                  </a:lnTo>
                  <a:lnTo>
                    <a:pt x="689015" y="9276171"/>
                  </a:lnTo>
                  <a:close/>
                </a:path>
                <a:path w="1148080" h="10287000">
                  <a:moveTo>
                    <a:pt x="598586" y="10287000"/>
                  </a:moveTo>
                  <a:lnTo>
                    <a:pt x="605381" y="10001919"/>
                  </a:lnTo>
                  <a:lnTo>
                    <a:pt x="760985" y="10287000"/>
                  </a:lnTo>
                  <a:lnTo>
                    <a:pt x="598586" y="10287000"/>
                  </a:lnTo>
                  <a:close/>
                </a:path>
                <a:path w="1148080" h="10287000">
                  <a:moveTo>
                    <a:pt x="586670" y="2212103"/>
                  </a:moveTo>
                  <a:lnTo>
                    <a:pt x="621020" y="771101"/>
                  </a:lnTo>
                  <a:lnTo>
                    <a:pt x="639514" y="1118670"/>
                  </a:lnTo>
                  <a:lnTo>
                    <a:pt x="710652" y="1494271"/>
                  </a:lnTo>
                  <a:lnTo>
                    <a:pt x="833170" y="1950939"/>
                  </a:lnTo>
                  <a:lnTo>
                    <a:pt x="586670" y="2212103"/>
                  </a:lnTo>
                  <a:close/>
                </a:path>
                <a:path w="1148080" h="10287000">
                  <a:moveTo>
                    <a:pt x="0" y="0"/>
                  </a:moveTo>
                  <a:lnTo>
                    <a:pt x="675755" y="0"/>
                  </a:lnTo>
                  <a:lnTo>
                    <a:pt x="745347" y="296488"/>
                  </a:lnTo>
                  <a:lnTo>
                    <a:pt x="621020" y="771101"/>
                  </a:lnTo>
                  <a:lnTo>
                    <a:pt x="586670" y="2212103"/>
                  </a:lnTo>
                  <a:lnTo>
                    <a:pt x="478166" y="2352740"/>
                  </a:lnTo>
                  <a:lnTo>
                    <a:pt x="428095" y="4453241"/>
                  </a:lnTo>
                  <a:lnTo>
                    <a:pt x="398985" y="4530412"/>
                  </a:lnTo>
                  <a:lnTo>
                    <a:pt x="261759" y="10287000"/>
                  </a:lnTo>
                  <a:lnTo>
                    <a:pt x="0" y="10287000"/>
                  </a:lnTo>
                  <a:lnTo>
                    <a:pt x="0" y="0"/>
                  </a:lnTo>
                  <a:close/>
                </a:path>
                <a:path w="1148080" h="10287000">
                  <a:moveTo>
                    <a:pt x="261759" y="10287000"/>
                  </a:moveTo>
                  <a:lnTo>
                    <a:pt x="398985" y="4530412"/>
                  </a:lnTo>
                  <a:lnTo>
                    <a:pt x="605757" y="4822772"/>
                  </a:lnTo>
                  <a:lnTo>
                    <a:pt x="465674" y="5092615"/>
                  </a:lnTo>
                  <a:lnTo>
                    <a:pt x="454781" y="5549592"/>
                  </a:lnTo>
                  <a:lnTo>
                    <a:pt x="427163" y="5626023"/>
                  </a:lnTo>
                  <a:lnTo>
                    <a:pt x="316054" y="10287000"/>
                  </a:lnTo>
                  <a:lnTo>
                    <a:pt x="261759" y="10287000"/>
                  </a:lnTo>
                  <a:close/>
                </a:path>
                <a:path w="1148080" h="10287000">
                  <a:moveTo>
                    <a:pt x="428095" y="4453241"/>
                  </a:moveTo>
                  <a:lnTo>
                    <a:pt x="452314" y="3437236"/>
                  </a:lnTo>
                  <a:lnTo>
                    <a:pt x="560980" y="3763862"/>
                  </a:lnTo>
                  <a:lnTo>
                    <a:pt x="598559" y="4001335"/>
                  </a:lnTo>
                  <a:lnTo>
                    <a:pt x="428095" y="4453241"/>
                  </a:lnTo>
                  <a:close/>
                </a:path>
                <a:path w="1148080" h="10287000">
                  <a:moveTo>
                    <a:pt x="454781" y="5549592"/>
                  </a:moveTo>
                  <a:lnTo>
                    <a:pt x="465674" y="5092615"/>
                  </a:lnTo>
                  <a:lnTo>
                    <a:pt x="541581" y="5309383"/>
                  </a:lnTo>
                  <a:lnTo>
                    <a:pt x="454781" y="5549592"/>
                  </a:lnTo>
                  <a:close/>
                </a:path>
                <a:path w="1148080" h="10287000">
                  <a:moveTo>
                    <a:pt x="452314" y="3437236"/>
                  </a:moveTo>
                  <a:lnTo>
                    <a:pt x="478166" y="2352740"/>
                  </a:lnTo>
                  <a:lnTo>
                    <a:pt x="548409" y="2745272"/>
                  </a:lnTo>
                  <a:lnTo>
                    <a:pt x="519280" y="3101531"/>
                  </a:lnTo>
                  <a:lnTo>
                    <a:pt x="452314" y="3437236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0" y="0"/>
              <a:ext cx="997585" cy="10287000"/>
            </a:xfrm>
            <a:custGeom>
              <a:avLst/>
              <a:gdLst/>
              <a:ahLst/>
              <a:cxnLst/>
              <a:rect l="l" t="t" r="r" b="b"/>
              <a:pathLst>
                <a:path w="997585" h="10287000">
                  <a:moveTo>
                    <a:pt x="655111" y="7204638"/>
                  </a:moveTo>
                  <a:lnTo>
                    <a:pt x="679253" y="6191907"/>
                  </a:lnTo>
                  <a:lnTo>
                    <a:pt x="997112" y="6534083"/>
                  </a:lnTo>
                  <a:lnTo>
                    <a:pt x="995852" y="6875531"/>
                  </a:lnTo>
                  <a:lnTo>
                    <a:pt x="655111" y="7204638"/>
                  </a:lnTo>
                  <a:close/>
                </a:path>
                <a:path w="997585" h="10287000">
                  <a:moveTo>
                    <a:pt x="488540" y="9234982"/>
                  </a:moveTo>
                  <a:lnTo>
                    <a:pt x="534154" y="7321465"/>
                  </a:lnTo>
                  <a:lnTo>
                    <a:pt x="605401" y="7795582"/>
                  </a:lnTo>
                  <a:lnTo>
                    <a:pt x="785206" y="8023671"/>
                  </a:lnTo>
                  <a:lnTo>
                    <a:pt x="791219" y="8554702"/>
                  </a:lnTo>
                  <a:lnTo>
                    <a:pt x="648370" y="8858135"/>
                  </a:lnTo>
                  <a:lnTo>
                    <a:pt x="488540" y="9234982"/>
                  </a:lnTo>
                  <a:close/>
                </a:path>
                <a:path w="997585" h="10287000">
                  <a:moveTo>
                    <a:pt x="396391" y="10287000"/>
                  </a:moveTo>
                  <a:lnTo>
                    <a:pt x="409453" y="9739053"/>
                  </a:lnTo>
                  <a:lnTo>
                    <a:pt x="732984" y="10090700"/>
                  </a:lnTo>
                  <a:lnTo>
                    <a:pt x="733545" y="10287000"/>
                  </a:lnTo>
                  <a:lnTo>
                    <a:pt x="396391" y="10287000"/>
                  </a:lnTo>
                  <a:close/>
                </a:path>
                <a:path w="997585" h="10287000">
                  <a:moveTo>
                    <a:pt x="113860" y="10287000"/>
                  </a:moveTo>
                  <a:lnTo>
                    <a:pt x="231246" y="5362665"/>
                  </a:lnTo>
                  <a:lnTo>
                    <a:pt x="549768" y="5450346"/>
                  </a:lnTo>
                  <a:lnTo>
                    <a:pt x="754240" y="5828879"/>
                  </a:lnTo>
                  <a:lnTo>
                    <a:pt x="679253" y="6191907"/>
                  </a:lnTo>
                  <a:lnTo>
                    <a:pt x="655111" y="7204638"/>
                  </a:lnTo>
                  <a:lnTo>
                    <a:pt x="534154" y="7321465"/>
                  </a:lnTo>
                  <a:lnTo>
                    <a:pt x="488540" y="9234982"/>
                  </a:lnTo>
                  <a:lnTo>
                    <a:pt x="427627" y="9378602"/>
                  </a:lnTo>
                  <a:lnTo>
                    <a:pt x="409453" y="9739053"/>
                  </a:lnTo>
                  <a:lnTo>
                    <a:pt x="396391" y="10287000"/>
                  </a:lnTo>
                  <a:lnTo>
                    <a:pt x="113860" y="10287000"/>
                  </a:lnTo>
                  <a:close/>
                </a:path>
                <a:path w="997585" h="10287000">
                  <a:moveTo>
                    <a:pt x="391467" y="1949745"/>
                  </a:moveTo>
                  <a:lnTo>
                    <a:pt x="425817" y="508743"/>
                  </a:lnTo>
                  <a:lnTo>
                    <a:pt x="444311" y="856312"/>
                  </a:lnTo>
                  <a:lnTo>
                    <a:pt x="515455" y="1231667"/>
                  </a:lnTo>
                  <a:lnTo>
                    <a:pt x="638212" y="1688586"/>
                  </a:lnTo>
                  <a:lnTo>
                    <a:pt x="391467" y="1949745"/>
                  </a:lnTo>
                  <a:close/>
                </a:path>
                <a:path w="997585" h="10287000">
                  <a:moveTo>
                    <a:pt x="233618" y="4191320"/>
                  </a:moveTo>
                  <a:lnTo>
                    <a:pt x="257877" y="3173668"/>
                  </a:lnTo>
                  <a:lnTo>
                    <a:pt x="518809" y="3420151"/>
                  </a:lnTo>
                  <a:lnTo>
                    <a:pt x="404607" y="3738024"/>
                  </a:lnTo>
                  <a:lnTo>
                    <a:pt x="233618" y="4191320"/>
                  </a:lnTo>
                  <a:close/>
                </a:path>
                <a:path w="997585" h="10287000">
                  <a:moveTo>
                    <a:pt x="0" y="0"/>
                  </a:moveTo>
                  <a:lnTo>
                    <a:pt x="543331" y="0"/>
                  </a:lnTo>
                  <a:lnTo>
                    <a:pt x="551377" y="33914"/>
                  </a:lnTo>
                  <a:lnTo>
                    <a:pt x="425817" y="508743"/>
                  </a:lnTo>
                  <a:lnTo>
                    <a:pt x="391467" y="1949745"/>
                  </a:lnTo>
                  <a:lnTo>
                    <a:pt x="173006" y="2158022"/>
                  </a:lnTo>
                  <a:lnTo>
                    <a:pt x="0" y="9415629"/>
                  </a:lnTo>
                  <a:lnTo>
                    <a:pt x="0" y="0"/>
                  </a:lnTo>
                  <a:close/>
                </a:path>
                <a:path w="997585" h="10287000">
                  <a:moveTo>
                    <a:pt x="61530" y="10287000"/>
                  </a:moveTo>
                  <a:lnTo>
                    <a:pt x="205033" y="4267101"/>
                  </a:lnTo>
                  <a:lnTo>
                    <a:pt x="411559" y="4559455"/>
                  </a:lnTo>
                  <a:lnTo>
                    <a:pt x="271717" y="4829549"/>
                  </a:lnTo>
                  <a:lnTo>
                    <a:pt x="260977" y="5280092"/>
                  </a:lnTo>
                  <a:lnTo>
                    <a:pt x="231246" y="5362665"/>
                  </a:lnTo>
                  <a:lnTo>
                    <a:pt x="113860" y="10287000"/>
                  </a:lnTo>
                  <a:lnTo>
                    <a:pt x="61530" y="10287000"/>
                  </a:lnTo>
                  <a:close/>
                </a:path>
                <a:path w="997585" h="10287000">
                  <a:moveTo>
                    <a:pt x="0" y="9415629"/>
                  </a:moveTo>
                  <a:lnTo>
                    <a:pt x="173006" y="2158022"/>
                  </a:lnTo>
                  <a:lnTo>
                    <a:pt x="352253" y="2481662"/>
                  </a:lnTo>
                  <a:lnTo>
                    <a:pt x="422417" y="2990883"/>
                  </a:lnTo>
                  <a:lnTo>
                    <a:pt x="257877" y="3173668"/>
                  </a:lnTo>
                  <a:lnTo>
                    <a:pt x="233618" y="4191320"/>
                  </a:lnTo>
                  <a:lnTo>
                    <a:pt x="205033" y="4267101"/>
                  </a:lnTo>
                  <a:lnTo>
                    <a:pt x="61530" y="10287000"/>
                  </a:lnTo>
                  <a:lnTo>
                    <a:pt x="0" y="10287000"/>
                  </a:lnTo>
                  <a:lnTo>
                    <a:pt x="0" y="9415629"/>
                  </a:lnTo>
                  <a:close/>
                </a:path>
                <a:path w="997585" h="10287000">
                  <a:moveTo>
                    <a:pt x="260977" y="5280092"/>
                  </a:moveTo>
                  <a:lnTo>
                    <a:pt x="271717" y="4829549"/>
                  </a:lnTo>
                  <a:lnTo>
                    <a:pt x="345694" y="5044798"/>
                  </a:lnTo>
                  <a:lnTo>
                    <a:pt x="260977" y="528009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0" y="0"/>
              <a:ext cx="596900" cy="10287000"/>
            </a:xfrm>
            <a:custGeom>
              <a:avLst/>
              <a:gdLst/>
              <a:ahLst/>
              <a:cxnLst/>
              <a:rect l="l" t="t" r="r" b="b"/>
              <a:pathLst>
                <a:path w="596900" h="10287000">
                  <a:moveTo>
                    <a:pt x="0" y="9996962"/>
                  </a:moveTo>
                  <a:lnTo>
                    <a:pt x="65115" y="10074778"/>
                  </a:lnTo>
                  <a:lnTo>
                    <a:pt x="65551" y="10287000"/>
                  </a:lnTo>
                  <a:lnTo>
                    <a:pt x="0" y="10287000"/>
                  </a:lnTo>
                  <a:lnTo>
                    <a:pt x="0" y="9996962"/>
                  </a:lnTo>
                  <a:close/>
                </a:path>
                <a:path w="596900" h="10287000">
                  <a:moveTo>
                    <a:pt x="254881" y="7195097"/>
                  </a:moveTo>
                  <a:lnTo>
                    <a:pt x="279023" y="6182366"/>
                  </a:lnTo>
                  <a:lnTo>
                    <a:pt x="596882" y="6524542"/>
                  </a:lnTo>
                  <a:lnTo>
                    <a:pt x="595622" y="6865990"/>
                  </a:lnTo>
                  <a:lnTo>
                    <a:pt x="254881" y="7195097"/>
                  </a:lnTo>
                  <a:close/>
                </a:path>
                <a:path w="596900" h="10287000">
                  <a:moveTo>
                    <a:pt x="92664" y="9042791"/>
                  </a:moveTo>
                  <a:lnTo>
                    <a:pt x="133924" y="7311924"/>
                  </a:lnTo>
                  <a:lnTo>
                    <a:pt x="205907" y="7786059"/>
                  </a:lnTo>
                  <a:lnTo>
                    <a:pt x="385712" y="8014148"/>
                  </a:lnTo>
                  <a:lnTo>
                    <a:pt x="390971" y="8545897"/>
                  </a:lnTo>
                  <a:lnTo>
                    <a:pt x="247877" y="8849324"/>
                  </a:lnTo>
                  <a:lnTo>
                    <a:pt x="92664" y="9042791"/>
                  </a:lnTo>
                  <a:close/>
                </a:path>
                <a:path w="596900" h="10287000">
                  <a:moveTo>
                    <a:pt x="0" y="7529590"/>
                  </a:moveTo>
                  <a:lnTo>
                    <a:pt x="53817" y="5271960"/>
                  </a:lnTo>
                  <a:lnTo>
                    <a:pt x="165979" y="5575576"/>
                  </a:lnTo>
                  <a:lnTo>
                    <a:pt x="315982" y="5765613"/>
                  </a:lnTo>
                  <a:lnTo>
                    <a:pt x="279023" y="6182366"/>
                  </a:lnTo>
                  <a:lnTo>
                    <a:pt x="254881" y="7195097"/>
                  </a:lnTo>
                  <a:lnTo>
                    <a:pt x="133924" y="7311924"/>
                  </a:lnTo>
                  <a:lnTo>
                    <a:pt x="92664" y="9042791"/>
                  </a:lnTo>
                  <a:lnTo>
                    <a:pt x="0" y="9158293"/>
                  </a:lnTo>
                  <a:lnTo>
                    <a:pt x="0" y="7529590"/>
                  </a:lnTo>
                  <a:close/>
                </a:path>
                <a:path w="596900" h="10287000">
                  <a:moveTo>
                    <a:pt x="0" y="4376948"/>
                  </a:moveTo>
                  <a:lnTo>
                    <a:pt x="10329" y="4550628"/>
                  </a:lnTo>
                  <a:lnTo>
                    <a:pt x="107707" y="4835466"/>
                  </a:lnTo>
                  <a:lnTo>
                    <a:pt x="98021" y="5025382"/>
                  </a:lnTo>
                  <a:lnTo>
                    <a:pt x="53817" y="5271960"/>
                  </a:lnTo>
                  <a:lnTo>
                    <a:pt x="0" y="7529590"/>
                  </a:lnTo>
                  <a:lnTo>
                    <a:pt x="0" y="4376948"/>
                  </a:lnTo>
                  <a:close/>
                </a:path>
                <a:path w="596900" h="10287000">
                  <a:moveTo>
                    <a:pt x="0" y="3556102"/>
                  </a:moveTo>
                  <a:lnTo>
                    <a:pt x="41333" y="3621025"/>
                  </a:lnTo>
                  <a:lnTo>
                    <a:pt x="0" y="3978895"/>
                  </a:lnTo>
                  <a:lnTo>
                    <a:pt x="0" y="3556102"/>
                  </a:lnTo>
                  <a:close/>
                </a:path>
                <a:path w="596900" h="10287000">
                  <a:moveTo>
                    <a:pt x="0" y="0"/>
                  </a:moveTo>
                  <a:lnTo>
                    <a:pt x="146251" y="0"/>
                  </a:lnTo>
                  <a:lnTo>
                    <a:pt x="151188" y="22653"/>
                  </a:lnTo>
                  <a:lnTo>
                    <a:pt x="151183" y="56509"/>
                  </a:lnTo>
                  <a:lnTo>
                    <a:pt x="153253" y="105306"/>
                  </a:lnTo>
                  <a:lnTo>
                    <a:pt x="163678" y="281578"/>
                  </a:lnTo>
                  <a:lnTo>
                    <a:pt x="165809" y="330376"/>
                  </a:lnTo>
                  <a:lnTo>
                    <a:pt x="165894" y="364235"/>
                  </a:lnTo>
                  <a:lnTo>
                    <a:pt x="187214" y="435734"/>
                  </a:lnTo>
                  <a:lnTo>
                    <a:pt x="236879" y="537526"/>
                  </a:lnTo>
                  <a:lnTo>
                    <a:pt x="287075" y="628645"/>
                  </a:lnTo>
                  <a:lnTo>
                    <a:pt x="309988" y="668121"/>
                  </a:lnTo>
                  <a:lnTo>
                    <a:pt x="262859" y="932111"/>
                  </a:lnTo>
                  <a:lnTo>
                    <a:pt x="244156" y="1028420"/>
                  </a:lnTo>
                  <a:lnTo>
                    <a:pt x="173874" y="1132213"/>
                  </a:lnTo>
                  <a:lnTo>
                    <a:pt x="38706" y="1268084"/>
                  </a:lnTo>
                  <a:lnTo>
                    <a:pt x="0" y="13028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04D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56057" y="1009713"/>
            <a:ext cx="3028315" cy="2959100"/>
          </a:xfrm>
          <a:prstGeom prst="rect">
            <a:avLst/>
          </a:prstGeom>
        </p:spPr>
        <p:txBody>
          <a:bodyPr wrap="square" lIns="0" tIns="63500" rIns="0" bIns="0" rtlCol="0" vert="horz">
            <a:spAutoFit/>
          </a:bodyPr>
          <a:lstStyle/>
          <a:p>
            <a:pPr marL="12700" marR="5080">
              <a:lnSpc>
                <a:spcPts val="5700"/>
              </a:lnSpc>
              <a:spcBef>
                <a:spcPts val="500"/>
              </a:spcBef>
            </a:pPr>
            <a:r>
              <a:rPr dirty="0" sz="5000" spc="-10">
                <a:solidFill>
                  <a:srgbClr val="5460A8"/>
                </a:solidFill>
                <a:latin typeface="Comic Sans MS"/>
                <a:cs typeface="Comic Sans MS"/>
              </a:rPr>
              <a:t>MAJOR GLOBAL CYBER ATTACKS</a:t>
            </a:r>
            <a:endParaRPr sz="5000">
              <a:latin typeface="Comic Sans MS"/>
              <a:cs typeface="Comic Sans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01384" y="1169669"/>
            <a:ext cx="104775" cy="104774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768630" y="935230"/>
            <a:ext cx="12700000" cy="4749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430010" algn="l"/>
                <a:tab pos="7412990" algn="l"/>
                <a:tab pos="8663940" algn="l"/>
                <a:tab pos="9350375" algn="l"/>
                <a:tab pos="10826750" algn="l"/>
                <a:tab pos="11245215" algn="l"/>
              </a:tabLst>
            </a:pPr>
            <a:r>
              <a:rPr dirty="0" sz="2950" spc="-300">
                <a:solidFill>
                  <a:srgbClr val="333433"/>
                </a:solidFill>
              </a:rPr>
              <a:t>Ukraine</a:t>
            </a:r>
            <a:r>
              <a:rPr dirty="0" sz="2950" spc="420">
                <a:solidFill>
                  <a:srgbClr val="333433"/>
                </a:solidFill>
              </a:rPr>
              <a:t> </a:t>
            </a:r>
            <a:r>
              <a:rPr dirty="0" sz="2950" spc="-315">
                <a:solidFill>
                  <a:srgbClr val="333433"/>
                </a:solidFill>
              </a:rPr>
              <a:t>power</a:t>
            </a:r>
            <a:r>
              <a:rPr dirty="0" sz="2950" spc="430">
                <a:solidFill>
                  <a:srgbClr val="333433"/>
                </a:solidFill>
              </a:rPr>
              <a:t> </a:t>
            </a:r>
            <a:r>
              <a:rPr dirty="0" sz="2950" spc="-265">
                <a:solidFill>
                  <a:srgbClr val="333433"/>
                </a:solidFill>
              </a:rPr>
              <a:t>grid</a:t>
            </a:r>
            <a:r>
              <a:rPr dirty="0" sz="2950" spc="434">
                <a:solidFill>
                  <a:srgbClr val="333433"/>
                </a:solidFill>
              </a:rPr>
              <a:t> </a:t>
            </a:r>
            <a:r>
              <a:rPr dirty="0" sz="2950" spc="-305">
                <a:solidFill>
                  <a:srgbClr val="333433"/>
                </a:solidFill>
              </a:rPr>
              <a:t>cyber</a:t>
            </a:r>
            <a:r>
              <a:rPr dirty="0" sz="2950" spc="430">
                <a:solidFill>
                  <a:srgbClr val="333433"/>
                </a:solidFill>
              </a:rPr>
              <a:t> </a:t>
            </a:r>
            <a:r>
              <a:rPr dirty="0" sz="2950" spc="-280">
                <a:solidFill>
                  <a:srgbClr val="333433"/>
                </a:solidFill>
              </a:rPr>
              <a:t>probing:</a:t>
            </a:r>
            <a:r>
              <a:rPr dirty="0" sz="2950" spc="430">
                <a:solidFill>
                  <a:srgbClr val="333433"/>
                </a:solidFill>
              </a:rPr>
              <a:t> </a:t>
            </a:r>
            <a:r>
              <a:rPr dirty="0" sz="2400" spc="-20" b="0">
                <a:solidFill>
                  <a:srgbClr val="333433"/>
                </a:solidFill>
                <a:latin typeface="Comic Sans MS"/>
                <a:cs typeface="Comic Sans MS"/>
              </a:rPr>
              <a:t>This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	</a:t>
            </a:r>
            <a:r>
              <a:rPr dirty="0" sz="2400" spc="-10" b="0">
                <a:solidFill>
                  <a:srgbClr val="333433"/>
                </a:solidFill>
                <a:latin typeface="Comic Sans MS"/>
                <a:cs typeface="Comic Sans MS"/>
              </a:rPr>
              <a:t>cyber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	</a:t>
            </a:r>
            <a:r>
              <a:rPr dirty="0" sz="2400" spc="-10" b="0">
                <a:solidFill>
                  <a:srgbClr val="333433"/>
                </a:solidFill>
                <a:latin typeface="Comic Sans MS"/>
                <a:cs typeface="Comic Sans MS"/>
              </a:rPr>
              <a:t>activity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	</a:t>
            </a:r>
            <a:r>
              <a:rPr dirty="0" sz="2400" spc="-25" b="0">
                <a:solidFill>
                  <a:srgbClr val="333433"/>
                </a:solidFill>
                <a:latin typeface="Comic Sans MS"/>
                <a:cs typeface="Comic Sans MS"/>
              </a:rPr>
              <a:t>was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	</a:t>
            </a:r>
            <a:r>
              <a:rPr dirty="0" sz="2400" spc="-10" b="0">
                <a:solidFill>
                  <a:srgbClr val="333433"/>
                </a:solidFill>
                <a:latin typeface="Comic Sans MS"/>
                <a:cs typeface="Comic Sans MS"/>
              </a:rPr>
              <a:t>detected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	</a:t>
            </a:r>
            <a:r>
              <a:rPr dirty="0" sz="2400" spc="-25" b="0">
                <a:solidFill>
                  <a:srgbClr val="333433"/>
                </a:solidFill>
                <a:latin typeface="Comic Sans MS"/>
                <a:cs typeface="Comic Sans MS"/>
              </a:rPr>
              <a:t>in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	</a:t>
            </a:r>
            <a:r>
              <a:rPr dirty="0" sz="2400" spc="-10" b="0">
                <a:solidFill>
                  <a:srgbClr val="333433"/>
                </a:solidFill>
                <a:latin typeface="Comic Sans MS"/>
                <a:cs typeface="Comic Sans MS"/>
              </a:rPr>
              <a:t>December</a:t>
            </a:r>
            <a:endParaRPr sz="2400">
              <a:latin typeface="Comic Sans MS"/>
              <a:cs typeface="Comic Sans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768630" y="1423669"/>
            <a:ext cx="127000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70280" algn="l"/>
                <a:tab pos="1658620" algn="l"/>
                <a:tab pos="2844800" algn="l"/>
                <a:tab pos="4097654" algn="l"/>
                <a:tab pos="5361940" algn="l"/>
                <a:tab pos="6837680" algn="l"/>
                <a:tab pos="7935595" algn="l"/>
                <a:tab pos="9448165" algn="l"/>
                <a:tab pos="9989185" algn="l"/>
                <a:tab pos="11331575" algn="l"/>
              </a:tabLst>
            </a:pP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2023.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	</a:t>
            </a:r>
            <a:r>
              <a:rPr dirty="0" sz="2400" spc="-25">
                <a:solidFill>
                  <a:srgbClr val="333433"/>
                </a:solidFill>
                <a:latin typeface="Comic Sans MS"/>
                <a:cs typeface="Comic Sans MS"/>
              </a:rPr>
              <a:t>The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	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Russian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	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hackers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	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scanned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	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Ukrainian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	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energy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	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networks.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	</a:t>
            </a:r>
            <a:r>
              <a:rPr dirty="0" sz="2400" spc="-25">
                <a:solidFill>
                  <a:srgbClr val="333433"/>
                </a:solidFill>
                <a:latin typeface="Comic Sans MS"/>
                <a:cs typeface="Comic Sans MS"/>
              </a:rPr>
              <a:t>No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	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blackout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	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occurred,</a:t>
            </a:r>
            <a:endParaRPr sz="2400">
              <a:latin typeface="Comic Sans MS"/>
              <a:cs typeface="Comic Sans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768630" y="1789429"/>
            <a:ext cx="12700000" cy="863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100"/>
              </a:spcBef>
              <a:tabLst>
                <a:tab pos="664845" algn="l"/>
                <a:tab pos="1767839" algn="l"/>
                <a:tab pos="3239770" algn="l"/>
                <a:tab pos="4774565" algn="l"/>
                <a:tab pos="6052185" algn="l"/>
                <a:tab pos="6772275" algn="l"/>
                <a:tab pos="7999730" algn="l"/>
                <a:tab pos="9309735" algn="l"/>
                <a:tab pos="11126470" algn="l"/>
                <a:tab pos="11757660" algn="l"/>
              </a:tabLst>
            </a:pPr>
            <a:r>
              <a:rPr dirty="0" sz="2400" spc="-25">
                <a:solidFill>
                  <a:srgbClr val="333433"/>
                </a:solidFill>
                <a:latin typeface="Comic Sans MS"/>
                <a:cs typeface="Comic Sans MS"/>
              </a:rPr>
              <a:t>but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	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access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	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attempts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	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increased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	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sharply.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	</a:t>
            </a:r>
            <a:r>
              <a:rPr dirty="0" sz="2400" spc="-25">
                <a:solidFill>
                  <a:srgbClr val="333433"/>
                </a:solidFill>
                <a:latin typeface="Comic Sans MS"/>
                <a:cs typeface="Comic Sans MS"/>
              </a:rPr>
              <a:t>The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	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probing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	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signaled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	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preparation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	</a:t>
            </a:r>
            <a:r>
              <a:rPr dirty="0" sz="2400" spc="-25">
                <a:solidFill>
                  <a:srgbClr val="333433"/>
                </a:solidFill>
                <a:latin typeface="Comic Sans MS"/>
                <a:cs typeface="Comic Sans MS"/>
              </a:rPr>
              <a:t>for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	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future attacks.</a:t>
            </a:r>
            <a:endParaRPr sz="2400">
              <a:latin typeface="Comic Sans MS"/>
              <a:cs typeface="Comic Sans MS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01384" y="3265169"/>
            <a:ext cx="104775" cy="10477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768630" y="2982279"/>
            <a:ext cx="12700000" cy="1347470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algn="just" marL="12700" marR="5080">
              <a:lnSpc>
                <a:spcPct val="111700"/>
              </a:lnSpc>
              <a:spcBef>
                <a:spcPts val="60"/>
              </a:spcBef>
            </a:pPr>
            <a:r>
              <a:rPr dirty="0" sz="2950" spc="-285" b="1">
                <a:solidFill>
                  <a:srgbClr val="333433"/>
                </a:solidFill>
                <a:latin typeface="Comic Sans MS"/>
                <a:cs typeface="Comic Sans MS"/>
              </a:rPr>
              <a:t>Russian</a:t>
            </a:r>
            <a:r>
              <a:rPr dirty="0" sz="2950" spc="475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295" b="1">
                <a:solidFill>
                  <a:srgbClr val="333433"/>
                </a:solidFill>
                <a:latin typeface="Comic Sans MS"/>
                <a:cs typeface="Comic Sans MS"/>
              </a:rPr>
              <a:t>cyberattacks</a:t>
            </a:r>
            <a:r>
              <a:rPr dirty="0" sz="2950" spc="475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305" b="1">
                <a:solidFill>
                  <a:srgbClr val="333433"/>
                </a:solidFill>
                <a:latin typeface="Comic Sans MS"/>
                <a:cs typeface="Comic Sans MS"/>
              </a:rPr>
              <a:t>on</a:t>
            </a:r>
            <a:r>
              <a:rPr dirty="0" sz="2950" spc="47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260" b="1">
                <a:solidFill>
                  <a:srgbClr val="333433"/>
                </a:solidFill>
                <a:latin typeface="Comic Sans MS"/>
                <a:cs typeface="Comic Sans MS"/>
              </a:rPr>
              <a:t>Baltic</a:t>
            </a:r>
            <a:r>
              <a:rPr dirty="0" sz="2950" spc="475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295" b="1">
                <a:solidFill>
                  <a:srgbClr val="333433"/>
                </a:solidFill>
                <a:latin typeface="Comic Sans MS"/>
                <a:cs typeface="Comic Sans MS"/>
              </a:rPr>
              <a:t>States:</a:t>
            </a:r>
            <a:r>
              <a:rPr dirty="0" sz="2950" spc="15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The</a:t>
            </a:r>
            <a:r>
              <a:rPr dirty="0" sz="2400" spc="-5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Russian</a:t>
            </a:r>
            <a:r>
              <a:rPr dirty="0" sz="2400" spc="-5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hackers</a:t>
            </a:r>
            <a:r>
              <a:rPr dirty="0" sz="2400" spc="-5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targeted</a:t>
            </a:r>
            <a:r>
              <a:rPr dirty="0" sz="2400" spc="-5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government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portals</a:t>
            </a:r>
            <a:r>
              <a:rPr dirty="0" sz="2400" spc="-2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in</a:t>
            </a:r>
            <a:r>
              <a:rPr dirty="0" sz="2400" spc="-15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Estonia</a:t>
            </a:r>
            <a:r>
              <a:rPr dirty="0" sz="2400" spc="-2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and</a:t>
            </a:r>
            <a:r>
              <a:rPr dirty="0" sz="2400" spc="-15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Latvia</a:t>
            </a:r>
            <a:r>
              <a:rPr dirty="0" sz="2400" spc="-15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in</a:t>
            </a:r>
            <a:r>
              <a:rPr dirty="0" sz="2400" spc="-2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November</a:t>
            </a:r>
            <a:r>
              <a:rPr dirty="0" sz="2400" spc="-15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2023.</a:t>
            </a:r>
            <a:r>
              <a:rPr dirty="0" sz="2400" spc="-2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As</a:t>
            </a:r>
            <a:r>
              <a:rPr dirty="0" sz="2400" spc="-15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</a:t>
            </a:r>
            <a:r>
              <a:rPr dirty="0" sz="2400" spc="-15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result,</a:t>
            </a:r>
            <a:r>
              <a:rPr dirty="0" sz="2400" spc="-2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services</a:t>
            </a:r>
            <a:r>
              <a:rPr dirty="0" sz="2400" spc="-15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experienced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temporary</a:t>
            </a:r>
            <a:r>
              <a:rPr dirty="0" sz="2400" spc="-3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outages.</a:t>
            </a:r>
            <a:r>
              <a:rPr dirty="0" sz="2400" spc="-2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The</a:t>
            </a:r>
            <a:r>
              <a:rPr dirty="0" sz="2400" spc="-2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attacks</a:t>
            </a:r>
            <a:r>
              <a:rPr dirty="0" sz="2400" spc="-2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were</a:t>
            </a:r>
            <a:r>
              <a:rPr dirty="0" sz="2400" spc="-2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politically</a:t>
            </a:r>
            <a:r>
              <a:rPr dirty="0" sz="2400" spc="-2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motivated.</a:t>
            </a:r>
            <a:endParaRPr sz="2400">
              <a:latin typeface="Comic Sans MS"/>
              <a:cs typeface="Comic Sans MS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01384" y="4941569"/>
            <a:ext cx="104775" cy="104774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4768630" y="4658678"/>
            <a:ext cx="12700000" cy="5119370"/>
          </a:xfrm>
          <a:prstGeom prst="rect">
            <a:avLst/>
          </a:prstGeom>
        </p:spPr>
        <p:txBody>
          <a:bodyPr wrap="square" lIns="0" tIns="3810" rIns="0" bIns="0" rtlCol="0" vert="horz">
            <a:spAutoFit/>
          </a:bodyPr>
          <a:lstStyle/>
          <a:p>
            <a:pPr algn="just" marL="12700" marR="5080">
              <a:lnSpc>
                <a:spcPct val="112599"/>
              </a:lnSpc>
              <a:spcBef>
                <a:spcPts val="30"/>
              </a:spcBef>
            </a:pPr>
            <a:r>
              <a:rPr dirty="0" sz="2950" spc="-295" b="1">
                <a:solidFill>
                  <a:srgbClr val="333433"/>
                </a:solidFill>
                <a:latin typeface="Comic Sans MS"/>
                <a:cs typeface="Comic Sans MS"/>
              </a:rPr>
              <a:t>Chinese</a:t>
            </a:r>
            <a:r>
              <a:rPr dirty="0" sz="2950" spc="-25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265" b="1">
                <a:solidFill>
                  <a:srgbClr val="333433"/>
                </a:solidFill>
                <a:latin typeface="Comic Sans MS"/>
                <a:cs typeface="Comic Sans MS"/>
              </a:rPr>
              <a:t>surveillance</a:t>
            </a:r>
            <a:r>
              <a:rPr dirty="0" sz="2950" spc="145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290" b="1">
                <a:solidFill>
                  <a:srgbClr val="333433"/>
                </a:solidFill>
                <a:latin typeface="Comic Sans MS"/>
                <a:cs typeface="Comic Sans MS"/>
              </a:rPr>
              <a:t>of</a:t>
            </a:r>
            <a:r>
              <a:rPr dirty="0" sz="2950" spc="15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305" b="1">
                <a:solidFill>
                  <a:srgbClr val="333433"/>
                </a:solidFill>
                <a:latin typeface="Comic Sans MS"/>
                <a:cs typeface="Comic Sans MS"/>
              </a:rPr>
              <a:t>Southeast</a:t>
            </a:r>
            <a:r>
              <a:rPr dirty="0" sz="2950" spc="15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295" b="1">
                <a:solidFill>
                  <a:srgbClr val="333433"/>
                </a:solidFill>
                <a:latin typeface="Comic Sans MS"/>
                <a:cs typeface="Comic Sans MS"/>
              </a:rPr>
              <a:t>Asian</a:t>
            </a:r>
            <a:r>
              <a:rPr dirty="0" sz="2950" spc="15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320" b="1">
                <a:solidFill>
                  <a:srgbClr val="333433"/>
                </a:solidFill>
                <a:latin typeface="Comic Sans MS"/>
                <a:cs typeface="Comic Sans MS"/>
              </a:rPr>
              <a:t>governments:</a:t>
            </a:r>
            <a:r>
              <a:rPr dirty="0" sz="2950" spc="-5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The</a:t>
            </a:r>
            <a:r>
              <a:rPr dirty="0" sz="2400" spc="37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campaign</a:t>
            </a:r>
            <a:r>
              <a:rPr dirty="0" sz="2400" spc="37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was</a:t>
            </a:r>
            <a:r>
              <a:rPr dirty="0" sz="2400" spc="37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revealed</a:t>
            </a:r>
            <a:r>
              <a:rPr dirty="0" sz="2400" spc="37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25">
                <a:solidFill>
                  <a:srgbClr val="333433"/>
                </a:solidFill>
                <a:latin typeface="Comic Sans MS"/>
                <a:cs typeface="Comic Sans MS"/>
              </a:rPr>
              <a:t>in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October</a:t>
            </a:r>
            <a:r>
              <a:rPr dirty="0" sz="2400" spc="2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2023</a:t>
            </a:r>
            <a:r>
              <a:rPr dirty="0" sz="2400" spc="3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and</a:t>
            </a:r>
            <a:r>
              <a:rPr dirty="0" sz="2400" spc="2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conducted</a:t>
            </a:r>
            <a:r>
              <a:rPr dirty="0" sz="2400" spc="3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by</a:t>
            </a:r>
            <a:r>
              <a:rPr dirty="0" sz="2400" spc="3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Chinese</a:t>
            </a:r>
            <a:r>
              <a:rPr dirty="0" sz="2400" spc="2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hackers.</a:t>
            </a:r>
            <a:r>
              <a:rPr dirty="0" sz="2400" spc="3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They</a:t>
            </a:r>
            <a:r>
              <a:rPr dirty="0" sz="2400" spc="2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infiltrated</a:t>
            </a:r>
            <a:r>
              <a:rPr dirty="0" sz="2400" spc="3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government</a:t>
            </a:r>
            <a:r>
              <a:rPr dirty="0" sz="2400" spc="3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networks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across</a:t>
            </a:r>
            <a:r>
              <a:rPr dirty="0" sz="2400" spc="5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Southeast</a:t>
            </a:r>
            <a:r>
              <a:rPr dirty="0" sz="2400" spc="5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Asia</a:t>
            </a:r>
            <a:r>
              <a:rPr dirty="0" sz="2400" spc="5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and</a:t>
            </a:r>
            <a:r>
              <a:rPr dirty="0" sz="2400" spc="5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gained</a:t>
            </a:r>
            <a:r>
              <a:rPr dirty="0" sz="2400" spc="5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long-term</a:t>
            </a:r>
            <a:r>
              <a:rPr dirty="0" sz="2400" spc="5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access.</a:t>
            </a:r>
            <a:r>
              <a:rPr dirty="0" sz="2400" spc="5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This</a:t>
            </a:r>
            <a:r>
              <a:rPr dirty="0" sz="2400" spc="5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allowed</a:t>
            </a:r>
            <a:r>
              <a:rPr dirty="0" sz="2400" spc="5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the</a:t>
            </a:r>
            <a:r>
              <a:rPr dirty="0" sz="2400" spc="5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attackers</a:t>
            </a:r>
            <a:r>
              <a:rPr dirty="0" sz="2400" spc="5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 spc="-25">
                <a:solidFill>
                  <a:srgbClr val="333433"/>
                </a:solidFill>
                <a:latin typeface="Comic Sans MS"/>
                <a:cs typeface="Comic Sans MS"/>
              </a:rPr>
              <a:t>to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monitor</a:t>
            </a:r>
            <a:r>
              <a:rPr dirty="0" sz="2400" spc="-4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data.</a:t>
            </a:r>
            <a:r>
              <a:rPr dirty="0" sz="2400" spc="-4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The</a:t>
            </a:r>
            <a:r>
              <a:rPr dirty="0" sz="2400" spc="-4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operation</a:t>
            </a:r>
            <a:r>
              <a:rPr dirty="0" sz="2400" spc="-4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focused</a:t>
            </a:r>
            <a:r>
              <a:rPr dirty="0" sz="2400" spc="-4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on</a:t>
            </a:r>
            <a:r>
              <a:rPr dirty="0" sz="2400" spc="-4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regional</a:t>
            </a:r>
            <a:r>
              <a:rPr dirty="0" sz="2400" spc="-4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political</a:t>
            </a:r>
            <a:r>
              <a:rPr dirty="0" sz="2400" spc="-4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intelligence.</a:t>
            </a:r>
            <a:endParaRPr sz="2400">
              <a:latin typeface="Comic Sans MS"/>
              <a:cs typeface="Comic Sans MS"/>
            </a:endParaRPr>
          </a:p>
          <a:p>
            <a:pPr algn="just" marL="12700" marR="5080">
              <a:lnSpc>
                <a:spcPct val="111700"/>
              </a:lnSpc>
              <a:spcBef>
                <a:spcPts val="2755"/>
              </a:spcBef>
            </a:pPr>
            <a:r>
              <a:rPr dirty="0" sz="2950" spc="-285" b="1">
                <a:solidFill>
                  <a:srgbClr val="333433"/>
                </a:solidFill>
                <a:latin typeface="Comic Sans MS"/>
                <a:cs typeface="Comic Sans MS"/>
              </a:rPr>
              <a:t>Iranian</a:t>
            </a:r>
            <a:r>
              <a:rPr dirty="0" sz="2950" spc="14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310" b="1">
                <a:solidFill>
                  <a:srgbClr val="333433"/>
                </a:solidFill>
                <a:latin typeface="Comic Sans MS"/>
                <a:cs typeface="Comic Sans MS"/>
              </a:rPr>
              <a:t>hack</a:t>
            </a:r>
            <a:r>
              <a:rPr dirty="0" sz="2950" spc="14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290" b="1">
                <a:solidFill>
                  <a:srgbClr val="333433"/>
                </a:solidFill>
                <a:latin typeface="Comic Sans MS"/>
                <a:cs typeface="Comic Sans MS"/>
              </a:rPr>
              <a:t>of</a:t>
            </a:r>
            <a:r>
              <a:rPr dirty="0" sz="2950" spc="145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290" b="1">
                <a:solidFill>
                  <a:srgbClr val="333433"/>
                </a:solidFill>
                <a:latin typeface="Comic Sans MS"/>
                <a:cs typeface="Comic Sans MS"/>
              </a:rPr>
              <a:t>Albanian</a:t>
            </a:r>
            <a:r>
              <a:rPr dirty="0" sz="2950" spc="14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305" b="1">
                <a:solidFill>
                  <a:srgbClr val="333433"/>
                </a:solidFill>
                <a:latin typeface="Comic Sans MS"/>
                <a:cs typeface="Comic Sans MS"/>
              </a:rPr>
              <a:t>government:</a:t>
            </a:r>
            <a:r>
              <a:rPr dirty="0" sz="2950" spc="14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Reports</a:t>
            </a:r>
            <a:r>
              <a:rPr dirty="0" sz="2400" spc="37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state</a:t>
            </a:r>
            <a:r>
              <a:rPr dirty="0" sz="2400" spc="37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that</a:t>
            </a:r>
            <a:r>
              <a:rPr dirty="0" sz="2400" spc="37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Iranian</a:t>
            </a:r>
            <a:r>
              <a:rPr dirty="0" sz="2400" spc="37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hackers</a:t>
            </a:r>
            <a:r>
              <a:rPr dirty="0" sz="2400" spc="37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disrupted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Albanian</a:t>
            </a:r>
            <a:r>
              <a:rPr dirty="0" sz="2400" spc="21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government</a:t>
            </a:r>
            <a:r>
              <a:rPr dirty="0" sz="2400" spc="21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digital</a:t>
            </a:r>
            <a:r>
              <a:rPr dirty="0" sz="2400" spc="21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services</a:t>
            </a:r>
            <a:r>
              <a:rPr dirty="0" sz="2400" spc="21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because</a:t>
            </a:r>
            <a:r>
              <a:rPr dirty="0" sz="2400" spc="21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of</a:t>
            </a:r>
            <a:r>
              <a:rPr dirty="0" sz="2400" spc="21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public</a:t>
            </a:r>
            <a:r>
              <a:rPr dirty="0" sz="2400" spc="21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systems</a:t>
            </a:r>
            <a:r>
              <a:rPr dirty="0" sz="2400" spc="21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being</a:t>
            </a:r>
            <a:r>
              <a:rPr dirty="0" sz="2400" spc="21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taken</a:t>
            </a:r>
            <a:r>
              <a:rPr dirty="0" sz="2400" spc="21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offline</a:t>
            </a:r>
            <a:r>
              <a:rPr dirty="0" sz="2400" spc="21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25">
                <a:solidFill>
                  <a:srgbClr val="333433"/>
                </a:solidFill>
                <a:latin typeface="Comic Sans MS"/>
                <a:cs typeface="Comic Sans MS"/>
              </a:rPr>
              <a:t>for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days.</a:t>
            </a:r>
            <a:r>
              <a:rPr dirty="0" sz="2400" spc="-4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The</a:t>
            </a:r>
            <a:r>
              <a:rPr dirty="0" sz="2400" spc="-3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incident</a:t>
            </a:r>
            <a:r>
              <a:rPr dirty="0" sz="2400" spc="-3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was</a:t>
            </a:r>
            <a:r>
              <a:rPr dirty="0" sz="2400" spc="-4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reported</a:t>
            </a:r>
            <a:r>
              <a:rPr dirty="0" sz="2400" spc="-3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in</a:t>
            </a:r>
            <a:r>
              <a:rPr dirty="0" sz="2400" spc="-3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October</a:t>
            </a:r>
            <a:r>
              <a:rPr dirty="0" sz="2400" spc="-3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2023</a:t>
            </a:r>
            <a:r>
              <a:rPr dirty="0" sz="2400" spc="-4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and</a:t>
            </a:r>
            <a:r>
              <a:rPr dirty="0" sz="2400" spc="-3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followed</a:t>
            </a:r>
            <a:r>
              <a:rPr dirty="0" sz="2400" spc="-3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diplomatic</a:t>
            </a:r>
            <a:r>
              <a:rPr dirty="0" sz="2400" spc="-3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tensions.</a:t>
            </a:r>
            <a:endParaRPr sz="2400">
              <a:latin typeface="Comic Sans MS"/>
              <a:cs typeface="Comic Sans MS"/>
            </a:endParaRPr>
          </a:p>
          <a:p>
            <a:pPr algn="just" marL="12700" marR="5080">
              <a:lnSpc>
                <a:spcPct val="111700"/>
              </a:lnSpc>
              <a:spcBef>
                <a:spcPts val="2755"/>
              </a:spcBef>
            </a:pPr>
            <a:r>
              <a:rPr dirty="0" sz="2950" spc="-330" b="1">
                <a:solidFill>
                  <a:srgbClr val="333433"/>
                </a:solidFill>
                <a:latin typeface="Comic Sans MS"/>
                <a:cs typeface="Comic Sans MS"/>
              </a:rPr>
              <a:t>Ransomware</a:t>
            </a:r>
            <a:r>
              <a:rPr dirty="0" sz="2950" spc="19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290" b="1">
                <a:solidFill>
                  <a:srgbClr val="333433"/>
                </a:solidFill>
                <a:latin typeface="Comic Sans MS"/>
                <a:cs typeface="Comic Sans MS"/>
              </a:rPr>
              <a:t>attack</a:t>
            </a:r>
            <a:r>
              <a:rPr dirty="0" sz="2950" spc="185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305" b="1">
                <a:solidFill>
                  <a:srgbClr val="333433"/>
                </a:solidFill>
                <a:latin typeface="Comic Sans MS"/>
                <a:cs typeface="Comic Sans MS"/>
              </a:rPr>
              <a:t>on</a:t>
            </a:r>
            <a:r>
              <a:rPr dirty="0" sz="2950" spc="19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275" b="1">
                <a:solidFill>
                  <a:srgbClr val="333433"/>
                </a:solidFill>
                <a:latin typeface="Comic Sans MS"/>
                <a:cs typeface="Comic Sans MS"/>
              </a:rPr>
              <a:t>Sri</a:t>
            </a:r>
            <a:r>
              <a:rPr dirty="0" sz="2950" spc="19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310" b="1">
                <a:solidFill>
                  <a:srgbClr val="333433"/>
                </a:solidFill>
                <a:latin typeface="Comic Sans MS"/>
                <a:cs typeface="Comic Sans MS"/>
              </a:rPr>
              <a:t>Lankan</a:t>
            </a:r>
            <a:r>
              <a:rPr dirty="0" sz="2950" spc="19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305" b="1">
                <a:solidFill>
                  <a:srgbClr val="333433"/>
                </a:solidFill>
                <a:latin typeface="Comic Sans MS"/>
                <a:cs typeface="Comic Sans MS"/>
              </a:rPr>
              <a:t>government:</a:t>
            </a:r>
            <a:r>
              <a:rPr dirty="0" sz="2950" spc="185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Hackers</a:t>
            </a:r>
            <a:r>
              <a:rPr dirty="0" sz="2400" spc="41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gained</a:t>
            </a:r>
            <a:r>
              <a:rPr dirty="0" sz="2400" spc="42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unauthorized</a:t>
            </a:r>
            <a:r>
              <a:rPr dirty="0" sz="2400" spc="42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access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and</a:t>
            </a:r>
            <a:r>
              <a:rPr dirty="0" sz="2400" spc="2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deleted</a:t>
            </a:r>
            <a:r>
              <a:rPr dirty="0" sz="2400" spc="2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months</a:t>
            </a:r>
            <a:r>
              <a:rPr dirty="0" sz="2400" spc="2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of</a:t>
            </a:r>
            <a:r>
              <a:rPr dirty="0" sz="2400" spc="3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government</a:t>
            </a:r>
            <a:r>
              <a:rPr dirty="0" sz="2400" spc="2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cloud</a:t>
            </a:r>
            <a:r>
              <a:rPr dirty="0" sz="2400" spc="2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data</a:t>
            </a:r>
            <a:r>
              <a:rPr dirty="0" sz="2400" spc="3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in</a:t>
            </a:r>
            <a:r>
              <a:rPr dirty="0" sz="2400" spc="2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September</a:t>
            </a:r>
            <a:r>
              <a:rPr dirty="0" sz="2400" spc="2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2023.</a:t>
            </a:r>
            <a:r>
              <a:rPr dirty="0" sz="2400" spc="3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Their</a:t>
            </a:r>
            <a:r>
              <a:rPr dirty="0" sz="2400" spc="2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backup</a:t>
            </a:r>
            <a:r>
              <a:rPr dirty="0" sz="2400" spc="2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systems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failed</a:t>
            </a:r>
            <a:r>
              <a:rPr dirty="0" sz="2400" spc="-5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to</a:t>
            </a:r>
            <a:r>
              <a:rPr dirty="0" sz="2400" spc="-4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restore</a:t>
            </a:r>
            <a:r>
              <a:rPr dirty="0" sz="2400" spc="-4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information,</a:t>
            </a:r>
            <a:r>
              <a:rPr dirty="0" sz="2400" spc="-4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and</a:t>
            </a:r>
            <a:r>
              <a:rPr dirty="0" sz="2400" spc="-4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public</a:t>
            </a:r>
            <a:r>
              <a:rPr dirty="0" sz="2400" spc="-4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services</a:t>
            </a:r>
            <a:r>
              <a:rPr dirty="0" sz="2400" spc="-4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suffered</a:t>
            </a:r>
            <a:r>
              <a:rPr dirty="0" sz="2400" spc="-4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long-term</a:t>
            </a:r>
            <a:r>
              <a:rPr dirty="0" sz="2400" spc="-4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disruption.</a:t>
            </a:r>
            <a:endParaRPr sz="2400">
              <a:latin typeface="Comic Sans MS"/>
              <a:cs typeface="Comic Sans MS"/>
            </a:endParaRP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01384" y="7037069"/>
            <a:ext cx="104775" cy="10477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01384" y="8713468"/>
            <a:ext cx="104775" cy="104774"/>
          </a:xfrm>
          <a:prstGeom prst="rect">
            <a:avLst/>
          </a:prstGeom>
        </p:spPr>
      </p:pic>
      <p:grpSp>
        <p:nvGrpSpPr>
          <p:cNvPr id="13" name="object 13"/>
          <p:cNvGrpSpPr/>
          <p:nvPr/>
        </p:nvGrpSpPr>
        <p:grpSpPr>
          <a:xfrm>
            <a:off x="0" y="0"/>
            <a:ext cx="1350010" cy="10287000"/>
            <a:chOff x="0" y="0"/>
            <a:chExt cx="1350010" cy="10287000"/>
          </a:xfrm>
        </p:grpSpPr>
        <p:sp>
          <p:nvSpPr>
            <p:cNvPr id="14" name="object 14"/>
            <p:cNvSpPr/>
            <p:nvPr/>
          </p:nvSpPr>
          <p:spPr>
            <a:xfrm>
              <a:off x="0" y="0"/>
              <a:ext cx="1350010" cy="10287000"/>
            </a:xfrm>
            <a:custGeom>
              <a:avLst/>
              <a:gdLst/>
              <a:ahLst/>
              <a:cxnLst/>
              <a:rect l="l" t="t" r="r" b="b"/>
              <a:pathLst>
                <a:path w="1350010" h="10287000">
                  <a:moveTo>
                    <a:pt x="512201" y="10287000"/>
                  </a:moveTo>
                  <a:lnTo>
                    <a:pt x="628900" y="5391484"/>
                  </a:lnTo>
                  <a:lnTo>
                    <a:pt x="943209" y="5604354"/>
                  </a:lnTo>
                  <a:lnTo>
                    <a:pt x="1051959" y="5865634"/>
                  </a:lnTo>
                  <a:lnTo>
                    <a:pt x="1076164" y="6220955"/>
                  </a:lnTo>
                  <a:lnTo>
                    <a:pt x="1349713" y="6649286"/>
                  </a:lnTo>
                  <a:lnTo>
                    <a:pt x="1224317" y="7106922"/>
                  </a:lnTo>
                  <a:lnTo>
                    <a:pt x="931066" y="7350513"/>
                  </a:lnTo>
                  <a:lnTo>
                    <a:pt x="890753" y="9041632"/>
                  </a:lnTo>
                  <a:lnTo>
                    <a:pt x="825509" y="9408161"/>
                  </a:lnTo>
                  <a:lnTo>
                    <a:pt x="807119" y="9767380"/>
                  </a:lnTo>
                  <a:lnTo>
                    <a:pt x="794732" y="10287000"/>
                  </a:lnTo>
                  <a:lnTo>
                    <a:pt x="512201" y="10287000"/>
                  </a:lnTo>
                  <a:close/>
                </a:path>
                <a:path w="1350010" h="10287000">
                  <a:moveTo>
                    <a:pt x="890753" y="9041632"/>
                  </a:moveTo>
                  <a:lnTo>
                    <a:pt x="931066" y="7350513"/>
                  </a:lnTo>
                  <a:lnTo>
                    <a:pt x="1002791" y="7825132"/>
                  </a:lnTo>
                  <a:lnTo>
                    <a:pt x="1182848" y="8052981"/>
                  </a:lnTo>
                  <a:lnTo>
                    <a:pt x="1160168" y="8571535"/>
                  </a:lnTo>
                  <a:lnTo>
                    <a:pt x="924225" y="8853587"/>
                  </a:lnTo>
                  <a:lnTo>
                    <a:pt x="890753" y="9041632"/>
                  </a:lnTo>
                  <a:close/>
                </a:path>
                <a:path w="1350010" h="10287000">
                  <a:moveTo>
                    <a:pt x="794732" y="10287000"/>
                  </a:moveTo>
                  <a:lnTo>
                    <a:pt x="807119" y="9767380"/>
                  </a:lnTo>
                  <a:lnTo>
                    <a:pt x="997321" y="10115848"/>
                  </a:lnTo>
                  <a:lnTo>
                    <a:pt x="997672" y="10287000"/>
                  </a:lnTo>
                  <a:lnTo>
                    <a:pt x="794732" y="10287000"/>
                  </a:lnTo>
                  <a:close/>
                </a:path>
                <a:path w="1350010" h="10287000">
                  <a:moveTo>
                    <a:pt x="788407" y="1977564"/>
                  </a:moveTo>
                  <a:lnTo>
                    <a:pt x="822758" y="536562"/>
                  </a:lnTo>
                  <a:lnTo>
                    <a:pt x="841251" y="884131"/>
                  </a:lnTo>
                  <a:lnTo>
                    <a:pt x="912389" y="1259732"/>
                  </a:lnTo>
                  <a:lnTo>
                    <a:pt x="1034907" y="1716400"/>
                  </a:lnTo>
                  <a:lnTo>
                    <a:pt x="788407" y="1977564"/>
                  </a:lnTo>
                  <a:close/>
                </a:path>
                <a:path w="1350010" h="10287000">
                  <a:moveTo>
                    <a:pt x="0" y="0"/>
                  </a:moveTo>
                  <a:lnTo>
                    <a:pt x="932543" y="0"/>
                  </a:lnTo>
                  <a:lnTo>
                    <a:pt x="947084" y="61949"/>
                  </a:lnTo>
                  <a:lnTo>
                    <a:pt x="822758" y="536562"/>
                  </a:lnTo>
                  <a:lnTo>
                    <a:pt x="788407" y="1977564"/>
                  </a:lnTo>
                  <a:lnTo>
                    <a:pt x="679904" y="2118201"/>
                  </a:lnTo>
                  <a:lnTo>
                    <a:pt x="629832" y="4218701"/>
                  </a:lnTo>
                  <a:lnTo>
                    <a:pt x="600722" y="4295873"/>
                  </a:lnTo>
                  <a:lnTo>
                    <a:pt x="457905" y="10287000"/>
                  </a:lnTo>
                  <a:lnTo>
                    <a:pt x="0" y="10287000"/>
                  </a:lnTo>
                  <a:lnTo>
                    <a:pt x="0" y="0"/>
                  </a:lnTo>
                  <a:close/>
                </a:path>
                <a:path w="1350010" h="10287000">
                  <a:moveTo>
                    <a:pt x="457905" y="10287000"/>
                  </a:moveTo>
                  <a:lnTo>
                    <a:pt x="600722" y="4295873"/>
                  </a:lnTo>
                  <a:lnTo>
                    <a:pt x="807494" y="4588233"/>
                  </a:lnTo>
                  <a:lnTo>
                    <a:pt x="667412" y="4858076"/>
                  </a:lnTo>
                  <a:lnTo>
                    <a:pt x="656518" y="5315053"/>
                  </a:lnTo>
                  <a:lnTo>
                    <a:pt x="628900" y="5391484"/>
                  </a:lnTo>
                  <a:lnTo>
                    <a:pt x="512201" y="10287000"/>
                  </a:lnTo>
                  <a:lnTo>
                    <a:pt x="457905" y="10287000"/>
                  </a:lnTo>
                  <a:close/>
                </a:path>
                <a:path w="1350010" h="10287000">
                  <a:moveTo>
                    <a:pt x="629832" y="4218701"/>
                  </a:moveTo>
                  <a:lnTo>
                    <a:pt x="654051" y="3202697"/>
                  </a:lnTo>
                  <a:lnTo>
                    <a:pt x="762717" y="3529323"/>
                  </a:lnTo>
                  <a:lnTo>
                    <a:pt x="800296" y="3766796"/>
                  </a:lnTo>
                  <a:lnTo>
                    <a:pt x="629832" y="4218701"/>
                  </a:lnTo>
                  <a:close/>
                </a:path>
                <a:path w="1350010" h="10287000">
                  <a:moveTo>
                    <a:pt x="656518" y="5315053"/>
                  </a:moveTo>
                  <a:lnTo>
                    <a:pt x="667412" y="4858076"/>
                  </a:lnTo>
                  <a:lnTo>
                    <a:pt x="743319" y="5074844"/>
                  </a:lnTo>
                  <a:lnTo>
                    <a:pt x="656518" y="5315053"/>
                  </a:lnTo>
                  <a:close/>
                </a:path>
                <a:path w="1350010" h="10287000">
                  <a:moveTo>
                    <a:pt x="654051" y="3202697"/>
                  </a:moveTo>
                  <a:lnTo>
                    <a:pt x="679904" y="2118201"/>
                  </a:lnTo>
                  <a:lnTo>
                    <a:pt x="750147" y="2510733"/>
                  </a:lnTo>
                  <a:lnTo>
                    <a:pt x="721017" y="2866992"/>
                  </a:lnTo>
                  <a:lnTo>
                    <a:pt x="654051" y="320269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0" y="0"/>
              <a:ext cx="1198880" cy="10287000"/>
            </a:xfrm>
            <a:custGeom>
              <a:avLst/>
              <a:gdLst/>
              <a:ahLst/>
              <a:cxnLst/>
              <a:rect l="l" t="t" r="r" b="b"/>
              <a:pathLst>
                <a:path w="1198880" h="10287000">
                  <a:moveTo>
                    <a:pt x="856848" y="6970099"/>
                  </a:moveTo>
                  <a:lnTo>
                    <a:pt x="880990" y="5957368"/>
                  </a:lnTo>
                  <a:lnTo>
                    <a:pt x="1198850" y="6299544"/>
                  </a:lnTo>
                  <a:lnTo>
                    <a:pt x="1197589" y="6640992"/>
                  </a:lnTo>
                  <a:lnTo>
                    <a:pt x="856848" y="6970099"/>
                  </a:lnTo>
                  <a:close/>
                </a:path>
                <a:path w="1198880" h="10287000">
                  <a:moveTo>
                    <a:pt x="690277" y="9000443"/>
                  </a:moveTo>
                  <a:lnTo>
                    <a:pt x="735892" y="7086926"/>
                  </a:lnTo>
                  <a:lnTo>
                    <a:pt x="807138" y="7561043"/>
                  </a:lnTo>
                  <a:lnTo>
                    <a:pt x="986943" y="7789132"/>
                  </a:lnTo>
                  <a:lnTo>
                    <a:pt x="992956" y="8320163"/>
                  </a:lnTo>
                  <a:lnTo>
                    <a:pt x="850108" y="8623596"/>
                  </a:lnTo>
                  <a:lnTo>
                    <a:pt x="690277" y="9000443"/>
                  </a:lnTo>
                  <a:close/>
                </a:path>
                <a:path w="1198880" h="10287000">
                  <a:moveTo>
                    <a:pt x="592538" y="10287000"/>
                  </a:moveTo>
                  <a:lnTo>
                    <a:pt x="611191" y="9504514"/>
                  </a:lnTo>
                  <a:lnTo>
                    <a:pt x="934721" y="9856161"/>
                  </a:lnTo>
                  <a:lnTo>
                    <a:pt x="935590" y="10159826"/>
                  </a:lnTo>
                  <a:lnTo>
                    <a:pt x="884495" y="10287000"/>
                  </a:lnTo>
                  <a:lnTo>
                    <a:pt x="592538" y="10287000"/>
                  </a:lnTo>
                  <a:close/>
                </a:path>
                <a:path w="1198880" h="10287000">
                  <a:moveTo>
                    <a:pt x="310006" y="10287000"/>
                  </a:moveTo>
                  <a:lnTo>
                    <a:pt x="432984" y="5128126"/>
                  </a:lnTo>
                  <a:lnTo>
                    <a:pt x="751505" y="5215807"/>
                  </a:lnTo>
                  <a:lnTo>
                    <a:pt x="955977" y="5594340"/>
                  </a:lnTo>
                  <a:lnTo>
                    <a:pt x="880990" y="5957368"/>
                  </a:lnTo>
                  <a:lnTo>
                    <a:pt x="856848" y="6970099"/>
                  </a:lnTo>
                  <a:lnTo>
                    <a:pt x="735892" y="7086926"/>
                  </a:lnTo>
                  <a:lnTo>
                    <a:pt x="690277" y="9000443"/>
                  </a:lnTo>
                  <a:lnTo>
                    <a:pt x="629365" y="9144062"/>
                  </a:lnTo>
                  <a:lnTo>
                    <a:pt x="611191" y="9504514"/>
                  </a:lnTo>
                  <a:lnTo>
                    <a:pt x="592538" y="10287000"/>
                  </a:lnTo>
                  <a:lnTo>
                    <a:pt x="310006" y="10287000"/>
                  </a:lnTo>
                  <a:close/>
                </a:path>
                <a:path w="1198880" h="10287000">
                  <a:moveTo>
                    <a:pt x="593204" y="1715206"/>
                  </a:moveTo>
                  <a:lnTo>
                    <a:pt x="627555" y="274204"/>
                  </a:lnTo>
                  <a:lnTo>
                    <a:pt x="646048" y="621772"/>
                  </a:lnTo>
                  <a:lnTo>
                    <a:pt x="717192" y="997128"/>
                  </a:lnTo>
                  <a:lnTo>
                    <a:pt x="839950" y="1454047"/>
                  </a:lnTo>
                  <a:lnTo>
                    <a:pt x="593204" y="1715206"/>
                  </a:lnTo>
                  <a:close/>
                </a:path>
                <a:path w="1198880" h="10287000">
                  <a:moveTo>
                    <a:pt x="435355" y="3956781"/>
                  </a:moveTo>
                  <a:lnTo>
                    <a:pt x="459614" y="2939129"/>
                  </a:lnTo>
                  <a:lnTo>
                    <a:pt x="720547" y="3185612"/>
                  </a:lnTo>
                  <a:lnTo>
                    <a:pt x="606344" y="3503485"/>
                  </a:lnTo>
                  <a:lnTo>
                    <a:pt x="435355" y="3956781"/>
                  </a:lnTo>
                  <a:close/>
                </a:path>
                <a:path w="1198880" h="10287000">
                  <a:moveTo>
                    <a:pt x="257677" y="10287000"/>
                  </a:moveTo>
                  <a:lnTo>
                    <a:pt x="406770" y="4032562"/>
                  </a:lnTo>
                  <a:lnTo>
                    <a:pt x="613296" y="4324916"/>
                  </a:lnTo>
                  <a:lnTo>
                    <a:pt x="473454" y="4595010"/>
                  </a:lnTo>
                  <a:lnTo>
                    <a:pt x="462714" y="5045553"/>
                  </a:lnTo>
                  <a:lnTo>
                    <a:pt x="432984" y="5128126"/>
                  </a:lnTo>
                  <a:lnTo>
                    <a:pt x="310006" y="10287000"/>
                  </a:lnTo>
                  <a:lnTo>
                    <a:pt x="257677" y="10287000"/>
                  </a:lnTo>
                  <a:close/>
                </a:path>
                <a:path w="1198880" h="10287000">
                  <a:moveTo>
                    <a:pt x="0" y="0"/>
                  </a:moveTo>
                  <a:lnTo>
                    <a:pt x="700063" y="0"/>
                  </a:lnTo>
                  <a:lnTo>
                    <a:pt x="627555" y="274204"/>
                  </a:lnTo>
                  <a:lnTo>
                    <a:pt x="593204" y="1715206"/>
                  </a:lnTo>
                  <a:lnTo>
                    <a:pt x="374744" y="1923483"/>
                  </a:lnTo>
                  <a:lnTo>
                    <a:pt x="175374" y="10287000"/>
                  </a:lnTo>
                  <a:lnTo>
                    <a:pt x="0" y="10287000"/>
                  </a:lnTo>
                  <a:lnTo>
                    <a:pt x="0" y="0"/>
                  </a:lnTo>
                  <a:close/>
                </a:path>
                <a:path w="1198880" h="10287000">
                  <a:moveTo>
                    <a:pt x="175374" y="10287000"/>
                  </a:moveTo>
                  <a:lnTo>
                    <a:pt x="374744" y="1923483"/>
                  </a:lnTo>
                  <a:lnTo>
                    <a:pt x="553991" y="2247123"/>
                  </a:lnTo>
                  <a:lnTo>
                    <a:pt x="624154" y="2756344"/>
                  </a:lnTo>
                  <a:lnTo>
                    <a:pt x="459614" y="2939129"/>
                  </a:lnTo>
                  <a:lnTo>
                    <a:pt x="435355" y="3956781"/>
                  </a:lnTo>
                  <a:lnTo>
                    <a:pt x="406770" y="4032562"/>
                  </a:lnTo>
                  <a:lnTo>
                    <a:pt x="257677" y="10287000"/>
                  </a:lnTo>
                  <a:lnTo>
                    <a:pt x="175374" y="10287000"/>
                  </a:lnTo>
                  <a:close/>
                </a:path>
                <a:path w="1198880" h="10287000">
                  <a:moveTo>
                    <a:pt x="462714" y="5045553"/>
                  </a:moveTo>
                  <a:lnTo>
                    <a:pt x="473454" y="4595010"/>
                  </a:lnTo>
                  <a:lnTo>
                    <a:pt x="547431" y="4810259"/>
                  </a:lnTo>
                  <a:lnTo>
                    <a:pt x="462714" y="50455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0" y="0"/>
              <a:ext cx="798830" cy="10287000"/>
            </a:xfrm>
            <a:custGeom>
              <a:avLst/>
              <a:gdLst/>
              <a:ahLst/>
              <a:cxnLst/>
              <a:rect l="l" t="t" r="r" b="b"/>
              <a:pathLst>
                <a:path w="798830" h="10287000">
                  <a:moveTo>
                    <a:pt x="0" y="9521340"/>
                  </a:moveTo>
                  <a:lnTo>
                    <a:pt x="266853" y="9840239"/>
                  </a:lnTo>
                  <a:lnTo>
                    <a:pt x="267476" y="10143898"/>
                  </a:lnTo>
                  <a:lnTo>
                    <a:pt x="210605" y="10287000"/>
                  </a:lnTo>
                  <a:lnTo>
                    <a:pt x="0" y="10287000"/>
                  </a:lnTo>
                  <a:lnTo>
                    <a:pt x="0" y="9521340"/>
                  </a:lnTo>
                  <a:close/>
                </a:path>
                <a:path w="798830" h="10287000">
                  <a:moveTo>
                    <a:pt x="456618" y="6960558"/>
                  </a:moveTo>
                  <a:lnTo>
                    <a:pt x="480760" y="5947827"/>
                  </a:lnTo>
                  <a:lnTo>
                    <a:pt x="798620" y="6290003"/>
                  </a:lnTo>
                  <a:lnTo>
                    <a:pt x="797359" y="6631451"/>
                  </a:lnTo>
                  <a:lnTo>
                    <a:pt x="456618" y="6960558"/>
                  </a:lnTo>
                  <a:close/>
                </a:path>
                <a:path w="798830" h="10287000">
                  <a:moveTo>
                    <a:pt x="294401" y="8808252"/>
                  </a:moveTo>
                  <a:lnTo>
                    <a:pt x="335662" y="7077385"/>
                  </a:lnTo>
                  <a:lnTo>
                    <a:pt x="407644" y="7551520"/>
                  </a:lnTo>
                  <a:lnTo>
                    <a:pt x="587450" y="7779609"/>
                  </a:lnTo>
                  <a:lnTo>
                    <a:pt x="592708" y="8311358"/>
                  </a:lnTo>
                  <a:lnTo>
                    <a:pt x="449615" y="8614785"/>
                  </a:lnTo>
                  <a:lnTo>
                    <a:pt x="294401" y="8808252"/>
                  </a:lnTo>
                  <a:close/>
                </a:path>
                <a:path w="798830" h="10287000">
                  <a:moveTo>
                    <a:pt x="161723" y="8973630"/>
                  </a:moveTo>
                  <a:lnTo>
                    <a:pt x="255554" y="5037421"/>
                  </a:lnTo>
                  <a:lnTo>
                    <a:pt x="367717" y="5341037"/>
                  </a:lnTo>
                  <a:lnTo>
                    <a:pt x="517719" y="5531074"/>
                  </a:lnTo>
                  <a:lnTo>
                    <a:pt x="480760" y="5947827"/>
                  </a:lnTo>
                  <a:lnTo>
                    <a:pt x="456618" y="6960558"/>
                  </a:lnTo>
                  <a:lnTo>
                    <a:pt x="335662" y="7077385"/>
                  </a:lnTo>
                  <a:lnTo>
                    <a:pt x="294401" y="8808252"/>
                  </a:lnTo>
                  <a:lnTo>
                    <a:pt x="161723" y="8973630"/>
                  </a:lnTo>
                  <a:close/>
                </a:path>
                <a:path w="798830" h="10287000">
                  <a:moveTo>
                    <a:pt x="61708" y="9098294"/>
                  </a:moveTo>
                  <a:lnTo>
                    <a:pt x="186109" y="3879657"/>
                  </a:lnTo>
                  <a:lnTo>
                    <a:pt x="212066" y="4316089"/>
                  </a:lnTo>
                  <a:lnTo>
                    <a:pt x="309445" y="4600927"/>
                  </a:lnTo>
                  <a:lnTo>
                    <a:pt x="299758" y="4790843"/>
                  </a:lnTo>
                  <a:lnTo>
                    <a:pt x="255554" y="5037421"/>
                  </a:lnTo>
                  <a:lnTo>
                    <a:pt x="161723" y="8973630"/>
                  </a:lnTo>
                  <a:lnTo>
                    <a:pt x="61708" y="9098294"/>
                  </a:lnTo>
                  <a:close/>
                </a:path>
                <a:path w="798830" h="10287000">
                  <a:moveTo>
                    <a:pt x="0" y="3006144"/>
                  </a:moveTo>
                  <a:lnTo>
                    <a:pt x="243071" y="3386486"/>
                  </a:lnTo>
                  <a:lnTo>
                    <a:pt x="186109" y="3879657"/>
                  </a:lnTo>
                  <a:lnTo>
                    <a:pt x="61708" y="9098294"/>
                  </a:lnTo>
                  <a:lnTo>
                    <a:pt x="14865" y="9156681"/>
                  </a:lnTo>
                  <a:lnTo>
                    <a:pt x="0" y="9451624"/>
                  </a:lnTo>
                  <a:lnTo>
                    <a:pt x="0" y="3006144"/>
                  </a:lnTo>
                  <a:close/>
                </a:path>
                <a:path w="798830" h="10287000">
                  <a:moveTo>
                    <a:pt x="0" y="2313853"/>
                  </a:moveTo>
                  <a:lnTo>
                    <a:pt x="96560" y="2493432"/>
                  </a:lnTo>
                  <a:lnTo>
                    <a:pt x="0" y="2673341"/>
                  </a:lnTo>
                  <a:lnTo>
                    <a:pt x="0" y="2313853"/>
                  </a:lnTo>
                  <a:close/>
                </a:path>
                <a:path w="798830" h="10287000">
                  <a:moveTo>
                    <a:pt x="0" y="0"/>
                  </a:moveTo>
                  <a:lnTo>
                    <a:pt x="362685" y="0"/>
                  </a:lnTo>
                  <a:lnTo>
                    <a:pt x="365416" y="47039"/>
                  </a:lnTo>
                  <a:lnTo>
                    <a:pt x="367546" y="95837"/>
                  </a:lnTo>
                  <a:lnTo>
                    <a:pt x="367631" y="129696"/>
                  </a:lnTo>
                  <a:lnTo>
                    <a:pt x="388951" y="201195"/>
                  </a:lnTo>
                  <a:lnTo>
                    <a:pt x="438617" y="302987"/>
                  </a:lnTo>
                  <a:lnTo>
                    <a:pt x="488813" y="394106"/>
                  </a:lnTo>
                  <a:lnTo>
                    <a:pt x="511726" y="433582"/>
                  </a:lnTo>
                  <a:lnTo>
                    <a:pt x="464596" y="697572"/>
                  </a:lnTo>
                  <a:lnTo>
                    <a:pt x="445893" y="793881"/>
                  </a:lnTo>
                  <a:lnTo>
                    <a:pt x="375612" y="897674"/>
                  </a:lnTo>
                  <a:lnTo>
                    <a:pt x="240443" y="1033545"/>
                  </a:lnTo>
                  <a:lnTo>
                    <a:pt x="109015" y="1151634"/>
                  </a:lnTo>
                  <a:lnTo>
                    <a:pt x="49955" y="1202077"/>
                  </a:lnTo>
                  <a:lnTo>
                    <a:pt x="27902" y="2127173"/>
                  </a:lnTo>
                  <a:lnTo>
                    <a:pt x="0" y="2274345"/>
                  </a:lnTo>
                  <a:lnTo>
                    <a:pt x="0" y="0"/>
                  </a:lnTo>
                  <a:close/>
                </a:path>
                <a:path w="798830" h="10287000">
                  <a:moveTo>
                    <a:pt x="27902" y="2127173"/>
                  </a:moveTo>
                  <a:lnTo>
                    <a:pt x="49955" y="1202077"/>
                  </a:lnTo>
                  <a:lnTo>
                    <a:pt x="171473" y="1638822"/>
                  </a:lnTo>
                  <a:lnTo>
                    <a:pt x="59375" y="1961168"/>
                  </a:lnTo>
                  <a:lnTo>
                    <a:pt x="27902" y="2127173"/>
                  </a:lnTo>
                  <a:close/>
                </a:path>
              </a:pathLst>
            </a:custGeom>
            <a:solidFill>
              <a:srgbClr val="FFD04D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72352" y="1169669"/>
            <a:ext cx="104775" cy="104774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839597" y="884363"/>
            <a:ext cx="15602585" cy="1769110"/>
          </a:xfrm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algn="just" marL="12700" marR="5080">
              <a:lnSpc>
                <a:spcPct val="112599"/>
              </a:lnSpc>
              <a:spcBef>
                <a:spcPts val="50"/>
              </a:spcBef>
            </a:pPr>
            <a:r>
              <a:rPr dirty="0" sz="2950" spc="-285">
                <a:solidFill>
                  <a:srgbClr val="333433"/>
                </a:solidFill>
              </a:rPr>
              <a:t>Russian</a:t>
            </a:r>
            <a:r>
              <a:rPr dirty="0" sz="2950" spc="180">
                <a:solidFill>
                  <a:srgbClr val="333433"/>
                </a:solidFill>
              </a:rPr>
              <a:t> </a:t>
            </a:r>
            <a:r>
              <a:rPr dirty="0" sz="2950" spc="-265">
                <a:solidFill>
                  <a:srgbClr val="333433"/>
                </a:solidFill>
              </a:rPr>
              <a:t>hijacking</a:t>
            </a:r>
            <a:r>
              <a:rPr dirty="0" sz="2950" spc="180">
                <a:solidFill>
                  <a:srgbClr val="333433"/>
                </a:solidFill>
              </a:rPr>
              <a:t> </a:t>
            </a:r>
            <a:r>
              <a:rPr dirty="0" sz="2950" spc="-290">
                <a:solidFill>
                  <a:srgbClr val="333433"/>
                </a:solidFill>
              </a:rPr>
              <a:t>of</a:t>
            </a:r>
            <a:r>
              <a:rPr dirty="0" sz="2950" spc="175">
                <a:solidFill>
                  <a:srgbClr val="333433"/>
                </a:solidFill>
              </a:rPr>
              <a:t> </a:t>
            </a:r>
            <a:r>
              <a:rPr dirty="0" sz="2950" spc="-265">
                <a:solidFill>
                  <a:srgbClr val="333433"/>
                </a:solidFill>
              </a:rPr>
              <a:t>Pakistani</a:t>
            </a:r>
            <a:r>
              <a:rPr dirty="0" sz="2950" spc="180">
                <a:solidFill>
                  <a:srgbClr val="333433"/>
                </a:solidFill>
              </a:rPr>
              <a:t> </a:t>
            </a:r>
            <a:r>
              <a:rPr dirty="0" sz="2950" spc="-305">
                <a:solidFill>
                  <a:srgbClr val="333433"/>
                </a:solidFill>
              </a:rPr>
              <a:t>hacker</a:t>
            </a:r>
            <a:r>
              <a:rPr dirty="0" sz="2950" spc="180">
                <a:solidFill>
                  <a:srgbClr val="333433"/>
                </a:solidFill>
              </a:rPr>
              <a:t> </a:t>
            </a:r>
            <a:r>
              <a:rPr dirty="0" sz="2950" spc="-275">
                <a:solidFill>
                  <a:srgbClr val="333433"/>
                </a:solidFill>
              </a:rPr>
              <a:t>infrastructure:</a:t>
            </a:r>
            <a:r>
              <a:rPr dirty="0" sz="2950" spc="180">
                <a:solidFill>
                  <a:srgbClr val="333433"/>
                </a:solidFill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Russian</a:t>
            </a:r>
            <a:r>
              <a:rPr dirty="0" sz="2400" spc="409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hackers</a:t>
            </a:r>
            <a:r>
              <a:rPr dirty="0" sz="2400" spc="415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secretly</a:t>
            </a:r>
            <a:r>
              <a:rPr dirty="0" sz="2400" spc="415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took</a:t>
            </a:r>
            <a:r>
              <a:rPr dirty="0" sz="2400" spc="409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control</a:t>
            </a:r>
            <a:r>
              <a:rPr dirty="0" sz="2400" spc="415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of</a:t>
            </a:r>
            <a:r>
              <a:rPr dirty="0" sz="2400" spc="415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10" b="0">
                <a:solidFill>
                  <a:srgbClr val="333433"/>
                </a:solidFill>
                <a:latin typeface="Comic Sans MS"/>
                <a:cs typeface="Comic Sans MS"/>
              </a:rPr>
              <a:t>systems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used</a:t>
            </a:r>
            <a:r>
              <a:rPr dirty="0" sz="2400" spc="285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by</a:t>
            </a:r>
            <a:r>
              <a:rPr dirty="0" sz="2400" spc="290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a</a:t>
            </a:r>
            <a:r>
              <a:rPr dirty="0" sz="2400" spc="290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Pakistani</a:t>
            </a:r>
            <a:r>
              <a:rPr dirty="0" sz="2400" spc="290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hacking</a:t>
            </a:r>
            <a:r>
              <a:rPr dirty="0" sz="2400" spc="290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group</a:t>
            </a:r>
            <a:r>
              <a:rPr dirty="0" sz="2400" spc="290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in</a:t>
            </a:r>
            <a:r>
              <a:rPr dirty="0" sz="2400" spc="290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December</a:t>
            </a:r>
            <a:r>
              <a:rPr dirty="0" sz="2400" spc="290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2024.</a:t>
            </a:r>
            <a:r>
              <a:rPr dirty="0" sz="2400" spc="290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They</a:t>
            </a:r>
            <a:r>
              <a:rPr dirty="0" sz="2400" spc="290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viewed</a:t>
            </a:r>
            <a:r>
              <a:rPr dirty="0" sz="2400" spc="285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sensitive</a:t>
            </a:r>
            <a:r>
              <a:rPr dirty="0" sz="2400" spc="290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data</a:t>
            </a:r>
            <a:r>
              <a:rPr dirty="0" sz="2400" spc="290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stolen</a:t>
            </a:r>
            <a:r>
              <a:rPr dirty="0" sz="2400" spc="290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from</a:t>
            </a:r>
            <a:r>
              <a:rPr dirty="0" sz="2400" spc="290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South</a:t>
            </a:r>
            <a:r>
              <a:rPr dirty="0" sz="2400" spc="290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10" b="0">
                <a:solidFill>
                  <a:srgbClr val="333433"/>
                </a:solidFill>
                <a:latin typeface="Comic Sans MS"/>
                <a:cs typeface="Comic Sans MS"/>
              </a:rPr>
              <a:t>Asian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government</a:t>
            </a:r>
            <a:r>
              <a:rPr dirty="0" sz="2400" spc="195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and</a:t>
            </a:r>
            <a:r>
              <a:rPr dirty="0" sz="2400" spc="200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military</a:t>
            </a:r>
            <a:r>
              <a:rPr dirty="0" sz="2400" spc="195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targets.</a:t>
            </a:r>
            <a:r>
              <a:rPr dirty="0" sz="2400" spc="200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The</a:t>
            </a:r>
            <a:r>
              <a:rPr dirty="0" sz="2400" spc="200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case</a:t>
            </a:r>
            <a:r>
              <a:rPr dirty="0" sz="2400" spc="195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showed</a:t>
            </a:r>
            <a:r>
              <a:rPr dirty="0" sz="2400" spc="200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how</a:t>
            </a:r>
            <a:r>
              <a:rPr dirty="0" sz="2400" spc="200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state</a:t>
            </a:r>
            <a:r>
              <a:rPr dirty="0" sz="2400" spc="195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actors</a:t>
            </a:r>
            <a:r>
              <a:rPr dirty="0" sz="2400" spc="200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exploit</a:t>
            </a:r>
            <a:r>
              <a:rPr dirty="0" sz="2400" spc="200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other</a:t>
            </a:r>
            <a:r>
              <a:rPr dirty="0" sz="2400" spc="195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cybercriminal</a:t>
            </a:r>
            <a:r>
              <a:rPr dirty="0" sz="2400" spc="200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groups</a:t>
            </a:r>
            <a:r>
              <a:rPr dirty="0" sz="2400" spc="200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25" b="0">
                <a:solidFill>
                  <a:srgbClr val="333433"/>
                </a:solidFill>
                <a:latin typeface="Comic Sans MS"/>
                <a:cs typeface="Comic Sans MS"/>
              </a:rPr>
              <a:t>for </a:t>
            </a:r>
            <a:r>
              <a:rPr dirty="0" sz="2400" spc="-10" b="0">
                <a:solidFill>
                  <a:srgbClr val="333433"/>
                </a:solidFill>
                <a:latin typeface="Comic Sans MS"/>
                <a:cs typeface="Comic Sans MS"/>
              </a:rPr>
              <a:t>intelligence.</a:t>
            </a:r>
            <a:endParaRPr sz="2400">
              <a:latin typeface="Comic Sans MS"/>
              <a:cs typeface="Comic Sans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72352" y="3265169"/>
            <a:ext cx="104775" cy="10477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839597" y="2979863"/>
            <a:ext cx="15602585" cy="6379210"/>
          </a:xfrm>
          <a:prstGeom prst="rect">
            <a:avLst/>
          </a:prstGeom>
        </p:spPr>
        <p:txBody>
          <a:bodyPr wrap="square" lIns="0" tIns="10160" rIns="0" bIns="0" rtlCol="0" vert="horz">
            <a:spAutoFit/>
          </a:bodyPr>
          <a:lstStyle/>
          <a:p>
            <a:pPr algn="just" marL="12700" marR="5080">
              <a:lnSpc>
                <a:spcPct val="111700"/>
              </a:lnSpc>
              <a:spcBef>
                <a:spcPts val="80"/>
              </a:spcBef>
            </a:pPr>
            <a:r>
              <a:rPr dirty="0" sz="2950" spc="-270" b="1">
                <a:solidFill>
                  <a:srgbClr val="333433"/>
                </a:solidFill>
                <a:latin typeface="Comic Sans MS"/>
                <a:cs typeface="Comic Sans MS"/>
              </a:rPr>
              <a:t>Phishing</a:t>
            </a:r>
            <a:r>
              <a:rPr dirty="0" sz="2950" spc="-5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315" b="1">
                <a:solidFill>
                  <a:srgbClr val="333433"/>
                </a:solidFill>
                <a:latin typeface="Comic Sans MS"/>
                <a:cs typeface="Comic Sans MS"/>
              </a:rPr>
              <a:t>campaign</a:t>
            </a:r>
            <a:r>
              <a:rPr dirty="0" sz="295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285" b="1">
                <a:solidFill>
                  <a:srgbClr val="333433"/>
                </a:solidFill>
                <a:latin typeface="Comic Sans MS"/>
                <a:cs typeface="Comic Sans MS"/>
              </a:rPr>
              <a:t>against</a:t>
            </a:r>
            <a:r>
              <a:rPr dirty="0" sz="2950" spc="-35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295" b="1">
                <a:solidFill>
                  <a:srgbClr val="333433"/>
                </a:solidFill>
                <a:latin typeface="Comic Sans MS"/>
                <a:cs typeface="Comic Sans MS"/>
              </a:rPr>
              <a:t>Ukrainian</a:t>
            </a:r>
            <a:r>
              <a:rPr dirty="0" sz="2950" spc="-25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355" b="1">
                <a:solidFill>
                  <a:srgbClr val="333433"/>
                </a:solidFill>
                <a:latin typeface="Comic Sans MS"/>
                <a:cs typeface="Comic Sans MS"/>
              </a:rPr>
              <a:t>armed</a:t>
            </a:r>
            <a:r>
              <a:rPr dirty="0" sz="2950" spc="35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340" b="1">
                <a:solidFill>
                  <a:srgbClr val="333433"/>
                </a:solidFill>
                <a:latin typeface="Comic Sans MS"/>
                <a:cs typeface="Comic Sans MS"/>
              </a:rPr>
              <a:t>forces:</a:t>
            </a:r>
            <a:r>
              <a:rPr dirty="0" sz="2950" spc="25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Russian attackers</a:t>
            </a:r>
            <a:r>
              <a:rPr dirty="0" sz="2400" spc="229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sent</a:t>
            </a:r>
            <a:r>
              <a:rPr dirty="0" sz="2400" spc="229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phishing</a:t>
            </a:r>
            <a:r>
              <a:rPr dirty="0" sz="2400" spc="229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messages</a:t>
            </a:r>
            <a:r>
              <a:rPr dirty="0" sz="2400" spc="229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to</a:t>
            </a:r>
            <a:r>
              <a:rPr dirty="0" sz="2400" spc="229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Ukrainian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military</a:t>
            </a:r>
            <a:r>
              <a:rPr dirty="0" sz="2400" spc="22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personnel</a:t>
            </a:r>
            <a:r>
              <a:rPr dirty="0" sz="2400" spc="229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and</a:t>
            </a:r>
            <a:r>
              <a:rPr dirty="0" sz="2400" spc="229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defense</a:t>
            </a:r>
            <a:r>
              <a:rPr dirty="0" sz="2400" spc="229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companies</a:t>
            </a:r>
            <a:r>
              <a:rPr dirty="0" sz="2400" spc="229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in</a:t>
            </a:r>
            <a:r>
              <a:rPr dirty="0" sz="2400" spc="229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December</a:t>
            </a:r>
            <a:r>
              <a:rPr dirty="0" sz="2400" spc="229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2024.</a:t>
            </a:r>
            <a:r>
              <a:rPr dirty="0" sz="2400" spc="229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They</a:t>
            </a:r>
            <a:r>
              <a:rPr dirty="0" sz="2400" spc="229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used</a:t>
            </a:r>
            <a:r>
              <a:rPr dirty="0" sz="2400" spc="229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malware</a:t>
            </a:r>
            <a:r>
              <a:rPr dirty="0" sz="2400" spc="229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tools</a:t>
            </a:r>
            <a:r>
              <a:rPr dirty="0" sz="2400" spc="229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to</a:t>
            </a:r>
            <a:r>
              <a:rPr dirty="0" sz="2400" spc="229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steal</a:t>
            </a:r>
            <a:r>
              <a:rPr dirty="0" sz="2400" spc="229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credentials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from</a:t>
            </a:r>
            <a:r>
              <a:rPr dirty="0" sz="2400" spc="-4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messaging</a:t>
            </a:r>
            <a:r>
              <a:rPr dirty="0" sz="2400" spc="-2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platforms</a:t>
            </a:r>
            <a:r>
              <a:rPr dirty="0" sz="2400" spc="-2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and</a:t>
            </a:r>
            <a:r>
              <a:rPr dirty="0" sz="2400" spc="-3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internal</a:t>
            </a:r>
            <a:r>
              <a:rPr dirty="0" sz="2400" spc="-2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systems.</a:t>
            </a:r>
            <a:r>
              <a:rPr dirty="0" sz="2400" spc="-2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The</a:t>
            </a:r>
            <a:r>
              <a:rPr dirty="0" sz="2400" spc="-3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effort</a:t>
            </a:r>
            <a:r>
              <a:rPr dirty="0" sz="2400" spc="-2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risked</a:t>
            </a:r>
            <a:r>
              <a:rPr dirty="0" sz="2400" spc="-2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exposing</a:t>
            </a:r>
            <a:r>
              <a:rPr dirty="0" sz="2400" spc="-2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sensitive</a:t>
            </a:r>
            <a:r>
              <a:rPr dirty="0" sz="2400" spc="-3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military</a:t>
            </a:r>
            <a:r>
              <a:rPr dirty="0" sz="2400" spc="-2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operations.</a:t>
            </a:r>
            <a:endParaRPr sz="2400">
              <a:latin typeface="Comic Sans MS"/>
              <a:cs typeface="Comic Sans MS"/>
            </a:endParaRPr>
          </a:p>
          <a:p>
            <a:pPr algn="just" marL="12700" marR="5080">
              <a:lnSpc>
                <a:spcPct val="111700"/>
              </a:lnSpc>
              <a:spcBef>
                <a:spcPts val="2755"/>
              </a:spcBef>
            </a:pPr>
            <a:r>
              <a:rPr dirty="0" sz="2950" spc="-320" b="1">
                <a:solidFill>
                  <a:srgbClr val="333433"/>
                </a:solidFill>
                <a:latin typeface="Comic Sans MS"/>
                <a:cs typeface="Comic Sans MS"/>
              </a:rPr>
              <a:t>Fake</a:t>
            </a:r>
            <a:r>
              <a:rPr dirty="0" sz="2950" spc="245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275" b="1">
                <a:solidFill>
                  <a:srgbClr val="333433"/>
                </a:solidFill>
                <a:latin typeface="Comic Sans MS"/>
                <a:cs typeface="Comic Sans MS"/>
              </a:rPr>
              <a:t>cloud</a:t>
            </a:r>
            <a:r>
              <a:rPr dirty="0" sz="2950" spc="27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280" b="1">
                <a:solidFill>
                  <a:srgbClr val="333433"/>
                </a:solidFill>
                <a:latin typeface="Comic Sans MS"/>
                <a:cs typeface="Comic Sans MS"/>
              </a:rPr>
              <a:t>emails</a:t>
            </a:r>
            <a:r>
              <a:rPr dirty="0" sz="2950" spc="275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280" b="1">
                <a:solidFill>
                  <a:srgbClr val="333433"/>
                </a:solidFill>
                <a:latin typeface="Comic Sans MS"/>
                <a:cs typeface="Comic Sans MS"/>
              </a:rPr>
              <a:t>targeting</a:t>
            </a:r>
            <a:r>
              <a:rPr dirty="0" sz="2950" spc="27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300" b="1">
                <a:solidFill>
                  <a:srgbClr val="333433"/>
                </a:solidFill>
                <a:latin typeface="Comic Sans MS"/>
                <a:cs typeface="Comic Sans MS"/>
              </a:rPr>
              <a:t>Ukraine:</a:t>
            </a:r>
            <a:r>
              <a:rPr dirty="0" sz="2950" spc="-2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This</a:t>
            </a:r>
            <a:r>
              <a:rPr dirty="0" sz="2400" spc="509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campaign</a:t>
            </a:r>
            <a:r>
              <a:rPr dirty="0" sz="2400" spc="509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took</a:t>
            </a:r>
            <a:r>
              <a:rPr dirty="0" sz="2400" spc="509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place</a:t>
            </a:r>
            <a:r>
              <a:rPr dirty="0" sz="2400" spc="50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in</a:t>
            </a:r>
            <a:r>
              <a:rPr dirty="0" sz="2400" spc="509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October</a:t>
            </a:r>
            <a:r>
              <a:rPr dirty="0" sz="2400" spc="509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2024.</a:t>
            </a:r>
            <a:r>
              <a:rPr dirty="0" sz="2400" spc="509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Russian</a:t>
            </a:r>
            <a:r>
              <a:rPr dirty="0" sz="2400" spc="509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hackers</a:t>
            </a:r>
            <a:r>
              <a:rPr dirty="0" sz="2400" spc="50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20">
                <a:solidFill>
                  <a:srgbClr val="333433"/>
                </a:solidFill>
                <a:latin typeface="Comic Sans MS"/>
                <a:cs typeface="Comic Sans MS"/>
              </a:rPr>
              <a:t>sent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emails</a:t>
            </a:r>
            <a:r>
              <a:rPr dirty="0" sz="2400" spc="7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disguised</a:t>
            </a:r>
            <a:r>
              <a:rPr dirty="0" sz="2400" spc="8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as</a:t>
            </a:r>
            <a:r>
              <a:rPr dirty="0" sz="2400" spc="8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Amazon</a:t>
            </a:r>
            <a:r>
              <a:rPr dirty="0" sz="2400" spc="7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and</a:t>
            </a:r>
            <a:r>
              <a:rPr dirty="0" sz="2400" spc="8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Microsoft</a:t>
            </a:r>
            <a:r>
              <a:rPr dirty="0" sz="2400" spc="8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messages</a:t>
            </a:r>
            <a:r>
              <a:rPr dirty="0" sz="2400" spc="8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to</a:t>
            </a:r>
            <a:r>
              <a:rPr dirty="0" sz="2400" spc="7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users.</a:t>
            </a:r>
            <a:r>
              <a:rPr dirty="0" sz="2400" spc="8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They</a:t>
            </a:r>
            <a:r>
              <a:rPr dirty="0" sz="2400" spc="8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stole</a:t>
            </a:r>
            <a:r>
              <a:rPr dirty="0" sz="2400" spc="8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credentials</a:t>
            </a:r>
            <a:r>
              <a:rPr dirty="0" sz="2400" spc="7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from</a:t>
            </a:r>
            <a:r>
              <a:rPr dirty="0" sz="2400" spc="8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Ukrainian</a:t>
            </a:r>
            <a:r>
              <a:rPr dirty="0" sz="2400" spc="8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military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and</a:t>
            </a:r>
            <a:r>
              <a:rPr dirty="0" sz="2400" spc="-1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government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users.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This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increased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the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risk</a:t>
            </a:r>
            <a:r>
              <a:rPr dirty="0" sz="2400" spc="-1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of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unauthorized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access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to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sensitive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systems</a:t>
            </a:r>
            <a:r>
              <a:rPr dirty="0" sz="2400" spc="-1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and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 operations.</a:t>
            </a:r>
            <a:endParaRPr sz="2400">
              <a:latin typeface="Comic Sans MS"/>
              <a:cs typeface="Comic Sans MS"/>
            </a:endParaRPr>
          </a:p>
          <a:p>
            <a:pPr algn="just" marL="12700" marR="5080">
              <a:lnSpc>
                <a:spcPct val="112599"/>
              </a:lnSpc>
              <a:spcBef>
                <a:spcPts val="2725"/>
              </a:spcBef>
            </a:pPr>
            <a:r>
              <a:rPr dirty="0" sz="2950" spc="-315" b="1">
                <a:solidFill>
                  <a:srgbClr val="333433"/>
                </a:solidFill>
                <a:latin typeface="Comic Sans MS"/>
                <a:cs typeface="Comic Sans MS"/>
              </a:rPr>
              <a:t>Kazakhstan</a:t>
            </a:r>
            <a:r>
              <a:rPr dirty="0" sz="2950" spc="-5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270" b="1">
                <a:solidFill>
                  <a:srgbClr val="333433"/>
                </a:solidFill>
                <a:latin typeface="Comic Sans MS"/>
                <a:cs typeface="Comic Sans MS"/>
              </a:rPr>
              <a:t>diplomatic</a:t>
            </a:r>
            <a:r>
              <a:rPr dirty="0" sz="2950" spc="-45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280" b="1">
                <a:solidFill>
                  <a:srgbClr val="333433"/>
                </a:solidFill>
                <a:latin typeface="Comic Sans MS"/>
                <a:cs typeface="Comic Sans MS"/>
              </a:rPr>
              <a:t>spearphishing</a:t>
            </a:r>
            <a:r>
              <a:rPr dirty="0" sz="2950" spc="-25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285" b="1">
                <a:solidFill>
                  <a:srgbClr val="333433"/>
                </a:solidFill>
                <a:latin typeface="Comic Sans MS"/>
                <a:cs typeface="Comic Sans MS"/>
              </a:rPr>
              <a:t>attack:</a:t>
            </a:r>
            <a:r>
              <a:rPr dirty="0" sz="2950" spc="-3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In</a:t>
            </a:r>
            <a:r>
              <a:rPr dirty="0" sz="2400" spc="21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January</a:t>
            </a:r>
            <a:r>
              <a:rPr dirty="0" sz="2400" spc="21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2025,</a:t>
            </a:r>
            <a:r>
              <a:rPr dirty="0" sz="2400" spc="21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suspected</a:t>
            </a:r>
            <a:r>
              <a:rPr dirty="0" sz="2400" spc="21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20">
                <a:solidFill>
                  <a:srgbClr val="333433"/>
                </a:solidFill>
                <a:latin typeface="Comic Sans MS"/>
                <a:cs typeface="Comic Sans MS"/>
              </a:rPr>
              <a:t>Russian-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linked</a:t>
            </a:r>
            <a:r>
              <a:rPr dirty="0" sz="2400" spc="21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hackers</a:t>
            </a:r>
            <a:r>
              <a:rPr dirty="0" sz="2400" spc="21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launched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phishing</a:t>
            </a:r>
            <a:r>
              <a:rPr dirty="0" sz="2400" spc="30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attacks</a:t>
            </a:r>
            <a:r>
              <a:rPr dirty="0" sz="2400" spc="31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against</a:t>
            </a:r>
            <a:r>
              <a:rPr dirty="0" sz="2400" spc="32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Kazakhstan’s</a:t>
            </a:r>
            <a:r>
              <a:rPr dirty="0" sz="2400" spc="31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diplomatic</a:t>
            </a:r>
            <a:r>
              <a:rPr dirty="0" sz="2400" spc="32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institutions.</a:t>
            </a:r>
            <a:r>
              <a:rPr dirty="0" sz="2400" spc="31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The</a:t>
            </a:r>
            <a:r>
              <a:rPr dirty="0" sz="2400" spc="32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hackers</a:t>
            </a:r>
            <a:r>
              <a:rPr dirty="0" sz="2400" spc="31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embedded</a:t>
            </a:r>
            <a:r>
              <a:rPr dirty="0" sz="2400" spc="32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malicious</a:t>
            </a:r>
            <a:r>
              <a:rPr dirty="0" sz="2400" spc="31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code</a:t>
            </a:r>
            <a:r>
              <a:rPr dirty="0" sz="2400" spc="32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inside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fake</a:t>
            </a:r>
            <a:r>
              <a:rPr dirty="0" sz="2400" spc="44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20">
                <a:solidFill>
                  <a:srgbClr val="333433"/>
                </a:solidFill>
                <a:latin typeface="Comic Sans MS"/>
                <a:cs typeface="Comic Sans MS"/>
              </a:rPr>
              <a:t>official-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looking</a:t>
            </a:r>
            <a:r>
              <a:rPr dirty="0" sz="2400" spc="44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diplomatic</a:t>
            </a:r>
            <a:r>
              <a:rPr dirty="0" sz="2400" spc="44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documents.</a:t>
            </a:r>
            <a:r>
              <a:rPr dirty="0" sz="2400" spc="44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Their</a:t>
            </a:r>
            <a:r>
              <a:rPr dirty="0" sz="2400" spc="44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goal</a:t>
            </a:r>
            <a:r>
              <a:rPr dirty="0" sz="2400" spc="45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was</a:t>
            </a:r>
            <a:r>
              <a:rPr dirty="0" sz="2400" spc="44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cyber</a:t>
            </a:r>
            <a:r>
              <a:rPr dirty="0" sz="2400" spc="44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espionage,</a:t>
            </a:r>
            <a:r>
              <a:rPr dirty="0" sz="2400" spc="44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focusing</a:t>
            </a:r>
            <a:r>
              <a:rPr dirty="0" sz="2400" spc="44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on</a:t>
            </a:r>
            <a:r>
              <a:rPr dirty="0" sz="2400" spc="45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sensitive</a:t>
            </a:r>
            <a:r>
              <a:rPr dirty="0" sz="2400" spc="44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foreign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policy</a:t>
            </a:r>
            <a:r>
              <a:rPr dirty="0" sz="2400" spc="-6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communications.</a:t>
            </a:r>
            <a:endParaRPr sz="2400">
              <a:latin typeface="Comic Sans MS"/>
              <a:cs typeface="Comic Sans MS"/>
            </a:endParaRPr>
          </a:p>
          <a:p>
            <a:pPr algn="just" marL="12700" marR="5080">
              <a:lnSpc>
                <a:spcPct val="108800"/>
              </a:lnSpc>
              <a:spcBef>
                <a:spcPts val="2860"/>
              </a:spcBef>
            </a:pPr>
            <a:r>
              <a:rPr dirty="0" sz="2950" spc="-350" b="1">
                <a:solidFill>
                  <a:srgbClr val="333433"/>
                </a:solidFill>
                <a:latin typeface="Comic Sans MS"/>
                <a:cs typeface="Comic Sans MS"/>
              </a:rPr>
              <a:t>Moroccan</a:t>
            </a:r>
            <a:r>
              <a:rPr dirty="0" sz="2950" spc="3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270" b="1">
                <a:solidFill>
                  <a:srgbClr val="333433"/>
                </a:solidFill>
                <a:latin typeface="Comic Sans MS"/>
                <a:cs typeface="Comic Sans MS"/>
              </a:rPr>
              <a:t>social</a:t>
            </a:r>
            <a:r>
              <a:rPr dirty="0" sz="2950" spc="-45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295" b="1">
                <a:solidFill>
                  <a:srgbClr val="333433"/>
                </a:solidFill>
                <a:latin typeface="Comic Sans MS"/>
                <a:cs typeface="Comic Sans MS"/>
              </a:rPr>
              <a:t>security</a:t>
            </a:r>
            <a:r>
              <a:rPr dirty="0" sz="2950" spc="-25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365" b="1">
                <a:solidFill>
                  <a:srgbClr val="333433"/>
                </a:solidFill>
                <a:latin typeface="Comic Sans MS"/>
                <a:cs typeface="Comic Sans MS"/>
              </a:rPr>
              <a:t>data</a:t>
            </a:r>
            <a:r>
              <a:rPr dirty="0" sz="2950" spc="45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300" b="1">
                <a:solidFill>
                  <a:srgbClr val="333433"/>
                </a:solidFill>
                <a:latin typeface="Comic Sans MS"/>
                <a:cs typeface="Comic Sans MS"/>
              </a:rPr>
              <a:t>leak:</a:t>
            </a:r>
            <a:r>
              <a:rPr dirty="0" sz="2950" spc="-2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Hackers</a:t>
            </a:r>
            <a:r>
              <a:rPr dirty="0" sz="2400" spc="-18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linked</a:t>
            </a:r>
            <a:r>
              <a:rPr dirty="0" sz="2400" spc="-17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to</a:t>
            </a:r>
            <a:r>
              <a:rPr dirty="0" sz="2400" spc="7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Algeria</a:t>
            </a:r>
            <a:r>
              <a:rPr dirty="0" sz="2400" spc="9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breached</a:t>
            </a:r>
            <a:r>
              <a:rPr dirty="0" sz="2400" spc="10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Morocco’s</a:t>
            </a:r>
            <a:r>
              <a:rPr dirty="0" sz="2400" spc="10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National</a:t>
            </a:r>
            <a:r>
              <a:rPr dirty="0" sz="2400" spc="9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Social</a:t>
            </a:r>
            <a:r>
              <a:rPr dirty="0" sz="2400" spc="10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Security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Fund</a:t>
            </a:r>
            <a:r>
              <a:rPr dirty="0" sz="2400" spc="-5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in</a:t>
            </a:r>
            <a:r>
              <a:rPr dirty="0" sz="2400" spc="-5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April</a:t>
            </a:r>
            <a:r>
              <a:rPr dirty="0" sz="2400" spc="-5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2025.</a:t>
            </a:r>
            <a:r>
              <a:rPr dirty="0" sz="2400" spc="-5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The</a:t>
            </a:r>
            <a:r>
              <a:rPr dirty="0" sz="2400" spc="-5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hackers</a:t>
            </a:r>
            <a:r>
              <a:rPr dirty="0" sz="2400" spc="-5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leaked</a:t>
            </a:r>
            <a:r>
              <a:rPr dirty="0" sz="2400" spc="-5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personal</a:t>
            </a:r>
            <a:r>
              <a:rPr dirty="0" sz="2400" spc="-5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and</a:t>
            </a:r>
            <a:r>
              <a:rPr dirty="0" sz="2400" spc="-5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financial</a:t>
            </a:r>
            <a:r>
              <a:rPr dirty="0" sz="2400" spc="-5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information</a:t>
            </a:r>
            <a:r>
              <a:rPr dirty="0" sz="2400" spc="-5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of</a:t>
            </a:r>
            <a:r>
              <a:rPr dirty="0" sz="2400" spc="-5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around</a:t>
            </a:r>
            <a:r>
              <a:rPr dirty="0" sz="2400" spc="-5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two</a:t>
            </a:r>
            <a:r>
              <a:rPr dirty="0" sz="2400" spc="-5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million</a:t>
            </a:r>
            <a:r>
              <a:rPr dirty="0" sz="2400" spc="-5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customers.</a:t>
            </a:r>
            <a:endParaRPr sz="2400">
              <a:latin typeface="Comic Sans MS"/>
              <a:cs typeface="Comic Sans MS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72352" y="4941569"/>
            <a:ext cx="104775" cy="10477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72352" y="6617969"/>
            <a:ext cx="104775" cy="10477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72352" y="8713468"/>
            <a:ext cx="104775" cy="104774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0" y="0"/>
            <a:ext cx="1350010" cy="10287000"/>
            <a:chOff x="0" y="0"/>
            <a:chExt cx="1350010" cy="10287000"/>
          </a:xfrm>
        </p:grpSpPr>
        <p:sp>
          <p:nvSpPr>
            <p:cNvPr id="10" name="object 10"/>
            <p:cNvSpPr/>
            <p:nvPr/>
          </p:nvSpPr>
          <p:spPr>
            <a:xfrm>
              <a:off x="0" y="0"/>
              <a:ext cx="1350010" cy="10287000"/>
            </a:xfrm>
            <a:custGeom>
              <a:avLst/>
              <a:gdLst/>
              <a:ahLst/>
              <a:cxnLst/>
              <a:rect l="l" t="t" r="r" b="b"/>
              <a:pathLst>
                <a:path w="1350010" h="10287000">
                  <a:moveTo>
                    <a:pt x="510120" y="10287000"/>
                  </a:moveTo>
                  <a:lnTo>
                    <a:pt x="628899" y="5304212"/>
                  </a:lnTo>
                  <a:lnTo>
                    <a:pt x="943208" y="5517082"/>
                  </a:lnTo>
                  <a:lnTo>
                    <a:pt x="1051958" y="5778363"/>
                  </a:lnTo>
                  <a:lnTo>
                    <a:pt x="1076163" y="6133684"/>
                  </a:lnTo>
                  <a:lnTo>
                    <a:pt x="1349712" y="6562014"/>
                  </a:lnTo>
                  <a:lnTo>
                    <a:pt x="1224317" y="7019651"/>
                  </a:lnTo>
                  <a:lnTo>
                    <a:pt x="931065" y="7263241"/>
                  </a:lnTo>
                  <a:lnTo>
                    <a:pt x="890752" y="8954361"/>
                  </a:lnTo>
                  <a:lnTo>
                    <a:pt x="825508" y="9320890"/>
                  </a:lnTo>
                  <a:lnTo>
                    <a:pt x="807118" y="9680109"/>
                  </a:lnTo>
                  <a:lnTo>
                    <a:pt x="792651" y="10287000"/>
                  </a:lnTo>
                  <a:lnTo>
                    <a:pt x="510120" y="10287000"/>
                  </a:lnTo>
                  <a:close/>
                </a:path>
                <a:path w="1350010" h="10287000">
                  <a:moveTo>
                    <a:pt x="890752" y="8954361"/>
                  </a:moveTo>
                  <a:lnTo>
                    <a:pt x="931065" y="7263241"/>
                  </a:lnTo>
                  <a:lnTo>
                    <a:pt x="1002791" y="7737861"/>
                  </a:lnTo>
                  <a:lnTo>
                    <a:pt x="1182847" y="7965709"/>
                  </a:lnTo>
                  <a:lnTo>
                    <a:pt x="1160167" y="8484264"/>
                  </a:lnTo>
                  <a:lnTo>
                    <a:pt x="924225" y="8766316"/>
                  </a:lnTo>
                  <a:lnTo>
                    <a:pt x="890752" y="8954361"/>
                  </a:lnTo>
                  <a:close/>
                </a:path>
                <a:path w="1350010" h="10287000">
                  <a:moveTo>
                    <a:pt x="792651" y="10287000"/>
                  </a:moveTo>
                  <a:lnTo>
                    <a:pt x="807118" y="9680109"/>
                  </a:lnTo>
                  <a:lnTo>
                    <a:pt x="997320" y="10028577"/>
                  </a:lnTo>
                  <a:lnTo>
                    <a:pt x="997851" y="10287000"/>
                  </a:lnTo>
                  <a:lnTo>
                    <a:pt x="792651" y="10287000"/>
                  </a:lnTo>
                  <a:close/>
                </a:path>
                <a:path w="1350010" h="10287000">
                  <a:moveTo>
                    <a:pt x="788406" y="1890293"/>
                  </a:moveTo>
                  <a:lnTo>
                    <a:pt x="822757" y="449291"/>
                  </a:lnTo>
                  <a:lnTo>
                    <a:pt x="841251" y="796860"/>
                  </a:lnTo>
                  <a:lnTo>
                    <a:pt x="912489" y="1172989"/>
                  </a:lnTo>
                  <a:lnTo>
                    <a:pt x="912492" y="1172846"/>
                  </a:lnTo>
                  <a:lnTo>
                    <a:pt x="1034907" y="1629129"/>
                  </a:lnTo>
                  <a:lnTo>
                    <a:pt x="788406" y="1890293"/>
                  </a:lnTo>
                  <a:close/>
                </a:path>
                <a:path w="1350010" h="10287000">
                  <a:moveTo>
                    <a:pt x="0" y="0"/>
                  </a:moveTo>
                  <a:lnTo>
                    <a:pt x="940450" y="0"/>
                  </a:lnTo>
                  <a:lnTo>
                    <a:pt x="822757" y="449291"/>
                  </a:lnTo>
                  <a:lnTo>
                    <a:pt x="788406" y="1890293"/>
                  </a:lnTo>
                  <a:lnTo>
                    <a:pt x="679903" y="2030930"/>
                  </a:lnTo>
                  <a:lnTo>
                    <a:pt x="629831" y="4131430"/>
                  </a:lnTo>
                  <a:lnTo>
                    <a:pt x="600721" y="4208602"/>
                  </a:lnTo>
                  <a:lnTo>
                    <a:pt x="455825" y="10287000"/>
                  </a:lnTo>
                  <a:lnTo>
                    <a:pt x="0" y="10287000"/>
                  </a:lnTo>
                  <a:lnTo>
                    <a:pt x="0" y="0"/>
                  </a:lnTo>
                  <a:close/>
                </a:path>
                <a:path w="1350010" h="10287000">
                  <a:moveTo>
                    <a:pt x="455825" y="10287000"/>
                  </a:moveTo>
                  <a:lnTo>
                    <a:pt x="600721" y="4208602"/>
                  </a:lnTo>
                  <a:lnTo>
                    <a:pt x="807493" y="4500962"/>
                  </a:lnTo>
                  <a:lnTo>
                    <a:pt x="667411" y="4770804"/>
                  </a:lnTo>
                  <a:lnTo>
                    <a:pt x="656518" y="5227782"/>
                  </a:lnTo>
                  <a:lnTo>
                    <a:pt x="628899" y="5304212"/>
                  </a:lnTo>
                  <a:lnTo>
                    <a:pt x="510120" y="10287000"/>
                  </a:lnTo>
                  <a:lnTo>
                    <a:pt x="455825" y="10287000"/>
                  </a:lnTo>
                  <a:close/>
                </a:path>
                <a:path w="1350010" h="10287000">
                  <a:moveTo>
                    <a:pt x="629831" y="4131430"/>
                  </a:moveTo>
                  <a:lnTo>
                    <a:pt x="654051" y="3115426"/>
                  </a:lnTo>
                  <a:lnTo>
                    <a:pt x="762717" y="3442052"/>
                  </a:lnTo>
                  <a:lnTo>
                    <a:pt x="800296" y="3679525"/>
                  </a:lnTo>
                  <a:lnTo>
                    <a:pt x="629831" y="4131430"/>
                  </a:lnTo>
                  <a:close/>
                </a:path>
                <a:path w="1350010" h="10287000">
                  <a:moveTo>
                    <a:pt x="656518" y="5227782"/>
                  </a:moveTo>
                  <a:lnTo>
                    <a:pt x="667411" y="4770804"/>
                  </a:lnTo>
                  <a:lnTo>
                    <a:pt x="743318" y="4987573"/>
                  </a:lnTo>
                  <a:lnTo>
                    <a:pt x="656518" y="5227782"/>
                  </a:lnTo>
                  <a:close/>
                </a:path>
                <a:path w="1350010" h="10287000">
                  <a:moveTo>
                    <a:pt x="654051" y="3115426"/>
                  </a:moveTo>
                  <a:lnTo>
                    <a:pt x="679903" y="2030930"/>
                  </a:lnTo>
                  <a:lnTo>
                    <a:pt x="750146" y="2423461"/>
                  </a:lnTo>
                  <a:lnTo>
                    <a:pt x="721017" y="2779721"/>
                  </a:lnTo>
                  <a:lnTo>
                    <a:pt x="654051" y="3115426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0" y="0"/>
              <a:ext cx="1198880" cy="10287000"/>
            </a:xfrm>
            <a:custGeom>
              <a:avLst/>
              <a:gdLst/>
              <a:ahLst/>
              <a:cxnLst/>
              <a:rect l="l" t="t" r="r" b="b"/>
              <a:pathLst>
                <a:path w="1198880" h="10287000">
                  <a:moveTo>
                    <a:pt x="856848" y="6882828"/>
                  </a:moveTo>
                  <a:lnTo>
                    <a:pt x="880989" y="5870097"/>
                  </a:lnTo>
                  <a:lnTo>
                    <a:pt x="1198849" y="6212272"/>
                  </a:lnTo>
                  <a:lnTo>
                    <a:pt x="1197589" y="6553720"/>
                  </a:lnTo>
                  <a:lnTo>
                    <a:pt x="856848" y="6882828"/>
                  </a:lnTo>
                  <a:close/>
                </a:path>
                <a:path w="1198880" h="10287000">
                  <a:moveTo>
                    <a:pt x="690277" y="8913172"/>
                  </a:moveTo>
                  <a:lnTo>
                    <a:pt x="735891" y="6999655"/>
                  </a:lnTo>
                  <a:lnTo>
                    <a:pt x="807137" y="7473772"/>
                  </a:lnTo>
                  <a:lnTo>
                    <a:pt x="986943" y="7701861"/>
                  </a:lnTo>
                  <a:lnTo>
                    <a:pt x="992955" y="8232892"/>
                  </a:lnTo>
                  <a:lnTo>
                    <a:pt x="850107" y="8536325"/>
                  </a:lnTo>
                  <a:lnTo>
                    <a:pt x="690277" y="8913172"/>
                  </a:lnTo>
                  <a:close/>
                </a:path>
                <a:path w="1198880" h="10287000">
                  <a:moveTo>
                    <a:pt x="590457" y="10287000"/>
                  </a:moveTo>
                  <a:lnTo>
                    <a:pt x="611190" y="9417243"/>
                  </a:lnTo>
                  <a:lnTo>
                    <a:pt x="934721" y="9768889"/>
                  </a:lnTo>
                  <a:lnTo>
                    <a:pt x="935589" y="10072555"/>
                  </a:lnTo>
                  <a:lnTo>
                    <a:pt x="849431" y="10287000"/>
                  </a:lnTo>
                  <a:lnTo>
                    <a:pt x="590457" y="10287000"/>
                  </a:lnTo>
                  <a:close/>
                </a:path>
                <a:path w="1198880" h="10287000">
                  <a:moveTo>
                    <a:pt x="307925" y="10287000"/>
                  </a:moveTo>
                  <a:lnTo>
                    <a:pt x="432983" y="5040855"/>
                  </a:lnTo>
                  <a:lnTo>
                    <a:pt x="751505" y="5128535"/>
                  </a:lnTo>
                  <a:lnTo>
                    <a:pt x="955977" y="5507069"/>
                  </a:lnTo>
                  <a:lnTo>
                    <a:pt x="880989" y="5870097"/>
                  </a:lnTo>
                  <a:lnTo>
                    <a:pt x="856848" y="6882828"/>
                  </a:lnTo>
                  <a:lnTo>
                    <a:pt x="735891" y="6999655"/>
                  </a:lnTo>
                  <a:lnTo>
                    <a:pt x="690277" y="8913172"/>
                  </a:lnTo>
                  <a:lnTo>
                    <a:pt x="629364" y="9056791"/>
                  </a:lnTo>
                  <a:lnTo>
                    <a:pt x="611190" y="9417243"/>
                  </a:lnTo>
                  <a:lnTo>
                    <a:pt x="590457" y="10287000"/>
                  </a:lnTo>
                  <a:lnTo>
                    <a:pt x="307925" y="10287000"/>
                  </a:lnTo>
                  <a:close/>
                </a:path>
                <a:path w="1198880" h="10287000">
                  <a:moveTo>
                    <a:pt x="593203" y="1627934"/>
                  </a:moveTo>
                  <a:lnTo>
                    <a:pt x="627554" y="186932"/>
                  </a:lnTo>
                  <a:lnTo>
                    <a:pt x="646048" y="534501"/>
                  </a:lnTo>
                  <a:lnTo>
                    <a:pt x="717192" y="909857"/>
                  </a:lnTo>
                  <a:lnTo>
                    <a:pt x="839949" y="1366776"/>
                  </a:lnTo>
                  <a:lnTo>
                    <a:pt x="593203" y="1627934"/>
                  </a:lnTo>
                  <a:close/>
                </a:path>
                <a:path w="1198880" h="10287000">
                  <a:moveTo>
                    <a:pt x="435355" y="3869510"/>
                  </a:moveTo>
                  <a:lnTo>
                    <a:pt x="459614" y="2851858"/>
                  </a:lnTo>
                  <a:lnTo>
                    <a:pt x="720546" y="3098340"/>
                  </a:lnTo>
                  <a:lnTo>
                    <a:pt x="606344" y="3416213"/>
                  </a:lnTo>
                  <a:lnTo>
                    <a:pt x="435355" y="3869510"/>
                  </a:lnTo>
                  <a:close/>
                </a:path>
                <a:path w="1198880" h="10287000">
                  <a:moveTo>
                    <a:pt x="255596" y="10287000"/>
                  </a:moveTo>
                  <a:lnTo>
                    <a:pt x="406769" y="3945291"/>
                  </a:lnTo>
                  <a:lnTo>
                    <a:pt x="613296" y="4237645"/>
                  </a:lnTo>
                  <a:lnTo>
                    <a:pt x="473453" y="4507739"/>
                  </a:lnTo>
                  <a:lnTo>
                    <a:pt x="462713" y="4958282"/>
                  </a:lnTo>
                  <a:lnTo>
                    <a:pt x="432983" y="5040855"/>
                  </a:lnTo>
                  <a:lnTo>
                    <a:pt x="307925" y="10287000"/>
                  </a:lnTo>
                  <a:lnTo>
                    <a:pt x="255596" y="10287000"/>
                  </a:lnTo>
                  <a:close/>
                </a:path>
                <a:path w="1198880" h="10287000">
                  <a:moveTo>
                    <a:pt x="173293" y="10287000"/>
                  </a:moveTo>
                  <a:lnTo>
                    <a:pt x="374743" y="1836212"/>
                  </a:lnTo>
                  <a:lnTo>
                    <a:pt x="553990" y="2159852"/>
                  </a:lnTo>
                  <a:lnTo>
                    <a:pt x="624154" y="2669073"/>
                  </a:lnTo>
                  <a:lnTo>
                    <a:pt x="459614" y="2851858"/>
                  </a:lnTo>
                  <a:lnTo>
                    <a:pt x="435355" y="3869510"/>
                  </a:lnTo>
                  <a:lnTo>
                    <a:pt x="406769" y="3945291"/>
                  </a:lnTo>
                  <a:lnTo>
                    <a:pt x="255596" y="10287000"/>
                  </a:lnTo>
                  <a:lnTo>
                    <a:pt x="173293" y="10287000"/>
                  </a:lnTo>
                  <a:close/>
                </a:path>
                <a:path w="1198880" h="10287000">
                  <a:moveTo>
                    <a:pt x="0" y="0"/>
                  </a:moveTo>
                  <a:lnTo>
                    <a:pt x="676985" y="0"/>
                  </a:lnTo>
                  <a:lnTo>
                    <a:pt x="627554" y="186932"/>
                  </a:lnTo>
                  <a:lnTo>
                    <a:pt x="593203" y="1627934"/>
                  </a:lnTo>
                  <a:lnTo>
                    <a:pt x="374743" y="1836212"/>
                  </a:lnTo>
                  <a:lnTo>
                    <a:pt x="173293" y="10287000"/>
                  </a:lnTo>
                  <a:lnTo>
                    <a:pt x="0" y="10287000"/>
                  </a:lnTo>
                  <a:lnTo>
                    <a:pt x="0" y="0"/>
                  </a:lnTo>
                  <a:close/>
                </a:path>
                <a:path w="1198880" h="10287000">
                  <a:moveTo>
                    <a:pt x="462713" y="4958282"/>
                  </a:moveTo>
                  <a:lnTo>
                    <a:pt x="473453" y="4507739"/>
                  </a:lnTo>
                  <a:lnTo>
                    <a:pt x="547431" y="4722987"/>
                  </a:lnTo>
                  <a:lnTo>
                    <a:pt x="462713" y="495828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0" y="0"/>
              <a:ext cx="798830" cy="10287000"/>
            </a:xfrm>
            <a:custGeom>
              <a:avLst/>
              <a:gdLst/>
              <a:ahLst/>
              <a:cxnLst/>
              <a:rect l="l" t="t" r="r" b="b"/>
              <a:pathLst>
                <a:path w="798830" h="10287000">
                  <a:moveTo>
                    <a:pt x="0" y="9434069"/>
                  </a:moveTo>
                  <a:lnTo>
                    <a:pt x="266852" y="9752967"/>
                  </a:lnTo>
                  <a:lnTo>
                    <a:pt x="267475" y="10056627"/>
                  </a:lnTo>
                  <a:lnTo>
                    <a:pt x="177046" y="10284170"/>
                  </a:lnTo>
                  <a:lnTo>
                    <a:pt x="176696" y="10287000"/>
                  </a:lnTo>
                  <a:lnTo>
                    <a:pt x="0" y="10287000"/>
                  </a:lnTo>
                  <a:lnTo>
                    <a:pt x="0" y="9434069"/>
                  </a:lnTo>
                  <a:close/>
                </a:path>
                <a:path w="798830" h="10287000">
                  <a:moveTo>
                    <a:pt x="456618" y="6873287"/>
                  </a:moveTo>
                  <a:lnTo>
                    <a:pt x="480759" y="5860556"/>
                  </a:lnTo>
                  <a:lnTo>
                    <a:pt x="798619" y="6202732"/>
                  </a:lnTo>
                  <a:lnTo>
                    <a:pt x="797359" y="6544180"/>
                  </a:lnTo>
                  <a:lnTo>
                    <a:pt x="456618" y="6873287"/>
                  </a:lnTo>
                  <a:close/>
                </a:path>
                <a:path w="798830" h="10287000">
                  <a:moveTo>
                    <a:pt x="294401" y="8720981"/>
                  </a:moveTo>
                  <a:lnTo>
                    <a:pt x="335661" y="6990114"/>
                  </a:lnTo>
                  <a:lnTo>
                    <a:pt x="407644" y="7464249"/>
                  </a:lnTo>
                  <a:lnTo>
                    <a:pt x="587449" y="7692338"/>
                  </a:lnTo>
                  <a:lnTo>
                    <a:pt x="592708" y="8224087"/>
                  </a:lnTo>
                  <a:lnTo>
                    <a:pt x="449614" y="8527514"/>
                  </a:lnTo>
                  <a:lnTo>
                    <a:pt x="294401" y="8720981"/>
                  </a:lnTo>
                  <a:close/>
                </a:path>
                <a:path w="798830" h="10287000">
                  <a:moveTo>
                    <a:pt x="161722" y="8886358"/>
                  </a:moveTo>
                  <a:lnTo>
                    <a:pt x="255554" y="4950150"/>
                  </a:lnTo>
                  <a:lnTo>
                    <a:pt x="367716" y="5253766"/>
                  </a:lnTo>
                  <a:lnTo>
                    <a:pt x="517719" y="5443803"/>
                  </a:lnTo>
                  <a:lnTo>
                    <a:pt x="480759" y="5860556"/>
                  </a:lnTo>
                  <a:lnTo>
                    <a:pt x="456618" y="6873287"/>
                  </a:lnTo>
                  <a:lnTo>
                    <a:pt x="335661" y="6990114"/>
                  </a:lnTo>
                  <a:lnTo>
                    <a:pt x="294401" y="8720981"/>
                  </a:lnTo>
                  <a:lnTo>
                    <a:pt x="161722" y="8886358"/>
                  </a:lnTo>
                  <a:close/>
                </a:path>
                <a:path w="798830" h="10287000">
                  <a:moveTo>
                    <a:pt x="61707" y="9011023"/>
                  </a:moveTo>
                  <a:lnTo>
                    <a:pt x="186109" y="3792385"/>
                  </a:lnTo>
                  <a:lnTo>
                    <a:pt x="212066" y="4228817"/>
                  </a:lnTo>
                  <a:lnTo>
                    <a:pt x="309444" y="4513656"/>
                  </a:lnTo>
                  <a:lnTo>
                    <a:pt x="299757" y="4703571"/>
                  </a:lnTo>
                  <a:lnTo>
                    <a:pt x="255554" y="4950150"/>
                  </a:lnTo>
                  <a:lnTo>
                    <a:pt x="161722" y="8886358"/>
                  </a:lnTo>
                  <a:lnTo>
                    <a:pt x="61707" y="9011023"/>
                  </a:lnTo>
                  <a:close/>
                </a:path>
                <a:path w="798830" h="10287000">
                  <a:moveTo>
                    <a:pt x="0" y="2918874"/>
                  </a:moveTo>
                  <a:lnTo>
                    <a:pt x="243070" y="3299215"/>
                  </a:lnTo>
                  <a:lnTo>
                    <a:pt x="186109" y="3792385"/>
                  </a:lnTo>
                  <a:lnTo>
                    <a:pt x="61707" y="9011023"/>
                  </a:lnTo>
                  <a:lnTo>
                    <a:pt x="14865" y="9069410"/>
                  </a:lnTo>
                  <a:lnTo>
                    <a:pt x="0" y="9364341"/>
                  </a:lnTo>
                  <a:lnTo>
                    <a:pt x="0" y="2918874"/>
                  </a:lnTo>
                  <a:close/>
                </a:path>
                <a:path w="798830" h="10287000">
                  <a:moveTo>
                    <a:pt x="0" y="2226583"/>
                  </a:moveTo>
                  <a:lnTo>
                    <a:pt x="96560" y="2406161"/>
                  </a:lnTo>
                  <a:lnTo>
                    <a:pt x="0" y="2586068"/>
                  </a:lnTo>
                  <a:lnTo>
                    <a:pt x="0" y="2226583"/>
                  </a:lnTo>
                  <a:close/>
                </a:path>
                <a:path w="798830" h="10287000">
                  <a:moveTo>
                    <a:pt x="0" y="0"/>
                  </a:moveTo>
                  <a:lnTo>
                    <a:pt x="367172" y="0"/>
                  </a:lnTo>
                  <a:lnTo>
                    <a:pt x="367546" y="8566"/>
                  </a:lnTo>
                  <a:lnTo>
                    <a:pt x="367630" y="42425"/>
                  </a:lnTo>
                  <a:lnTo>
                    <a:pt x="388951" y="113923"/>
                  </a:lnTo>
                  <a:lnTo>
                    <a:pt x="438616" y="215716"/>
                  </a:lnTo>
                  <a:lnTo>
                    <a:pt x="488812" y="306834"/>
                  </a:lnTo>
                  <a:lnTo>
                    <a:pt x="511725" y="346311"/>
                  </a:lnTo>
                  <a:lnTo>
                    <a:pt x="464595" y="610301"/>
                  </a:lnTo>
                  <a:lnTo>
                    <a:pt x="445893" y="706610"/>
                  </a:lnTo>
                  <a:lnTo>
                    <a:pt x="375611" y="810402"/>
                  </a:lnTo>
                  <a:lnTo>
                    <a:pt x="240442" y="946274"/>
                  </a:lnTo>
                  <a:lnTo>
                    <a:pt x="109014" y="1064362"/>
                  </a:lnTo>
                  <a:lnTo>
                    <a:pt x="49954" y="1114806"/>
                  </a:lnTo>
                  <a:lnTo>
                    <a:pt x="27902" y="2039902"/>
                  </a:lnTo>
                  <a:lnTo>
                    <a:pt x="0" y="2187071"/>
                  </a:lnTo>
                  <a:lnTo>
                    <a:pt x="0" y="0"/>
                  </a:lnTo>
                  <a:close/>
                </a:path>
                <a:path w="798830" h="10287000">
                  <a:moveTo>
                    <a:pt x="27902" y="2039902"/>
                  </a:moveTo>
                  <a:lnTo>
                    <a:pt x="49954" y="1114806"/>
                  </a:lnTo>
                  <a:lnTo>
                    <a:pt x="171473" y="1551551"/>
                  </a:lnTo>
                  <a:lnTo>
                    <a:pt x="59375" y="1873896"/>
                  </a:lnTo>
                  <a:lnTo>
                    <a:pt x="27902" y="2039902"/>
                  </a:lnTo>
                  <a:close/>
                </a:path>
              </a:pathLst>
            </a:custGeom>
            <a:solidFill>
              <a:srgbClr val="FFD04D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16553" y="1169669"/>
            <a:ext cx="104775" cy="104774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983799" y="886778"/>
            <a:ext cx="14838680" cy="1347470"/>
          </a:xfrm>
          <a:prstGeom prst="rect"/>
        </p:spPr>
        <p:txBody>
          <a:bodyPr wrap="square" lIns="0" tIns="7620" rIns="0" bIns="0" rtlCol="0" vert="horz">
            <a:spAutoFit/>
          </a:bodyPr>
          <a:lstStyle/>
          <a:p>
            <a:pPr algn="just" marL="12700" marR="5080">
              <a:lnSpc>
                <a:spcPct val="111700"/>
              </a:lnSpc>
              <a:spcBef>
                <a:spcPts val="60"/>
              </a:spcBef>
            </a:pPr>
            <a:r>
              <a:rPr dirty="0" sz="2950" spc="-325">
                <a:solidFill>
                  <a:srgbClr val="333433"/>
                </a:solidFill>
              </a:rPr>
              <a:t>North</a:t>
            </a:r>
            <a:r>
              <a:rPr dirty="0" sz="2950" spc="60">
                <a:solidFill>
                  <a:srgbClr val="333433"/>
                </a:solidFill>
              </a:rPr>
              <a:t> </a:t>
            </a:r>
            <a:r>
              <a:rPr dirty="0" sz="2950" spc="-310">
                <a:solidFill>
                  <a:srgbClr val="333433"/>
                </a:solidFill>
              </a:rPr>
              <a:t>Korean</a:t>
            </a:r>
            <a:r>
              <a:rPr dirty="0" sz="2950" spc="190">
                <a:solidFill>
                  <a:srgbClr val="333433"/>
                </a:solidFill>
              </a:rPr>
              <a:t> </a:t>
            </a:r>
            <a:r>
              <a:rPr dirty="0" sz="2950" spc="-290">
                <a:solidFill>
                  <a:srgbClr val="333433"/>
                </a:solidFill>
              </a:rPr>
              <a:t>cryptocurrency</a:t>
            </a:r>
            <a:r>
              <a:rPr dirty="0" sz="2950" spc="185">
                <a:solidFill>
                  <a:srgbClr val="333433"/>
                </a:solidFill>
              </a:rPr>
              <a:t> </a:t>
            </a:r>
            <a:r>
              <a:rPr dirty="0" sz="2950" spc="-310">
                <a:solidFill>
                  <a:srgbClr val="333433"/>
                </a:solidFill>
              </a:rPr>
              <a:t>theft:</a:t>
            </a:r>
            <a:r>
              <a:rPr dirty="0" sz="2950" spc="-10">
                <a:solidFill>
                  <a:srgbClr val="333433"/>
                </a:solidFill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North</a:t>
            </a:r>
            <a:r>
              <a:rPr dirty="0" sz="2400" spc="409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Korean</a:t>
            </a:r>
            <a:r>
              <a:rPr dirty="0" sz="2400" spc="415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hackers</a:t>
            </a:r>
            <a:r>
              <a:rPr dirty="0" sz="2400" spc="415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carried</a:t>
            </a:r>
            <a:r>
              <a:rPr dirty="0" sz="2400" spc="409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out</a:t>
            </a:r>
            <a:r>
              <a:rPr dirty="0" sz="2400" spc="415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the</a:t>
            </a:r>
            <a:r>
              <a:rPr dirty="0" sz="2400" spc="409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largest</a:t>
            </a:r>
            <a:r>
              <a:rPr dirty="0" sz="2400" spc="415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10" b="0">
                <a:solidFill>
                  <a:srgbClr val="333433"/>
                </a:solidFill>
                <a:latin typeface="Comic Sans MS"/>
                <a:cs typeface="Comic Sans MS"/>
              </a:rPr>
              <a:t>cryptocurrency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theft</a:t>
            </a:r>
            <a:r>
              <a:rPr dirty="0" sz="2400" spc="425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ever</a:t>
            </a:r>
            <a:r>
              <a:rPr dirty="0" sz="2400" spc="425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in</a:t>
            </a:r>
            <a:r>
              <a:rPr dirty="0" sz="2400" spc="425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February</a:t>
            </a:r>
            <a:r>
              <a:rPr dirty="0" sz="2400" spc="430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2025.</a:t>
            </a:r>
            <a:r>
              <a:rPr dirty="0" sz="2400" spc="425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They</a:t>
            </a:r>
            <a:r>
              <a:rPr dirty="0" sz="2400" spc="425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exploited</a:t>
            </a:r>
            <a:r>
              <a:rPr dirty="0" sz="2400" spc="425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a</a:t>
            </a:r>
            <a:r>
              <a:rPr dirty="0" sz="2400" spc="430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vulnerability</a:t>
            </a:r>
            <a:r>
              <a:rPr dirty="0" sz="2400" spc="425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in</a:t>
            </a:r>
            <a:r>
              <a:rPr dirty="0" sz="2400" spc="425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third-party</a:t>
            </a:r>
            <a:r>
              <a:rPr dirty="0" sz="2400" spc="430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wallet</a:t>
            </a:r>
            <a:r>
              <a:rPr dirty="0" sz="2400" spc="425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software</a:t>
            </a:r>
            <a:r>
              <a:rPr dirty="0" sz="2400" spc="425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to</a:t>
            </a:r>
            <a:r>
              <a:rPr dirty="0" sz="2400" spc="425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10" b="0">
                <a:solidFill>
                  <a:srgbClr val="333433"/>
                </a:solidFill>
                <a:latin typeface="Comic Sans MS"/>
                <a:cs typeface="Comic Sans MS"/>
              </a:rPr>
              <a:t>steal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around</a:t>
            </a:r>
            <a:r>
              <a:rPr dirty="0" sz="2400" spc="-20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$1.5</a:t>
            </a:r>
            <a:r>
              <a:rPr dirty="0" sz="2400" spc="-20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billion</a:t>
            </a:r>
            <a:r>
              <a:rPr dirty="0" sz="2400" spc="-20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worth</a:t>
            </a:r>
            <a:r>
              <a:rPr dirty="0" sz="2400" spc="-15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of</a:t>
            </a:r>
            <a:r>
              <a:rPr dirty="0" sz="2400" spc="-20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Ethereum</a:t>
            </a:r>
            <a:r>
              <a:rPr dirty="0" sz="2400" spc="-20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from</a:t>
            </a:r>
            <a:r>
              <a:rPr dirty="0" sz="2400" spc="-15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the</a:t>
            </a:r>
            <a:r>
              <a:rPr dirty="0" sz="2400" spc="-20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ByBit</a:t>
            </a:r>
            <a:r>
              <a:rPr dirty="0" sz="2400" spc="-20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10" b="0">
                <a:solidFill>
                  <a:srgbClr val="333433"/>
                </a:solidFill>
                <a:latin typeface="Comic Sans MS"/>
                <a:cs typeface="Comic Sans MS"/>
              </a:rPr>
              <a:t>exchange.</a:t>
            </a:r>
            <a:endParaRPr sz="2400">
              <a:latin typeface="Comic Sans MS"/>
              <a:cs typeface="Comic Sans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16553" y="2846069"/>
            <a:ext cx="104775" cy="10477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983799" y="2563179"/>
            <a:ext cx="14838680" cy="3442970"/>
          </a:xfrm>
          <a:prstGeom prst="rect">
            <a:avLst/>
          </a:prstGeom>
        </p:spPr>
        <p:txBody>
          <a:bodyPr wrap="square" lIns="0" tIns="3810" rIns="0" bIns="0" rtlCol="0" vert="horz">
            <a:spAutoFit/>
          </a:bodyPr>
          <a:lstStyle/>
          <a:p>
            <a:pPr algn="just" marL="12700" marR="5080">
              <a:lnSpc>
                <a:spcPct val="112599"/>
              </a:lnSpc>
              <a:spcBef>
                <a:spcPts val="30"/>
              </a:spcBef>
            </a:pPr>
            <a:r>
              <a:rPr dirty="0" sz="2950" spc="-320" b="1">
                <a:solidFill>
                  <a:srgbClr val="333433"/>
                </a:solidFill>
                <a:latin typeface="Comic Sans MS"/>
                <a:cs typeface="Comic Sans MS"/>
              </a:rPr>
              <a:t>Fake</a:t>
            </a:r>
            <a:r>
              <a:rPr dirty="0" sz="2950" spc="9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290" b="1">
                <a:solidFill>
                  <a:srgbClr val="333433"/>
                </a:solidFill>
                <a:latin typeface="Comic Sans MS"/>
                <a:cs typeface="Comic Sans MS"/>
              </a:rPr>
              <a:t>recruitment</a:t>
            </a:r>
            <a:r>
              <a:rPr dirty="0" sz="2950" spc="204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280" b="1">
                <a:solidFill>
                  <a:srgbClr val="333433"/>
                </a:solidFill>
                <a:latin typeface="Comic Sans MS"/>
                <a:cs typeface="Comic Sans MS"/>
              </a:rPr>
              <a:t>targeting</a:t>
            </a:r>
            <a:r>
              <a:rPr dirty="0" sz="2950" spc="204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325" b="1">
                <a:solidFill>
                  <a:srgbClr val="333433"/>
                </a:solidFill>
                <a:latin typeface="Comic Sans MS"/>
                <a:cs typeface="Comic Sans MS"/>
              </a:rPr>
              <a:t>U.S.</a:t>
            </a:r>
            <a:r>
              <a:rPr dirty="0" sz="2950" spc="204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285" b="1">
                <a:solidFill>
                  <a:srgbClr val="333433"/>
                </a:solidFill>
                <a:latin typeface="Comic Sans MS"/>
                <a:cs typeface="Comic Sans MS"/>
              </a:rPr>
              <a:t>federal</a:t>
            </a:r>
            <a:r>
              <a:rPr dirty="0" sz="2950" spc="204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315" b="1">
                <a:solidFill>
                  <a:srgbClr val="333433"/>
                </a:solidFill>
                <a:latin typeface="Comic Sans MS"/>
                <a:cs typeface="Comic Sans MS"/>
              </a:rPr>
              <a:t>workers:</a:t>
            </a:r>
            <a:r>
              <a:rPr dirty="0" sz="2950" spc="-5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Front</a:t>
            </a:r>
            <a:r>
              <a:rPr dirty="0" sz="2400" spc="434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companies</a:t>
            </a:r>
            <a:r>
              <a:rPr dirty="0" sz="2400" spc="434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linked</a:t>
            </a:r>
            <a:r>
              <a:rPr dirty="0" sz="2400" spc="434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to</a:t>
            </a:r>
            <a:r>
              <a:rPr dirty="0" sz="2400" spc="44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</a:t>
            </a:r>
            <a:r>
              <a:rPr dirty="0" sz="2400" spc="434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Chinese</a:t>
            </a:r>
            <a:r>
              <a:rPr dirty="0" sz="2400" spc="434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tech</a:t>
            </a:r>
            <a:r>
              <a:rPr dirty="0" sz="2400" spc="434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20">
                <a:solidFill>
                  <a:srgbClr val="333433"/>
                </a:solidFill>
                <a:latin typeface="Comic Sans MS"/>
                <a:cs typeface="Comic Sans MS"/>
              </a:rPr>
              <a:t>firm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targeted</a:t>
            </a:r>
            <a:r>
              <a:rPr dirty="0" sz="2400" spc="35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recently</a:t>
            </a:r>
            <a:r>
              <a:rPr dirty="0" sz="2400" spc="4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laid-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off</a:t>
            </a:r>
            <a:r>
              <a:rPr dirty="0" sz="2400" spc="4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U.S.</a:t>
            </a:r>
            <a:r>
              <a:rPr dirty="0" sz="2400" spc="35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federal</a:t>
            </a:r>
            <a:r>
              <a:rPr dirty="0" sz="2400" spc="4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employees</a:t>
            </a:r>
            <a:r>
              <a:rPr dirty="0" sz="2400" spc="4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in</a:t>
            </a:r>
            <a:r>
              <a:rPr dirty="0" sz="2400" spc="35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March</a:t>
            </a:r>
            <a:r>
              <a:rPr dirty="0" sz="2400" spc="4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2025.</a:t>
            </a:r>
            <a:r>
              <a:rPr dirty="0" sz="2400" spc="4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The</a:t>
            </a:r>
            <a:r>
              <a:rPr dirty="0" sz="2400" spc="35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operation</a:t>
            </a:r>
            <a:r>
              <a:rPr dirty="0" sz="2400" spc="4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used</a:t>
            </a:r>
            <a:r>
              <a:rPr dirty="0" sz="2400" spc="4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fake</a:t>
            </a:r>
            <a:r>
              <a:rPr dirty="0" sz="2400" spc="35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 spc="-25">
                <a:solidFill>
                  <a:srgbClr val="333433"/>
                </a:solidFill>
                <a:latin typeface="Comic Sans MS"/>
                <a:cs typeface="Comic Sans MS"/>
              </a:rPr>
              <a:t>job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advertisements</a:t>
            </a:r>
            <a:r>
              <a:rPr dirty="0" sz="2400" spc="49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to</a:t>
            </a:r>
            <a:r>
              <a:rPr dirty="0" sz="2400" spc="50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initiate</a:t>
            </a:r>
            <a:r>
              <a:rPr dirty="0" sz="2400" spc="49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contact.</a:t>
            </a:r>
            <a:r>
              <a:rPr dirty="0" sz="2400" spc="50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Authorities</a:t>
            </a:r>
            <a:r>
              <a:rPr dirty="0" sz="2400" spc="49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warned</a:t>
            </a:r>
            <a:r>
              <a:rPr dirty="0" sz="2400" spc="50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the</a:t>
            </a:r>
            <a:r>
              <a:rPr dirty="0" sz="2400" spc="49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campaign</a:t>
            </a:r>
            <a:r>
              <a:rPr dirty="0" sz="2400" spc="50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resembled</a:t>
            </a:r>
            <a:r>
              <a:rPr dirty="0" sz="2400" spc="49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foreign</a:t>
            </a:r>
            <a:r>
              <a:rPr dirty="0" sz="2400" spc="50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intelligence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recruitment 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tactics.</a:t>
            </a:r>
            <a:endParaRPr sz="2400">
              <a:latin typeface="Comic Sans MS"/>
              <a:cs typeface="Comic Sans MS"/>
            </a:endParaRPr>
          </a:p>
          <a:p>
            <a:pPr algn="just" marL="12700" marR="5080">
              <a:lnSpc>
                <a:spcPct val="111700"/>
              </a:lnSpc>
              <a:spcBef>
                <a:spcPts val="2755"/>
              </a:spcBef>
            </a:pPr>
            <a:r>
              <a:rPr dirty="0" sz="2950" spc="-415" b="1">
                <a:solidFill>
                  <a:srgbClr val="333433"/>
                </a:solidFill>
                <a:latin typeface="Comic Sans MS"/>
                <a:cs typeface="Comic Sans MS"/>
              </a:rPr>
              <a:t>OCC</a:t>
            </a:r>
            <a:r>
              <a:rPr dirty="0" sz="2950" spc="95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280" b="1">
                <a:solidFill>
                  <a:srgbClr val="333433"/>
                </a:solidFill>
                <a:latin typeface="Comic Sans MS"/>
                <a:cs typeface="Comic Sans MS"/>
              </a:rPr>
              <a:t>email</a:t>
            </a:r>
            <a:r>
              <a:rPr dirty="0" sz="2950" spc="-35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265" b="1">
                <a:solidFill>
                  <a:srgbClr val="333433"/>
                </a:solidFill>
                <a:latin typeface="Comic Sans MS"/>
                <a:cs typeface="Comic Sans MS"/>
              </a:rPr>
              <a:t>surveillance</a:t>
            </a:r>
            <a:r>
              <a:rPr dirty="0" sz="2950" spc="-5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300" b="1">
                <a:solidFill>
                  <a:srgbClr val="333433"/>
                </a:solidFill>
                <a:latin typeface="Comic Sans MS"/>
                <a:cs typeface="Comic Sans MS"/>
              </a:rPr>
              <a:t>breach:</a:t>
            </a:r>
            <a:r>
              <a:rPr dirty="0" sz="2950" spc="5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In</a:t>
            </a:r>
            <a:r>
              <a:rPr dirty="0" sz="2400" spc="23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April</a:t>
            </a:r>
            <a:r>
              <a:rPr dirty="0" sz="2400" spc="24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2025,</a:t>
            </a:r>
            <a:r>
              <a:rPr dirty="0" sz="2400" spc="23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it</a:t>
            </a:r>
            <a:r>
              <a:rPr dirty="0" sz="2400" spc="24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was</a:t>
            </a:r>
            <a:r>
              <a:rPr dirty="0" sz="2400" spc="24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disclosed</a:t>
            </a:r>
            <a:r>
              <a:rPr dirty="0" sz="2400" spc="24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that</a:t>
            </a:r>
            <a:r>
              <a:rPr dirty="0" sz="2400" spc="23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hackers</a:t>
            </a:r>
            <a:r>
              <a:rPr dirty="0" sz="2400" spc="24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had</a:t>
            </a:r>
            <a:r>
              <a:rPr dirty="0" sz="2400" spc="24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secretly</a:t>
            </a:r>
            <a:r>
              <a:rPr dirty="0" sz="2400" spc="24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monitored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emails</a:t>
            </a:r>
            <a:r>
              <a:rPr dirty="0" sz="2400" spc="4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from</a:t>
            </a:r>
            <a:r>
              <a:rPr dirty="0" sz="2400" spc="4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over</a:t>
            </a:r>
            <a:r>
              <a:rPr dirty="0" sz="2400" spc="5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100</a:t>
            </a:r>
            <a:r>
              <a:rPr dirty="0" sz="2400" spc="4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U.S.</a:t>
            </a:r>
            <a:r>
              <a:rPr dirty="0" sz="2400" spc="5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bank</a:t>
            </a:r>
            <a:r>
              <a:rPr dirty="0" sz="2400" spc="4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regulators.</a:t>
            </a:r>
            <a:r>
              <a:rPr dirty="0" sz="2400" spc="4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The</a:t>
            </a:r>
            <a:r>
              <a:rPr dirty="0" sz="2400" spc="5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attackers</a:t>
            </a:r>
            <a:r>
              <a:rPr dirty="0" sz="2400" spc="4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used</a:t>
            </a:r>
            <a:r>
              <a:rPr dirty="0" sz="2400" spc="5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</a:t>
            </a:r>
            <a:r>
              <a:rPr dirty="0" sz="2400" spc="4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compromised</a:t>
            </a:r>
            <a:r>
              <a:rPr dirty="0" sz="2400" spc="4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administrator</a:t>
            </a:r>
            <a:r>
              <a:rPr dirty="0" sz="2400" spc="5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account</a:t>
            </a:r>
            <a:r>
              <a:rPr dirty="0" sz="2400" spc="4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25">
                <a:solidFill>
                  <a:srgbClr val="333433"/>
                </a:solidFill>
                <a:latin typeface="Comic Sans MS"/>
                <a:cs typeface="Comic Sans MS"/>
              </a:rPr>
              <a:t>to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conduct</a:t>
            </a:r>
            <a:r>
              <a:rPr dirty="0" sz="2400" spc="-2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the</a:t>
            </a:r>
            <a:r>
              <a:rPr dirty="0" sz="2400" spc="-2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act.</a:t>
            </a:r>
            <a:r>
              <a:rPr dirty="0" sz="2400" spc="-2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The</a:t>
            </a:r>
            <a:r>
              <a:rPr dirty="0" sz="2400" spc="-2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exposed</a:t>
            </a:r>
            <a:r>
              <a:rPr dirty="0" sz="2400" spc="-2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emails</a:t>
            </a:r>
            <a:r>
              <a:rPr dirty="0" sz="2400" spc="-2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had</a:t>
            </a:r>
            <a:r>
              <a:rPr dirty="0" sz="2400" spc="-2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several</a:t>
            </a:r>
            <a:r>
              <a:rPr dirty="0" sz="2400" spc="-2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sensitive</a:t>
            </a:r>
            <a:r>
              <a:rPr dirty="0" sz="2400" spc="-2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details</a:t>
            </a:r>
            <a:r>
              <a:rPr dirty="0" sz="2400" spc="-2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about</a:t>
            </a:r>
            <a:r>
              <a:rPr dirty="0" sz="2400" spc="-2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regulated</a:t>
            </a:r>
            <a:r>
              <a:rPr dirty="0" sz="2400" spc="-2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financial</a:t>
            </a:r>
            <a:r>
              <a:rPr dirty="0" sz="2400" spc="-2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institutions.</a:t>
            </a:r>
            <a:endParaRPr sz="2400">
              <a:latin typeface="Comic Sans MS"/>
              <a:cs typeface="Comic Sans MS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16553" y="4941569"/>
            <a:ext cx="104775" cy="10477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16553" y="6617969"/>
            <a:ext cx="104775" cy="10477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983799" y="6383530"/>
            <a:ext cx="7501890" cy="4749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751964" algn="l"/>
                <a:tab pos="3651885" algn="l"/>
                <a:tab pos="5761990" algn="l"/>
              </a:tabLst>
            </a:pPr>
            <a:r>
              <a:rPr dirty="0" sz="2950" spc="-305" b="1">
                <a:solidFill>
                  <a:srgbClr val="333433"/>
                </a:solidFill>
                <a:latin typeface="Comic Sans MS"/>
                <a:cs typeface="Comic Sans MS"/>
              </a:rPr>
              <a:t>Microsoft</a:t>
            </a:r>
            <a:r>
              <a:rPr dirty="0" sz="2950" b="1">
                <a:solidFill>
                  <a:srgbClr val="333433"/>
                </a:solidFill>
                <a:latin typeface="Comic Sans MS"/>
                <a:cs typeface="Comic Sans MS"/>
              </a:rPr>
              <a:t>	</a:t>
            </a:r>
            <a:r>
              <a:rPr dirty="0" sz="2950" spc="-305" b="1">
                <a:solidFill>
                  <a:srgbClr val="333433"/>
                </a:solidFill>
                <a:latin typeface="Comic Sans MS"/>
                <a:cs typeface="Comic Sans MS"/>
              </a:rPr>
              <a:t>SharePoint</a:t>
            </a:r>
            <a:r>
              <a:rPr dirty="0" sz="2950" b="1">
                <a:solidFill>
                  <a:srgbClr val="333433"/>
                </a:solidFill>
                <a:latin typeface="Comic Sans MS"/>
                <a:cs typeface="Comic Sans MS"/>
              </a:rPr>
              <a:t>	</a:t>
            </a:r>
            <a:r>
              <a:rPr dirty="0" sz="2950" spc="-275" b="1">
                <a:solidFill>
                  <a:srgbClr val="333433"/>
                </a:solidFill>
                <a:latin typeface="Comic Sans MS"/>
                <a:cs typeface="Comic Sans MS"/>
              </a:rPr>
              <a:t>exploitation:</a:t>
            </a:r>
            <a:r>
              <a:rPr dirty="0" sz="2950" b="1">
                <a:solidFill>
                  <a:srgbClr val="333433"/>
                </a:solidFill>
                <a:latin typeface="Comic Sans MS"/>
                <a:cs typeface="Comic Sans MS"/>
              </a:rPr>
              <a:t>	</a:t>
            </a:r>
            <a:r>
              <a:rPr dirty="0" sz="2400" spc="-20">
                <a:solidFill>
                  <a:srgbClr val="333433"/>
                </a:solidFill>
                <a:latin typeface="Comic Sans MS"/>
                <a:cs typeface="Comic Sans MS"/>
              </a:rPr>
              <a:t>China-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linked</a:t>
            </a:r>
            <a:endParaRPr sz="2400">
              <a:latin typeface="Comic Sans MS"/>
              <a:cs typeface="Comic Sans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733874" y="6452869"/>
            <a:ext cx="708850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68145" algn="l"/>
                <a:tab pos="3270885" algn="l"/>
                <a:tab pos="4558030" algn="l"/>
                <a:tab pos="6830059" algn="l"/>
              </a:tabLst>
            </a:pP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attackers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	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exploited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	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critical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	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vulnerabilities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	</a:t>
            </a:r>
            <a:r>
              <a:rPr dirty="0" sz="2400" spc="-25">
                <a:solidFill>
                  <a:srgbClr val="333433"/>
                </a:solidFill>
                <a:latin typeface="Comic Sans MS"/>
                <a:cs typeface="Comic Sans MS"/>
              </a:rPr>
              <a:t>in</a:t>
            </a:r>
            <a:endParaRPr sz="2400">
              <a:latin typeface="Comic Sans MS"/>
              <a:cs typeface="Comic Sans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983799" y="6818629"/>
            <a:ext cx="14838680" cy="2959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14599"/>
              </a:lnSpc>
              <a:spcBef>
                <a:spcPts val="100"/>
              </a:spcBef>
            </a:pP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Microsoft</a:t>
            </a:r>
            <a:r>
              <a:rPr dirty="0" sz="2400" spc="48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SharePoint</a:t>
            </a:r>
            <a:r>
              <a:rPr dirty="0" sz="2400" spc="484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software</a:t>
            </a:r>
            <a:r>
              <a:rPr dirty="0" sz="2400" spc="484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in</a:t>
            </a:r>
            <a:r>
              <a:rPr dirty="0" sz="2400" spc="484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July</a:t>
            </a:r>
            <a:r>
              <a:rPr dirty="0" sz="2400" spc="48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2025.</a:t>
            </a:r>
            <a:r>
              <a:rPr dirty="0" sz="2400" spc="484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This</a:t>
            </a:r>
            <a:r>
              <a:rPr dirty="0" sz="2400" spc="484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incident</a:t>
            </a:r>
            <a:r>
              <a:rPr dirty="0" sz="2400" spc="484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impacted</a:t>
            </a:r>
            <a:r>
              <a:rPr dirty="0" sz="2400" spc="484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U.S.</a:t>
            </a:r>
            <a:r>
              <a:rPr dirty="0" sz="2400" spc="48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government</a:t>
            </a:r>
            <a:r>
              <a:rPr dirty="0" sz="2400" spc="484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agencies</a:t>
            </a:r>
            <a:r>
              <a:rPr dirty="0" sz="2400" spc="484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25">
                <a:solidFill>
                  <a:srgbClr val="333433"/>
                </a:solidFill>
                <a:latin typeface="Comic Sans MS"/>
                <a:cs typeface="Comic Sans MS"/>
              </a:rPr>
              <a:t>and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international</a:t>
            </a:r>
            <a:r>
              <a:rPr dirty="0" sz="2400" spc="-14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companies.</a:t>
            </a:r>
            <a:endParaRPr sz="2400">
              <a:latin typeface="Comic Sans MS"/>
              <a:cs typeface="Comic Sans MS"/>
            </a:endParaRPr>
          </a:p>
          <a:p>
            <a:pPr algn="just" marL="12700" marR="5080">
              <a:lnSpc>
                <a:spcPct val="112599"/>
              </a:lnSpc>
              <a:spcBef>
                <a:spcPts val="2720"/>
              </a:spcBef>
            </a:pPr>
            <a:r>
              <a:rPr dirty="0" sz="2950" spc="-325" b="1">
                <a:solidFill>
                  <a:srgbClr val="333433"/>
                </a:solidFill>
                <a:latin typeface="Comic Sans MS"/>
                <a:cs typeface="Comic Sans MS"/>
              </a:rPr>
              <a:t>Heathrow</a:t>
            </a:r>
            <a:r>
              <a:rPr dirty="0" sz="2950" spc="355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320" b="1">
                <a:solidFill>
                  <a:srgbClr val="333433"/>
                </a:solidFill>
                <a:latin typeface="Comic Sans MS"/>
                <a:cs typeface="Comic Sans MS"/>
              </a:rPr>
              <a:t>and</a:t>
            </a:r>
            <a:r>
              <a:rPr dirty="0" sz="2950" spc="355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305" b="1">
                <a:solidFill>
                  <a:srgbClr val="333433"/>
                </a:solidFill>
                <a:latin typeface="Comic Sans MS"/>
                <a:cs typeface="Comic Sans MS"/>
              </a:rPr>
              <a:t>European</a:t>
            </a:r>
            <a:r>
              <a:rPr dirty="0" sz="2950" spc="355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270" b="1">
                <a:solidFill>
                  <a:srgbClr val="333433"/>
                </a:solidFill>
                <a:latin typeface="Comic Sans MS"/>
                <a:cs typeface="Comic Sans MS"/>
              </a:rPr>
              <a:t>airport</a:t>
            </a:r>
            <a:r>
              <a:rPr dirty="0" sz="2950" spc="35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265" b="1">
                <a:solidFill>
                  <a:srgbClr val="333433"/>
                </a:solidFill>
                <a:latin typeface="Comic Sans MS"/>
                <a:cs typeface="Comic Sans MS"/>
              </a:rPr>
              <a:t>disruption:</a:t>
            </a:r>
            <a:r>
              <a:rPr dirty="0" sz="2950" spc="355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Hackers</a:t>
            </a:r>
            <a:r>
              <a:rPr dirty="0" sz="2400" spc="59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launched</a:t>
            </a:r>
            <a:r>
              <a:rPr dirty="0" sz="2400" spc="59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</a:t>
            </a:r>
            <a:r>
              <a:rPr dirty="0" sz="2400" spc="59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ransomware</a:t>
            </a:r>
            <a:r>
              <a:rPr dirty="0" sz="2400" spc="59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attack</a:t>
            </a:r>
            <a:r>
              <a:rPr dirty="0" sz="2400" spc="59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and</a:t>
            </a:r>
            <a:r>
              <a:rPr dirty="0" sz="2400" spc="59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impacted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airport</a:t>
            </a:r>
            <a:r>
              <a:rPr dirty="0" sz="2400" spc="27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operations</a:t>
            </a:r>
            <a:r>
              <a:rPr dirty="0" sz="2400" spc="28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platforms</a:t>
            </a:r>
            <a:r>
              <a:rPr dirty="0" sz="2400" spc="27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used</a:t>
            </a:r>
            <a:r>
              <a:rPr dirty="0" sz="2400" spc="28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across</a:t>
            </a:r>
            <a:r>
              <a:rPr dirty="0" sz="2400" spc="28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Europe</a:t>
            </a:r>
            <a:r>
              <a:rPr dirty="0" sz="2400" spc="27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in</a:t>
            </a:r>
            <a:r>
              <a:rPr dirty="0" sz="2400" spc="28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September</a:t>
            </a:r>
            <a:r>
              <a:rPr dirty="0" sz="2400" spc="28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2025.</a:t>
            </a:r>
            <a:r>
              <a:rPr dirty="0" sz="2400" spc="27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Several</a:t>
            </a:r>
            <a:r>
              <a:rPr dirty="0" sz="2400" spc="28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functions,</a:t>
            </a:r>
            <a:r>
              <a:rPr dirty="0" sz="2400" spc="27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like</a:t>
            </a:r>
            <a:r>
              <a:rPr dirty="0" sz="2400" spc="28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20">
                <a:solidFill>
                  <a:srgbClr val="333433"/>
                </a:solidFill>
                <a:latin typeface="Comic Sans MS"/>
                <a:cs typeface="Comic Sans MS"/>
              </a:rPr>
              <a:t>check-</a:t>
            </a:r>
            <a:r>
              <a:rPr dirty="0" sz="2400" spc="-25">
                <a:solidFill>
                  <a:srgbClr val="333433"/>
                </a:solidFill>
                <a:latin typeface="Comic Sans MS"/>
                <a:cs typeface="Comic Sans MS"/>
              </a:rPr>
              <a:t>in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and</a:t>
            </a:r>
            <a:r>
              <a:rPr dirty="0" sz="2400" spc="9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boarding</a:t>
            </a:r>
            <a:r>
              <a:rPr dirty="0" sz="2400" spc="10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systems</a:t>
            </a:r>
            <a:r>
              <a:rPr dirty="0" sz="2400" spc="10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at</a:t>
            </a:r>
            <a:r>
              <a:rPr dirty="0" sz="2400" spc="10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major</a:t>
            </a:r>
            <a:r>
              <a:rPr dirty="0" sz="2400" spc="10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airports,</a:t>
            </a:r>
            <a:r>
              <a:rPr dirty="0" sz="2400" spc="10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including</a:t>
            </a:r>
            <a:r>
              <a:rPr dirty="0" sz="2400" spc="10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Heathrow,</a:t>
            </a:r>
            <a:r>
              <a:rPr dirty="0" sz="2400" spc="9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were</a:t>
            </a:r>
            <a:r>
              <a:rPr dirty="0" sz="2400" spc="10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shut</a:t>
            </a:r>
            <a:r>
              <a:rPr dirty="0" sz="2400" spc="10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down.</a:t>
            </a:r>
            <a:r>
              <a:rPr dirty="0" sz="2400" spc="10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The</a:t>
            </a:r>
            <a:r>
              <a:rPr dirty="0" sz="2400" spc="10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airlines</a:t>
            </a:r>
            <a:r>
              <a:rPr dirty="0" sz="2400" spc="10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had</a:t>
            </a:r>
            <a:r>
              <a:rPr dirty="0" sz="2400" spc="10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to</a:t>
            </a:r>
            <a:r>
              <a:rPr dirty="0" sz="2400" spc="10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carry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out</a:t>
            </a:r>
            <a:r>
              <a:rPr dirty="0" sz="2400" spc="-3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the</a:t>
            </a:r>
            <a:r>
              <a:rPr dirty="0" sz="2400" spc="-3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functions</a:t>
            </a:r>
            <a:r>
              <a:rPr dirty="0" sz="2400" spc="-3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manually.</a:t>
            </a:r>
            <a:endParaRPr sz="2400">
              <a:latin typeface="Comic Sans MS"/>
              <a:cs typeface="Comic Sans MS"/>
            </a:endParaRP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16553" y="8294369"/>
            <a:ext cx="104775" cy="104774"/>
          </a:xfrm>
          <a:prstGeom prst="rect">
            <a:avLst/>
          </a:prstGeom>
        </p:spPr>
      </p:pic>
      <p:grpSp>
        <p:nvGrpSpPr>
          <p:cNvPr id="12" name="object 12"/>
          <p:cNvGrpSpPr/>
          <p:nvPr/>
        </p:nvGrpSpPr>
        <p:grpSpPr>
          <a:xfrm>
            <a:off x="0" y="0"/>
            <a:ext cx="1546225" cy="10287000"/>
            <a:chOff x="0" y="0"/>
            <a:chExt cx="1546225" cy="10287000"/>
          </a:xfrm>
        </p:grpSpPr>
        <p:sp>
          <p:nvSpPr>
            <p:cNvPr id="13" name="object 13"/>
            <p:cNvSpPr/>
            <p:nvPr/>
          </p:nvSpPr>
          <p:spPr>
            <a:xfrm>
              <a:off x="0" y="0"/>
              <a:ext cx="1546225" cy="10287000"/>
            </a:xfrm>
            <a:custGeom>
              <a:avLst/>
              <a:gdLst/>
              <a:ahLst/>
              <a:cxnLst/>
              <a:rect l="l" t="t" r="r" b="b"/>
              <a:pathLst>
                <a:path w="1546225" h="10287000">
                  <a:moveTo>
                    <a:pt x="697687" y="10287000"/>
                  </a:moveTo>
                  <a:lnTo>
                    <a:pt x="825308" y="4933310"/>
                  </a:lnTo>
                  <a:lnTo>
                    <a:pt x="1139617" y="5146180"/>
                  </a:lnTo>
                  <a:lnTo>
                    <a:pt x="1248367" y="5407460"/>
                  </a:lnTo>
                  <a:lnTo>
                    <a:pt x="1272572" y="5762781"/>
                  </a:lnTo>
                  <a:lnTo>
                    <a:pt x="1546122" y="6191112"/>
                  </a:lnTo>
                  <a:lnTo>
                    <a:pt x="1420726" y="6648748"/>
                  </a:lnTo>
                  <a:lnTo>
                    <a:pt x="1127474" y="6892339"/>
                  </a:lnTo>
                  <a:lnTo>
                    <a:pt x="1087161" y="8583458"/>
                  </a:lnTo>
                  <a:lnTo>
                    <a:pt x="1021918" y="8949987"/>
                  </a:lnTo>
                  <a:lnTo>
                    <a:pt x="1003527" y="9309206"/>
                  </a:lnTo>
                  <a:lnTo>
                    <a:pt x="980219" y="10287000"/>
                  </a:lnTo>
                  <a:lnTo>
                    <a:pt x="697687" y="10287000"/>
                  </a:lnTo>
                  <a:close/>
                </a:path>
                <a:path w="1546225" h="10287000">
                  <a:moveTo>
                    <a:pt x="1087161" y="8583458"/>
                  </a:moveTo>
                  <a:lnTo>
                    <a:pt x="1127474" y="6892339"/>
                  </a:lnTo>
                  <a:lnTo>
                    <a:pt x="1199200" y="7366958"/>
                  </a:lnTo>
                  <a:lnTo>
                    <a:pt x="1379256" y="7594807"/>
                  </a:lnTo>
                  <a:lnTo>
                    <a:pt x="1356576" y="8113361"/>
                  </a:lnTo>
                  <a:lnTo>
                    <a:pt x="1120634" y="8395413"/>
                  </a:lnTo>
                  <a:lnTo>
                    <a:pt x="1087161" y="8583458"/>
                  </a:lnTo>
                  <a:close/>
                </a:path>
                <a:path w="1546225" h="10287000">
                  <a:moveTo>
                    <a:pt x="980219" y="10287000"/>
                  </a:moveTo>
                  <a:lnTo>
                    <a:pt x="1003527" y="9309206"/>
                  </a:lnTo>
                  <a:lnTo>
                    <a:pt x="1193730" y="9657674"/>
                  </a:lnTo>
                  <a:lnTo>
                    <a:pt x="1194353" y="9961333"/>
                  </a:lnTo>
                  <a:lnTo>
                    <a:pt x="1235761" y="10192756"/>
                  </a:lnTo>
                  <a:lnTo>
                    <a:pt x="1224120" y="10287000"/>
                  </a:lnTo>
                  <a:lnTo>
                    <a:pt x="980219" y="10287000"/>
                  </a:lnTo>
                  <a:close/>
                </a:path>
                <a:path w="1546225" h="10287000">
                  <a:moveTo>
                    <a:pt x="984816" y="1519390"/>
                  </a:moveTo>
                  <a:lnTo>
                    <a:pt x="1019166" y="78388"/>
                  </a:lnTo>
                  <a:lnTo>
                    <a:pt x="1037660" y="425957"/>
                  </a:lnTo>
                  <a:lnTo>
                    <a:pt x="1108798" y="801558"/>
                  </a:lnTo>
                  <a:lnTo>
                    <a:pt x="1231316" y="1258226"/>
                  </a:lnTo>
                  <a:lnTo>
                    <a:pt x="984816" y="1519390"/>
                  </a:lnTo>
                  <a:close/>
                </a:path>
                <a:path w="1546225" h="10287000">
                  <a:moveTo>
                    <a:pt x="643392" y="10287000"/>
                  </a:moveTo>
                  <a:lnTo>
                    <a:pt x="797130" y="3837699"/>
                  </a:lnTo>
                  <a:lnTo>
                    <a:pt x="1003902" y="4130059"/>
                  </a:lnTo>
                  <a:lnTo>
                    <a:pt x="863820" y="4399901"/>
                  </a:lnTo>
                  <a:lnTo>
                    <a:pt x="852927" y="4856879"/>
                  </a:lnTo>
                  <a:lnTo>
                    <a:pt x="825308" y="4933310"/>
                  </a:lnTo>
                  <a:lnTo>
                    <a:pt x="697687" y="10287000"/>
                  </a:lnTo>
                  <a:lnTo>
                    <a:pt x="643392" y="10287000"/>
                  </a:lnTo>
                  <a:close/>
                </a:path>
                <a:path w="1546225" h="10287000">
                  <a:moveTo>
                    <a:pt x="826240" y="3760527"/>
                  </a:moveTo>
                  <a:lnTo>
                    <a:pt x="850460" y="2744523"/>
                  </a:lnTo>
                  <a:lnTo>
                    <a:pt x="959126" y="3071149"/>
                  </a:lnTo>
                  <a:lnTo>
                    <a:pt x="996705" y="3308622"/>
                  </a:lnTo>
                  <a:lnTo>
                    <a:pt x="826240" y="3760527"/>
                  </a:lnTo>
                  <a:close/>
                </a:path>
                <a:path w="1546225" h="10287000">
                  <a:moveTo>
                    <a:pt x="852927" y="4856879"/>
                  </a:moveTo>
                  <a:lnTo>
                    <a:pt x="863820" y="4399901"/>
                  </a:lnTo>
                  <a:lnTo>
                    <a:pt x="939727" y="4616670"/>
                  </a:lnTo>
                  <a:lnTo>
                    <a:pt x="852927" y="4856879"/>
                  </a:lnTo>
                  <a:close/>
                </a:path>
                <a:path w="1546225" h="10287000">
                  <a:moveTo>
                    <a:pt x="0" y="0"/>
                  </a:moveTo>
                  <a:lnTo>
                    <a:pt x="1039700" y="0"/>
                  </a:lnTo>
                  <a:lnTo>
                    <a:pt x="1019166" y="78388"/>
                  </a:lnTo>
                  <a:lnTo>
                    <a:pt x="984816" y="1519390"/>
                  </a:lnTo>
                  <a:lnTo>
                    <a:pt x="876312" y="1660027"/>
                  </a:lnTo>
                  <a:lnTo>
                    <a:pt x="826240" y="3760527"/>
                  </a:lnTo>
                  <a:lnTo>
                    <a:pt x="797130" y="3837699"/>
                  </a:lnTo>
                  <a:lnTo>
                    <a:pt x="643392" y="10287000"/>
                  </a:lnTo>
                  <a:lnTo>
                    <a:pt x="0" y="10287000"/>
                  </a:lnTo>
                  <a:lnTo>
                    <a:pt x="0" y="0"/>
                  </a:lnTo>
                  <a:close/>
                </a:path>
                <a:path w="1546225" h="10287000">
                  <a:moveTo>
                    <a:pt x="850460" y="2744523"/>
                  </a:moveTo>
                  <a:lnTo>
                    <a:pt x="876312" y="1660027"/>
                  </a:lnTo>
                  <a:lnTo>
                    <a:pt x="946555" y="2052558"/>
                  </a:lnTo>
                  <a:lnTo>
                    <a:pt x="917426" y="2408818"/>
                  </a:lnTo>
                  <a:lnTo>
                    <a:pt x="850460" y="2744523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0" y="0"/>
              <a:ext cx="1395730" cy="10287000"/>
            </a:xfrm>
            <a:custGeom>
              <a:avLst/>
              <a:gdLst/>
              <a:ahLst/>
              <a:cxnLst/>
              <a:rect l="l" t="t" r="r" b="b"/>
              <a:pathLst>
                <a:path w="1395730" h="10287000">
                  <a:moveTo>
                    <a:pt x="1053257" y="6511925"/>
                  </a:moveTo>
                  <a:lnTo>
                    <a:pt x="1077398" y="5499194"/>
                  </a:lnTo>
                  <a:lnTo>
                    <a:pt x="1395258" y="5841369"/>
                  </a:lnTo>
                  <a:lnTo>
                    <a:pt x="1393998" y="6182818"/>
                  </a:lnTo>
                  <a:lnTo>
                    <a:pt x="1053257" y="6511925"/>
                  </a:lnTo>
                  <a:close/>
                </a:path>
                <a:path w="1395730" h="10287000">
                  <a:moveTo>
                    <a:pt x="886686" y="8542269"/>
                  </a:moveTo>
                  <a:lnTo>
                    <a:pt x="932300" y="6628752"/>
                  </a:lnTo>
                  <a:lnTo>
                    <a:pt x="1003546" y="7102869"/>
                  </a:lnTo>
                  <a:lnTo>
                    <a:pt x="1183352" y="7330958"/>
                  </a:lnTo>
                  <a:lnTo>
                    <a:pt x="1189365" y="7861989"/>
                  </a:lnTo>
                  <a:lnTo>
                    <a:pt x="1046516" y="8165422"/>
                  </a:lnTo>
                  <a:lnTo>
                    <a:pt x="886686" y="8542269"/>
                  </a:lnTo>
                  <a:close/>
                </a:path>
                <a:path w="1395730" h="10287000">
                  <a:moveTo>
                    <a:pt x="778024" y="10287000"/>
                  </a:moveTo>
                  <a:lnTo>
                    <a:pt x="807599" y="9046340"/>
                  </a:lnTo>
                  <a:lnTo>
                    <a:pt x="1131130" y="9397987"/>
                  </a:lnTo>
                  <a:lnTo>
                    <a:pt x="1131998" y="9701652"/>
                  </a:lnTo>
                  <a:lnTo>
                    <a:pt x="1040587" y="9929171"/>
                  </a:lnTo>
                  <a:lnTo>
                    <a:pt x="996409" y="10287000"/>
                  </a:lnTo>
                  <a:lnTo>
                    <a:pt x="778024" y="10287000"/>
                  </a:lnTo>
                  <a:close/>
                </a:path>
                <a:path w="1395730" h="10287000">
                  <a:moveTo>
                    <a:pt x="495493" y="10287000"/>
                  </a:moveTo>
                  <a:lnTo>
                    <a:pt x="629392" y="4669952"/>
                  </a:lnTo>
                  <a:lnTo>
                    <a:pt x="947914" y="4757632"/>
                  </a:lnTo>
                  <a:lnTo>
                    <a:pt x="1152386" y="5136166"/>
                  </a:lnTo>
                  <a:lnTo>
                    <a:pt x="1077398" y="5499194"/>
                  </a:lnTo>
                  <a:lnTo>
                    <a:pt x="1053257" y="6511925"/>
                  </a:lnTo>
                  <a:lnTo>
                    <a:pt x="932300" y="6628752"/>
                  </a:lnTo>
                  <a:lnTo>
                    <a:pt x="886686" y="8542269"/>
                  </a:lnTo>
                  <a:lnTo>
                    <a:pt x="825773" y="8685888"/>
                  </a:lnTo>
                  <a:lnTo>
                    <a:pt x="807599" y="9046340"/>
                  </a:lnTo>
                  <a:lnTo>
                    <a:pt x="778024" y="10287000"/>
                  </a:lnTo>
                  <a:lnTo>
                    <a:pt x="495493" y="10287000"/>
                  </a:lnTo>
                  <a:close/>
                </a:path>
                <a:path w="1395730" h="10287000">
                  <a:moveTo>
                    <a:pt x="0" y="0"/>
                  </a:moveTo>
                  <a:lnTo>
                    <a:pt x="833752" y="0"/>
                  </a:lnTo>
                  <a:lnTo>
                    <a:pt x="842457" y="163598"/>
                  </a:lnTo>
                  <a:lnTo>
                    <a:pt x="913601" y="538954"/>
                  </a:lnTo>
                  <a:lnTo>
                    <a:pt x="1036358" y="995873"/>
                  </a:lnTo>
                  <a:lnTo>
                    <a:pt x="789612" y="1257031"/>
                  </a:lnTo>
                  <a:lnTo>
                    <a:pt x="571152" y="1465309"/>
                  </a:lnTo>
                  <a:lnTo>
                    <a:pt x="360861" y="10287000"/>
                  </a:lnTo>
                  <a:lnTo>
                    <a:pt x="0" y="10287000"/>
                  </a:lnTo>
                  <a:lnTo>
                    <a:pt x="0" y="0"/>
                  </a:lnTo>
                  <a:close/>
                </a:path>
                <a:path w="1395730" h="10287000">
                  <a:moveTo>
                    <a:pt x="631764" y="3498607"/>
                  </a:moveTo>
                  <a:lnTo>
                    <a:pt x="656023" y="2480955"/>
                  </a:lnTo>
                  <a:lnTo>
                    <a:pt x="916955" y="2727438"/>
                  </a:lnTo>
                  <a:lnTo>
                    <a:pt x="802753" y="3045310"/>
                  </a:lnTo>
                  <a:lnTo>
                    <a:pt x="631764" y="3498607"/>
                  </a:lnTo>
                  <a:close/>
                </a:path>
                <a:path w="1395730" h="10287000">
                  <a:moveTo>
                    <a:pt x="443163" y="10287000"/>
                  </a:moveTo>
                  <a:lnTo>
                    <a:pt x="603178" y="3574388"/>
                  </a:lnTo>
                  <a:lnTo>
                    <a:pt x="809705" y="3866742"/>
                  </a:lnTo>
                  <a:lnTo>
                    <a:pt x="669862" y="4136836"/>
                  </a:lnTo>
                  <a:lnTo>
                    <a:pt x="659122" y="4587379"/>
                  </a:lnTo>
                  <a:lnTo>
                    <a:pt x="629392" y="4669952"/>
                  </a:lnTo>
                  <a:lnTo>
                    <a:pt x="495493" y="10287000"/>
                  </a:lnTo>
                  <a:lnTo>
                    <a:pt x="443163" y="10287000"/>
                  </a:lnTo>
                  <a:close/>
                </a:path>
                <a:path w="1395730" h="10287000">
                  <a:moveTo>
                    <a:pt x="360861" y="10287000"/>
                  </a:moveTo>
                  <a:lnTo>
                    <a:pt x="571152" y="1465309"/>
                  </a:lnTo>
                  <a:lnTo>
                    <a:pt x="750399" y="1788949"/>
                  </a:lnTo>
                  <a:lnTo>
                    <a:pt x="820563" y="2298170"/>
                  </a:lnTo>
                  <a:lnTo>
                    <a:pt x="656023" y="2480955"/>
                  </a:lnTo>
                  <a:lnTo>
                    <a:pt x="631764" y="3498607"/>
                  </a:lnTo>
                  <a:lnTo>
                    <a:pt x="603178" y="3574388"/>
                  </a:lnTo>
                  <a:lnTo>
                    <a:pt x="443163" y="10287000"/>
                  </a:lnTo>
                  <a:lnTo>
                    <a:pt x="360861" y="10287000"/>
                  </a:lnTo>
                  <a:close/>
                </a:path>
                <a:path w="1395730" h="10287000">
                  <a:moveTo>
                    <a:pt x="659122" y="4587379"/>
                  </a:moveTo>
                  <a:lnTo>
                    <a:pt x="669862" y="4136836"/>
                  </a:lnTo>
                  <a:lnTo>
                    <a:pt x="743840" y="4352085"/>
                  </a:lnTo>
                  <a:lnTo>
                    <a:pt x="659122" y="458737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0" y="0"/>
              <a:ext cx="995044" cy="10287000"/>
            </a:xfrm>
            <a:custGeom>
              <a:avLst/>
              <a:gdLst/>
              <a:ahLst/>
              <a:cxnLst/>
              <a:rect l="l" t="t" r="r" b="b"/>
              <a:pathLst>
                <a:path w="995044" h="10287000">
                  <a:moveTo>
                    <a:pt x="653027" y="6502384"/>
                  </a:moveTo>
                  <a:lnTo>
                    <a:pt x="677168" y="5489653"/>
                  </a:lnTo>
                  <a:lnTo>
                    <a:pt x="995028" y="5831829"/>
                  </a:lnTo>
                  <a:lnTo>
                    <a:pt x="993768" y="6173277"/>
                  </a:lnTo>
                  <a:lnTo>
                    <a:pt x="653027" y="6502384"/>
                  </a:lnTo>
                  <a:close/>
                </a:path>
                <a:path w="995044" h="10287000">
                  <a:moveTo>
                    <a:pt x="490810" y="8350078"/>
                  </a:moveTo>
                  <a:lnTo>
                    <a:pt x="532070" y="6619211"/>
                  </a:lnTo>
                  <a:lnTo>
                    <a:pt x="604053" y="7093346"/>
                  </a:lnTo>
                  <a:lnTo>
                    <a:pt x="783858" y="7321435"/>
                  </a:lnTo>
                  <a:lnTo>
                    <a:pt x="789117" y="7853184"/>
                  </a:lnTo>
                  <a:lnTo>
                    <a:pt x="646023" y="8156611"/>
                  </a:lnTo>
                  <a:lnTo>
                    <a:pt x="490810" y="8350078"/>
                  </a:lnTo>
                  <a:close/>
                </a:path>
                <a:path w="995044" h="10287000">
                  <a:moveTo>
                    <a:pt x="358131" y="8515456"/>
                  </a:moveTo>
                  <a:lnTo>
                    <a:pt x="451963" y="4579247"/>
                  </a:lnTo>
                  <a:lnTo>
                    <a:pt x="564125" y="4882863"/>
                  </a:lnTo>
                  <a:lnTo>
                    <a:pt x="714128" y="5072900"/>
                  </a:lnTo>
                  <a:lnTo>
                    <a:pt x="677168" y="5489653"/>
                  </a:lnTo>
                  <a:lnTo>
                    <a:pt x="653027" y="6502384"/>
                  </a:lnTo>
                  <a:lnTo>
                    <a:pt x="532070" y="6619211"/>
                  </a:lnTo>
                  <a:lnTo>
                    <a:pt x="490810" y="8350078"/>
                  </a:lnTo>
                  <a:lnTo>
                    <a:pt x="358131" y="8515456"/>
                  </a:lnTo>
                  <a:close/>
                </a:path>
                <a:path w="995044" h="10287000">
                  <a:moveTo>
                    <a:pt x="0" y="0"/>
                  </a:moveTo>
                  <a:lnTo>
                    <a:pt x="701091" y="0"/>
                  </a:lnTo>
                  <a:lnTo>
                    <a:pt x="703852" y="0"/>
                  </a:lnTo>
                  <a:lnTo>
                    <a:pt x="661004" y="239398"/>
                  </a:lnTo>
                  <a:lnTo>
                    <a:pt x="642302" y="335707"/>
                  </a:lnTo>
                  <a:lnTo>
                    <a:pt x="572020" y="439500"/>
                  </a:lnTo>
                  <a:lnTo>
                    <a:pt x="436851" y="575371"/>
                  </a:lnTo>
                  <a:lnTo>
                    <a:pt x="305423" y="693459"/>
                  </a:lnTo>
                  <a:lnTo>
                    <a:pt x="246363" y="743903"/>
                  </a:lnTo>
                  <a:lnTo>
                    <a:pt x="224311" y="1668999"/>
                  </a:lnTo>
                  <a:lnTo>
                    <a:pt x="190870" y="1845380"/>
                  </a:lnTo>
                  <a:lnTo>
                    <a:pt x="181388" y="2243151"/>
                  </a:lnTo>
                  <a:lnTo>
                    <a:pt x="99117" y="2396436"/>
                  </a:lnTo>
                  <a:lnTo>
                    <a:pt x="0" y="6554383"/>
                  </a:lnTo>
                  <a:lnTo>
                    <a:pt x="0" y="0"/>
                  </a:lnTo>
                  <a:close/>
                </a:path>
                <a:path w="995044" h="10287000">
                  <a:moveTo>
                    <a:pt x="163826" y="10287000"/>
                  </a:moveTo>
                  <a:lnTo>
                    <a:pt x="193094" y="9059205"/>
                  </a:lnTo>
                  <a:lnTo>
                    <a:pt x="463261" y="9382064"/>
                  </a:lnTo>
                  <a:lnTo>
                    <a:pt x="463884" y="9685724"/>
                  </a:lnTo>
                  <a:lnTo>
                    <a:pt x="373455" y="9913268"/>
                  </a:lnTo>
                  <a:lnTo>
                    <a:pt x="327313" y="10287000"/>
                  </a:lnTo>
                  <a:lnTo>
                    <a:pt x="163826" y="10287000"/>
                  </a:lnTo>
                  <a:close/>
                </a:path>
                <a:path w="995044" h="10287000">
                  <a:moveTo>
                    <a:pt x="258116" y="8640120"/>
                  </a:moveTo>
                  <a:lnTo>
                    <a:pt x="382518" y="3421482"/>
                  </a:lnTo>
                  <a:lnTo>
                    <a:pt x="408475" y="3857914"/>
                  </a:lnTo>
                  <a:lnTo>
                    <a:pt x="505853" y="4142753"/>
                  </a:lnTo>
                  <a:lnTo>
                    <a:pt x="496167" y="4332669"/>
                  </a:lnTo>
                  <a:lnTo>
                    <a:pt x="451963" y="4579247"/>
                  </a:lnTo>
                  <a:lnTo>
                    <a:pt x="358131" y="8515456"/>
                  </a:lnTo>
                  <a:lnTo>
                    <a:pt x="258116" y="8640120"/>
                  </a:lnTo>
                  <a:close/>
                </a:path>
                <a:path w="995044" h="10287000">
                  <a:moveTo>
                    <a:pt x="0" y="6554383"/>
                  </a:moveTo>
                  <a:lnTo>
                    <a:pt x="99117" y="2396436"/>
                  </a:lnTo>
                  <a:lnTo>
                    <a:pt x="439479" y="2928312"/>
                  </a:lnTo>
                  <a:lnTo>
                    <a:pt x="382518" y="3421482"/>
                  </a:lnTo>
                  <a:lnTo>
                    <a:pt x="258116" y="8640120"/>
                  </a:lnTo>
                  <a:lnTo>
                    <a:pt x="211274" y="8698507"/>
                  </a:lnTo>
                  <a:lnTo>
                    <a:pt x="193094" y="9059205"/>
                  </a:lnTo>
                  <a:lnTo>
                    <a:pt x="163826" y="10287000"/>
                  </a:lnTo>
                  <a:lnTo>
                    <a:pt x="0" y="10287000"/>
                  </a:lnTo>
                  <a:lnTo>
                    <a:pt x="0" y="6554383"/>
                  </a:lnTo>
                  <a:close/>
                </a:path>
                <a:path w="995044" h="10287000">
                  <a:moveTo>
                    <a:pt x="224311" y="1668999"/>
                  </a:moveTo>
                  <a:lnTo>
                    <a:pt x="246363" y="743903"/>
                  </a:lnTo>
                  <a:lnTo>
                    <a:pt x="367882" y="1180648"/>
                  </a:lnTo>
                  <a:lnTo>
                    <a:pt x="255784" y="1502994"/>
                  </a:lnTo>
                  <a:lnTo>
                    <a:pt x="224311" y="1668999"/>
                  </a:lnTo>
                  <a:close/>
                </a:path>
                <a:path w="995044" h="10287000">
                  <a:moveTo>
                    <a:pt x="181388" y="2243151"/>
                  </a:moveTo>
                  <a:lnTo>
                    <a:pt x="190870" y="1845380"/>
                  </a:lnTo>
                  <a:lnTo>
                    <a:pt x="292969" y="2035258"/>
                  </a:lnTo>
                  <a:lnTo>
                    <a:pt x="181388" y="2243151"/>
                  </a:lnTo>
                  <a:close/>
                </a:path>
              </a:pathLst>
            </a:custGeom>
            <a:solidFill>
              <a:srgbClr val="FFD04D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016000" y="1009713"/>
            <a:ext cx="8468995" cy="7874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000" b="0">
                <a:solidFill>
                  <a:srgbClr val="5460A8"/>
                </a:solidFill>
                <a:latin typeface="Comic Sans MS"/>
                <a:cs typeface="Comic Sans MS"/>
              </a:rPr>
              <a:t>BIGGEST</a:t>
            </a:r>
            <a:r>
              <a:rPr dirty="0" sz="5000" spc="-180" b="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5000" b="0">
                <a:solidFill>
                  <a:srgbClr val="5460A8"/>
                </a:solidFill>
                <a:latin typeface="Comic Sans MS"/>
                <a:cs typeface="Comic Sans MS"/>
              </a:rPr>
              <a:t>DATA</a:t>
            </a:r>
            <a:r>
              <a:rPr dirty="0" sz="5000" spc="-180" b="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5000" spc="-10" b="0">
                <a:solidFill>
                  <a:srgbClr val="5460A8"/>
                </a:solidFill>
                <a:latin typeface="Comic Sans MS"/>
                <a:cs typeface="Comic Sans MS"/>
              </a:rPr>
              <a:t>BREACHES</a:t>
            </a:r>
            <a:endParaRPr sz="5000">
              <a:latin typeface="Comic Sans MS"/>
              <a:cs typeface="Comic Sans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66824" y="2378333"/>
            <a:ext cx="104775" cy="10477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534070" y="2098020"/>
            <a:ext cx="15193010" cy="7631430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algn="just" marL="12700" marR="5080">
              <a:lnSpc>
                <a:spcPct val="112799"/>
              </a:lnSpc>
              <a:spcBef>
                <a:spcPts val="60"/>
              </a:spcBef>
            </a:pPr>
            <a:r>
              <a:rPr dirty="0" sz="2900" spc="-380" b="1">
                <a:solidFill>
                  <a:srgbClr val="333433"/>
                </a:solidFill>
                <a:latin typeface="Comic Sans MS"/>
                <a:cs typeface="Comic Sans MS"/>
              </a:rPr>
              <a:t>SAP</a:t>
            </a:r>
            <a:r>
              <a:rPr dirty="0" sz="2900" spc="6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00" spc="-434" b="1">
                <a:solidFill>
                  <a:srgbClr val="333433"/>
                </a:solidFill>
                <a:latin typeface="Comic Sans MS"/>
                <a:cs typeface="Comic Sans MS"/>
              </a:rPr>
              <a:t>SE</a:t>
            </a:r>
            <a:r>
              <a:rPr dirty="0" sz="2900" spc="12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00" spc="-250" b="1">
                <a:solidFill>
                  <a:srgbClr val="333433"/>
                </a:solidFill>
                <a:latin typeface="Comic Sans MS"/>
                <a:cs typeface="Comic Sans MS"/>
              </a:rPr>
              <a:t>Bulgaria:</a:t>
            </a:r>
            <a:r>
              <a:rPr dirty="0" sz="2900" spc="-65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SAP</a:t>
            </a:r>
            <a:r>
              <a:rPr dirty="0" sz="2400" spc="-7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SE</a:t>
            </a:r>
            <a:r>
              <a:rPr dirty="0" sz="2400" spc="17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was</a:t>
            </a:r>
            <a:r>
              <a:rPr dirty="0" sz="2400" spc="17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impacted</a:t>
            </a:r>
            <a:r>
              <a:rPr dirty="0" sz="2400" spc="17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after</a:t>
            </a:r>
            <a:r>
              <a:rPr dirty="0" sz="2400" spc="17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Kubernetes</a:t>
            </a:r>
            <a:r>
              <a:rPr dirty="0" sz="2400" spc="17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Secrets</a:t>
            </a:r>
            <a:r>
              <a:rPr dirty="0" sz="2400" spc="17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were</a:t>
            </a:r>
            <a:r>
              <a:rPr dirty="0" sz="2400" spc="17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found</a:t>
            </a:r>
            <a:r>
              <a:rPr dirty="0" sz="2400" spc="17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exposed</a:t>
            </a:r>
            <a:r>
              <a:rPr dirty="0" sz="2400" spc="17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in</a:t>
            </a:r>
            <a:r>
              <a:rPr dirty="0" sz="2400" spc="17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public</a:t>
            </a:r>
            <a:r>
              <a:rPr dirty="0" sz="2400" spc="17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GitHub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repositories</a:t>
            </a:r>
            <a:r>
              <a:rPr dirty="0" sz="2400" spc="1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in</a:t>
            </a:r>
            <a:r>
              <a:rPr dirty="0" sz="2400" spc="1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November</a:t>
            </a:r>
            <a:r>
              <a:rPr dirty="0" sz="2400" spc="1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2023.</a:t>
            </a:r>
            <a:r>
              <a:rPr dirty="0" sz="2400" spc="1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It</a:t>
            </a:r>
            <a:r>
              <a:rPr dirty="0" sz="2400" spc="2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granted</a:t>
            </a:r>
            <a:r>
              <a:rPr dirty="0" sz="2400" spc="1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access</a:t>
            </a:r>
            <a:r>
              <a:rPr dirty="0" sz="2400" spc="1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to</a:t>
            </a:r>
            <a:r>
              <a:rPr dirty="0" sz="2400" spc="1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over</a:t>
            </a:r>
            <a:r>
              <a:rPr dirty="0" sz="2400" spc="2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95</a:t>
            </a:r>
            <a:r>
              <a:rPr dirty="0" sz="2400" spc="1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million</a:t>
            </a:r>
            <a:r>
              <a:rPr dirty="0" sz="2400" spc="1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artefacts.</a:t>
            </a:r>
            <a:r>
              <a:rPr dirty="0" sz="2400" spc="1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The</a:t>
            </a:r>
            <a:r>
              <a:rPr dirty="0" sz="2400" spc="1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exposed</a:t>
            </a:r>
            <a:r>
              <a:rPr dirty="0" sz="2400" spc="2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data</a:t>
            </a:r>
            <a:r>
              <a:rPr dirty="0" sz="2400" spc="1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included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credentials</a:t>
            </a:r>
            <a:r>
              <a:rPr dirty="0" sz="2400" spc="3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and</a:t>
            </a:r>
            <a:r>
              <a:rPr dirty="0" sz="2400" spc="3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deployment</a:t>
            </a:r>
            <a:r>
              <a:rPr dirty="0" sz="2400" spc="3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permissions</a:t>
            </a:r>
            <a:r>
              <a:rPr dirty="0" sz="2400" spc="3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related</a:t>
            </a:r>
            <a:r>
              <a:rPr dirty="0" sz="2400" spc="3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to</a:t>
            </a:r>
            <a:r>
              <a:rPr dirty="0" sz="2400" spc="3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hundreds</a:t>
            </a:r>
            <a:r>
              <a:rPr dirty="0" sz="2400" spc="3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of</a:t>
            </a:r>
            <a:r>
              <a:rPr dirty="0" sz="2400" spc="3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organizations.</a:t>
            </a:r>
            <a:r>
              <a:rPr dirty="0" sz="2400" spc="3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SAP</a:t>
            </a:r>
            <a:r>
              <a:rPr dirty="0" sz="2400" spc="3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quickly</a:t>
            </a:r>
            <a:r>
              <a:rPr dirty="0" sz="2400" spc="3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remediated</a:t>
            </a:r>
            <a:r>
              <a:rPr dirty="0" sz="2400" spc="3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25">
                <a:solidFill>
                  <a:srgbClr val="333433"/>
                </a:solidFill>
                <a:latin typeface="Comic Sans MS"/>
                <a:cs typeface="Comic Sans MS"/>
              </a:rPr>
              <a:t>the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issue.</a:t>
            </a:r>
            <a:r>
              <a:rPr dirty="0" sz="2400" spc="-2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However,</a:t>
            </a:r>
            <a:r>
              <a:rPr dirty="0" sz="2400" spc="-2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the</a:t>
            </a:r>
            <a:r>
              <a:rPr dirty="0" sz="2400" spc="-2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incident</a:t>
            </a:r>
            <a:r>
              <a:rPr dirty="0" sz="2400" spc="-2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showed</a:t>
            </a:r>
            <a:r>
              <a:rPr dirty="0" sz="2400" spc="-2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how</a:t>
            </a:r>
            <a:r>
              <a:rPr dirty="0" sz="2400" spc="-2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leaked</a:t>
            </a:r>
            <a:r>
              <a:rPr dirty="0" sz="2400" spc="-2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secrets</a:t>
            </a:r>
            <a:r>
              <a:rPr dirty="0" sz="2400" spc="-2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can</a:t>
            </a:r>
            <a:r>
              <a:rPr dirty="0" sz="2400" spc="-2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enable</a:t>
            </a:r>
            <a:r>
              <a:rPr dirty="0" sz="2400" spc="-2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large-scale</a:t>
            </a:r>
            <a:r>
              <a:rPr dirty="0" sz="2400" spc="-2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20">
                <a:solidFill>
                  <a:srgbClr val="333433"/>
                </a:solidFill>
                <a:latin typeface="Comic Sans MS"/>
                <a:cs typeface="Comic Sans MS"/>
              </a:rPr>
              <a:t>supply-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chain</a:t>
            </a:r>
            <a:r>
              <a:rPr dirty="0" sz="2400" spc="-2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exposure.</a:t>
            </a:r>
            <a:endParaRPr sz="2400">
              <a:latin typeface="Comic Sans MS"/>
              <a:cs typeface="Comic Sans MS"/>
            </a:endParaRPr>
          </a:p>
          <a:p>
            <a:pPr algn="just" marL="12700" marR="5080">
              <a:lnSpc>
                <a:spcPct val="111900"/>
              </a:lnSpc>
              <a:spcBef>
                <a:spcPts val="2805"/>
              </a:spcBef>
            </a:pPr>
            <a:r>
              <a:rPr dirty="0" sz="2900" spc="-345" b="1">
                <a:solidFill>
                  <a:srgbClr val="333433"/>
                </a:solidFill>
                <a:latin typeface="Comic Sans MS"/>
                <a:cs typeface="Comic Sans MS"/>
              </a:rPr>
              <a:t>TmaxSoft:</a:t>
            </a:r>
            <a:r>
              <a:rPr dirty="0" sz="2900" spc="25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South</a:t>
            </a:r>
            <a:r>
              <a:rPr dirty="0" sz="2400" spc="-16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Korean</a:t>
            </a:r>
            <a:r>
              <a:rPr dirty="0" sz="2400" spc="204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IT</a:t>
            </a:r>
            <a:r>
              <a:rPr dirty="0" sz="2400" spc="20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firm</a:t>
            </a:r>
            <a:r>
              <a:rPr dirty="0" sz="2400" spc="20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TmaxSoft</a:t>
            </a:r>
            <a:r>
              <a:rPr dirty="0" sz="2400" spc="204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leaked</a:t>
            </a:r>
            <a:r>
              <a:rPr dirty="0" sz="2400" spc="20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over</a:t>
            </a:r>
            <a:r>
              <a:rPr dirty="0" sz="2400" spc="204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56</a:t>
            </a:r>
            <a:r>
              <a:rPr dirty="0" sz="2400" spc="20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million</a:t>
            </a:r>
            <a:r>
              <a:rPr dirty="0" sz="2400" spc="20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sensitive</a:t>
            </a:r>
            <a:r>
              <a:rPr dirty="0" sz="2400" spc="204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records</a:t>
            </a:r>
            <a:r>
              <a:rPr dirty="0" sz="2400" spc="20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in</a:t>
            </a:r>
            <a:r>
              <a:rPr dirty="0" sz="2400" spc="204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November</a:t>
            </a:r>
            <a:r>
              <a:rPr dirty="0" sz="2400" spc="20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2023.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The</a:t>
            </a:r>
            <a:r>
              <a:rPr dirty="0" sz="2400" spc="58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data</a:t>
            </a:r>
            <a:r>
              <a:rPr dirty="0" sz="2400" spc="59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included</a:t>
            </a:r>
            <a:r>
              <a:rPr dirty="0" sz="2400" spc="58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employee</a:t>
            </a:r>
            <a:r>
              <a:rPr dirty="0" sz="2400" spc="59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contact</a:t>
            </a:r>
            <a:r>
              <a:rPr dirty="0" sz="2400" spc="58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details,</a:t>
            </a:r>
            <a:r>
              <a:rPr dirty="0" sz="2400" spc="59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internal</a:t>
            </a:r>
            <a:r>
              <a:rPr dirty="0" sz="2400" spc="59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emails,</a:t>
            </a:r>
            <a:r>
              <a:rPr dirty="0" sz="2400" spc="58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and</a:t>
            </a:r>
            <a:r>
              <a:rPr dirty="0" sz="2400" spc="59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contract</a:t>
            </a:r>
            <a:r>
              <a:rPr dirty="0" sz="2400" spc="58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information,</a:t>
            </a:r>
            <a:r>
              <a:rPr dirty="0" sz="2400" spc="59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and</a:t>
            </a:r>
            <a:r>
              <a:rPr dirty="0" sz="2400" spc="59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remained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exposed</a:t>
            </a:r>
            <a:r>
              <a:rPr dirty="0" sz="2400" spc="-2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for</a:t>
            </a:r>
            <a:r>
              <a:rPr dirty="0" sz="2400" spc="-2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two</a:t>
            </a:r>
            <a:r>
              <a:rPr dirty="0" sz="2400" spc="-2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years.</a:t>
            </a:r>
            <a:r>
              <a:rPr dirty="0" sz="2400" spc="-1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Such</a:t>
            </a:r>
            <a:r>
              <a:rPr dirty="0" sz="2400" spc="-2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exposure</a:t>
            </a:r>
            <a:r>
              <a:rPr dirty="0" sz="2400" spc="-2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increased</a:t>
            </a:r>
            <a:r>
              <a:rPr dirty="0" sz="2400" spc="-2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the</a:t>
            </a:r>
            <a:r>
              <a:rPr dirty="0" sz="2400" spc="-1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risk</a:t>
            </a:r>
            <a:r>
              <a:rPr dirty="0" sz="2400" spc="-2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of</a:t>
            </a:r>
            <a:r>
              <a:rPr dirty="0" sz="2400" spc="-2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phishing</a:t>
            </a:r>
            <a:r>
              <a:rPr dirty="0" sz="2400" spc="-2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and</a:t>
            </a:r>
            <a:r>
              <a:rPr dirty="0" sz="2400" spc="-1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20">
                <a:solidFill>
                  <a:srgbClr val="333433"/>
                </a:solidFill>
                <a:latin typeface="Comic Sans MS"/>
                <a:cs typeface="Comic Sans MS"/>
              </a:rPr>
              <a:t>supply-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chain</a:t>
            </a:r>
            <a:r>
              <a:rPr dirty="0" sz="2400" spc="-2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attacks.</a:t>
            </a:r>
            <a:endParaRPr sz="2400">
              <a:latin typeface="Comic Sans MS"/>
              <a:cs typeface="Comic Sans MS"/>
            </a:endParaRPr>
          </a:p>
          <a:p>
            <a:pPr algn="just" marL="12700" marR="5080">
              <a:lnSpc>
                <a:spcPct val="112799"/>
              </a:lnSpc>
              <a:spcBef>
                <a:spcPts val="2775"/>
              </a:spcBef>
            </a:pPr>
            <a:r>
              <a:rPr dirty="0" sz="2900" spc="-290" b="1">
                <a:solidFill>
                  <a:srgbClr val="333433"/>
                </a:solidFill>
                <a:latin typeface="Comic Sans MS"/>
                <a:cs typeface="Comic Sans MS"/>
              </a:rPr>
              <a:t>Indian</a:t>
            </a:r>
            <a:r>
              <a:rPr dirty="0" sz="2900" spc="-3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00" spc="-260" b="1">
                <a:solidFill>
                  <a:srgbClr val="333433"/>
                </a:solidFill>
                <a:latin typeface="Comic Sans MS"/>
                <a:cs typeface="Comic Sans MS"/>
              </a:rPr>
              <a:t>Council</a:t>
            </a:r>
            <a:r>
              <a:rPr dirty="0" sz="2900" spc="-55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00" spc="-385" b="1">
                <a:solidFill>
                  <a:srgbClr val="333433"/>
                </a:solidFill>
                <a:latin typeface="Comic Sans MS"/>
                <a:cs typeface="Comic Sans MS"/>
              </a:rPr>
              <a:t>of</a:t>
            </a:r>
            <a:r>
              <a:rPr dirty="0" sz="2900" spc="7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00" spc="-295" b="1">
                <a:solidFill>
                  <a:srgbClr val="333433"/>
                </a:solidFill>
                <a:latin typeface="Comic Sans MS"/>
                <a:cs typeface="Comic Sans MS"/>
              </a:rPr>
              <a:t>Medical</a:t>
            </a:r>
            <a:r>
              <a:rPr dirty="0" sz="2900" spc="-2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00" spc="-305" b="1">
                <a:solidFill>
                  <a:srgbClr val="333433"/>
                </a:solidFill>
                <a:latin typeface="Comic Sans MS"/>
                <a:cs typeface="Comic Sans MS"/>
              </a:rPr>
              <a:t>Research</a:t>
            </a:r>
            <a:r>
              <a:rPr dirty="0" sz="2900" spc="-1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00" spc="-365" b="1">
                <a:solidFill>
                  <a:srgbClr val="333433"/>
                </a:solidFill>
                <a:latin typeface="Comic Sans MS"/>
                <a:cs typeface="Comic Sans MS"/>
              </a:rPr>
              <a:t>(ICMR):</a:t>
            </a:r>
            <a:r>
              <a:rPr dirty="0" sz="2900" spc="5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Data</a:t>
            </a:r>
            <a:r>
              <a:rPr dirty="0" sz="2400" spc="-18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of</a:t>
            </a:r>
            <a:r>
              <a:rPr dirty="0" sz="2400" spc="-17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around</a:t>
            </a:r>
            <a:r>
              <a:rPr dirty="0" sz="2400" spc="3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815</a:t>
            </a:r>
            <a:r>
              <a:rPr dirty="0" sz="2400" spc="13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million</a:t>
            </a:r>
            <a:r>
              <a:rPr dirty="0" sz="2400" spc="13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Indian</a:t>
            </a:r>
            <a:r>
              <a:rPr dirty="0" sz="2400" spc="13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citizens</a:t>
            </a:r>
            <a:r>
              <a:rPr dirty="0" sz="2400" spc="13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in</a:t>
            </a:r>
            <a:r>
              <a:rPr dirty="0" sz="2400" spc="13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October</a:t>
            </a:r>
            <a:r>
              <a:rPr dirty="0" sz="2400" spc="13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2023.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It</a:t>
            </a:r>
            <a:r>
              <a:rPr dirty="0" sz="2400" spc="13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was</a:t>
            </a:r>
            <a:r>
              <a:rPr dirty="0" sz="2400" spc="14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reportedly</a:t>
            </a:r>
            <a:r>
              <a:rPr dirty="0" sz="2400" spc="13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stolen</a:t>
            </a:r>
            <a:r>
              <a:rPr dirty="0" sz="2400" spc="14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from</a:t>
            </a:r>
            <a:r>
              <a:rPr dirty="0" sz="2400" spc="14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</a:t>
            </a:r>
            <a:r>
              <a:rPr dirty="0" sz="2400" spc="13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COVID-testing</a:t>
            </a:r>
            <a:r>
              <a:rPr dirty="0" sz="2400" spc="14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database</a:t>
            </a:r>
            <a:r>
              <a:rPr dirty="0" sz="2400" spc="14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and</a:t>
            </a:r>
            <a:r>
              <a:rPr dirty="0" sz="2400" spc="13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offered</a:t>
            </a:r>
            <a:r>
              <a:rPr dirty="0" sz="2400" spc="14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for</a:t>
            </a:r>
            <a:r>
              <a:rPr dirty="0" sz="2400" spc="13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sale</a:t>
            </a:r>
            <a:r>
              <a:rPr dirty="0" sz="2400" spc="14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on</a:t>
            </a:r>
            <a:r>
              <a:rPr dirty="0" sz="2400" spc="14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the</a:t>
            </a:r>
            <a:r>
              <a:rPr dirty="0" sz="2400" spc="13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dark</a:t>
            </a:r>
            <a:r>
              <a:rPr dirty="0" sz="2400" spc="14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web.</a:t>
            </a:r>
            <a:r>
              <a:rPr dirty="0" sz="2400" spc="14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Exposed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details</a:t>
            </a:r>
            <a:r>
              <a:rPr dirty="0" sz="2400" spc="-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included Aadhaar numbers,</a:t>
            </a:r>
            <a:r>
              <a:rPr dirty="0" sz="2400" spc="-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passport numbers, and home</a:t>
            </a:r>
            <a:r>
              <a:rPr dirty="0" sz="2400" spc="-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addresses. The breach</a:t>
            </a:r>
            <a:r>
              <a:rPr dirty="0" sz="2400" spc="-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represented one </a:t>
            </a:r>
            <a:r>
              <a:rPr dirty="0" sz="2400" spc="-25">
                <a:solidFill>
                  <a:srgbClr val="333433"/>
                </a:solidFill>
                <a:latin typeface="Comic Sans MS"/>
                <a:cs typeface="Comic Sans MS"/>
              </a:rPr>
              <a:t>of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the largest health data exposures ever 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recorded.</a:t>
            </a:r>
            <a:endParaRPr sz="2400">
              <a:latin typeface="Comic Sans MS"/>
              <a:cs typeface="Comic Sans MS"/>
            </a:endParaRPr>
          </a:p>
          <a:p>
            <a:pPr algn="just" marL="12700" marR="5080">
              <a:lnSpc>
                <a:spcPct val="112799"/>
              </a:lnSpc>
              <a:spcBef>
                <a:spcPts val="2775"/>
              </a:spcBef>
            </a:pPr>
            <a:r>
              <a:rPr dirty="0" sz="2900" spc="-355" b="1">
                <a:solidFill>
                  <a:srgbClr val="333433"/>
                </a:solidFill>
                <a:latin typeface="Comic Sans MS"/>
                <a:cs typeface="Comic Sans MS"/>
              </a:rPr>
              <a:t>23andMe:</a:t>
            </a:r>
            <a:r>
              <a:rPr dirty="0" sz="2900" spc="35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Consumer</a:t>
            </a:r>
            <a:r>
              <a:rPr dirty="0" sz="2400" spc="-16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genetics</a:t>
            </a:r>
            <a:r>
              <a:rPr dirty="0" sz="2400" spc="21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company</a:t>
            </a:r>
            <a:r>
              <a:rPr dirty="0" sz="2400" spc="21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23andMe</a:t>
            </a:r>
            <a:r>
              <a:rPr dirty="0" sz="2400" spc="204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suffered</a:t>
            </a:r>
            <a:r>
              <a:rPr dirty="0" sz="2400" spc="21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20">
                <a:solidFill>
                  <a:srgbClr val="333433"/>
                </a:solidFill>
                <a:latin typeface="Comic Sans MS"/>
                <a:cs typeface="Comic Sans MS"/>
              </a:rPr>
              <a:t>credential-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stuffing</a:t>
            </a:r>
            <a:r>
              <a:rPr dirty="0" sz="2400" spc="21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attacks</a:t>
            </a:r>
            <a:r>
              <a:rPr dirty="0" sz="2400" spc="21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that</a:t>
            </a:r>
            <a:r>
              <a:rPr dirty="0" sz="2400" spc="204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exposed</a:t>
            </a:r>
            <a:r>
              <a:rPr dirty="0" sz="2400" spc="21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20">
                <a:solidFill>
                  <a:srgbClr val="333433"/>
                </a:solidFill>
                <a:latin typeface="Comic Sans MS"/>
                <a:cs typeface="Comic Sans MS"/>
              </a:rPr>
              <a:t>data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from</a:t>
            </a:r>
            <a:r>
              <a:rPr dirty="0" sz="2400" spc="27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up</a:t>
            </a:r>
            <a:r>
              <a:rPr dirty="0" sz="2400" spc="28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to</a:t>
            </a:r>
            <a:r>
              <a:rPr dirty="0" sz="2400" spc="28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20</a:t>
            </a:r>
            <a:r>
              <a:rPr dirty="0" sz="2400" spc="28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million</a:t>
            </a:r>
            <a:r>
              <a:rPr dirty="0" sz="2400" spc="28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profiles</a:t>
            </a:r>
            <a:r>
              <a:rPr dirty="0" sz="2400" spc="28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in</a:t>
            </a:r>
            <a:r>
              <a:rPr dirty="0" sz="2400" spc="28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October</a:t>
            </a:r>
            <a:r>
              <a:rPr dirty="0" sz="2400" spc="28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2023.</a:t>
            </a:r>
            <a:r>
              <a:rPr dirty="0" sz="2400" spc="28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The</a:t>
            </a:r>
            <a:r>
              <a:rPr dirty="0" sz="2400" spc="28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stolen</a:t>
            </a:r>
            <a:r>
              <a:rPr dirty="0" sz="2400" spc="28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information</a:t>
            </a:r>
            <a:r>
              <a:rPr dirty="0" sz="2400" spc="28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included</a:t>
            </a:r>
            <a:r>
              <a:rPr dirty="0" sz="2400" spc="28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genetic</a:t>
            </a:r>
            <a:r>
              <a:rPr dirty="0" sz="2400" spc="28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ancestry</a:t>
            </a:r>
            <a:r>
              <a:rPr dirty="0" sz="2400" spc="28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data,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with</a:t>
            </a:r>
            <a:r>
              <a:rPr dirty="0" sz="2400" spc="8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specific</a:t>
            </a:r>
            <a:r>
              <a:rPr dirty="0" sz="2400" spc="9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targeting</a:t>
            </a:r>
            <a:r>
              <a:rPr dirty="0" sz="2400" spc="8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of</a:t>
            </a:r>
            <a:r>
              <a:rPr dirty="0" sz="2400" spc="9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Ashkenazi</a:t>
            </a:r>
            <a:r>
              <a:rPr dirty="0" sz="2400" spc="8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Jewish</a:t>
            </a:r>
            <a:r>
              <a:rPr dirty="0" sz="2400" spc="9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users.</a:t>
            </a:r>
            <a:r>
              <a:rPr dirty="0" sz="2400" spc="8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The</a:t>
            </a:r>
            <a:r>
              <a:rPr dirty="0" sz="2400" spc="9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incident</a:t>
            </a:r>
            <a:r>
              <a:rPr dirty="0" sz="2400" spc="9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underscored</a:t>
            </a:r>
            <a:r>
              <a:rPr dirty="0" sz="2400" spc="8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the</a:t>
            </a:r>
            <a:r>
              <a:rPr dirty="0" sz="2400" spc="9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risks</a:t>
            </a:r>
            <a:r>
              <a:rPr dirty="0" sz="2400" spc="8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of</a:t>
            </a:r>
            <a:r>
              <a:rPr dirty="0" sz="2400" spc="9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password</a:t>
            </a:r>
            <a:r>
              <a:rPr dirty="0" sz="2400" spc="8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reuse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and</a:t>
            </a:r>
            <a:r>
              <a:rPr dirty="0" sz="2400" spc="-1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weak</a:t>
            </a:r>
            <a:r>
              <a:rPr dirty="0" sz="2400" spc="-1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authentication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 controls.</a:t>
            </a:r>
            <a:endParaRPr sz="2400">
              <a:latin typeface="Comic Sans MS"/>
              <a:cs typeface="Comic Sans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66824" y="4473833"/>
            <a:ext cx="104775" cy="10477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66824" y="6150233"/>
            <a:ext cx="104775" cy="10477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66824" y="8245733"/>
            <a:ext cx="104775" cy="104774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66824" y="1169669"/>
            <a:ext cx="104775" cy="104774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534070" y="887081"/>
            <a:ext cx="15493365" cy="1766570"/>
          </a:xfrm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algn="just" marL="12700" marR="5080">
              <a:lnSpc>
                <a:spcPct val="112599"/>
              </a:lnSpc>
              <a:spcBef>
                <a:spcPts val="30"/>
              </a:spcBef>
            </a:pPr>
            <a:r>
              <a:rPr dirty="0" sz="2950" spc="-280">
                <a:solidFill>
                  <a:srgbClr val="333433"/>
                </a:solidFill>
              </a:rPr>
              <a:t>Palau</a:t>
            </a:r>
            <a:r>
              <a:rPr dirty="0" sz="2950" spc="-40">
                <a:solidFill>
                  <a:srgbClr val="333433"/>
                </a:solidFill>
              </a:rPr>
              <a:t> </a:t>
            </a:r>
            <a:r>
              <a:rPr dirty="0" sz="2950" spc="-320">
                <a:solidFill>
                  <a:srgbClr val="333433"/>
                </a:solidFill>
              </a:rPr>
              <a:t>government</a:t>
            </a:r>
            <a:r>
              <a:rPr dirty="0" sz="2950" spc="5">
                <a:solidFill>
                  <a:srgbClr val="333433"/>
                </a:solidFill>
              </a:rPr>
              <a:t> </a:t>
            </a:r>
            <a:r>
              <a:rPr dirty="0" sz="2950" spc="-355">
                <a:solidFill>
                  <a:srgbClr val="333433"/>
                </a:solidFill>
              </a:rPr>
              <a:t>breach:</a:t>
            </a:r>
            <a:r>
              <a:rPr dirty="0" sz="2950" spc="35">
                <a:solidFill>
                  <a:srgbClr val="333433"/>
                </a:solidFill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In</a:t>
            </a:r>
            <a:r>
              <a:rPr dirty="0" sz="2400" spc="-145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June</a:t>
            </a:r>
            <a:r>
              <a:rPr dirty="0" sz="2400" spc="220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2024,</a:t>
            </a:r>
            <a:r>
              <a:rPr dirty="0" sz="2400" spc="220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Palau’s</a:t>
            </a:r>
            <a:r>
              <a:rPr dirty="0" sz="2400" spc="220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government</a:t>
            </a:r>
            <a:r>
              <a:rPr dirty="0" sz="2400" spc="220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reported</a:t>
            </a:r>
            <a:r>
              <a:rPr dirty="0" sz="2400" spc="220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a</a:t>
            </a:r>
            <a:r>
              <a:rPr dirty="0" sz="2400" spc="220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breach</a:t>
            </a:r>
            <a:r>
              <a:rPr dirty="0" sz="2400" spc="220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that</a:t>
            </a:r>
            <a:r>
              <a:rPr dirty="0" sz="2400" spc="220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led</a:t>
            </a:r>
            <a:r>
              <a:rPr dirty="0" sz="2400" spc="225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to</a:t>
            </a:r>
            <a:r>
              <a:rPr dirty="0" sz="2400" spc="220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theft</a:t>
            </a:r>
            <a:r>
              <a:rPr dirty="0" sz="2400" spc="220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of</a:t>
            </a:r>
            <a:r>
              <a:rPr dirty="0" sz="2400" spc="220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20" b="0">
                <a:solidFill>
                  <a:srgbClr val="333433"/>
                </a:solidFill>
                <a:latin typeface="Comic Sans MS"/>
                <a:cs typeface="Comic Sans MS"/>
              </a:rPr>
              <a:t>more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than</a:t>
            </a:r>
            <a:r>
              <a:rPr dirty="0" sz="2400" spc="170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20,000</a:t>
            </a:r>
            <a:r>
              <a:rPr dirty="0" sz="2400" spc="175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official</a:t>
            </a:r>
            <a:r>
              <a:rPr dirty="0" sz="2400" spc="170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documents.</a:t>
            </a:r>
            <a:r>
              <a:rPr dirty="0" sz="2400" spc="175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The</a:t>
            </a:r>
            <a:r>
              <a:rPr dirty="0" sz="2400" spc="170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breach</a:t>
            </a:r>
            <a:r>
              <a:rPr dirty="0" sz="2400" spc="175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happened</a:t>
            </a:r>
            <a:r>
              <a:rPr dirty="0" sz="2400" spc="175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soon</a:t>
            </a:r>
            <a:r>
              <a:rPr dirty="0" sz="2400" spc="170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after</a:t>
            </a:r>
            <a:r>
              <a:rPr dirty="0" sz="2400" spc="175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Palau</a:t>
            </a:r>
            <a:r>
              <a:rPr dirty="0" sz="2400" spc="170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finalized</a:t>
            </a:r>
            <a:r>
              <a:rPr dirty="0" sz="2400" spc="175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a</a:t>
            </a:r>
            <a:r>
              <a:rPr dirty="0" sz="2400" spc="175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long-term</a:t>
            </a:r>
            <a:r>
              <a:rPr dirty="0" sz="2400" spc="170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economic</a:t>
            </a:r>
            <a:r>
              <a:rPr dirty="0" sz="2400" spc="175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25" b="0">
                <a:solidFill>
                  <a:srgbClr val="333433"/>
                </a:solidFill>
                <a:latin typeface="Comic Sans MS"/>
                <a:cs typeface="Comic Sans MS"/>
              </a:rPr>
              <a:t>and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security</a:t>
            </a:r>
            <a:r>
              <a:rPr dirty="0" sz="2400" spc="25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agreement</a:t>
            </a:r>
            <a:r>
              <a:rPr dirty="0" sz="2400" spc="30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with</a:t>
            </a:r>
            <a:r>
              <a:rPr dirty="0" sz="2400" spc="25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the</a:t>
            </a:r>
            <a:r>
              <a:rPr dirty="0" sz="2400" spc="30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U.S.</a:t>
            </a:r>
            <a:r>
              <a:rPr dirty="0" sz="2400" spc="25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The</a:t>
            </a:r>
            <a:r>
              <a:rPr dirty="0" sz="2400" spc="30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incident</a:t>
            </a:r>
            <a:r>
              <a:rPr dirty="0" sz="2400" spc="25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was</a:t>
            </a:r>
            <a:r>
              <a:rPr dirty="0" sz="2400" spc="30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considered</a:t>
            </a:r>
            <a:r>
              <a:rPr dirty="0" sz="2400" spc="30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the</a:t>
            </a:r>
            <a:r>
              <a:rPr dirty="0" sz="2400" spc="25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country’s</a:t>
            </a:r>
            <a:r>
              <a:rPr dirty="0" sz="2400" spc="30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first</a:t>
            </a:r>
            <a:r>
              <a:rPr dirty="0" sz="2400" spc="25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large-scale</a:t>
            </a:r>
            <a:r>
              <a:rPr dirty="0" sz="2400" spc="30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compromise</a:t>
            </a:r>
            <a:r>
              <a:rPr dirty="0" sz="2400" spc="25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25" b="0">
                <a:solidFill>
                  <a:srgbClr val="333433"/>
                </a:solidFill>
                <a:latin typeface="Comic Sans MS"/>
                <a:cs typeface="Comic Sans MS"/>
              </a:rPr>
              <a:t>of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government </a:t>
            </a:r>
            <a:r>
              <a:rPr dirty="0" sz="2400" spc="-10" b="0">
                <a:solidFill>
                  <a:srgbClr val="333433"/>
                </a:solidFill>
                <a:latin typeface="Comic Sans MS"/>
                <a:cs typeface="Comic Sans MS"/>
              </a:rPr>
              <a:t>records.</a:t>
            </a:r>
            <a:endParaRPr sz="2400">
              <a:latin typeface="Comic Sans MS"/>
              <a:cs typeface="Comic Sans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66824" y="3265169"/>
            <a:ext cx="104775" cy="10477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534070" y="2982581"/>
            <a:ext cx="15493365" cy="6376670"/>
          </a:xfrm>
          <a:prstGeom prst="rect">
            <a:avLst/>
          </a:prstGeom>
        </p:spPr>
        <p:txBody>
          <a:bodyPr wrap="square" lIns="0" tIns="1270" rIns="0" bIns="0" rtlCol="0" vert="horz">
            <a:spAutoFit/>
          </a:bodyPr>
          <a:lstStyle/>
          <a:p>
            <a:pPr algn="just" marL="12700" marR="5080">
              <a:lnSpc>
                <a:spcPct val="113100"/>
              </a:lnSpc>
              <a:spcBef>
                <a:spcPts val="10"/>
              </a:spcBef>
            </a:pPr>
            <a:r>
              <a:rPr dirty="0" sz="2950" spc="-320" b="1">
                <a:solidFill>
                  <a:srgbClr val="333433"/>
                </a:solidFill>
                <a:latin typeface="Comic Sans MS"/>
                <a:cs typeface="Comic Sans MS"/>
              </a:rPr>
              <a:t>Snowflake:</a:t>
            </a:r>
            <a:r>
              <a:rPr dirty="0" sz="295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Cloud</a:t>
            </a:r>
            <a:r>
              <a:rPr dirty="0" sz="2400" spc="19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data</a:t>
            </a:r>
            <a:r>
              <a:rPr dirty="0" sz="2400" spc="38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platform</a:t>
            </a:r>
            <a:r>
              <a:rPr dirty="0" sz="2400" spc="37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Snowflake</a:t>
            </a:r>
            <a:r>
              <a:rPr dirty="0" sz="2400" spc="38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suffered</a:t>
            </a:r>
            <a:r>
              <a:rPr dirty="0" sz="2400" spc="37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</a:t>
            </a:r>
            <a:r>
              <a:rPr dirty="0" sz="2400" spc="38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major</a:t>
            </a:r>
            <a:r>
              <a:rPr dirty="0" sz="2400" spc="37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breach</a:t>
            </a:r>
            <a:r>
              <a:rPr dirty="0" sz="2400" spc="38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in</a:t>
            </a:r>
            <a:r>
              <a:rPr dirty="0" sz="2400" spc="37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May</a:t>
            </a:r>
            <a:r>
              <a:rPr dirty="0" sz="2400" spc="38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2024.</a:t>
            </a:r>
            <a:r>
              <a:rPr dirty="0" sz="2400" spc="37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It</a:t>
            </a:r>
            <a:r>
              <a:rPr dirty="0" sz="2400" spc="38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impacted</a:t>
            </a:r>
            <a:r>
              <a:rPr dirty="0" sz="2400" spc="37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over</a:t>
            </a:r>
            <a:r>
              <a:rPr dirty="0" sz="2400" spc="38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25">
                <a:solidFill>
                  <a:srgbClr val="333433"/>
                </a:solidFill>
                <a:latin typeface="Comic Sans MS"/>
                <a:cs typeface="Comic Sans MS"/>
              </a:rPr>
              <a:t>100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customer</a:t>
            </a:r>
            <a:r>
              <a:rPr dirty="0" sz="2400" spc="155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organizations,</a:t>
            </a:r>
            <a:r>
              <a:rPr dirty="0" sz="2400" spc="16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including</a:t>
            </a:r>
            <a:r>
              <a:rPr dirty="0" sz="2400" spc="16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AT&amp;T,</a:t>
            </a:r>
            <a:r>
              <a:rPr dirty="0" sz="2400" spc="155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Ticketmaster,</a:t>
            </a:r>
            <a:r>
              <a:rPr dirty="0" sz="2400" spc="16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and</a:t>
            </a:r>
            <a:r>
              <a:rPr dirty="0" sz="2400" spc="16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Santander</a:t>
            </a:r>
            <a:r>
              <a:rPr dirty="0" sz="2400" spc="16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Bank.</a:t>
            </a:r>
            <a:r>
              <a:rPr dirty="0" sz="2400" spc="155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Hackers</a:t>
            </a:r>
            <a:r>
              <a:rPr dirty="0" sz="2400" spc="16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linked</a:t>
            </a:r>
            <a:r>
              <a:rPr dirty="0" sz="2400" spc="16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to</a:t>
            </a:r>
            <a:r>
              <a:rPr dirty="0" sz="2400" spc="155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 spc="-25">
                <a:solidFill>
                  <a:srgbClr val="333433"/>
                </a:solidFill>
                <a:latin typeface="Comic Sans MS"/>
                <a:cs typeface="Comic Sans MS"/>
              </a:rPr>
              <a:t>the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Scattered</a:t>
            </a:r>
            <a:r>
              <a:rPr dirty="0" sz="2400" spc="17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Spider</a:t>
            </a:r>
            <a:r>
              <a:rPr dirty="0" sz="2400" spc="18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group</a:t>
            </a:r>
            <a:r>
              <a:rPr dirty="0" sz="2400" spc="18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gained</a:t>
            </a:r>
            <a:r>
              <a:rPr dirty="0" sz="2400" spc="18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unauthorized</a:t>
            </a:r>
            <a:r>
              <a:rPr dirty="0" sz="2400" spc="18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access</a:t>
            </a:r>
            <a:r>
              <a:rPr dirty="0" sz="2400" spc="18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by</a:t>
            </a:r>
            <a:r>
              <a:rPr dirty="0" sz="2400" spc="18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exploiting</a:t>
            </a:r>
            <a:r>
              <a:rPr dirty="0" sz="2400" spc="17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compromised</a:t>
            </a:r>
            <a:r>
              <a:rPr dirty="0" sz="2400" spc="18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employee</a:t>
            </a:r>
            <a:r>
              <a:rPr dirty="0" sz="2400" spc="18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credentials.</a:t>
            </a:r>
            <a:r>
              <a:rPr dirty="0" sz="2400" spc="18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20">
                <a:solidFill>
                  <a:srgbClr val="333433"/>
                </a:solidFill>
                <a:latin typeface="Comic Sans MS"/>
                <a:cs typeface="Comic Sans MS"/>
              </a:rPr>
              <a:t>They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stole</a:t>
            </a:r>
            <a:r>
              <a:rPr dirty="0" sz="2400" spc="6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information,</a:t>
            </a:r>
            <a:r>
              <a:rPr dirty="0" sz="2400" spc="6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including</a:t>
            </a:r>
            <a:r>
              <a:rPr dirty="0" sz="2400" spc="65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billions</a:t>
            </a:r>
            <a:r>
              <a:rPr dirty="0" sz="2400" spc="6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of</a:t>
            </a:r>
            <a:r>
              <a:rPr dirty="0" sz="2400" spc="6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AT&amp;T</a:t>
            </a:r>
            <a:r>
              <a:rPr dirty="0" sz="2400" spc="65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call</a:t>
            </a:r>
            <a:r>
              <a:rPr dirty="0" sz="2400" spc="6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records</a:t>
            </a:r>
            <a:r>
              <a:rPr dirty="0" sz="2400" spc="65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and</a:t>
            </a:r>
            <a:r>
              <a:rPr dirty="0" sz="2400" spc="6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personal</a:t>
            </a:r>
            <a:r>
              <a:rPr dirty="0" sz="2400" spc="6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data</a:t>
            </a:r>
            <a:r>
              <a:rPr dirty="0" sz="2400" spc="65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from</a:t>
            </a:r>
            <a:r>
              <a:rPr dirty="0" sz="2400" spc="6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Ticketmaster</a:t>
            </a:r>
            <a:r>
              <a:rPr dirty="0" sz="2400" spc="65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 spc="-25">
                <a:solidFill>
                  <a:srgbClr val="333433"/>
                </a:solidFill>
                <a:latin typeface="Comic Sans MS"/>
                <a:cs typeface="Comic Sans MS"/>
              </a:rPr>
              <a:t>and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Santander</a:t>
            </a:r>
            <a:r>
              <a:rPr dirty="0" sz="2400" spc="-2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customers.</a:t>
            </a:r>
            <a:r>
              <a:rPr dirty="0" sz="2400" spc="-2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The</a:t>
            </a:r>
            <a:r>
              <a:rPr dirty="0" sz="2400" spc="-2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attackers</a:t>
            </a:r>
            <a:r>
              <a:rPr dirty="0" sz="2400" spc="-2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demanded</a:t>
            </a:r>
            <a:r>
              <a:rPr dirty="0" sz="2400" spc="-2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ransoms</a:t>
            </a:r>
            <a:r>
              <a:rPr dirty="0" sz="2400" spc="-2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ranging</a:t>
            </a:r>
            <a:r>
              <a:rPr dirty="0" sz="2400" spc="-2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from</a:t>
            </a:r>
            <a:r>
              <a:rPr dirty="0" sz="2400" spc="-2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$300,000</a:t>
            </a:r>
            <a:r>
              <a:rPr dirty="0" sz="2400" spc="-2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to</a:t>
            </a:r>
            <a:r>
              <a:rPr dirty="0" sz="2400" spc="-2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$5</a:t>
            </a:r>
            <a:r>
              <a:rPr dirty="0" sz="2400" spc="-2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million.</a:t>
            </a:r>
            <a:endParaRPr sz="2400">
              <a:latin typeface="Comic Sans MS"/>
              <a:cs typeface="Comic Sans MS"/>
            </a:endParaRPr>
          </a:p>
          <a:p>
            <a:pPr algn="just" marL="12700" marR="5080">
              <a:lnSpc>
                <a:spcPct val="112599"/>
              </a:lnSpc>
              <a:spcBef>
                <a:spcPts val="2725"/>
              </a:spcBef>
            </a:pPr>
            <a:r>
              <a:rPr dirty="0" sz="2950" spc="-380" b="1">
                <a:solidFill>
                  <a:srgbClr val="333433"/>
                </a:solidFill>
                <a:latin typeface="Comic Sans MS"/>
                <a:cs typeface="Comic Sans MS"/>
              </a:rPr>
              <a:t>UK</a:t>
            </a:r>
            <a:r>
              <a:rPr dirty="0" sz="2950" spc="32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280" b="1">
                <a:solidFill>
                  <a:srgbClr val="333433"/>
                </a:solidFill>
                <a:latin typeface="Comic Sans MS"/>
                <a:cs typeface="Comic Sans MS"/>
              </a:rPr>
              <a:t>Ministry</a:t>
            </a:r>
            <a:r>
              <a:rPr dirty="0" sz="2950" spc="325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290" b="1">
                <a:solidFill>
                  <a:srgbClr val="333433"/>
                </a:solidFill>
                <a:latin typeface="Comic Sans MS"/>
                <a:cs typeface="Comic Sans MS"/>
              </a:rPr>
              <a:t>of</a:t>
            </a:r>
            <a:r>
              <a:rPr dirty="0" sz="2950" spc="32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310" b="1">
                <a:solidFill>
                  <a:srgbClr val="333433"/>
                </a:solidFill>
                <a:latin typeface="Comic Sans MS"/>
                <a:cs typeface="Comic Sans MS"/>
              </a:rPr>
              <a:t>Defence:</a:t>
            </a:r>
            <a:r>
              <a:rPr dirty="0" sz="2950" spc="325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The</a:t>
            </a:r>
            <a:r>
              <a:rPr dirty="0" sz="2400" spc="55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UK</a:t>
            </a:r>
            <a:r>
              <a:rPr dirty="0" sz="2400" spc="56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Ministry</a:t>
            </a:r>
            <a:r>
              <a:rPr dirty="0" sz="2400" spc="55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of</a:t>
            </a:r>
            <a:r>
              <a:rPr dirty="0" sz="2400" spc="56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Defence</a:t>
            </a:r>
            <a:r>
              <a:rPr dirty="0" sz="2400" spc="55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suffered</a:t>
            </a:r>
            <a:r>
              <a:rPr dirty="0" sz="2400" spc="56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</a:t>
            </a:r>
            <a:r>
              <a:rPr dirty="0" sz="2400" spc="55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data</a:t>
            </a:r>
            <a:r>
              <a:rPr dirty="0" sz="2400" spc="56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breach</a:t>
            </a:r>
            <a:r>
              <a:rPr dirty="0" sz="2400" spc="56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in</a:t>
            </a:r>
            <a:r>
              <a:rPr dirty="0" sz="2400" spc="55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May</a:t>
            </a:r>
            <a:r>
              <a:rPr dirty="0" sz="2400" spc="56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2024</a:t>
            </a:r>
            <a:r>
              <a:rPr dirty="0" sz="2400" spc="55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after</a:t>
            </a:r>
            <a:r>
              <a:rPr dirty="0" sz="2400" spc="56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50">
                <a:solidFill>
                  <a:srgbClr val="333433"/>
                </a:solidFill>
                <a:latin typeface="Comic Sans MS"/>
                <a:cs typeface="Comic Sans MS"/>
              </a:rPr>
              <a:t>a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cyberattack</a:t>
            </a:r>
            <a:r>
              <a:rPr dirty="0" sz="2400" spc="43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compromised</a:t>
            </a:r>
            <a:r>
              <a:rPr dirty="0" sz="2400" spc="43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</a:t>
            </a:r>
            <a:r>
              <a:rPr dirty="0" sz="2400" spc="43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payroll</a:t>
            </a:r>
            <a:r>
              <a:rPr dirty="0" sz="2400" spc="43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system.</a:t>
            </a:r>
            <a:r>
              <a:rPr dirty="0" sz="2400" spc="43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The</a:t>
            </a:r>
            <a:r>
              <a:rPr dirty="0" sz="2400" spc="43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attackers</a:t>
            </a:r>
            <a:r>
              <a:rPr dirty="0" sz="2400" spc="43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misused</a:t>
            </a:r>
            <a:r>
              <a:rPr dirty="0" sz="2400" spc="43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personal</a:t>
            </a:r>
            <a:r>
              <a:rPr dirty="0" sz="2400" spc="434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and</a:t>
            </a:r>
            <a:r>
              <a:rPr dirty="0" sz="2400" spc="43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financial</a:t>
            </a:r>
            <a:r>
              <a:rPr dirty="0" sz="2400" spc="43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information</a:t>
            </a:r>
            <a:r>
              <a:rPr dirty="0" sz="2400" spc="43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25">
                <a:solidFill>
                  <a:srgbClr val="333433"/>
                </a:solidFill>
                <a:latin typeface="Comic Sans MS"/>
                <a:cs typeface="Comic Sans MS"/>
              </a:rPr>
              <a:t>of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around</a:t>
            </a:r>
            <a:r>
              <a:rPr dirty="0" sz="2400" spc="36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270,000</a:t>
            </a:r>
            <a:r>
              <a:rPr dirty="0" sz="2400" spc="36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current</a:t>
            </a:r>
            <a:r>
              <a:rPr dirty="0" sz="2400" spc="36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and</a:t>
            </a:r>
            <a:r>
              <a:rPr dirty="0" sz="2400" spc="36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former</a:t>
            </a:r>
            <a:r>
              <a:rPr dirty="0" sz="2400" spc="36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military</a:t>
            </a:r>
            <a:r>
              <a:rPr dirty="0" sz="2400" spc="36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personnel.</a:t>
            </a:r>
            <a:r>
              <a:rPr dirty="0" sz="2400" spc="36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The</a:t>
            </a:r>
            <a:r>
              <a:rPr dirty="0" sz="2400" spc="36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data</a:t>
            </a:r>
            <a:r>
              <a:rPr dirty="0" sz="2400" spc="36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exposed</a:t>
            </a:r>
            <a:r>
              <a:rPr dirty="0" sz="2400" spc="36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names,</a:t>
            </a:r>
            <a:r>
              <a:rPr dirty="0" sz="2400" spc="37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bank</a:t>
            </a:r>
            <a:r>
              <a:rPr dirty="0" sz="2400" spc="36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details,</a:t>
            </a:r>
            <a:r>
              <a:rPr dirty="0" sz="2400" spc="36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and</a:t>
            </a:r>
            <a:r>
              <a:rPr dirty="0" sz="2400" spc="36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20">
                <a:solidFill>
                  <a:srgbClr val="333433"/>
                </a:solidFill>
                <a:latin typeface="Comic Sans MS"/>
                <a:cs typeface="Comic Sans MS"/>
              </a:rPr>
              <a:t>some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home</a:t>
            </a:r>
            <a:r>
              <a:rPr dirty="0" sz="2400" spc="-2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addresses.</a:t>
            </a:r>
            <a:r>
              <a:rPr dirty="0" sz="2400" spc="-2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The</a:t>
            </a:r>
            <a:r>
              <a:rPr dirty="0" sz="2400" spc="-2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breach</a:t>
            </a:r>
            <a:r>
              <a:rPr dirty="0" sz="2400" spc="-2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highlighted</a:t>
            </a:r>
            <a:r>
              <a:rPr dirty="0" sz="2400" spc="-2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serious</a:t>
            </a:r>
            <a:r>
              <a:rPr dirty="0" sz="2400" spc="-20">
                <a:solidFill>
                  <a:srgbClr val="333433"/>
                </a:solidFill>
                <a:latin typeface="Comic Sans MS"/>
                <a:cs typeface="Comic Sans MS"/>
              </a:rPr>
              <a:t> supply-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chain</a:t>
            </a:r>
            <a:r>
              <a:rPr dirty="0" sz="2400" spc="-2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security</a:t>
            </a:r>
            <a:r>
              <a:rPr dirty="0" sz="2400" spc="-2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risks.</a:t>
            </a:r>
            <a:endParaRPr sz="2400">
              <a:latin typeface="Comic Sans MS"/>
              <a:cs typeface="Comic Sans MS"/>
            </a:endParaRPr>
          </a:p>
          <a:p>
            <a:pPr algn="just" marL="12700" marR="5080">
              <a:lnSpc>
                <a:spcPct val="112599"/>
              </a:lnSpc>
              <a:spcBef>
                <a:spcPts val="2725"/>
              </a:spcBef>
            </a:pPr>
            <a:r>
              <a:rPr dirty="0" sz="2950" spc="-450" b="1">
                <a:solidFill>
                  <a:srgbClr val="333433"/>
                </a:solidFill>
                <a:latin typeface="Comic Sans MS"/>
                <a:cs typeface="Comic Sans MS"/>
              </a:rPr>
              <a:t>The</a:t>
            </a:r>
            <a:r>
              <a:rPr dirty="0" sz="2950" spc="13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375" b="1">
                <a:solidFill>
                  <a:srgbClr val="333433"/>
                </a:solidFill>
                <a:latin typeface="Comic Sans MS"/>
                <a:cs typeface="Comic Sans MS"/>
              </a:rPr>
              <a:t>North</a:t>
            </a:r>
            <a:r>
              <a:rPr dirty="0" sz="2950" spc="6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350" b="1">
                <a:solidFill>
                  <a:srgbClr val="333433"/>
                </a:solidFill>
                <a:latin typeface="Comic Sans MS"/>
                <a:cs typeface="Comic Sans MS"/>
              </a:rPr>
              <a:t>Face:</a:t>
            </a:r>
            <a:r>
              <a:rPr dirty="0" sz="2950" spc="3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The</a:t>
            </a:r>
            <a:r>
              <a:rPr dirty="0" sz="2400" spc="-18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North</a:t>
            </a:r>
            <a:r>
              <a:rPr dirty="0" sz="2400" spc="-18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Face</a:t>
            </a:r>
            <a:r>
              <a:rPr dirty="0" sz="2400" spc="-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suffered</a:t>
            </a:r>
            <a:r>
              <a:rPr dirty="0" sz="2400" spc="9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</a:t>
            </a:r>
            <a:r>
              <a:rPr dirty="0" sz="2400" spc="8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20">
                <a:solidFill>
                  <a:srgbClr val="333433"/>
                </a:solidFill>
                <a:latin typeface="Comic Sans MS"/>
                <a:cs typeface="Comic Sans MS"/>
              </a:rPr>
              <a:t>credential-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stuffing</a:t>
            </a:r>
            <a:r>
              <a:rPr dirty="0" sz="2400" spc="9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attack</a:t>
            </a:r>
            <a:r>
              <a:rPr dirty="0" sz="2400" spc="9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in</a:t>
            </a:r>
            <a:r>
              <a:rPr dirty="0" sz="2400" spc="9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June</a:t>
            </a:r>
            <a:r>
              <a:rPr dirty="0" sz="2400" spc="9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2025.</a:t>
            </a:r>
            <a:r>
              <a:rPr dirty="0" sz="2400" spc="8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The</a:t>
            </a:r>
            <a:r>
              <a:rPr dirty="0" sz="2400" spc="9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breach</a:t>
            </a:r>
            <a:r>
              <a:rPr dirty="0" sz="2400" spc="9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exposed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nearly</a:t>
            </a:r>
            <a:r>
              <a:rPr dirty="0" sz="2400" spc="5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3,000</a:t>
            </a:r>
            <a:r>
              <a:rPr dirty="0" sz="2400" spc="1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customer</a:t>
            </a:r>
            <a:r>
              <a:rPr dirty="0" sz="2400" spc="5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accounts.</a:t>
            </a:r>
            <a:r>
              <a:rPr dirty="0" sz="2400" spc="1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Attackers</a:t>
            </a:r>
            <a:r>
              <a:rPr dirty="0" sz="2400" spc="1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accessed</a:t>
            </a:r>
            <a:r>
              <a:rPr dirty="0" sz="2400" spc="5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personal</a:t>
            </a:r>
            <a:r>
              <a:rPr dirty="0" sz="2400" spc="1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details,</a:t>
            </a:r>
            <a:r>
              <a:rPr dirty="0" sz="2400" spc="5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such</a:t>
            </a:r>
            <a:r>
              <a:rPr dirty="0" sz="2400" spc="1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as</a:t>
            </a:r>
            <a:r>
              <a:rPr dirty="0" sz="2400" spc="1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names,</a:t>
            </a:r>
            <a:r>
              <a:rPr dirty="0" sz="2400" spc="5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addresses,</a:t>
            </a:r>
            <a:r>
              <a:rPr dirty="0" sz="2400" spc="1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 spc="-25">
                <a:solidFill>
                  <a:srgbClr val="333433"/>
                </a:solidFill>
                <a:latin typeface="Comic Sans MS"/>
                <a:cs typeface="Comic Sans MS"/>
              </a:rPr>
              <a:t>and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purchase</a:t>
            </a:r>
            <a:r>
              <a:rPr dirty="0" sz="2400" spc="-2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history.</a:t>
            </a:r>
            <a:r>
              <a:rPr dirty="0" sz="2400" spc="-2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The</a:t>
            </a:r>
            <a:r>
              <a:rPr dirty="0" sz="2400" spc="-1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incident</a:t>
            </a:r>
            <a:r>
              <a:rPr dirty="0" sz="2400" spc="-2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was</a:t>
            </a:r>
            <a:r>
              <a:rPr dirty="0" sz="2400" spc="-1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linked</a:t>
            </a:r>
            <a:r>
              <a:rPr dirty="0" sz="2400" spc="-2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to</a:t>
            </a:r>
            <a:r>
              <a:rPr dirty="0" sz="2400" spc="-1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the</a:t>
            </a:r>
            <a:r>
              <a:rPr dirty="0" sz="2400" spc="-2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Scattered</a:t>
            </a:r>
            <a:r>
              <a:rPr dirty="0" sz="2400" spc="-1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Spider</a:t>
            </a:r>
            <a:r>
              <a:rPr dirty="0" sz="2400" spc="-2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cybercrime</a:t>
            </a:r>
            <a:r>
              <a:rPr dirty="0" sz="2400" spc="-1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group</a:t>
            </a:r>
            <a:r>
              <a:rPr dirty="0" sz="2400" spc="-2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and</a:t>
            </a:r>
            <a:r>
              <a:rPr dirty="0" sz="2400" spc="-1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highlighted</a:t>
            </a:r>
            <a:r>
              <a:rPr dirty="0" sz="2400" spc="-2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ongoing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risks</a:t>
            </a:r>
            <a:r>
              <a:rPr dirty="0" sz="2400" spc="-1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facing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retail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brands</a:t>
            </a:r>
            <a:r>
              <a:rPr dirty="0" sz="2400" spc="-1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from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reused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 credentials.</a:t>
            </a:r>
            <a:endParaRPr sz="2400">
              <a:latin typeface="Comic Sans MS"/>
              <a:cs typeface="Comic Sans MS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66824" y="5779769"/>
            <a:ext cx="104775" cy="10477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66824" y="7875269"/>
            <a:ext cx="104775" cy="104774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8147" y="495300"/>
            <a:ext cx="104775" cy="104774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045393" y="212409"/>
            <a:ext cx="16715740" cy="1347470"/>
          </a:xfrm>
          <a:prstGeom prst="rect"/>
        </p:spPr>
        <p:txBody>
          <a:bodyPr wrap="square" lIns="0" tIns="7620" rIns="0" bIns="0" rtlCol="0" vert="horz">
            <a:spAutoFit/>
          </a:bodyPr>
          <a:lstStyle/>
          <a:p>
            <a:pPr algn="just" marL="12700" marR="5080">
              <a:lnSpc>
                <a:spcPct val="111700"/>
              </a:lnSpc>
              <a:spcBef>
                <a:spcPts val="60"/>
              </a:spcBef>
            </a:pPr>
            <a:r>
              <a:rPr dirty="0" sz="2950" spc="-335">
                <a:solidFill>
                  <a:srgbClr val="333433"/>
                </a:solidFill>
              </a:rPr>
              <a:t>Cartier:</a:t>
            </a:r>
            <a:r>
              <a:rPr dirty="0" sz="2950" spc="15">
                <a:solidFill>
                  <a:srgbClr val="333433"/>
                </a:solidFill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Luxury</a:t>
            </a:r>
            <a:r>
              <a:rPr dirty="0" sz="2400" spc="-180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brand</a:t>
            </a:r>
            <a:r>
              <a:rPr dirty="0" sz="2400" spc="-125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Cartier</a:t>
            </a:r>
            <a:r>
              <a:rPr dirty="0" sz="2400" spc="95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disclosed</a:t>
            </a:r>
            <a:r>
              <a:rPr dirty="0" sz="2400" spc="90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a</a:t>
            </a:r>
            <a:r>
              <a:rPr dirty="0" sz="2400" spc="95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data</a:t>
            </a:r>
            <a:r>
              <a:rPr dirty="0" sz="2400" spc="95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breach</a:t>
            </a:r>
            <a:r>
              <a:rPr dirty="0" sz="2400" spc="90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in</a:t>
            </a:r>
            <a:r>
              <a:rPr dirty="0" sz="2400" spc="95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June</a:t>
            </a:r>
            <a:r>
              <a:rPr dirty="0" sz="2400" spc="90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2025.</a:t>
            </a:r>
            <a:r>
              <a:rPr dirty="0" sz="2400" spc="95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The</a:t>
            </a:r>
            <a:r>
              <a:rPr dirty="0" sz="2400" spc="90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hackers</a:t>
            </a:r>
            <a:r>
              <a:rPr dirty="0" sz="2400" spc="95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gained</a:t>
            </a:r>
            <a:r>
              <a:rPr dirty="0" sz="2400" spc="95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access</a:t>
            </a:r>
            <a:r>
              <a:rPr dirty="0" sz="2400" spc="90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to</a:t>
            </a:r>
            <a:r>
              <a:rPr dirty="0" sz="2400" spc="95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limited</a:t>
            </a:r>
            <a:r>
              <a:rPr dirty="0" sz="2400" spc="90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10" b="0">
                <a:solidFill>
                  <a:srgbClr val="333433"/>
                </a:solidFill>
                <a:latin typeface="Comic Sans MS"/>
                <a:cs typeface="Comic Sans MS"/>
              </a:rPr>
              <a:t>customer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information.</a:t>
            </a:r>
            <a:r>
              <a:rPr dirty="0" sz="2400" spc="229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While</a:t>
            </a:r>
            <a:r>
              <a:rPr dirty="0" sz="2400" spc="229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the</a:t>
            </a:r>
            <a:r>
              <a:rPr dirty="0" sz="2400" spc="229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company</a:t>
            </a:r>
            <a:r>
              <a:rPr dirty="0" sz="2400" spc="229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said</a:t>
            </a:r>
            <a:r>
              <a:rPr dirty="0" sz="2400" spc="235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financial</a:t>
            </a:r>
            <a:r>
              <a:rPr dirty="0" sz="2400" spc="229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data</a:t>
            </a:r>
            <a:r>
              <a:rPr dirty="0" sz="2400" spc="229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was</a:t>
            </a:r>
            <a:r>
              <a:rPr dirty="0" sz="2400" spc="229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not</a:t>
            </a:r>
            <a:r>
              <a:rPr dirty="0" sz="2400" spc="235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affected,</a:t>
            </a:r>
            <a:r>
              <a:rPr dirty="0" sz="2400" spc="229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the</a:t>
            </a:r>
            <a:r>
              <a:rPr dirty="0" sz="2400" spc="229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breach</a:t>
            </a:r>
            <a:r>
              <a:rPr dirty="0" sz="2400" spc="229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added</a:t>
            </a:r>
            <a:r>
              <a:rPr dirty="0" sz="2400" spc="235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to</a:t>
            </a:r>
            <a:r>
              <a:rPr dirty="0" sz="2400" spc="229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a</a:t>
            </a:r>
            <a:r>
              <a:rPr dirty="0" sz="2400" spc="229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growing</a:t>
            </a:r>
            <a:r>
              <a:rPr dirty="0" sz="2400" spc="229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list</a:t>
            </a:r>
            <a:r>
              <a:rPr dirty="0" sz="2400" spc="235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of</a:t>
            </a:r>
            <a:r>
              <a:rPr dirty="0" sz="2400" spc="229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10" b="0">
                <a:solidFill>
                  <a:srgbClr val="333433"/>
                </a:solidFill>
                <a:latin typeface="Comic Sans MS"/>
                <a:cs typeface="Comic Sans MS"/>
              </a:rPr>
              <a:t>cyber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incidents</a:t>
            </a:r>
            <a:r>
              <a:rPr dirty="0" sz="2400" spc="-20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targeting</a:t>
            </a:r>
            <a:r>
              <a:rPr dirty="0" sz="2400" spc="-20" b="0">
                <a:solidFill>
                  <a:srgbClr val="333433"/>
                </a:solidFill>
                <a:latin typeface="Comic Sans MS"/>
                <a:cs typeface="Comic Sans MS"/>
              </a:rPr>
              <a:t> high-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end</a:t>
            </a:r>
            <a:r>
              <a:rPr dirty="0" sz="2400" spc="-20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fashion</a:t>
            </a:r>
            <a:r>
              <a:rPr dirty="0" sz="2400" spc="-20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brands.</a:t>
            </a:r>
            <a:r>
              <a:rPr dirty="0" sz="2400" spc="-20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The</a:t>
            </a:r>
            <a:r>
              <a:rPr dirty="0" sz="2400" spc="-20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attack</a:t>
            </a:r>
            <a:r>
              <a:rPr dirty="0" sz="2400" spc="-20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was</a:t>
            </a:r>
            <a:r>
              <a:rPr dirty="0" sz="2400" spc="-15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also</a:t>
            </a:r>
            <a:r>
              <a:rPr dirty="0" sz="2400" spc="-20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associated</a:t>
            </a:r>
            <a:r>
              <a:rPr dirty="0" sz="2400" spc="-20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with</a:t>
            </a:r>
            <a:r>
              <a:rPr dirty="0" sz="2400" spc="-20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activity</a:t>
            </a:r>
            <a:r>
              <a:rPr dirty="0" sz="2400" spc="-20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linked</a:t>
            </a:r>
            <a:r>
              <a:rPr dirty="0" sz="2400" spc="-20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to</a:t>
            </a:r>
            <a:r>
              <a:rPr dirty="0" sz="2400" spc="-20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Scattered</a:t>
            </a:r>
            <a:r>
              <a:rPr dirty="0" sz="2400" spc="-15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10" b="0">
                <a:solidFill>
                  <a:srgbClr val="333433"/>
                </a:solidFill>
                <a:latin typeface="Comic Sans MS"/>
                <a:cs typeface="Comic Sans MS"/>
              </a:rPr>
              <a:t>Spider.</a:t>
            </a:r>
            <a:endParaRPr sz="2400">
              <a:latin typeface="Comic Sans MS"/>
              <a:cs typeface="Comic Sans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8147" y="2171699"/>
            <a:ext cx="104775" cy="10477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045393" y="1888809"/>
            <a:ext cx="16715740" cy="8053070"/>
          </a:xfrm>
          <a:prstGeom prst="rect">
            <a:avLst/>
          </a:prstGeom>
        </p:spPr>
        <p:txBody>
          <a:bodyPr wrap="square" lIns="0" tIns="3810" rIns="0" bIns="0" rtlCol="0" vert="horz">
            <a:spAutoFit/>
          </a:bodyPr>
          <a:lstStyle/>
          <a:p>
            <a:pPr algn="just" marL="12700" marR="5080">
              <a:lnSpc>
                <a:spcPct val="112599"/>
              </a:lnSpc>
              <a:spcBef>
                <a:spcPts val="30"/>
              </a:spcBef>
            </a:pPr>
            <a:r>
              <a:rPr dirty="0" sz="2950" spc="-210" b="1">
                <a:solidFill>
                  <a:srgbClr val="333433"/>
                </a:solidFill>
                <a:latin typeface="Comic Sans MS"/>
                <a:cs typeface="Comic Sans MS"/>
              </a:rPr>
              <a:t>Illinois</a:t>
            </a:r>
            <a:r>
              <a:rPr dirty="0" sz="2950" spc="-11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310" b="1">
                <a:solidFill>
                  <a:srgbClr val="333433"/>
                </a:solidFill>
                <a:latin typeface="Comic Sans MS"/>
                <a:cs typeface="Comic Sans MS"/>
              </a:rPr>
              <a:t>State</a:t>
            </a:r>
            <a:r>
              <a:rPr dirty="0" sz="2950" spc="-5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310" b="1">
                <a:solidFill>
                  <a:srgbClr val="333433"/>
                </a:solidFill>
                <a:latin typeface="Comic Sans MS"/>
                <a:cs typeface="Comic Sans MS"/>
              </a:rPr>
              <a:t>agencies:</a:t>
            </a:r>
            <a:r>
              <a:rPr dirty="0" sz="2950" spc="-15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Hackers</a:t>
            </a:r>
            <a:r>
              <a:rPr dirty="0" sz="2400" spc="22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compromised</a:t>
            </a:r>
            <a:r>
              <a:rPr dirty="0" sz="2400" spc="29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</a:t>
            </a:r>
            <a:r>
              <a:rPr dirty="0" sz="2400" spc="28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TxDOT</a:t>
            </a:r>
            <a:r>
              <a:rPr dirty="0" sz="2400" spc="29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account</a:t>
            </a:r>
            <a:r>
              <a:rPr dirty="0" sz="2400" spc="29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and</a:t>
            </a:r>
            <a:r>
              <a:rPr dirty="0" sz="2400" spc="28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downloaded</a:t>
            </a:r>
            <a:r>
              <a:rPr dirty="0" sz="2400" spc="29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nearly</a:t>
            </a:r>
            <a:r>
              <a:rPr dirty="0" sz="2400" spc="28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300,000</a:t>
            </a:r>
            <a:r>
              <a:rPr dirty="0" sz="2400" spc="29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crash</a:t>
            </a:r>
            <a:r>
              <a:rPr dirty="0" sz="2400" spc="28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reports</a:t>
            </a:r>
            <a:r>
              <a:rPr dirty="0" sz="2400" spc="29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25">
                <a:solidFill>
                  <a:srgbClr val="333433"/>
                </a:solidFill>
                <a:latin typeface="Comic Sans MS"/>
                <a:cs typeface="Comic Sans MS"/>
              </a:rPr>
              <a:t>in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June</a:t>
            </a:r>
            <a:r>
              <a:rPr dirty="0" sz="2400" spc="15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2025.</a:t>
            </a:r>
            <a:r>
              <a:rPr dirty="0" sz="2400" spc="16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The</a:t>
            </a:r>
            <a:r>
              <a:rPr dirty="0" sz="2400" spc="16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data</a:t>
            </a:r>
            <a:r>
              <a:rPr dirty="0" sz="2400" spc="16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had</a:t>
            </a:r>
            <a:r>
              <a:rPr dirty="0" sz="2400" spc="16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personal</a:t>
            </a:r>
            <a:r>
              <a:rPr dirty="0" sz="2400" spc="16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and</a:t>
            </a:r>
            <a:r>
              <a:rPr dirty="0" sz="2400" spc="16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licensing</a:t>
            </a:r>
            <a:r>
              <a:rPr dirty="0" sz="2400" spc="16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data.</a:t>
            </a:r>
            <a:r>
              <a:rPr dirty="0" sz="2400" spc="16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At</a:t>
            </a:r>
            <a:r>
              <a:rPr dirty="0" sz="2400" spc="16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the</a:t>
            </a:r>
            <a:r>
              <a:rPr dirty="0" sz="2400" spc="16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same</a:t>
            </a:r>
            <a:r>
              <a:rPr dirty="0" sz="2400" spc="16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time,</a:t>
            </a:r>
            <a:r>
              <a:rPr dirty="0" sz="2400" spc="15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</a:t>
            </a:r>
            <a:r>
              <a:rPr dirty="0" sz="2400" spc="16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phishing</a:t>
            </a:r>
            <a:r>
              <a:rPr dirty="0" sz="2400" spc="16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campaign</a:t>
            </a:r>
            <a:r>
              <a:rPr dirty="0" sz="2400" spc="16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against</a:t>
            </a:r>
            <a:r>
              <a:rPr dirty="0" sz="2400" spc="16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Illinois</a:t>
            </a:r>
            <a:r>
              <a:rPr dirty="0" sz="2400" spc="16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Health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and</a:t>
            </a:r>
            <a:r>
              <a:rPr dirty="0" sz="2400" spc="53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Family</a:t>
            </a:r>
            <a:r>
              <a:rPr dirty="0" sz="2400" spc="54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Services</a:t>
            </a:r>
            <a:r>
              <a:rPr dirty="0" sz="2400" spc="54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employees</a:t>
            </a:r>
            <a:r>
              <a:rPr dirty="0" sz="2400" spc="53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exposed</a:t>
            </a:r>
            <a:r>
              <a:rPr dirty="0" sz="2400" spc="54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sensitive</a:t>
            </a:r>
            <a:r>
              <a:rPr dirty="0" sz="2400" spc="54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data</a:t>
            </a:r>
            <a:r>
              <a:rPr dirty="0" sz="2400" spc="53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of</a:t>
            </a:r>
            <a:r>
              <a:rPr dirty="0" sz="2400" spc="54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933</a:t>
            </a:r>
            <a:r>
              <a:rPr dirty="0" sz="2400" spc="54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individuals.</a:t>
            </a:r>
            <a:r>
              <a:rPr dirty="0" sz="2400" spc="54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The</a:t>
            </a:r>
            <a:r>
              <a:rPr dirty="0" sz="2400" spc="53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attacks</a:t>
            </a:r>
            <a:r>
              <a:rPr dirty="0" sz="2400" spc="54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demonstrated</a:t>
            </a:r>
            <a:r>
              <a:rPr dirty="0" sz="2400" spc="54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how</a:t>
            </a:r>
            <a:r>
              <a:rPr dirty="0" sz="2400" spc="53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20">
                <a:solidFill>
                  <a:srgbClr val="333433"/>
                </a:solidFill>
                <a:latin typeface="Comic Sans MS"/>
                <a:cs typeface="Comic Sans MS"/>
              </a:rPr>
              <a:t>weak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account</a:t>
            </a:r>
            <a:r>
              <a:rPr dirty="0" sz="2400" spc="-3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security</a:t>
            </a:r>
            <a:r>
              <a:rPr dirty="0" sz="2400" spc="-2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can</a:t>
            </a:r>
            <a:r>
              <a:rPr dirty="0" sz="2400" spc="-2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impact</a:t>
            </a:r>
            <a:r>
              <a:rPr dirty="0" sz="2400" spc="-2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20">
                <a:solidFill>
                  <a:srgbClr val="333433"/>
                </a:solidFill>
                <a:latin typeface="Comic Sans MS"/>
                <a:cs typeface="Comic Sans MS"/>
              </a:rPr>
              <a:t>public-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sector</a:t>
            </a:r>
            <a:r>
              <a:rPr dirty="0" sz="2400" spc="-3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systems.</a:t>
            </a:r>
            <a:endParaRPr sz="2400">
              <a:latin typeface="Comic Sans MS"/>
              <a:cs typeface="Comic Sans MS"/>
            </a:endParaRPr>
          </a:p>
          <a:p>
            <a:pPr algn="just" marL="12700" marR="5080">
              <a:lnSpc>
                <a:spcPct val="111700"/>
              </a:lnSpc>
              <a:spcBef>
                <a:spcPts val="2755"/>
              </a:spcBef>
            </a:pPr>
            <a:r>
              <a:rPr dirty="0" sz="2950" spc="-340" b="1">
                <a:solidFill>
                  <a:srgbClr val="333433"/>
                </a:solidFill>
                <a:latin typeface="Comic Sans MS"/>
                <a:cs typeface="Comic Sans MS"/>
              </a:rPr>
              <a:t>Zoomcar:</a:t>
            </a:r>
            <a:r>
              <a:rPr dirty="0" sz="2950" spc="2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Indian</a:t>
            </a:r>
            <a:r>
              <a:rPr dirty="0" sz="2400" spc="-2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car-sharing</a:t>
            </a:r>
            <a:r>
              <a:rPr dirty="0" sz="2400" spc="12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company</a:t>
            </a:r>
            <a:r>
              <a:rPr dirty="0" sz="2400" spc="12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Zoomcar</a:t>
            </a:r>
            <a:r>
              <a:rPr dirty="0" sz="2400" spc="12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reported</a:t>
            </a:r>
            <a:r>
              <a:rPr dirty="0" sz="2400" spc="12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</a:t>
            </a:r>
            <a:r>
              <a:rPr dirty="0" sz="2400" spc="12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data</a:t>
            </a:r>
            <a:r>
              <a:rPr dirty="0" sz="2400" spc="12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breach</a:t>
            </a:r>
            <a:r>
              <a:rPr dirty="0" sz="2400" spc="12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in</a:t>
            </a:r>
            <a:r>
              <a:rPr dirty="0" sz="2400" spc="12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June</a:t>
            </a:r>
            <a:r>
              <a:rPr dirty="0" sz="2400" spc="12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2025.</a:t>
            </a:r>
            <a:r>
              <a:rPr dirty="0" sz="2400" spc="12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It</a:t>
            </a:r>
            <a:r>
              <a:rPr dirty="0" sz="2400" spc="12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impacted</a:t>
            </a:r>
            <a:r>
              <a:rPr dirty="0" sz="2400" spc="12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nearly</a:t>
            </a:r>
            <a:r>
              <a:rPr dirty="0" sz="2400" spc="12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8.4</a:t>
            </a:r>
            <a:r>
              <a:rPr dirty="0" sz="2400" spc="12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million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users.</a:t>
            </a:r>
            <a:r>
              <a:rPr dirty="0" sz="2400" spc="2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The</a:t>
            </a:r>
            <a:r>
              <a:rPr dirty="0" sz="2400" spc="25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incident</a:t>
            </a:r>
            <a:r>
              <a:rPr dirty="0" sz="2400" spc="2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exposed</a:t>
            </a:r>
            <a:r>
              <a:rPr dirty="0" sz="2400" spc="25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information</a:t>
            </a:r>
            <a:r>
              <a:rPr dirty="0" sz="2400" spc="2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including</a:t>
            </a:r>
            <a:r>
              <a:rPr dirty="0" sz="2400" spc="25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names,</a:t>
            </a:r>
            <a:r>
              <a:rPr dirty="0" sz="2400" spc="25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contact</a:t>
            </a:r>
            <a:r>
              <a:rPr dirty="0" sz="2400" spc="2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details,</a:t>
            </a:r>
            <a:r>
              <a:rPr dirty="0" sz="2400" spc="25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addresses,</a:t>
            </a:r>
            <a:r>
              <a:rPr dirty="0" sz="2400" spc="2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and</a:t>
            </a:r>
            <a:r>
              <a:rPr dirty="0" sz="2400" spc="25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vehicle</a:t>
            </a:r>
            <a:r>
              <a:rPr dirty="0" sz="2400" spc="2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registration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numbers.</a:t>
            </a:r>
            <a:r>
              <a:rPr dirty="0" sz="2400" spc="-2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Although</a:t>
            </a:r>
            <a:r>
              <a:rPr dirty="0" sz="2400" spc="-1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no</a:t>
            </a:r>
            <a:r>
              <a:rPr dirty="0" sz="2400" spc="-1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financial</a:t>
            </a:r>
            <a:r>
              <a:rPr dirty="0" sz="2400" spc="-2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data</a:t>
            </a:r>
            <a:r>
              <a:rPr dirty="0" sz="2400" spc="-1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was</a:t>
            </a:r>
            <a:r>
              <a:rPr dirty="0" sz="2400" spc="-1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accessed,</a:t>
            </a:r>
            <a:r>
              <a:rPr dirty="0" sz="2400" spc="-2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the</a:t>
            </a:r>
            <a:r>
              <a:rPr dirty="0" sz="2400" spc="-1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scale</a:t>
            </a:r>
            <a:r>
              <a:rPr dirty="0" sz="2400" spc="-1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raised</a:t>
            </a:r>
            <a:r>
              <a:rPr dirty="0" sz="2400" spc="-2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serious</a:t>
            </a:r>
            <a:r>
              <a:rPr dirty="0" sz="2400" spc="-1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privacy</a:t>
            </a:r>
            <a:r>
              <a:rPr dirty="0" sz="2400" spc="-1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concerns.</a:t>
            </a:r>
            <a:endParaRPr sz="2400">
              <a:latin typeface="Comic Sans MS"/>
              <a:cs typeface="Comic Sans MS"/>
            </a:endParaRPr>
          </a:p>
          <a:p>
            <a:pPr algn="just" marL="12700" marR="5080">
              <a:lnSpc>
                <a:spcPct val="112599"/>
              </a:lnSpc>
              <a:spcBef>
                <a:spcPts val="2725"/>
              </a:spcBef>
            </a:pPr>
            <a:r>
              <a:rPr dirty="0" sz="2950" spc="-280" b="1">
                <a:solidFill>
                  <a:srgbClr val="333433"/>
                </a:solidFill>
                <a:latin typeface="Comic Sans MS"/>
                <a:cs typeface="Comic Sans MS"/>
              </a:rPr>
              <a:t>Episource:</a:t>
            </a:r>
            <a:r>
              <a:rPr dirty="0" sz="2950" spc="-2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Healthcare</a:t>
            </a:r>
            <a:r>
              <a:rPr dirty="0" sz="2400" spc="22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technology</a:t>
            </a:r>
            <a:r>
              <a:rPr dirty="0" sz="2400" spc="229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firm</a:t>
            </a:r>
            <a:r>
              <a:rPr dirty="0" sz="2400" spc="229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Episource</a:t>
            </a:r>
            <a:r>
              <a:rPr dirty="0" sz="2400" spc="22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suffered</a:t>
            </a:r>
            <a:r>
              <a:rPr dirty="0" sz="2400" spc="229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</a:t>
            </a:r>
            <a:r>
              <a:rPr dirty="0" sz="2400" spc="229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breach</a:t>
            </a:r>
            <a:r>
              <a:rPr dirty="0" sz="2400" spc="229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in</a:t>
            </a:r>
            <a:r>
              <a:rPr dirty="0" sz="2400" spc="22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June</a:t>
            </a:r>
            <a:r>
              <a:rPr dirty="0" sz="2400" spc="229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2025.</a:t>
            </a:r>
            <a:r>
              <a:rPr dirty="0" sz="2400" spc="229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The</a:t>
            </a:r>
            <a:r>
              <a:rPr dirty="0" sz="2400" spc="22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incident</a:t>
            </a:r>
            <a:r>
              <a:rPr dirty="0" sz="2400" spc="229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exposed</a:t>
            </a:r>
            <a:r>
              <a:rPr dirty="0" sz="2400" spc="229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sensitive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personal</a:t>
            </a:r>
            <a:r>
              <a:rPr dirty="0" sz="2400" spc="39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and</a:t>
            </a:r>
            <a:r>
              <a:rPr dirty="0" sz="2400" spc="39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medical</a:t>
            </a:r>
            <a:r>
              <a:rPr dirty="0" sz="2400" spc="39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data</a:t>
            </a:r>
            <a:r>
              <a:rPr dirty="0" sz="2400" spc="39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of</a:t>
            </a:r>
            <a:r>
              <a:rPr dirty="0" sz="2400" spc="39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over</a:t>
            </a:r>
            <a:r>
              <a:rPr dirty="0" sz="2400" spc="39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5.4</a:t>
            </a:r>
            <a:r>
              <a:rPr dirty="0" sz="2400" spc="39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million</a:t>
            </a:r>
            <a:r>
              <a:rPr dirty="0" sz="2400" spc="39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individuals.</a:t>
            </a:r>
            <a:r>
              <a:rPr dirty="0" sz="2400" spc="39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The</a:t>
            </a:r>
            <a:r>
              <a:rPr dirty="0" sz="2400" spc="39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breach</a:t>
            </a:r>
            <a:r>
              <a:rPr dirty="0" sz="2400" spc="39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included</a:t>
            </a:r>
            <a:r>
              <a:rPr dirty="0" sz="2400" spc="39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social</a:t>
            </a:r>
            <a:r>
              <a:rPr dirty="0" sz="2400" spc="39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security</a:t>
            </a:r>
            <a:r>
              <a:rPr dirty="0" sz="2400" spc="39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numbers,</a:t>
            </a:r>
            <a:r>
              <a:rPr dirty="0" sz="2400" spc="39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insurance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details,</a:t>
            </a:r>
            <a:r>
              <a:rPr dirty="0" sz="2400" spc="52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and</a:t>
            </a:r>
            <a:r>
              <a:rPr dirty="0" sz="2400" spc="53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medical</a:t>
            </a:r>
            <a:r>
              <a:rPr dirty="0" sz="2400" spc="53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records.</a:t>
            </a:r>
            <a:r>
              <a:rPr dirty="0" sz="2400" spc="53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No</a:t>
            </a:r>
            <a:r>
              <a:rPr dirty="0" sz="2400" spc="52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threat</a:t>
            </a:r>
            <a:r>
              <a:rPr dirty="0" sz="2400" spc="53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actor</a:t>
            </a:r>
            <a:r>
              <a:rPr dirty="0" sz="2400" spc="53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has</a:t>
            </a:r>
            <a:r>
              <a:rPr dirty="0" sz="2400" spc="53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claimed</a:t>
            </a:r>
            <a:r>
              <a:rPr dirty="0" sz="2400" spc="52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responsibility,</a:t>
            </a:r>
            <a:r>
              <a:rPr dirty="0" sz="2400" spc="53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but</a:t>
            </a:r>
            <a:r>
              <a:rPr dirty="0" sz="2400" spc="53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the</a:t>
            </a:r>
            <a:r>
              <a:rPr dirty="0" sz="2400" spc="53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incident</a:t>
            </a:r>
            <a:r>
              <a:rPr dirty="0" sz="2400" spc="52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underscored</a:t>
            </a:r>
            <a:r>
              <a:rPr dirty="0" sz="2400" spc="53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risks</a:t>
            </a:r>
            <a:r>
              <a:rPr dirty="0" sz="2400" spc="53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25">
                <a:solidFill>
                  <a:srgbClr val="333433"/>
                </a:solidFill>
                <a:latin typeface="Comic Sans MS"/>
                <a:cs typeface="Comic Sans MS"/>
              </a:rPr>
              <a:t>in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healthcare SaaS 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platforms.</a:t>
            </a:r>
            <a:endParaRPr sz="2400">
              <a:latin typeface="Comic Sans MS"/>
              <a:cs typeface="Comic Sans MS"/>
            </a:endParaRPr>
          </a:p>
          <a:p>
            <a:pPr algn="just" marL="12700" marR="5080">
              <a:lnSpc>
                <a:spcPct val="113100"/>
              </a:lnSpc>
              <a:spcBef>
                <a:spcPts val="2705"/>
              </a:spcBef>
            </a:pPr>
            <a:r>
              <a:rPr dirty="0" sz="2950" spc="-320" b="1">
                <a:solidFill>
                  <a:srgbClr val="333433"/>
                </a:solidFill>
                <a:latin typeface="Comic Sans MS"/>
                <a:cs typeface="Comic Sans MS"/>
              </a:rPr>
              <a:t>Scania:</a:t>
            </a:r>
            <a:r>
              <a:rPr dirty="0" sz="295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Truck</a:t>
            </a:r>
            <a:r>
              <a:rPr dirty="0" sz="2400" spc="-18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manufacturer</a:t>
            </a:r>
            <a:r>
              <a:rPr dirty="0" sz="2400" spc="-8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Scania confirmed that its</a:t>
            </a:r>
            <a:r>
              <a:rPr dirty="0" sz="2400" spc="-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insurance claims portal was breached</a:t>
            </a:r>
            <a:r>
              <a:rPr dirty="0" sz="2400" spc="-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using stolen third-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party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credentials</a:t>
            </a:r>
            <a:r>
              <a:rPr dirty="0" sz="2400" spc="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in</a:t>
            </a:r>
            <a:r>
              <a:rPr dirty="0" sz="2400" spc="1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June</a:t>
            </a:r>
            <a:r>
              <a:rPr dirty="0" sz="2400" spc="1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2025.</a:t>
            </a:r>
            <a:r>
              <a:rPr dirty="0" sz="2400" spc="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They</a:t>
            </a:r>
            <a:r>
              <a:rPr dirty="0" sz="2400" spc="1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stole</a:t>
            </a:r>
            <a:r>
              <a:rPr dirty="0" sz="2400" spc="1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thousands</a:t>
            </a:r>
            <a:r>
              <a:rPr dirty="0" sz="2400" spc="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of</a:t>
            </a:r>
            <a:r>
              <a:rPr dirty="0" sz="2400" spc="1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claim</a:t>
            </a:r>
            <a:r>
              <a:rPr dirty="0" sz="2400" spc="1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documents</a:t>
            </a:r>
            <a:r>
              <a:rPr dirty="0" sz="2400" spc="1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and</a:t>
            </a:r>
            <a:r>
              <a:rPr dirty="0" sz="2400" spc="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later</a:t>
            </a:r>
            <a:r>
              <a:rPr dirty="0" sz="2400" spc="1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offered</a:t>
            </a:r>
            <a:r>
              <a:rPr dirty="0" sz="2400" spc="1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them</a:t>
            </a:r>
            <a:r>
              <a:rPr dirty="0" sz="2400" spc="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for</a:t>
            </a:r>
            <a:r>
              <a:rPr dirty="0" sz="2400" spc="1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sale</a:t>
            </a:r>
            <a:r>
              <a:rPr dirty="0" sz="2400" spc="1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on</a:t>
            </a:r>
            <a:r>
              <a:rPr dirty="0" sz="2400" spc="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the</a:t>
            </a:r>
            <a:r>
              <a:rPr dirty="0" sz="2400" spc="1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dark</a:t>
            </a:r>
            <a:r>
              <a:rPr dirty="0" sz="2400" spc="1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20">
                <a:solidFill>
                  <a:srgbClr val="333433"/>
                </a:solidFill>
                <a:latin typeface="Comic Sans MS"/>
                <a:cs typeface="Comic Sans MS"/>
              </a:rPr>
              <a:t>web.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The</a:t>
            </a:r>
            <a:r>
              <a:rPr dirty="0" sz="2400" spc="17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breach</a:t>
            </a:r>
            <a:r>
              <a:rPr dirty="0" sz="2400" spc="16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was</a:t>
            </a:r>
            <a:r>
              <a:rPr dirty="0" sz="2400" spc="17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part</a:t>
            </a:r>
            <a:r>
              <a:rPr dirty="0" sz="2400" spc="17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of</a:t>
            </a:r>
            <a:r>
              <a:rPr dirty="0" sz="2400" spc="17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an</a:t>
            </a:r>
            <a:r>
              <a:rPr dirty="0" sz="2400" spc="17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extortion</a:t>
            </a:r>
            <a:r>
              <a:rPr dirty="0" sz="2400" spc="17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attempt</a:t>
            </a:r>
            <a:r>
              <a:rPr dirty="0" sz="2400" spc="17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by</a:t>
            </a:r>
            <a:r>
              <a:rPr dirty="0" sz="2400" spc="17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</a:t>
            </a:r>
            <a:r>
              <a:rPr dirty="0" sz="2400" spc="17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hacker</a:t>
            </a:r>
            <a:r>
              <a:rPr dirty="0" sz="2400" spc="17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known</a:t>
            </a:r>
            <a:r>
              <a:rPr dirty="0" sz="2400" spc="17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as</a:t>
            </a:r>
            <a:r>
              <a:rPr dirty="0" sz="2400" spc="17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“Hensi.”</a:t>
            </a:r>
            <a:r>
              <a:rPr dirty="0" sz="2400" spc="17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Stolen</a:t>
            </a:r>
            <a:r>
              <a:rPr dirty="0" sz="2400" spc="17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data</a:t>
            </a:r>
            <a:r>
              <a:rPr dirty="0" sz="2400" spc="17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is</a:t>
            </a:r>
            <a:r>
              <a:rPr dirty="0" sz="2400" spc="17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commonly</a:t>
            </a:r>
            <a:r>
              <a:rPr dirty="0" sz="2400" spc="17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sold</a:t>
            </a:r>
            <a:r>
              <a:rPr dirty="0" sz="2400" spc="17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on</a:t>
            </a:r>
            <a:r>
              <a:rPr dirty="0" sz="2400" spc="17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these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hidden</a:t>
            </a:r>
            <a:r>
              <a:rPr dirty="0" sz="2400" spc="16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marketplaces,</a:t>
            </a:r>
            <a:r>
              <a:rPr dirty="0" sz="2400" spc="16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and</a:t>
            </a:r>
            <a:r>
              <a:rPr dirty="0" sz="2400" spc="16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understanding</a:t>
            </a:r>
            <a:r>
              <a:rPr dirty="0" sz="2400" spc="16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dark</a:t>
            </a:r>
            <a:r>
              <a:rPr dirty="0" sz="2400" spc="16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web</a:t>
            </a:r>
            <a:r>
              <a:rPr dirty="0" sz="2400" spc="16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vs</a:t>
            </a:r>
            <a:r>
              <a:rPr dirty="0" sz="2400" spc="16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deep</a:t>
            </a:r>
            <a:r>
              <a:rPr dirty="0" sz="2400" spc="16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web</a:t>
            </a:r>
            <a:r>
              <a:rPr dirty="0" sz="2400" spc="16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vs</a:t>
            </a:r>
            <a:r>
              <a:rPr dirty="0" sz="2400" spc="16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surface</a:t>
            </a:r>
            <a:r>
              <a:rPr dirty="0" sz="2400" spc="16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web</a:t>
            </a:r>
            <a:r>
              <a:rPr dirty="0" sz="2400" spc="16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helps</a:t>
            </a:r>
            <a:r>
              <a:rPr dirty="0" sz="2400" spc="16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organizations</a:t>
            </a:r>
            <a:r>
              <a:rPr dirty="0" sz="2400" spc="16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recognize</a:t>
            </a:r>
            <a:r>
              <a:rPr dirty="0" sz="2400" spc="16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where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compromised</a:t>
            </a:r>
            <a:r>
              <a:rPr dirty="0" sz="2400" spc="-4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information</a:t>
            </a:r>
            <a:r>
              <a:rPr dirty="0" sz="2400" spc="-4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circulation</a:t>
            </a:r>
            <a:r>
              <a:rPr dirty="0" sz="2400" spc="-4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and</a:t>
            </a:r>
            <a:r>
              <a:rPr dirty="0" sz="2400" spc="-4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how</a:t>
            </a:r>
            <a:r>
              <a:rPr dirty="0" sz="2400" spc="-4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threat</a:t>
            </a:r>
            <a:r>
              <a:rPr dirty="0" sz="2400" spc="-4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actors</a:t>
            </a:r>
            <a:r>
              <a:rPr dirty="0" sz="2400" spc="-4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operate.</a:t>
            </a:r>
            <a:endParaRPr sz="2400">
              <a:latin typeface="Comic Sans MS"/>
              <a:cs typeface="Comic Sans MS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78147" y="4267199"/>
            <a:ext cx="104775" cy="10477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78147" y="5943599"/>
            <a:ext cx="104775" cy="10477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78147" y="8039099"/>
            <a:ext cx="104775" cy="104774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860377" y="1"/>
            <a:ext cx="1428115" cy="10287000"/>
            <a:chOff x="16860377" y="1"/>
            <a:chExt cx="1428115" cy="10287000"/>
          </a:xfrm>
        </p:grpSpPr>
        <p:sp>
          <p:nvSpPr>
            <p:cNvPr id="3" name="object 3"/>
            <p:cNvSpPr/>
            <p:nvPr/>
          </p:nvSpPr>
          <p:spPr>
            <a:xfrm>
              <a:off x="16860377" y="1"/>
              <a:ext cx="1428115" cy="10287000"/>
            </a:xfrm>
            <a:custGeom>
              <a:avLst/>
              <a:gdLst/>
              <a:ahLst/>
              <a:cxnLst/>
              <a:rect l="l" t="t" r="r" b="b"/>
              <a:pathLst>
                <a:path w="1428115" h="10287000">
                  <a:moveTo>
                    <a:pt x="501629" y="62878"/>
                  </a:moveTo>
                  <a:lnTo>
                    <a:pt x="528368" y="0"/>
                  </a:lnTo>
                  <a:lnTo>
                    <a:pt x="1427619" y="0"/>
                  </a:lnTo>
                  <a:lnTo>
                    <a:pt x="1427619" y="10286999"/>
                  </a:lnTo>
                  <a:lnTo>
                    <a:pt x="1287213" y="10286999"/>
                  </a:lnTo>
                  <a:lnTo>
                    <a:pt x="711966" y="878980"/>
                  </a:lnTo>
                  <a:lnTo>
                    <a:pt x="501629" y="62878"/>
                  </a:lnTo>
                  <a:close/>
                </a:path>
                <a:path w="1428115" h="10287000">
                  <a:moveTo>
                    <a:pt x="491447" y="1212337"/>
                  </a:moveTo>
                  <a:lnTo>
                    <a:pt x="711966" y="878980"/>
                  </a:lnTo>
                  <a:lnTo>
                    <a:pt x="1287213" y="10286999"/>
                  </a:lnTo>
                  <a:lnTo>
                    <a:pt x="1180173" y="10286999"/>
                  </a:lnTo>
                  <a:lnTo>
                    <a:pt x="647623" y="1577285"/>
                  </a:lnTo>
                  <a:lnTo>
                    <a:pt x="491447" y="1212337"/>
                  </a:lnTo>
                  <a:close/>
                </a:path>
                <a:path w="1428115" h="10287000">
                  <a:moveTo>
                    <a:pt x="170825" y="2959008"/>
                  </a:moveTo>
                  <a:lnTo>
                    <a:pt x="283851" y="2569972"/>
                  </a:lnTo>
                  <a:lnTo>
                    <a:pt x="508307" y="2361372"/>
                  </a:lnTo>
                  <a:lnTo>
                    <a:pt x="563780" y="1956662"/>
                  </a:lnTo>
                  <a:lnTo>
                    <a:pt x="647623" y="1577285"/>
                  </a:lnTo>
                  <a:lnTo>
                    <a:pt x="1180173" y="10286999"/>
                  </a:lnTo>
                  <a:lnTo>
                    <a:pt x="912696" y="10286999"/>
                  </a:lnTo>
                  <a:lnTo>
                    <a:pt x="713477" y="7028812"/>
                  </a:lnTo>
                  <a:lnTo>
                    <a:pt x="674720" y="6986557"/>
                  </a:lnTo>
                  <a:lnTo>
                    <a:pt x="497692" y="4091303"/>
                  </a:lnTo>
                  <a:lnTo>
                    <a:pt x="418855" y="3960970"/>
                  </a:lnTo>
                  <a:lnTo>
                    <a:pt x="383650" y="3385205"/>
                  </a:lnTo>
                  <a:lnTo>
                    <a:pt x="170825" y="2959008"/>
                  </a:lnTo>
                  <a:close/>
                </a:path>
                <a:path w="1428115" h="10287000">
                  <a:moveTo>
                    <a:pt x="539942" y="7253246"/>
                  </a:moveTo>
                  <a:lnTo>
                    <a:pt x="713477" y="7028812"/>
                  </a:lnTo>
                  <a:lnTo>
                    <a:pt x="912696" y="10286999"/>
                  </a:lnTo>
                  <a:lnTo>
                    <a:pt x="758412" y="10286999"/>
                  </a:lnTo>
                  <a:lnTo>
                    <a:pt x="588680" y="7511086"/>
                  </a:lnTo>
                  <a:lnTo>
                    <a:pt x="539942" y="7253246"/>
                  </a:lnTo>
                  <a:close/>
                </a:path>
                <a:path w="1428115" h="10287000">
                  <a:moveTo>
                    <a:pt x="186086" y="5401904"/>
                  </a:moveTo>
                  <a:lnTo>
                    <a:pt x="379883" y="5070181"/>
                  </a:lnTo>
                  <a:lnTo>
                    <a:pt x="499960" y="4848770"/>
                  </a:lnTo>
                  <a:lnTo>
                    <a:pt x="473895" y="4422473"/>
                  </a:lnTo>
                  <a:lnTo>
                    <a:pt x="497692" y="4091303"/>
                  </a:lnTo>
                  <a:lnTo>
                    <a:pt x="674720" y="6986557"/>
                  </a:lnTo>
                  <a:lnTo>
                    <a:pt x="596682" y="6901474"/>
                  </a:lnTo>
                  <a:lnTo>
                    <a:pt x="542295" y="6011995"/>
                  </a:lnTo>
                  <a:lnTo>
                    <a:pt x="417356" y="5683030"/>
                  </a:lnTo>
                  <a:lnTo>
                    <a:pt x="186086" y="5401904"/>
                  </a:lnTo>
                  <a:close/>
                </a:path>
                <a:path w="1428115" h="10287000">
                  <a:moveTo>
                    <a:pt x="300053" y="3764568"/>
                  </a:moveTo>
                  <a:lnTo>
                    <a:pt x="383650" y="3385205"/>
                  </a:lnTo>
                  <a:lnTo>
                    <a:pt x="418855" y="3960970"/>
                  </a:lnTo>
                  <a:lnTo>
                    <a:pt x="300053" y="3764568"/>
                  </a:lnTo>
                  <a:close/>
                </a:path>
                <a:path w="1428115" h="10287000">
                  <a:moveTo>
                    <a:pt x="446141" y="6737342"/>
                  </a:moveTo>
                  <a:lnTo>
                    <a:pt x="532848" y="6449076"/>
                  </a:lnTo>
                  <a:lnTo>
                    <a:pt x="542295" y="6011995"/>
                  </a:lnTo>
                  <a:lnTo>
                    <a:pt x="596682" y="6901474"/>
                  </a:lnTo>
                  <a:lnTo>
                    <a:pt x="446141" y="6737342"/>
                  </a:lnTo>
                  <a:close/>
                </a:path>
                <a:path w="1428115" h="10287000">
                  <a:moveTo>
                    <a:pt x="0" y="8515803"/>
                  </a:moveTo>
                  <a:lnTo>
                    <a:pt x="274697" y="8179134"/>
                  </a:lnTo>
                  <a:lnTo>
                    <a:pt x="439829" y="7756893"/>
                  </a:lnTo>
                  <a:lnTo>
                    <a:pt x="588680" y="7511086"/>
                  </a:lnTo>
                  <a:lnTo>
                    <a:pt x="758412" y="10286999"/>
                  </a:lnTo>
                  <a:lnTo>
                    <a:pt x="403581" y="10286999"/>
                  </a:lnTo>
                  <a:lnTo>
                    <a:pt x="323501" y="8977310"/>
                  </a:lnTo>
                  <a:lnTo>
                    <a:pt x="0" y="8515803"/>
                  </a:lnTo>
                  <a:close/>
                </a:path>
                <a:path w="1428115" h="10287000">
                  <a:moveTo>
                    <a:pt x="233450" y="9347716"/>
                  </a:moveTo>
                  <a:lnTo>
                    <a:pt x="323501" y="8977306"/>
                  </a:lnTo>
                  <a:lnTo>
                    <a:pt x="403581" y="10286999"/>
                  </a:lnTo>
                  <a:lnTo>
                    <a:pt x="377744" y="10286999"/>
                  </a:lnTo>
                  <a:lnTo>
                    <a:pt x="343446" y="9726069"/>
                  </a:lnTo>
                  <a:lnTo>
                    <a:pt x="233450" y="9347716"/>
                  </a:lnTo>
                  <a:close/>
                </a:path>
                <a:path w="1428115" h="10287000">
                  <a:moveTo>
                    <a:pt x="157361" y="10286999"/>
                  </a:moveTo>
                  <a:lnTo>
                    <a:pt x="179944" y="10110563"/>
                  </a:lnTo>
                  <a:lnTo>
                    <a:pt x="343446" y="9726069"/>
                  </a:lnTo>
                  <a:lnTo>
                    <a:pt x="377744" y="10286999"/>
                  </a:lnTo>
                  <a:lnTo>
                    <a:pt x="157361" y="10286999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6932849" y="1"/>
              <a:ext cx="1355725" cy="10287000"/>
            </a:xfrm>
            <a:custGeom>
              <a:avLst/>
              <a:gdLst/>
              <a:ahLst/>
              <a:cxnLst/>
              <a:rect l="l" t="t" r="r" b="b"/>
              <a:pathLst>
                <a:path w="1355725" h="10287000">
                  <a:moveTo>
                    <a:pt x="551392" y="0"/>
                  </a:moveTo>
                  <a:lnTo>
                    <a:pt x="1355147" y="0"/>
                  </a:lnTo>
                  <a:lnTo>
                    <a:pt x="1355147" y="10286999"/>
                  </a:lnTo>
                  <a:lnTo>
                    <a:pt x="1301111" y="10286999"/>
                  </a:lnTo>
                  <a:lnTo>
                    <a:pt x="709714" y="614851"/>
                  </a:lnTo>
                  <a:lnTo>
                    <a:pt x="551392" y="0"/>
                  </a:lnTo>
                  <a:close/>
                </a:path>
                <a:path w="1355725" h="10287000">
                  <a:moveTo>
                    <a:pt x="489441" y="948192"/>
                  </a:moveTo>
                  <a:lnTo>
                    <a:pt x="709714" y="614851"/>
                  </a:lnTo>
                  <a:lnTo>
                    <a:pt x="1301111" y="10286999"/>
                  </a:lnTo>
                  <a:lnTo>
                    <a:pt x="1194071" y="10286999"/>
                  </a:lnTo>
                  <a:lnTo>
                    <a:pt x="645356" y="1312910"/>
                  </a:lnTo>
                  <a:lnTo>
                    <a:pt x="489441" y="948192"/>
                  </a:lnTo>
                  <a:close/>
                </a:path>
                <a:path w="1355725" h="10287000">
                  <a:moveTo>
                    <a:pt x="168618" y="2695615"/>
                  </a:moveTo>
                  <a:lnTo>
                    <a:pt x="281875" y="2306319"/>
                  </a:lnTo>
                  <a:lnTo>
                    <a:pt x="506085" y="2097733"/>
                  </a:lnTo>
                  <a:lnTo>
                    <a:pt x="561573" y="1693269"/>
                  </a:lnTo>
                  <a:lnTo>
                    <a:pt x="645356" y="1312910"/>
                  </a:lnTo>
                  <a:lnTo>
                    <a:pt x="1194071" y="10286999"/>
                  </a:lnTo>
                  <a:lnTo>
                    <a:pt x="926595" y="10286999"/>
                  </a:lnTo>
                  <a:lnTo>
                    <a:pt x="711285" y="6765664"/>
                  </a:lnTo>
                  <a:lnTo>
                    <a:pt x="672529" y="6723409"/>
                  </a:lnTo>
                  <a:lnTo>
                    <a:pt x="495470" y="3827665"/>
                  </a:lnTo>
                  <a:lnTo>
                    <a:pt x="416639" y="3697430"/>
                  </a:lnTo>
                  <a:lnTo>
                    <a:pt x="381428" y="3121567"/>
                  </a:lnTo>
                  <a:lnTo>
                    <a:pt x="168618" y="2695615"/>
                  </a:lnTo>
                  <a:close/>
                </a:path>
                <a:path w="1355725" h="10287000">
                  <a:moveTo>
                    <a:pt x="537765" y="6990343"/>
                  </a:moveTo>
                  <a:lnTo>
                    <a:pt x="711285" y="6765664"/>
                  </a:lnTo>
                  <a:lnTo>
                    <a:pt x="926595" y="10286999"/>
                  </a:lnTo>
                  <a:lnTo>
                    <a:pt x="773294" y="10286999"/>
                  </a:lnTo>
                  <a:lnTo>
                    <a:pt x="587439" y="7247387"/>
                  </a:lnTo>
                  <a:lnTo>
                    <a:pt x="537765" y="6990343"/>
                  </a:lnTo>
                  <a:close/>
                </a:path>
                <a:path w="1355725" h="10287000">
                  <a:moveTo>
                    <a:pt x="183970" y="5139981"/>
                  </a:moveTo>
                  <a:lnTo>
                    <a:pt x="377692" y="4807033"/>
                  </a:lnTo>
                  <a:lnTo>
                    <a:pt x="497784" y="4585867"/>
                  </a:lnTo>
                  <a:lnTo>
                    <a:pt x="471704" y="4159325"/>
                  </a:lnTo>
                  <a:lnTo>
                    <a:pt x="495470" y="3827665"/>
                  </a:lnTo>
                  <a:lnTo>
                    <a:pt x="672529" y="6723409"/>
                  </a:lnTo>
                  <a:lnTo>
                    <a:pt x="594754" y="6638613"/>
                  </a:lnTo>
                  <a:lnTo>
                    <a:pt x="540349" y="5748832"/>
                  </a:lnTo>
                  <a:lnTo>
                    <a:pt x="415165" y="5419882"/>
                  </a:lnTo>
                  <a:lnTo>
                    <a:pt x="183970" y="5139981"/>
                  </a:lnTo>
                  <a:close/>
                </a:path>
                <a:path w="1355725" h="10287000">
                  <a:moveTo>
                    <a:pt x="297847" y="3501176"/>
                  </a:moveTo>
                  <a:lnTo>
                    <a:pt x="381428" y="3121567"/>
                  </a:lnTo>
                  <a:lnTo>
                    <a:pt x="416639" y="3697430"/>
                  </a:lnTo>
                  <a:lnTo>
                    <a:pt x="297847" y="3501176"/>
                  </a:lnTo>
                  <a:close/>
                </a:path>
                <a:path w="1355725" h="10287000">
                  <a:moveTo>
                    <a:pt x="443949" y="6474194"/>
                  </a:moveTo>
                  <a:lnTo>
                    <a:pt x="530656" y="6185928"/>
                  </a:lnTo>
                  <a:lnTo>
                    <a:pt x="540349" y="5748832"/>
                  </a:lnTo>
                  <a:lnTo>
                    <a:pt x="594754" y="6638613"/>
                  </a:lnTo>
                  <a:lnTo>
                    <a:pt x="443949" y="6474194"/>
                  </a:lnTo>
                  <a:close/>
                </a:path>
                <a:path w="1355725" h="10287000">
                  <a:moveTo>
                    <a:pt x="0" y="8252274"/>
                  </a:moveTo>
                  <a:lnTo>
                    <a:pt x="273471" y="7915680"/>
                  </a:lnTo>
                  <a:lnTo>
                    <a:pt x="438587" y="7493194"/>
                  </a:lnTo>
                  <a:lnTo>
                    <a:pt x="587439" y="7247387"/>
                  </a:lnTo>
                  <a:lnTo>
                    <a:pt x="773294" y="10286999"/>
                  </a:lnTo>
                  <a:lnTo>
                    <a:pt x="418463" y="10286999"/>
                  </a:lnTo>
                  <a:lnTo>
                    <a:pt x="322275" y="8713855"/>
                  </a:lnTo>
                  <a:lnTo>
                    <a:pt x="0" y="8252274"/>
                  </a:lnTo>
                  <a:close/>
                </a:path>
                <a:path w="1355725" h="10287000">
                  <a:moveTo>
                    <a:pt x="231183" y="9083341"/>
                  </a:moveTo>
                  <a:lnTo>
                    <a:pt x="322275" y="8713854"/>
                  </a:lnTo>
                  <a:lnTo>
                    <a:pt x="418463" y="10286999"/>
                  </a:lnTo>
                  <a:lnTo>
                    <a:pt x="390658" y="10286999"/>
                  </a:lnTo>
                  <a:lnTo>
                    <a:pt x="340259" y="9462735"/>
                  </a:lnTo>
                  <a:lnTo>
                    <a:pt x="231183" y="9083341"/>
                  </a:lnTo>
                  <a:close/>
                </a:path>
                <a:path w="1355725" h="10287000">
                  <a:moveTo>
                    <a:pt x="120215" y="10286999"/>
                  </a:moveTo>
                  <a:lnTo>
                    <a:pt x="176496" y="9847000"/>
                  </a:lnTo>
                  <a:lnTo>
                    <a:pt x="340259" y="9462735"/>
                  </a:lnTo>
                  <a:lnTo>
                    <a:pt x="390658" y="10286999"/>
                  </a:lnTo>
                  <a:lnTo>
                    <a:pt x="120215" y="10286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7462089" y="1"/>
              <a:ext cx="826135" cy="10287000"/>
            </a:xfrm>
            <a:custGeom>
              <a:avLst/>
              <a:gdLst/>
              <a:ahLst/>
              <a:cxnLst/>
              <a:rect l="l" t="t" r="r" b="b"/>
              <a:pathLst>
                <a:path w="826134" h="10287000">
                  <a:moveTo>
                    <a:pt x="283569" y="0"/>
                  </a:moveTo>
                  <a:lnTo>
                    <a:pt x="825907" y="0"/>
                  </a:lnTo>
                  <a:lnTo>
                    <a:pt x="825907" y="7492473"/>
                  </a:lnTo>
                  <a:lnTo>
                    <a:pt x="654527" y="4689589"/>
                  </a:lnTo>
                  <a:lnTo>
                    <a:pt x="654275" y="4689477"/>
                  </a:lnTo>
                  <a:lnTo>
                    <a:pt x="396998" y="481783"/>
                  </a:lnTo>
                  <a:lnTo>
                    <a:pt x="367330" y="343176"/>
                  </a:lnTo>
                  <a:lnTo>
                    <a:pt x="283569" y="0"/>
                  </a:lnTo>
                  <a:close/>
                </a:path>
                <a:path w="826134" h="10287000">
                  <a:moveTo>
                    <a:pt x="334431" y="5233506"/>
                  </a:moveTo>
                  <a:lnTo>
                    <a:pt x="654527" y="4689589"/>
                  </a:lnTo>
                  <a:lnTo>
                    <a:pt x="825907" y="7492473"/>
                  </a:lnTo>
                  <a:lnTo>
                    <a:pt x="825907" y="7717846"/>
                  </a:lnTo>
                  <a:lnTo>
                    <a:pt x="779865" y="6964833"/>
                  </a:lnTo>
                  <a:lnTo>
                    <a:pt x="726497" y="6719826"/>
                  </a:lnTo>
                  <a:lnTo>
                    <a:pt x="459680" y="6545463"/>
                  </a:lnTo>
                  <a:lnTo>
                    <a:pt x="409481" y="5724475"/>
                  </a:lnTo>
                  <a:lnTo>
                    <a:pt x="334431" y="5233506"/>
                  </a:lnTo>
                  <a:close/>
                </a:path>
                <a:path w="826134" h="10287000">
                  <a:moveTo>
                    <a:pt x="287909" y="927171"/>
                  </a:moveTo>
                  <a:lnTo>
                    <a:pt x="305650" y="865564"/>
                  </a:lnTo>
                  <a:lnTo>
                    <a:pt x="344309" y="725770"/>
                  </a:lnTo>
                  <a:lnTo>
                    <a:pt x="382040" y="575330"/>
                  </a:lnTo>
                  <a:lnTo>
                    <a:pt x="396998" y="481783"/>
                  </a:lnTo>
                  <a:lnTo>
                    <a:pt x="654275" y="4689477"/>
                  </a:lnTo>
                  <a:lnTo>
                    <a:pt x="605201" y="4667623"/>
                  </a:lnTo>
                  <a:lnTo>
                    <a:pt x="395979" y="1245849"/>
                  </a:lnTo>
                  <a:lnTo>
                    <a:pt x="287909" y="927171"/>
                  </a:lnTo>
                  <a:close/>
                </a:path>
                <a:path w="826134" h="10287000">
                  <a:moveTo>
                    <a:pt x="0" y="8183006"/>
                  </a:moveTo>
                  <a:lnTo>
                    <a:pt x="263855" y="7898426"/>
                  </a:lnTo>
                  <a:lnTo>
                    <a:pt x="307763" y="7469572"/>
                  </a:lnTo>
                  <a:lnTo>
                    <a:pt x="456860" y="7223750"/>
                  </a:lnTo>
                  <a:lnTo>
                    <a:pt x="779865" y="6964833"/>
                  </a:lnTo>
                  <a:lnTo>
                    <a:pt x="825907" y="7717846"/>
                  </a:lnTo>
                  <a:lnTo>
                    <a:pt x="825907" y="10286999"/>
                  </a:lnTo>
                  <a:lnTo>
                    <a:pt x="402768" y="10286999"/>
                  </a:lnTo>
                  <a:lnTo>
                    <a:pt x="298266" y="8577897"/>
                  </a:lnTo>
                  <a:lnTo>
                    <a:pt x="0" y="8183006"/>
                  </a:lnTo>
                  <a:close/>
                </a:path>
                <a:path w="826134" h="10287000">
                  <a:moveTo>
                    <a:pt x="37676" y="2670031"/>
                  </a:moveTo>
                  <a:lnTo>
                    <a:pt x="45156" y="2569448"/>
                  </a:lnTo>
                  <a:lnTo>
                    <a:pt x="85223" y="2440044"/>
                  </a:lnTo>
                  <a:lnTo>
                    <a:pt x="129831" y="2328310"/>
                  </a:lnTo>
                  <a:lnTo>
                    <a:pt x="150933" y="2280734"/>
                  </a:lnTo>
                  <a:lnTo>
                    <a:pt x="172397" y="2240468"/>
                  </a:lnTo>
                  <a:lnTo>
                    <a:pt x="219310" y="2147443"/>
                  </a:lnTo>
                  <a:lnTo>
                    <a:pt x="265087" y="2044138"/>
                  </a:lnTo>
                  <a:lnTo>
                    <a:pt x="283630" y="1971940"/>
                  </a:lnTo>
                  <a:lnTo>
                    <a:pt x="282364" y="1938106"/>
                  </a:lnTo>
                  <a:lnTo>
                    <a:pt x="282616" y="1889261"/>
                  </a:lnTo>
                  <a:lnTo>
                    <a:pt x="286467" y="1712640"/>
                  </a:lnTo>
                  <a:lnTo>
                    <a:pt x="286776" y="1663732"/>
                  </a:lnTo>
                  <a:lnTo>
                    <a:pt x="285594" y="1629802"/>
                  </a:lnTo>
                  <a:lnTo>
                    <a:pt x="300748" y="1545751"/>
                  </a:lnTo>
                  <a:lnTo>
                    <a:pt x="338925" y="1416440"/>
                  </a:lnTo>
                  <a:lnTo>
                    <a:pt x="378033" y="1297822"/>
                  </a:lnTo>
                  <a:lnTo>
                    <a:pt x="395979" y="1245849"/>
                  </a:lnTo>
                  <a:lnTo>
                    <a:pt x="605201" y="4667623"/>
                  </a:lnTo>
                  <a:lnTo>
                    <a:pt x="412448" y="4581785"/>
                  </a:lnTo>
                  <a:lnTo>
                    <a:pt x="364772" y="3802066"/>
                  </a:lnTo>
                  <a:lnTo>
                    <a:pt x="97509" y="3521247"/>
                  </a:lnTo>
                  <a:lnTo>
                    <a:pt x="51796" y="2773638"/>
                  </a:lnTo>
                  <a:lnTo>
                    <a:pt x="37676" y="2670031"/>
                  </a:lnTo>
                  <a:close/>
                </a:path>
                <a:path w="826134" h="10287000">
                  <a:moveTo>
                    <a:pt x="366916" y="4561509"/>
                  </a:moveTo>
                  <a:lnTo>
                    <a:pt x="340745" y="4133496"/>
                  </a:lnTo>
                  <a:lnTo>
                    <a:pt x="364772" y="3802066"/>
                  </a:lnTo>
                  <a:lnTo>
                    <a:pt x="412448" y="4581785"/>
                  </a:lnTo>
                  <a:lnTo>
                    <a:pt x="366916" y="4561509"/>
                  </a:lnTo>
                  <a:close/>
                </a:path>
                <a:path w="826134" h="10287000">
                  <a:moveTo>
                    <a:pt x="313326" y="6449822"/>
                  </a:moveTo>
                  <a:lnTo>
                    <a:pt x="399788" y="6161571"/>
                  </a:lnTo>
                  <a:lnTo>
                    <a:pt x="409481" y="5724475"/>
                  </a:lnTo>
                  <a:lnTo>
                    <a:pt x="459680" y="6545463"/>
                  </a:lnTo>
                  <a:lnTo>
                    <a:pt x="313326" y="6449822"/>
                  </a:lnTo>
                  <a:close/>
                </a:path>
                <a:path w="826134" h="10287000">
                  <a:moveTo>
                    <a:pt x="60262" y="3482112"/>
                  </a:moveTo>
                  <a:lnTo>
                    <a:pt x="62662" y="3078679"/>
                  </a:lnTo>
                  <a:lnTo>
                    <a:pt x="62164" y="3028079"/>
                  </a:lnTo>
                  <a:lnTo>
                    <a:pt x="59250" y="2909693"/>
                  </a:lnTo>
                  <a:lnTo>
                    <a:pt x="51796" y="2773638"/>
                  </a:lnTo>
                  <a:lnTo>
                    <a:pt x="97509" y="3521247"/>
                  </a:lnTo>
                  <a:lnTo>
                    <a:pt x="60262" y="3482112"/>
                  </a:lnTo>
                  <a:close/>
                </a:path>
                <a:path w="826134" h="10287000">
                  <a:moveTo>
                    <a:pt x="101110" y="9059919"/>
                  </a:moveTo>
                  <a:lnTo>
                    <a:pt x="298266" y="8577897"/>
                  </a:lnTo>
                  <a:lnTo>
                    <a:pt x="402768" y="10286999"/>
                  </a:lnTo>
                  <a:lnTo>
                    <a:pt x="379638" y="10286999"/>
                  </a:lnTo>
                  <a:lnTo>
                    <a:pt x="331955" y="9507159"/>
                  </a:lnTo>
                  <a:lnTo>
                    <a:pt x="101110" y="9059919"/>
                  </a:lnTo>
                  <a:close/>
                </a:path>
                <a:path w="826134" h="10287000">
                  <a:moveTo>
                    <a:pt x="175275" y="10272869"/>
                  </a:moveTo>
                  <a:lnTo>
                    <a:pt x="160505" y="9741553"/>
                  </a:lnTo>
                  <a:lnTo>
                    <a:pt x="331955" y="9507159"/>
                  </a:lnTo>
                  <a:lnTo>
                    <a:pt x="379638" y="10286999"/>
                  </a:lnTo>
                  <a:lnTo>
                    <a:pt x="182582" y="10286999"/>
                  </a:lnTo>
                  <a:lnTo>
                    <a:pt x="175275" y="10272869"/>
                  </a:lnTo>
                  <a:close/>
                </a:path>
              </a:pathLst>
            </a:custGeom>
            <a:solidFill>
              <a:srgbClr val="FFD04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016000" y="1009713"/>
            <a:ext cx="12458700" cy="1511300"/>
          </a:xfrm>
          <a:prstGeom prst="rect"/>
        </p:spPr>
        <p:txBody>
          <a:bodyPr wrap="square" lIns="0" tIns="63500" rIns="0" bIns="0" rtlCol="0" vert="horz">
            <a:spAutoFit/>
          </a:bodyPr>
          <a:lstStyle/>
          <a:p>
            <a:pPr marL="12700" marR="5080">
              <a:lnSpc>
                <a:spcPts val="5700"/>
              </a:lnSpc>
              <a:spcBef>
                <a:spcPts val="500"/>
              </a:spcBef>
            </a:pPr>
            <a:r>
              <a:rPr dirty="0" sz="5000" b="0">
                <a:solidFill>
                  <a:srgbClr val="5460A8"/>
                </a:solidFill>
                <a:latin typeface="Comic Sans MS"/>
                <a:cs typeface="Comic Sans MS"/>
              </a:rPr>
              <a:t>CYBERSECURITY</a:t>
            </a:r>
            <a:r>
              <a:rPr dirty="0" sz="5000" spc="-200" b="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5000" b="0">
                <a:solidFill>
                  <a:srgbClr val="5460A8"/>
                </a:solidFill>
                <a:latin typeface="Comic Sans MS"/>
                <a:cs typeface="Comic Sans MS"/>
              </a:rPr>
              <a:t>TRENDS</a:t>
            </a:r>
            <a:r>
              <a:rPr dirty="0" sz="5000" spc="-200" b="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5000" spc="-10" b="0">
                <a:solidFill>
                  <a:srgbClr val="5460A8"/>
                </a:solidFill>
                <a:latin typeface="Comic Sans MS"/>
                <a:cs typeface="Comic Sans MS"/>
              </a:rPr>
              <a:t>REDEFINING </a:t>
            </a:r>
            <a:r>
              <a:rPr dirty="0" sz="5000" b="0">
                <a:solidFill>
                  <a:srgbClr val="5460A8"/>
                </a:solidFill>
                <a:latin typeface="Comic Sans MS"/>
                <a:cs typeface="Comic Sans MS"/>
              </a:rPr>
              <a:t>DIGITAL</a:t>
            </a:r>
            <a:r>
              <a:rPr dirty="0" sz="5000" spc="-235" b="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5000" spc="-10" b="0">
                <a:solidFill>
                  <a:srgbClr val="5460A8"/>
                </a:solidFill>
                <a:latin typeface="Comic Sans MS"/>
                <a:cs typeface="Comic Sans MS"/>
              </a:rPr>
              <a:t>DEFENSE</a:t>
            </a:r>
            <a:endParaRPr sz="5000">
              <a:latin typeface="Comic Sans MS"/>
              <a:cs typeface="Comic Sans MS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66824" y="3512043"/>
            <a:ext cx="104775" cy="10477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66824" y="5607543"/>
            <a:ext cx="104775" cy="10477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66824" y="8122143"/>
            <a:ext cx="104775" cy="104774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016000" y="2810053"/>
            <a:ext cx="15400655" cy="6795770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dirty="0" sz="2950" spc="-305" b="1">
                <a:solidFill>
                  <a:srgbClr val="333433"/>
                </a:solidFill>
                <a:latin typeface="Comic Sans MS"/>
                <a:cs typeface="Comic Sans MS"/>
              </a:rPr>
              <a:t>Third-</a:t>
            </a:r>
            <a:r>
              <a:rPr dirty="0" sz="2950" spc="-295" b="1">
                <a:solidFill>
                  <a:srgbClr val="333433"/>
                </a:solidFill>
                <a:latin typeface="Comic Sans MS"/>
                <a:cs typeface="Comic Sans MS"/>
              </a:rPr>
              <a:t>party</a:t>
            </a:r>
            <a:r>
              <a:rPr dirty="0" sz="2950" spc="-229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320" b="1">
                <a:solidFill>
                  <a:srgbClr val="333433"/>
                </a:solidFill>
                <a:latin typeface="Comic Sans MS"/>
                <a:cs typeface="Comic Sans MS"/>
              </a:rPr>
              <a:t>and</a:t>
            </a:r>
            <a:r>
              <a:rPr dirty="0" sz="2950" spc="-22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285" b="1">
                <a:solidFill>
                  <a:srgbClr val="333433"/>
                </a:solidFill>
                <a:latin typeface="Comic Sans MS"/>
                <a:cs typeface="Comic Sans MS"/>
              </a:rPr>
              <a:t>supply-</a:t>
            </a:r>
            <a:r>
              <a:rPr dirty="0" sz="2950" spc="-280" b="1">
                <a:solidFill>
                  <a:srgbClr val="333433"/>
                </a:solidFill>
                <a:latin typeface="Comic Sans MS"/>
                <a:cs typeface="Comic Sans MS"/>
              </a:rPr>
              <a:t>chain</a:t>
            </a:r>
            <a:r>
              <a:rPr dirty="0" sz="2950" spc="-22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310" b="1">
                <a:solidFill>
                  <a:srgbClr val="333433"/>
                </a:solidFill>
                <a:latin typeface="Comic Sans MS"/>
                <a:cs typeface="Comic Sans MS"/>
              </a:rPr>
              <a:t>compromise</a:t>
            </a:r>
            <a:r>
              <a:rPr dirty="0" sz="2950" spc="-225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220" b="1">
                <a:solidFill>
                  <a:srgbClr val="333433"/>
                </a:solidFill>
                <a:latin typeface="Comic Sans MS"/>
                <a:cs typeface="Comic Sans MS"/>
              </a:rPr>
              <a:t>is</a:t>
            </a:r>
            <a:r>
              <a:rPr dirty="0" sz="2950" spc="-215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315" b="1">
                <a:solidFill>
                  <a:srgbClr val="333433"/>
                </a:solidFill>
                <a:latin typeface="Comic Sans MS"/>
                <a:cs typeface="Comic Sans MS"/>
              </a:rPr>
              <a:t>a</a:t>
            </a:r>
            <a:r>
              <a:rPr dirty="0" sz="2950" spc="-22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295" b="1">
                <a:solidFill>
                  <a:srgbClr val="333433"/>
                </a:solidFill>
                <a:latin typeface="Comic Sans MS"/>
                <a:cs typeface="Comic Sans MS"/>
              </a:rPr>
              <a:t>primary</a:t>
            </a:r>
            <a:r>
              <a:rPr dirty="0" sz="2950" spc="-22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290" b="1">
                <a:solidFill>
                  <a:srgbClr val="333433"/>
                </a:solidFill>
                <a:latin typeface="Comic Sans MS"/>
                <a:cs typeface="Comic Sans MS"/>
              </a:rPr>
              <a:t>attack</a:t>
            </a:r>
            <a:r>
              <a:rPr dirty="0" sz="2950" spc="-22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295" b="1">
                <a:solidFill>
                  <a:srgbClr val="333433"/>
                </a:solidFill>
                <a:latin typeface="Comic Sans MS"/>
                <a:cs typeface="Comic Sans MS"/>
              </a:rPr>
              <a:t>vector</a:t>
            </a:r>
            <a:endParaRPr sz="2950">
              <a:latin typeface="Comic Sans MS"/>
              <a:cs typeface="Comic Sans MS"/>
            </a:endParaRPr>
          </a:p>
          <a:p>
            <a:pPr algn="just" marL="530225" marR="5080">
              <a:lnSpc>
                <a:spcPts val="3300"/>
              </a:lnSpc>
              <a:spcBef>
                <a:spcPts val="70"/>
              </a:spcBef>
            </a:pP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Many</a:t>
            </a:r>
            <a:r>
              <a:rPr dirty="0" sz="2400" spc="42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of</a:t>
            </a:r>
            <a:r>
              <a:rPr dirty="0" sz="2400" spc="43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2025’s</a:t>
            </a:r>
            <a:r>
              <a:rPr dirty="0" sz="2400" spc="43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most</a:t>
            </a:r>
            <a:r>
              <a:rPr dirty="0" sz="2400" spc="43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damaging</a:t>
            </a:r>
            <a:r>
              <a:rPr dirty="0" sz="2400" spc="42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incidents</a:t>
            </a:r>
            <a:r>
              <a:rPr dirty="0" sz="2400" spc="43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began</a:t>
            </a:r>
            <a:r>
              <a:rPr dirty="0" sz="2400" spc="43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with</a:t>
            </a:r>
            <a:r>
              <a:rPr dirty="0" sz="2400" spc="43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compromised</a:t>
            </a:r>
            <a:r>
              <a:rPr dirty="0" sz="2400" spc="42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vendors</a:t>
            </a:r>
            <a:r>
              <a:rPr dirty="0" sz="2400" spc="43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or</a:t>
            </a:r>
            <a:r>
              <a:rPr dirty="0" sz="2400" spc="43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shared</a:t>
            </a:r>
            <a:r>
              <a:rPr dirty="0" sz="2400" spc="43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platforms.</a:t>
            </a:r>
            <a:r>
              <a:rPr dirty="0" sz="2400" spc="42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25">
                <a:solidFill>
                  <a:srgbClr val="333433"/>
                </a:solidFill>
                <a:latin typeface="Comic Sans MS"/>
                <a:cs typeface="Comic Sans MS"/>
              </a:rPr>
              <a:t>For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instance,</a:t>
            </a:r>
            <a:r>
              <a:rPr dirty="0" sz="2400" spc="-2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attacks</a:t>
            </a:r>
            <a:r>
              <a:rPr dirty="0" sz="2400" spc="-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on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UNFI,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the</a:t>
            </a:r>
            <a:r>
              <a:rPr dirty="0" sz="2400" spc="-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U.S.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Treasury,</a:t>
            </a:r>
            <a:r>
              <a:rPr dirty="0" sz="2400" spc="-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Snowflake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customers,</a:t>
            </a:r>
            <a:r>
              <a:rPr dirty="0" sz="2400" spc="-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and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the</a:t>
            </a:r>
            <a:r>
              <a:rPr dirty="0" sz="2400" spc="-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UK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Ministry</a:t>
            </a:r>
            <a:r>
              <a:rPr dirty="0" sz="2400" spc="-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of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Defence</a:t>
            </a:r>
            <a:r>
              <a:rPr dirty="0" sz="2400" spc="-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25">
                <a:solidFill>
                  <a:srgbClr val="333433"/>
                </a:solidFill>
                <a:latin typeface="Comic Sans MS"/>
                <a:cs typeface="Comic Sans MS"/>
              </a:rPr>
              <a:t>all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highlight</a:t>
            </a:r>
            <a:r>
              <a:rPr dirty="0" sz="2400" spc="-3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how</a:t>
            </a:r>
            <a:r>
              <a:rPr dirty="0" sz="2400" spc="-2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third-party</a:t>
            </a:r>
            <a:r>
              <a:rPr dirty="0" sz="2400" spc="-2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vulnerabilities</a:t>
            </a:r>
            <a:r>
              <a:rPr dirty="0" sz="2400" spc="-2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can</a:t>
            </a:r>
            <a:r>
              <a:rPr dirty="0" sz="2400" spc="-2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lead</a:t>
            </a:r>
            <a:r>
              <a:rPr dirty="0" sz="2400" spc="-3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to</a:t>
            </a:r>
            <a:r>
              <a:rPr dirty="0" sz="2400" spc="-2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disruptions.</a:t>
            </a:r>
            <a:endParaRPr sz="24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2990"/>
              </a:spcBef>
            </a:pPr>
            <a:r>
              <a:rPr dirty="0" sz="2950" spc="-285" b="1">
                <a:solidFill>
                  <a:srgbClr val="333433"/>
                </a:solidFill>
                <a:latin typeface="Comic Sans MS"/>
                <a:cs typeface="Comic Sans MS"/>
              </a:rPr>
              <a:t>Credential-</a:t>
            </a:r>
            <a:r>
              <a:rPr dirty="0" sz="2950" spc="-315" b="1">
                <a:solidFill>
                  <a:srgbClr val="333433"/>
                </a:solidFill>
                <a:latin typeface="Comic Sans MS"/>
                <a:cs typeface="Comic Sans MS"/>
              </a:rPr>
              <a:t>based</a:t>
            </a:r>
            <a:r>
              <a:rPr dirty="0" sz="2950" spc="-229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290" b="1">
                <a:solidFill>
                  <a:srgbClr val="333433"/>
                </a:solidFill>
                <a:latin typeface="Comic Sans MS"/>
                <a:cs typeface="Comic Sans MS"/>
              </a:rPr>
              <a:t>attacks</a:t>
            </a:r>
            <a:r>
              <a:rPr dirty="0" sz="2950" spc="-22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300" b="1">
                <a:solidFill>
                  <a:srgbClr val="333433"/>
                </a:solidFill>
                <a:latin typeface="Comic Sans MS"/>
                <a:cs typeface="Comic Sans MS"/>
              </a:rPr>
              <a:t>are</a:t>
            </a:r>
            <a:r>
              <a:rPr dirty="0" sz="2950" spc="-225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270" b="1">
                <a:solidFill>
                  <a:srgbClr val="333433"/>
                </a:solidFill>
                <a:latin typeface="Comic Sans MS"/>
                <a:cs typeface="Comic Sans MS"/>
              </a:rPr>
              <a:t>replacing</a:t>
            </a:r>
            <a:r>
              <a:rPr dirty="0" sz="2950" spc="-22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305" b="1">
                <a:solidFill>
                  <a:srgbClr val="333433"/>
                </a:solidFill>
                <a:latin typeface="Comic Sans MS"/>
                <a:cs typeface="Comic Sans MS"/>
              </a:rPr>
              <a:t>complex</a:t>
            </a:r>
            <a:r>
              <a:rPr dirty="0" sz="2950" spc="-22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325" b="1">
                <a:solidFill>
                  <a:srgbClr val="333433"/>
                </a:solidFill>
                <a:latin typeface="Comic Sans MS"/>
                <a:cs typeface="Comic Sans MS"/>
              </a:rPr>
              <a:t>malware</a:t>
            </a:r>
            <a:endParaRPr sz="2950">
              <a:latin typeface="Comic Sans MS"/>
              <a:cs typeface="Comic Sans MS"/>
            </a:endParaRPr>
          </a:p>
          <a:p>
            <a:pPr algn="just" marL="530225" marR="5080">
              <a:lnSpc>
                <a:spcPts val="3300"/>
              </a:lnSpc>
              <a:spcBef>
                <a:spcPts val="70"/>
              </a:spcBef>
            </a:pP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Threat</a:t>
            </a:r>
            <a:r>
              <a:rPr dirty="0" sz="2400" spc="24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groups</a:t>
            </a:r>
            <a:r>
              <a:rPr dirty="0" sz="2400" spc="25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increasingly</a:t>
            </a:r>
            <a:r>
              <a:rPr dirty="0" sz="2400" spc="25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conduct</a:t>
            </a:r>
            <a:r>
              <a:rPr dirty="0" sz="2400" spc="25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phishing</a:t>
            </a:r>
            <a:r>
              <a:rPr dirty="0" sz="2400" spc="25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and</a:t>
            </a:r>
            <a:r>
              <a:rPr dirty="0" sz="2400" spc="25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credential</a:t>
            </a:r>
            <a:r>
              <a:rPr dirty="0" sz="2400" spc="25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stuffing</a:t>
            </a:r>
            <a:r>
              <a:rPr dirty="0" sz="2400" spc="25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over</a:t>
            </a:r>
            <a:r>
              <a:rPr dirty="0" sz="2400" spc="25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complex</a:t>
            </a:r>
            <a:r>
              <a:rPr dirty="0" sz="2400" spc="25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malware.</a:t>
            </a:r>
            <a:r>
              <a:rPr dirty="0" sz="2400" spc="25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Campaigns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targeting</a:t>
            </a:r>
            <a:r>
              <a:rPr dirty="0" sz="2400" spc="10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M&amp;S,</a:t>
            </a:r>
            <a:r>
              <a:rPr dirty="0" sz="2400" spc="10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Ukrainian</a:t>
            </a:r>
            <a:r>
              <a:rPr dirty="0" sz="2400" spc="10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government</a:t>
            </a:r>
            <a:r>
              <a:rPr dirty="0" sz="2400" spc="10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users,</a:t>
            </a:r>
            <a:r>
              <a:rPr dirty="0" sz="2400" spc="10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retailers,</a:t>
            </a:r>
            <a:r>
              <a:rPr dirty="0" sz="2400" spc="10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and</a:t>
            </a:r>
            <a:r>
              <a:rPr dirty="0" sz="2400" spc="10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SaaS</a:t>
            </a:r>
            <a:r>
              <a:rPr dirty="0" sz="2400" spc="10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platforms</a:t>
            </a:r>
            <a:r>
              <a:rPr dirty="0" sz="2400" spc="10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show</a:t>
            </a:r>
            <a:r>
              <a:rPr dirty="0" sz="2400" spc="10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how</a:t>
            </a:r>
            <a:r>
              <a:rPr dirty="0" sz="2400" spc="10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stolen</a:t>
            </a:r>
            <a:r>
              <a:rPr dirty="0" sz="2400" spc="10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credentials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enable</a:t>
            </a:r>
            <a:r>
              <a:rPr dirty="0" sz="2400" spc="21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rapid</a:t>
            </a:r>
            <a:r>
              <a:rPr dirty="0" sz="2400" spc="21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access</a:t>
            </a:r>
            <a:r>
              <a:rPr dirty="0" sz="2400" spc="21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without</a:t>
            </a:r>
            <a:r>
              <a:rPr dirty="0" sz="2400" spc="21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triggering</a:t>
            </a:r>
            <a:r>
              <a:rPr dirty="0" sz="2400" spc="21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alarms.</a:t>
            </a:r>
            <a:r>
              <a:rPr dirty="0" sz="2400" spc="21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This</a:t>
            </a:r>
            <a:r>
              <a:rPr dirty="0" sz="2400" spc="21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trend</a:t>
            </a:r>
            <a:r>
              <a:rPr dirty="0" sz="2400" spc="21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highlights</a:t>
            </a:r>
            <a:r>
              <a:rPr dirty="0" sz="2400" spc="21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the</a:t>
            </a:r>
            <a:r>
              <a:rPr dirty="0" sz="2400" spc="21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critical</a:t>
            </a:r>
            <a:r>
              <a:rPr dirty="0" sz="2400" spc="21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role</a:t>
            </a:r>
            <a:r>
              <a:rPr dirty="0" sz="2400" spc="21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of</a:t>
            </a:r>
            <a:r>
              <a:rPr dirty="0" sz="2400" spc="21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MFA,</a:t>
            </a:r>
            <a:r>
              <a:rPr dirty="0" sz="2400" spc="21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identity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monitoring,</a:t>
            </a:r>
            <a:r>
              <a:rPr dirty="0" sz="2400" spc="-5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and</a:t>
            </a:r>
            <a:r>
              <a:rPr dirty="0" sz="2400" spc="-5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user</a:t>
            </a:r>
            <a:r>
              <a:rPr dirty="0" sz="2400" spc="-5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awareness.</a:t>
            </a:r>
            <a:endParaRPr sz="24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2990"/>
              </a:spcBef>
            </a:pPr>
            <a:r>
              <a:rPr dirty="0" sz="2950" spc="-325" b="1">
                <a:solidFill>
                  <a:srgbClr val="333433"/>
                </a:solidFill>
                <a:latin typeface="Comic Sans MS"/>
                <a:cs typeface="Comic Sans MS"/>
              </a:rPr>
              <a:t>Zero-</a:t>
            </a:r>
            <a:r>
              <a:rPr dirty="0" sz="2950" spc="-320" b="1">
                <a:solidFill>
                  <a:srgbClr val="333433"/>
                </a:solidFill>
                <a:latin typeface="Comic Sans MS"/>
                <a:cs typeface="Comic Sans MS"/>
              </a:rPr>
              <a:t>day</a:t>
            </a:r>
            <a:r>
              <a:rPr dirty="0" sz="2950" spc="-225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320" b="1">
                <a:solidFill>
                  <a:srgbClr val="333433"/>
                </a:solidFill>
                <a:latin typeface="Comic Sans MS"/>
                <a:cs typeface="Comic Sans MS"/>
              </a:rPr>
              <a:t>and</a:t>
            </a:r>
            <a:r>
              <a:rPr dirty="0" sz="2950" spc="-225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305" b="1">
                <a:solidFill>
                  <a:srgbClr val="333433"/>
                </a:solidFill>
                <a:latin typeface="Comic Sans MS"/>
                <a:cs typeface="Comic Sans MS"/>
              </a:rPr>
              <a:t>unpatched</a:t>
            </a:r>
            <a:r>
              <a:rPr dirty="0" sz="2950" spc="-225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300" b="1">
                <a:solidFill>
                  <a:srgbClr val="333433"/>
                </a:solidFill>
                <a:latin typeface="Comic Sans MS"/>
                <a:cs typeface="Comic Sans MS"/>
              </a:rPr>
              <a:t>software</a:t>
            </a:r>
            <a:r>
              <a:rPr dirty="0" sz="2950" spc="-225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265" b="1">
                <a:solidFill>
                  <a:srgbClr val="333433"/>
                </a:solidFill>
                <a:latin typeface="Comic Sans MS"/>
                <a:cs typeface="Comic Sans MS"/>
              </a:rPr>
              <a:t>exploitation</a:t>
            </a:r>
            <a:r>
              <a:rPr dirty="0" sz="2950" spc="-225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220" b="1">
                <a:solidFill>
                  <a:srgbClr val="333433"/>
                </a:solidFill>
                <a:latin typeface="Comic Sans MS"/>
                <a:cs typeface="Comic Sans MS"/>
              </a:rPr>
              <a:t>is</a:t>
            </a:r>
            <a:r>
              <a:rPr dirty="0" sz="2950" spc="-225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285" b="1">
                <a:solidFill>
                  <a:srgbClr val="333433"/>
                </a:solidFill>
                <a:latin typeface="Comic Sans MS"/>
                <a:cs typeface="Comic Sans MS"/>
              </a:rPr>
              <a:t>accelerating</a:t>
            </a:r>
            <a:endParaRPr sz="2950">
              <a:latin typeface="Comic Sans MS"/>
              <a:cs typeface="Comic Sans MS"/>
            </a:endParaRPr>
          </a:p>
          <a:p>
            <a:pPr algn="just" marL="530225" marR="5080">
              <a:lnSpc>
                <a:spcPts val="3300"/>
              </a:lnSpc>
            </a:pP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Today,</a:t>
            </a:r>
            <a:r>
              <a:rPr dirty="0" sz="2400" spc="9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attackers</a:t>
            </a:r>
            <a:r>
              <a:rPr dirty="0" sz="2400" spc="10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are</a:t>
            </a:r>
            <a:r>
              <a:rPr dirty="0" sz="2400" spc="10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actively</a:t>
            </a:r>
            <a:r>
              <a:rPr dirty="0" sz="2400" spc="10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scanning</a:t>
            </a:r>
            <a:r>
              <a:rPr dirty="0" sz="2400" spc="10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for</a:t>
            </a:r>
            <a:r>
              <a:rPr dirty="0" sz="2400" spc="10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vulnerable</a:t>
            </a:r>
            <a:r>
              <a:rPr dirty="0" sz="2400" spc="9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enterprise</a:t>
            </a:r>
            <a:r>
              <a:rPr dirty="0" sz="2400" spc="10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software</a:t>
            </a:r>
            <a:r>
              <a:rPr dirty="0" sz="2400" spc="10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and</a:t>
            </a:r>
            <a:r>
              <a:rPr dirty="0" sz="2400" spc="10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weaponizing</a:t>
            </a:r>
            <a:r>
              <a:rPr dirty="0" sz="2400" spc="10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flaws</a:t>
            </a:r>
            <a:r>
              <a:rPr dirty="0" sz="2400" spc="10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within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days.</a:t>
            </a:r>
            <a:r>
              <a:rPr dirty="0" sz="2400" spc="24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The</a:t>
            </a:r>
            <a:r>
              <a:rPr dirty="0" sz="2400" spc="25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SAP</a:t>
            </a:r>
            <a:r>
              <a:rPr dirty="0" sz="2400" spc="24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NetWeaver</a:t>
            </a:r>
            <a:r>
              <a:rPr dirty="0" sz="2400" spc="25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zero-day</a:t>
            </a:r>
            <a:r>
              <a:rPr dirty="0" sz="2400" spc="25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and</a:t>
            </a:r>
            <a:r>
              <a:rPr dirty="0" sz="2400" spc="24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Microsoft</a:t>
            </a:r>
            <a:r>
              <a:rPr dirty="0" sz="2400" spc="25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SharePoint</a:t>
            </a:r>
            <a:r>
              <a:rPr dirty="0" sz="2400" spc="25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exploits</a:t>
            </a:r>
            <a:r>
              <a:rPr dirty="0" sz="2400" spc="24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reveal</a:t>
            </a:r>
            <a:r>
              <a:rPr dirty="0" sz="2400" spc="25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how</a:t>
            </a:r>
            <a:r>
              <a:rPr dirty="0" sz="2400" spc="25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</a:t>
            </a:r>
            <a:r>
              <a:rPr dirty="0" sz="2400" spc="24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single</a:t>
            </a:r>
            <a:r>
              <a:rPr dirty="0" sz="2400" spc="25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unpatched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flaw can expose hundreds</a:t>
            </a:r>
            <a:r>
              <a:rPr dirty="0" sz="2400" spc="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of organizations at</a:t>
            </a:r>
            <a:r>
              <a:rPr dirty="0" sz="2400" spc="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once. Patch management delays</a:t>
            </a:r>
            <a:r>
              <a:rPr dirty="0" sz="2400" spc="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now directly translate</a:t>
            </a:r>
            <a:r>
              <a:rPr dirty="0" sz="2400" spc="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20">
                <a:solidFill>
                  <a:srgbClr val="333433"/>
                </a:solidFill>
                <a:latin typeface="Comic Sans MS"/>
                <a:cs typeface="Comic Sans MS"/>
              </a:rPr>
              <a:t>into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systemic 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risk.</a:t>
            </a:r>
            <a:endParaRPr sz="24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860377" y="1"/>
            <a:ext cx="1428115" cy="10287000"/>
            <a:chOff x="16860377" y="1"/>
            <a:chExt cx="1428115" cy="10287000"/>
          </a:xfrm>
        </p:grpSpPr>
        <p:sp>
          <p:nvSpPr>
            <p:cNvPr id="3" name="object 3"/>
            <p:cNvSpPr/>
            <p:nvPr/>
          </p:nvSpPr>
          <p:spPr>
            <a:xfrm>
              <a:off x="16860377" y="1"/>
              <a:ext cx="1428115" cy="10287000"/>
            </a:xfrm>
            <a:custGeom>
              <a:avLst/>
              <a:gdLst/>
              <a:ahLst/>
              <a:cxnLst/>
              <a:rect l="l" t="t" r="r" b="b"/>
              <a:pathLst>
                <a:path w="1428115" h="10287000">
                  <a:moveTo>
                    <a:pt x="501629" y="62878"/>
                  </a:moveTo>
                  <a:lnTo>
                    <a:pt x="528368" y="0"/>
                  </a:lnTo>
                  <a:lnTo>
                    <a:pt x="1427619" y="0"/>
                  </a:lnTo>
                  <a:lnTo>
                    <a:pt x="1427619" y="10286999"/>
                  </a:lnTo>
                  <a:lnTo>
                    <a:pt x="1287213" y="10286999"/>
                  </a:lnTo>
                  <a:lnTo>
                    <a:pt x="711966" y="878980"/>
                  </a:lnTo>
                  <a:lnTo>
                    <a:pt x="501629" y="62878"/>
                  </a:lnTo>
                  <a:close/>
                </a:path>
                <a:path w="1428115" h="10287000">
                  <a:moveTo>
                    <a:pt x="491447" y="1212337"/>
                  </a:moveTo>
                  <a:lnTo>
                    <a:pt x="711966" y="878980"/>
                  </a:lnTo>
                  <a:lnTo>
                    <a:pt x="1287213" y="10286999"/>
                  </a:lnTo>
                  <a:lnTo>
                    <a:pt x="1180173" y="10286999"/>
                  </a:lnTo>
                  <a:lnTo>
                    <a:pt x="647623" y="1577285"/>
                  </a:lnTo>
                  <a:lnTo>
                    <a:pt x="491447" y="1212337"/>
                  </a:lnTo>
                  <a:close/>
                </a:path>
                <a:path w="1428115" h="10287000">
                  <a:moveTo>
                    <a:pt x="170825" y="2959008"/>
                  </a:moveTo>
                  <a:lnTo>
                    <a:pt x="283851" y="2569972"/>
                  </a:lnTo>
                  <a:lnTo>
                    <a:pt x="508307" y="2361372"/>
                  </a:lnTo>
                  <a:lnTo>
                    <a:pt x="563780" y="1956662"/>
                  </a:lnTo>
                  <a:lnTo>
                    <a:pt x="647623" y="1577285"/>
                  </a:lnTo>
                  <a:lnTo>
                    <a:pt x="1180173" y="10286999"/>
                  </a:lnTo>
                  <a:lnTo>
                    <a:pt x="912696" y="10286999"/>
                  </a:lnTo>
                  <a:lnTo>
                    <a:pt x="713477" y="7028812"/>
                  </a:lnTo>
                  <a:lnTo>
                    <a:pt x="674720" y="6986557"/>
                  </a:lnTo>
                  <a:lnTo>
                    <a:pt x="497692" y="4091303"/>
                  </a:lnTo>
                  <a:lnTo>
                    <a:pt x="418855" y="3960970"/>
                  </a:lnTo>
                  <a:lnTo>
                    <a:pt x="383650" y="3385205"/>
                  </a:lnTo>
                  <a:lnTo>
                    <a:pt x="170825" y="2959008"/>
                  </a:lnTo>
                  <a:close/>
                </a:path>
                <a:path w="1428115" h="10287000">
                  <a:moveTo>
                    <a:pt x="539942" y="7253246"/>
                  </a:moveTo>
                  <a:lnTo>
                    <a:pt x="713477" y="7028812"/>
                  </a:lnTo>
                  <a:lnTo>
                    <a:pt x="912696" y="10286999"/>
                  </a:lnTo>
                  <a:lnTo>
                    <a:pt x="758412" y="10286999"/>
                  </a:lnTo>
                  <a:lnTo>
                    <a:pt x="588680" y="7511086"/>
                  </a:lnTo>
                  <a:lnTo>
                    <a:pt x="539942" y="7253246"/>
                  </a:lnTo>
                  <a:close/>
                </a:path>
                <a:path w="1428115" h="10287000">
                  <a:moveTo>
                    <a:pt x="186086" y="5401904"/>
                  </a:moveTo>
                  <a:lnTo>
                    <a:pt x="379883" y="5070181"/>
                  </a:lnTo>
                  <a:lnTo>
                    <a:pt x="499960" y="4848770"/>
                  </a:lnTo>
                  <a:lnTo>
                    <a:pt x="473895" y="4422473"/>
                  </a:lnTo>
                  <a:lnTo>
                    <a:pt x="497692" y="4091303"/>
                  </a:lnTo>
                  <a:lnTo>
                    <a:pt x="674720" y="6986557"/>
                  </a:lnTo>
                  <a:lnTo>
                    <a:pt x="596682" y="6901474"/>
                  </a:lnTo>
                  <a:lnTo>
                    <a:pt x="542295" y="6011995"/>
                  </a:lnTo>
                  <a:lnTo>
                    <a:pt x="417356" y="5683030"/>
                  </a:lnTo>
                  <a:lnTo>
                    <a:pt x="186086" y="5401904"/>
                  </a:lnTo>
                  <a:close/>
                </a:path>
                <a:path w="1428115" h="10287000">
                  <a:moveTo>
                    <a:pt x="300053" y="3764568"/>
                  </a:moveTo>
                  <a:lnTo>
                    <a:pt x="383650" y="3385205"/>
                  </a:lnTo>
                  <a:lnTo>
                    <a:pt x="418855" y="3960970"/>
                  </a:lnTo>
                  <a:lnTo>
                    <a:pt x="300053" y="3764568"/>
                  </a:lnTo>
                  <a:close/>
                </a:path>
                <a:path w="1428115" h="10287000">
                  <a:moveTo>
                    <a:pt x="446141" y="6737342"/>
                  </a:moveTo>
                  <a:lnTo>
                    <a:pt x="532848" y="6449076"/>
                  </a:lnTo>
                  <a:lnTo>
                    <a:pt x="542295" y="6011995"/>
                  </a:lnTo>
                  <a:lnTo>
                    <a:pt x="596682" y="6901474"/>
                  </a:lnTo>
                  <a:lnTo>
                    <a:pt x="446141" y="6737342"/>
                  </a:lnTo>
                  <a:close/>
                </a:path>
                <a:path w="1428115" h="10287000">
                  <a:moveTo>
                    <a:pt x="0" y="8515803"/>
                  </a:moveTo>
                  <a:lnTo>
                    <a:pt x="274697" y="8179134"/>
                  </a:lnTo>
                  <a:lnTo>
                    <a:pt x="439829" y="7756893"/>
                  </a:lnTo>
                  <a:lnTo>
                    <a:pt x="588680" y="7511086"/>
                  </a:lnTo>
                  <a:lnTo>
                    <a:pt x="758412" y="10286999"/>
                  </a:lnTo>
                  <a:lnTo>
                    <a:pt x="403581" y="10286999"/>
                  </a:lnTo>
                  <a:lnTo>
                    <a:pt x="323501" y="8977310"/>
                  </a:lnTo>
                  <a:lnTo>
                    <a:pt x="0" y="8515803"/>
                  </a:lnTo>
                  <a:close/>
                </a:path>
                <a:path w="1428115" h="10287000">
                  <a:moveTo>
                    <a:pt x="233450" y="9347716"/>
                  </a:moveTo>
                  <a:lnTo>
                    <a:pt x="323501" y="8977306"/>
                  </a:lnTo>
                  <a:lnTo>
                    <a:pt x="403581" y="10286999"/>
                  </a:lnTo>
                  <a:lnTo>
                    <a:pt x="377744" y="10286999"/>
                  </a:lnTo>
                  <a:lnTo>
                    <a:pt x="343446" y="9726069"/>
                  </a:lnTo>
                  <a:lnTo>
                    <a:pt x="233450" y="9347716"/>
                  </a:lnTo>
                  <a:close/>
                </a:path>
                <a:path w="1428115" h="10287000">
                  <a:moveTo>
                    <a:pt x="157361" y="10286999"/>
                  </a:moveTo>
                  <a:lnTo>
                    <a:pt x="179944" y="10110563"/>
                  </a:lnTo>
                  <a:lnTo>
                    <a:pt x="343446" y="9726069"/>
                  </a:lnTo>
                  <a:lnTo>
                    <a:pt x="377744" y="10286999"/>
                  </a:lnTo>
                  <a:lnTo>
                    <a:pt x="157361" y="10286999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6932849" y="1"/>
              <a:ext cx="1355725" cy="10287000"/>
            </a:xfrm>
            <a:custGeom>
              <a:avLst/>
              <a:gdLst/>
              <a:ahLst/>
              <a:cxnLst/>
              <a:rect l="l" t="t" r="r" b="b"/>
              <a:pathLst>
                <a:path w="1355725" h="10287000">
                  <a:moveTo>
                    <a:pt x="551392" y="0"/>
                  </a:moveTo>
                  <a:lnTo>
                    <a:pt x="1355147" y="0"/>
                  </a:lnTo>
                  <a:lnTo>
                    <a:pt x="1355147" y="10286999"/>
                  </a:lnTo>
                  <a:lnTo>
                    <a:pt x="1301111" y="10286999"/>
                  </a:lnTo>
                  <a:lnTo>
                    <a:pt x="709714" y="614851"/>
                  </a:lnTo>
                  <a:lnTo>
                    <a:pt x="551392" y="0"/>
                  </a:lnTo>
                  <a:close/>
                </a:path>
                <a:path w="1355725" h="10287000">
                  <a:moveTo>
                    <a:pt x="489441" y="948192"/>
                  </a:moveTo>
                  <a:lnTo>
                    <a:pt x="709714" y="614851"/>
                  </a:lnTo>
                  <a:lnTo>
                    <a:pt x="1301111" y="10286999"/>
                  </a:lnTo>
                  <a:lnTo>
                    <a:pt x="1194071" y="10286999"/>
                  </a:lnTo>
                  <a:lnTo>
                    <a:pt x="645356" y="1312910"/>
                  </a:lnTo>
                  <a:lnTo>
                    <a:pt x="489441" y="948192"/>
                  </a:lnTo>
                  <a:close/>
                </a:path>
                <a:path w="1355725" h="10287000">
                  <a:moveTo>
                    <a:pt x="168618" y="2695615"/>
                  </a:moveTo>
                  <a:lnTo>
                    <a:pt x="281875" y="2306319"/>
                  </a:lnTo>
                  <a:lnTo>
                    <a:pt x="506085" y="2097733"/>
                  </a:lnTo>
                  <a:lnTo>
                    <a:pt x="561573" y="1693269"/>
                  </a:lnTo>
                  <a:lnTo>
                    <a:pt x="645356" y="1312910"/>
                  </a:lnTo>
                  <a:lnTo>
                    <a:pt x="1194071" y="10286999"/>
                  </a:lnTo>
                  <a:lnTo>
                    <a:pt x="926595" y="10286999"/>
                  </a:lnTo>
                  <a:lnTo>
                    <a:pt x="711285" y="6765664"/>
                  </a:lnTo>
                  <a:lnTo>
                    <a:pt x="672529" y="6723409"/>
                  </a:lnTo>
                  <a:lnTo>
                    <a:pt x="495470" y="3827665"/>
                  </a:lnTo>
                  <a:lnTo>
                    <a:pt x="416639" y="3697430"/>
                  </a:lnTo>
                  <a:lnTo>
                    <a:pt x="381428" y="3121567"/>
                  </a:lnTo>
                  <a:lnTo>
                    <a:pt x="168618" y="2695615"/>
                  </a:lnTo>
                  <a:close/>
                </a:path>
                <a:path w="1355725" h="10287000">
                  <a:moveTo>
                    <a:pt x="537765" y="6990343"/>
                  </a:moveTo>
                  <a:lnTo>
                    <a:pt x="711285" y="6765664"/>
                  </a:lnTo>
                  <a:lnTo>
                    <a:pt x="926595" y="10286999"/>
                  </a:lnTo>
                  <a:lnTo>
                    <a:pt x="773294" y="10286999"/>
                  </a:lnTo>
                  <a:lnTo>
                    <a:pt x="587439" y="7247387"/>
                  </a:lnTo>
                  <a:lnTo>
                    <a:pt x="537765" y="6990343"/>
                  </a:lnTo>
                  <a:close/>
                </a:path>
                <a:path w="1355725" h="10287000">
                  <a:moveTo>
                    <a:pt x="183970" y="5139981"/>
                  </a:moveTo>
                  <a:lnTo>
                    <a:pt x="377692" y="4807033"/>
                  </a:lnTo>
                  <a:lnTo>
                    <a:pt x="497784" y="4585867"/>
                  </a:lnTo>
                  <a:lnTo>
                    <a:pt x="471704" y="4159325"/>
                  </a:lnTo>
                  <a:lnTo>
                    <a:pt x="495470" y="3827665"/>
                  </a:lnTo>
                  <a:lnTo>
                    <a:pt x="672529" y="6723409"/>
                  </a:lnTo>
                  <a:lnTo>
                    <a:pt x="594754" y="6638613"/>
                  </a:lnTo>
                  <a:lnTo>
                    <a:pt x="540349" y="5748832"/>
                  </a:lnTo>
                  <a:lnTo>
                    <a:pt x="415165" y="5419882"/>
                  </a:lnTo>
                  <a:lnTo>
                    <a:pt x="183970" y="5139981"/>
                  </a:lnTo>
                  <a:close/>
                </a:path>
                <a:path w="1355725" h="10287000">
                  <a:moveTo>
                    <a:pt x="297847" y="3501176"/>
                  </a:moveTo>
                  <a:lnTo>
                    <a:pt x="381428" y="3121567"/>
                  </a:lnTo>
                  <a:lnTo>
                    <a:pt x="416639" y="3697430"/>
                  </a:lnTo>
                  <a:lnTo>
                    <a:pt x="297847" y="3501176"/>
                  </a:lnTo>
                  <a:close/>
                </a:path>
                <a:path w="1355725" h="10287000">
                  <a:moveTo>
                    <a:pt x="443949" y="6474194"/>
                  </a:moveTo>
                  <a:lnTo>
                    <a:pt x="530656" y="6185928"/>
                  </a:lnTo>
                  <a:lnTo>
                    <a:pt x="540349" y="5748832"/>
                  </a:lnTo>
                  <a:lnTo>
                    <a:pt x="594754" y="6638613"/>
                  </a:lnTo>
                  <a:lnTo>
                    <a:pt x="443949" y="6474194"/>
                  </a:lnTo>
                  <a:close/>
                </a:path>
                <a:path w="1355725" h="10287000">
                  <a:moveTo>
                    <a:pt x="0" y="8252274"/>
                  </a:moveTo>
                  <a:lnTo>
                    <a:pt x="273471" y="7915680"/>
                  </a:lnTo>
                  <a:lnTo>
                    <a:pt x="438587" y="7493194"/>
                  </a:lnTo>
                  <a:lnTo>
                    <a:pt x="587439" y="7247387"/>
                  </a:lnTo>
                  <a:lnTo>
                    <a:pt x="773294" y="10286999"/>
                  </a:lnTo>
                  <a:lnTo>
                    <a:pt x="418463" y="10286999"/>
                  </a:lnTo>
                  <a:lnTo>
                    <a:pt x="322275" y="8713855"/>
                  </a:lnTo>
                  <a:lnTo>
                    <a:pt x="0" y="8252274"/>
                  </a:lnTo>
                  <a:close/>
                </a:path>
                <a:path w="1355725" h="10287000">
                  <a:moveTo>
                    <a:pt x="231183" y="9083341"/>
                  </a:moveTo>
                  <a:lnTo>
                    <a:pt x="322275" y="8713854"/>
                  </a:lnTo>
                  <a:lnTo>
                    <a:pt x="418463" y="10286999"/>
                  </a:lnTo>
                  <a:lnTo>
                    <a:pt x="390658" y="10286999"/>
                  </a:lnTo>
                  <a:lnTo>
                    <a:pt x="340259" y="9462735"/>
                  </a:lnTo>
                  <a:lnTo>
                    <a:pt x="231183" y="9083341"/>
                  </a:lnTo>
                  <a:close/>
                </a:path>
                <a:path w="1355725" h="10287000">
                  <a:moveTo>
                    <a:pt x="120215" y="10286999"/>
                  </a:moveTo>
                  <a:lnTo>
                    <a:pt x="176496" y="9847000"/>
                  </a:lnTo>
                  <a:lnTo>
                    <a:pt x="340259" y="9462735"/>
                  </a:lnTo>
                  <a:lnTo>
                    <a:pt x="390658" y="10286999"/>
                  </a:lnTo>
                  <a:lnTo>
                    <a:pt x="120215" y="10286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7462089" y="1"/>
              <a:ext cx="826135" cy="10287000"/>
            </a:xfrm>
            <a:custGeom>
              <a:avLst/>
              <a:gdLst/>
              <a:ahLst/>
              <a:cxnLst/>
              <a:rect l="l" t="t" r="r" b="b"/>
              <a:pathLst>
                <a:path w="826134" h="10287000">
                  <a:moveTo>
                    <a:pt x="283569" y="0"/>
                  </a:moveTo>
                  <a:lnTo>
                    <a:pt x="825907" y="0"/>
                  </a:lnTo>
                  <a:lnTo>
                    <a:pt x="825907" y="7492473"/>
                  </a:lnTo>
                  <a:lnTo>
                    <a:pt x="654527" y="4689589"/>
                  </a:lnTo>
                  <a:lnTo>
                    <a:pt x="654275" y="4689477"/>
                  </a:lnTo>
                  <a:lnTo>
                    <a:pt x="396998" y="481783"/>
                  </a:lnTo>
                  <a:lnTo>
                    <a:pt x="367330" y="343176"/>
                  </a:lnTo>
                  <a:lnTo>
                    <a:pt x="283569" y="0"/>
                  </a:lnTo>
                  <a:close/>
                </a:path>
                <a:path w="826134" h="10287000">
                  <a:moveTo>
                    <a:pt x="334431" y="5233506"/>
                  </a:moveTo>
                  <a:lnTo>
                    <a:pt x="654527" y="4689589"/>
                  </a:lnTo>
                  <a:lnTo>
                    <a:pt x="825907" y="7492473"/>
                  </a:lnTo>
                  <a:lnTo>
                    <a:pt x="825907" y="7717846"/>
                  </a:lnTo>
                  <a:lnTo>
                    <a:pt x="779865" y="6964833"/>
                  </a:lnTo>
                  <a:lnTo>
                    <a:pt x="726497" y="6719826"/>
                  </a:lnTo>
                  <a:lnTo>
                    <a:pt x="459680" y="6545463"/>
                  </a:lnTo>
                  <a:lnTo>
                    <a:pt x="409481" y="5724475"/>
                  </a:lnTo>
                  <a:lnTo>
                    <a:pt x="334431" y="5233506"/>
                  </a:lnTo>
                  <a:close/>
                </a:path>
                <a:path w="826134" h="10287000">
                  <a:moveTo>
                    <a:pt x="287909" y="927171"/>
                  </a:moveTo>
                  <a:lnTo>
                    <a:pt x="305650" y="865564"/>
                  </a:lnTo>
                  <a:lnTo>
                    <a:pt x="344309" y="725770"/>
                  </a:lnTo>
                  <a:lnTo>
                    <a:pt x="382040" y="575330"/>
                  </a:lnTo>
                  <a:lnTo>
                    <a:pt x="396998" y="481783"/>
                  </a:lnTo>
                  <a:lnTo>
                    <a:pt x="654275" y="4689477"/>
                  </a:lnTo>
                  <a:lnTo>
                    <a:pt x="605201" y="4667623"/>
                  </a:lnTo>
                  <a:lnTo>
                    <a:pt x="395979" y="1245849"/>
                  </a:lnTo>
                  <a:lnTo>
                    <a:pt x="287909" y="927171"/>
                  </a:lnTo>
                  <a:close/>
                </a:path>
                <a:path w="826134" h="10287000">
                  <a:moveTo>
                    <a:pt x="0" y="8183006"/>
                  </a:moveTo>
                  <a:lnTo>
                    <a:pt x="263855" y="7898426"/>
                  </a:lnTo>
                  <a:lnTo>
                    <a:pt x="307763" y="7469572"/>
                  </a:lnTo>
                  <a:lnTo>
                    <a:pt x="456860" y="7223750"/>
                  </a:lnTo>
                  <a:lnTo>
                    <a:pt x="779865" y="6964833"/>
                  </a:lnTo>
                  <a:lnTo>
                    <a:pt x="825907" y="7717846"/>
                  </a:lnTo>
                  <a:lnTo>
                    <a:pt x="825907" y="10286999"/>
                  </a:lnTo>
                  <a:lnTo>
                    <a:pt x="402768" y="10286999"/>
                  </a:lnTo>
                  <a:lnTo>
                    <a:pt x="298266" y="8577897"/>
                  </a:lnTo>
                  <a:lnTo>
                    <a:pt x="0" y="8183006"/>
                  </a:lnTo>
                  <a:close/>
                </a:path>
                <a:path w="826134" h="10287000">
                  <a:moveTo>
                    <a:pt x="37676" y="2670031"/>
                  </a:moveTo>
                  <a:lnTo>
                    <a:pt x="45156" y="2569448"/>
                  </a:lnTo>
                  <a:lnTo>
                    <a:pt x="85223" y="2440044"/>
                  </a:lnTo>
                  <a:lnTo>
                    <a:pt x="129831" y="2328310"/>
                  </a:lnTo>
                  <a:lnTo>
                    <a:pt x="150933" y="2280734"/>
                  </a:lnTo>
                  <a:lnTo>
                    <a:pt x="172397" y="2240468"/>
                  </a:lnTo>
                  <a:lnTo>
                    <a:pt x="219310" y="2147443"/>
                  </a:lnTo>
                  <a:lnTo>
                    <a:pt x="265087" y="2044138"/>
                  </a:lnTo>
                  <a:lnTo>
                    <a:pt x="283630" y="1971940"/>
                  </a:lnTo>
                  <a:lnTo>
                    <a:pt x="282364" y="1938106"/>
                  </a:lnTo>
                  <a:lnTo>
                    <a:pt x="282616" y="1889261"/>
                  </a:lnTo>
                  <a:lnTo>
                    <a:pt x="286467" y="1712640"/>
                  </a:lnTo>
                  <a:lnTo>
                    <a:pt x="286776" y="1663732"/>
                  </a:lnTo>
                  <a:lnTo>
                    <a:pt x="285594" y="1629802"/>
                  </a:lnTo>
                  <a:lnTo>
                    <a:pt x="300748" y="1545751"/>
                  </a:lnTo>
                  <a:lnTo>
                    <a:pt x="338925" y="1416440"/>
                  </a:lnTo>
                  <a:lnTo>
                    <a:pt x="378033" y="1297822"/>
                  </a:lnTo>
                  <a:lnTo>
                    <a:pt x="395979" y="1245849"/>
                  </a:lnTo>
                  <a:lnTo>
                    <a:pt x="605201" y="4667623"/>
                  </a:lnTo>
                  <a:lnTo>
                    <a:pt x="412448" y="4581785"/>
                  </a:lnTo>
                  <a:lnTo>
                    <a:pt x="364772" y="3802066"/>
                  </a:lnTo>
                  <a:lnTo>
                    <a:pt x="97509" y="3521247"/>
                  </a:lnTo>
                  <a:lnTo>
                    <a:pt x="51796" y="2773638"/>
                  </a:lnTo>
                  <a:lnTo>
                    <a:pt x="37676" y="2670031"/>
                  </a:lnTo>
                  <a:close/>
                </a:path>
                <a:path w="826134" h="10287000">
                  <a:moveTo>
                    <a:pt x="366916" y="4561509"/>
                  </a:moveTo>
                  <a:lnTo>
                    <a:pt x="340745" y="4133496"/>
                  </a:lnTo>
                  <a:lnTo>
                    <a:pt x="364772" y="3802066"/>
                  </a:lnTo>
                  <a:lnTo>
                    <a:pt x="412448" y="4581785"/>
                  </a:lnTo>
                  <a:lnTo>
                    <a:pt x="366916" y="4561509"/>
                  </a:lnTo>
                  <a:close/>
                </a:path>
                <a:path w="826134" h="10287000">
                  <a:moveTo>
                    <a:pt x="313326" y="6449822"/>
                  </a:moveTo>
                  <a:lnTo>
                    <a:pt x="399788" y="6161571"/>
                  </a:lnTo>
                  <a:lnTo>
                    <a:pt x="409481" y="5724475"/>
                  </a:lnTo>
                  <a:lnTo>
                    <a:pt x="459680" y="6545463"/>
                  </a:lnTo>
                  <a:lnTo>
                    <a:pt x="313326" y="6449822"/>
                  </a:lnTo>
                  <a:close/>
                </a:path>
                <a:path w="826134" h="10287000">
                  <a:moveTo>
                    <a:pt x="60262" y="3482112"/>
                  </a:moveTo>
                  <a:lnTo>
                    <a:pt x="62662" y="3078679"/>
                  </a:lnTo>
                  <a:lnTo>
                    <a:pt x="62164" y="3028079"/>
                  </a:lnTo>
                  <a:lnTo>
                    <a:pt x="59250" y="2909693"/>
                  </a:lnTo>
                  <a:lnTo>
                    <a:pt x="51796" y="2773638"/>
                  </a:lnTo>
                  <a:lnTo>
                    <a:pt x="97509" y="3521247"/>
                  </a:lnTo>
                  <a:lnTo>
                    <a:pt x="60262" y="3482112"/>
                  </a:lnTo>
                  <a:close/>
                </a:path>
                <a:path w="826134" h="10287000">
                  <a:moveTo>
                    <a:pt x="101110" y="9059919"/>
                  </a:moveTo>
                  <a:lnTo>
                    <a:pt x="298266" y="8577897"/>
                  </a:lnTo>
                  <a:lnTo>
                    <a:pt x="402768" y="10286999"/>
                  </a:lnTo>
                  <a:lnTo>
                    <a:pt x="379638" y="10286999"/>
                  </a:lnTo>
                  <a:lnTo>
                    <a:pt x="331955" y="9507159"/>
                  </a:lnTo>
                  <a:lnTo>
                    <a:pt x="101110" y="9059919"/>
                  </a:lnTo>
                  <a:close/>
                </a:path>
                <a:path w="826134" h="10287000">
                  <a:moveTo>
                    <a:pt x="175275" y="10272869"/>
                  </a:moveTo>
                  <a:lnTo>
                    <a:pt x="160505" y="9741553"/>
                  </a:lnTo>
                  <a:lnTo>
                    <a:pt x="331955" y="9507159"/>
                  </a:lnTo>
                  <a:lnTo>
                    <a:pt x="379638" y="10286999"/>
                  </a:lnTo>
                  <a:lnTo>
                    <a:pt x="182582" y="10286999"/>
                  </a:lnTo>
                  <a:lnTo>
                    <a:pt x="175275" y="10272869"/>
                  </a:lnTo>
                  <a:close/>
                </a:path>
              </a:pathLst>
            </a:custGeom>
            <a:solidFill>
              <a:srgbClr val="FFD04D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66824" y="2007869"/>
            <a:ext cx="104775" cy="104774"/>
          </a:xfrm>
          <a:prstGeom prst="rect">
            <a:avLst/>
          </a:prstGeom>
        </p:spPr>
      </p:pic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1016000" y="1305878"/>
            <a:ext cx="15226030" cy="1766570"/>
          </a:xfrm>
          <a:prstGeom prst="rect"/>
        </p:spPr>
        <p:txBody>
          <a:bodyPr wrap="square" lIns="0" tIns="603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dirty="0" sz="2950" spc="-315">
                <a:solidFill>
                  <a:srgbClr val="333433"/>
                </a:solidFill>
              </a:rPr>
              <a:t>Cyber</a:t>
            </a:r>
            <a:r>
              <a:rPr dirty="0" sz="2950" spc="-229">
                <a:solidFill>
                  <a:srgbClr val="333433"/>
                </a:solidFill>
              </a:rPr>
              <a:t> </a:t>
            </a:r>
            <a:r>
              <a:rPr dirty="0" sz="2950" spc="-270">
                <a:solidFill>
                  <a:srgbClr val="333433"/>
                </a:solidFill>
              </a:rPr>
              <a:t>incidents</a:t>
            </a:r>
            <a:r>
              <a:rPr dirty="0" sz="2950" spc="-215">
                <a:solidFill>
                  <a:srgbClr val="333433"/>
                </a:solidFill>
              </a:rPr>
              <a:t> </a:t>
            </a:r>
            <a:r>
              <a:rPr dirty="0" sz="2950" spc="-300">
                <a:solidFill>
                  <a:srgbClr val="333433"/>
                </a:solidFill>
              </a:rPr>
              <a:t>are</a:t>
            </a:r>
            <a:r>
              <a:rPr dirty="0" sz="2950" spc="-220">
                <a:solidFill>
                  <a:srgbClr val="333433"/>
                </a:solidFill>
              </a:rPr>
              <a:t> </a:t>
            </a:r>
            <a:r>
              <a:rPr dirty="0" sz="2950" spc="-280">
                <a:solidFill>
                  <a:srgbClr val="333433"/>
                </a:solidFill>
              </a:rPr>
              <a:t>causing</a:t>
            </a:r>
            <a:r>
              <a:rPr dirty="0" sz="2950" spc="-220">
                <a:solidFill>
                  <a:srgbClr val="333433"/>
                </a:solidFill>
              </a:rPr>
              <a:t> </a:t>
            </a:r>
            <a:r>
              <a:rPr dirty="0" sz="2950" spc="-280">
                <a:solidFill>
                  <a:srgbClr val="333433"/>
                </a:solidFill>
              </a:rPr>
              <a:t>real-</a:t>
            </a:r>
            <a:r>
              <a:rPr dirty="0" sz="2950" spc="-290">
                <a:solidFill>
                  <a:srgbClr val="333433"/>
                </a:solidFill>
              </a:rPr>
              <a:t>world</a:t>
            </a:r>
            <a:r>
              <a:rPr dirty="0" sz="2950" spc="-220">
                <a:solidFill>
                  <a:srgbClr val="333433"/>
                </a:solidFill>
              </a:rPr>
              <a:t> </a:t>
            </a:r>
            <a:r>
              <a:rPr dirty="0" sz="2950" spc="-275">
                <a:solidFill>
                  <a:srgbClr val="333433"/>
                </a:solidFill>
              </a:rPr>
              <a:t>operational</a:t>
            </a:r>
            <a:r>
              <a:rPr dirty="0" sz="2950" spc="-215">
                <a:solidFill>
                  <a:srgbClr val="333433"/>
                </a:solidFill>
              </a:rPr>
              <a:t> </a:t>
            </a:r>
            <a:r>
              <a:rPr dirty="0" sz="2950" spc="-275">
                <a:solidFill>
                  <a:srgbClr val="333433"/>
                </a:solidFill>
              </a:rPr>
              <a:t>disruption</a:t>
            </a:r>
            <a:endParaRPr sz="2950"/>
          </a:p>
          <a:p>
            <a:pPr algn="just" marL="530225" marR="5080">
              <a:lnSpc>
                <a:spcPts val="3300"/>
              </a:lnSpc>
            </a:pP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Incidents</a:t>
            </a:r>
            <a:r>
              <a:rPr dirty="0" sz="2400" spc="75" b="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in</a:t>
            </a:r>
            <a:r>
              <a:rPr dirty="0" sz="2400" spc="80" b="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2025</a:t>
            </a:r>
            <a:r>
              <a:rPr dirty="0" sz="2400" spc="75" b="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increasingly</a:t>
            </a:r>
            <a:r>
              <a:rPr dirty="0" sz="2400" spc="80" b="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disrupted</a:t>
            </a:r>
            <a:r>
              <a:rPr dirty="0" sz="2400" spc="80" b="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food</a:t>
            </a:r>
            <a:r>
              <a:rPr dirty="0" sz="2400" spc="75" b="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supply</a:t>
            </a:r>
            <a:r>
              <a:rPr dirty="0" sz="2400" spc="80" b="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chains,</a:t>
            </a:r>
            <a:r>
              <a:rPr dirty="0" sz="2400" spc="75" b="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healthcare</a:t>
            </a:r>
            <a:r>
              <a:rPr dirty="0" sz="2400" spc="80" b="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services,</a:t>
            </a:r>
            <a:r>
              <a:rPr dirty="0" sz="2400" spc="80" b="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airports,</a:t>
            </a:r>
            <a:r>
              <a:rPr dirty="0" sz="2400" spc="75" b="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 spc="-25" b="0">
                <a:solidFill>
                  <a:srgbClr val="333433"/>
                </a:solidFill>
                <a:latin typeface="Comic Sans MS"/>
                <a:cs typeface="Comic Sans MS"/>
              </a:rPr>
              <a:t>and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government</a:t>
            </a:r>
            <a:r>
              <a:rPr dirty="0" sz="2400" spc="260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operations.</a:t>
            </a:r>
            <a:r>
              <a:rPr dirty="0" sz="2400" spc="260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Ransomware</a:t>
            </a:r>
            <a:r>
              <a:rPr dirty="0" sz="2400" spc="260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attacks</a:t>
            </a:r>
            <a:r>
              <a:rPr dirty="0" sz="2400" spc="254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forced</a:t>
            </a:r>
            <a:r>
              <a:rPr dirty="0" sz="2400" spc="260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hospital</a:t>
            </a:r>
            <a:r>
              <a:rPr dirty="0" sz="2400" spc="260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diversions,</a:t>
            </a:r>
            <a:r>
              <a:rPr dirty="0" sz="2400" spc="260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grounded</a:t>
            </a:r>
            <a:r>
              <a:rPr dirty="0" sz="2400" spc="260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flights,</a:t>
            </a:r>
            <a:r>
              <a:rPr dirty="0" sz="2400" spc="260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and</a:t>
            </a:r>
            <a:r>
              <a:rPr dirty="0" sz="2400" spc="260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10" b="0">
                <a:solidFill>
                  <a:srgbClr val="333433"/>
                </a:solidFill>
                <a:latin typeface="Comic Sans MS"/>
                <a:cs typeface="Comic Sans MS"/>
              </a:rPr>
              <a:t>manual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airport</a:t>
            </a:r>
            <a:r>
              <a:rPr dirty="0" sz="2400" spc="-20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operations.</a:t>
            </a:r>
            <a:r>
              <a:rPr dirty="0" sz="2400" spc="-20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Cybersecurity</a:t>
            </a:r>
            <a:r>
              <a:rPr dirty="0" sz="2400" spc="-20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has</a:t>
            </a:r>
            <a:r>
              <a:rPr dirty="0" sz="2400" spc="-15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become</a:t>
            </a:r>
            <a:r>
              <a:rPr dirty="0" sz="2400" spc="-20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a</a:t>
            </a:r>
            <a:r>
              <a:rPr dirty="0" sz="2400" spc="-20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public</a:t>
            </a:r>
            <a:r>
              <a:rPr dirty="0" sz="2400" spc="-20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safety</a:t>
            </a:r>
            <a:r>
              <a:rPr dirty="0" sz="2400" spc="-15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and</a:t>
            </a:r>
            <a:r>
              <a:rPr dirty="0" sz="2400" spc="-20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economic</a:t>
            </a:r>
            <a:r>
              <a:rPr dirty="0" sz="2400" spc="-20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b="0">
                <a:solidFill>
                  <a:srgbClr val="333433"/>
                </a:solidFill>
                <a:latin typeface="Comic Sans MS"/>
                <a:cs typeface="Comic Sans MS"/>
              </a:rPr>
              <a:t>stability</a:t>
            </a:r>
            <a:r>
              <a:rPr dirty="0" sz="2400" spc="-20" b="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10" b="0">
                <a:solidFill>
                  <a:srgbClr val="333433"/>
                </a:solidFill>
                <a:latin typeface="Comic Sans MS"/>
                <a:cs typeface="Comic Sans MS"/>
              </a:rPr>
              <a:t>concern.</a:t>
            </a:r>
            <a:endParaRPr sz="2400">
              <a:latin typeface="Comic Sans MS"/>
              <a:cs typeface="Comic Sans MS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66824" y="4103369"/>
            <a:ext cx="104775" cy="104774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016000" y="3401378"/>
            <a:ext cx="15226030" cy="2185670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dirty="0" sz="2950" spc="-315" b="1">
                <a:solidFill>
                  <a:srgbClr val="333433"/>
                </a:solidFill>
                <a:latin typeface="Comic Sans MS"/>
                <a:cs typeface="Comic Sans MS"/>
              </a:rPr>
              <a:t>State-</a:t>
            </a:r>
            <a:r>
              <a:rPr dirty="0" sz="2950" spc="-265" b="1">
                <a:solidFill>
                  <a:srgbClr val="333433"/>
                </a:solidFill>
                <a:latin typeface="Comic Sans MS"/>
                <a:cs typeface="Comic Sans MS"/>
              </a:rPr>
              <a:t>linked</a:t>
            </a:r>
            <a:r>
              <a:rPr dirty="0" sz="2950" spc="-22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305" b="1">
                <a:solidFill>
                  <a:srgbClr val="333433"/>
                </a:solidFill>
                <a:latin typeface="Comic Sans MS"/>
                <a:cs typeface="Comic Sans MS"/>
              </a:rPr>
              <a:t>cyber</a:t>
            </a:r>
            <a:r>
              <a:rPr dirty="0" sz="2950" spc="-22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280" b="1">
                <a:solidFill>
                  <a:srgbClr val="333433"/>
                </a:solidFill>
                <a:latin typeface="Comic Sans MS"/>
                <a:cs typeface="Comic Sans MS"/>
              </a:rPr>
              <a:t>operations</a:t>
            </a:r>
            <a:r>
              <a:rPr dirty="0" sz="2950" spc="-22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300" b="1">
                <a:solidFill>
                  <a:srgbClr val="333433"/>
                </a:solidFill>
                <a:latin typeface="Comic Sans MS"/>
                <a:cs typeface="Comic Sans MS"/>
              </a:rPr>
              <a:t>are</a:t>
            </a:r>
            <a:r>
              <a:rPr dirty="0" sz="2950" spc="-22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280" b="1">
                <a:solidFill>
                  <a:srgbClr val="333433"/>
                </a:solidFill>
                <a:latin typeface="Comic Sans MS"/>
                <a:cs typeface="Comic Sans MS"/>
              </a:rPr>
              <a:t>blending</a:t>
            </a:r>
            <a:r>
              <a:rPr dirty="0" sz="2950" spc="-22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290" b="1">
                <a:solidFill>
                  <a:srgbClr val="333433"/>
                </a:solidFill>
                <a:latin typeface="Comic Sans MS"/>
                <a:cs typeface="Comic Sans MS"/>
              </a:rPr>
              <a:t>espionage</a:t>
            </a:r>
            <a:r>
              <a:rPr dirty="0" sz="2950" spc="-225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320" b="1">
                <a:solidFill>
                  <a:srgbClr val="333433"/>
                </a:solidFill>
                <a:latin typeface="Comic Sans MS"/>
                <a:cs typeface="Comic Sans MS"/>
              </a:rPr>
              <a:t>and</a:t>
            </a:r>
            <a:r>
              <a:rPr dirty="0" sz="2950" spc="-22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950" spc="-310" b="1">
                <a:solidFill>
                  <a:srgbClr val="333433"/>
                </a:solidFill>
                <a:latin typeface="Comic Sans MS"/>
                <a:cs typeface="Comic Sans MS"/>
              </a:rPr>
              <a:t>cybercrime</a:t>
            </a:r>
            <a:endParaRPr sz="2950">
              <a:latin typeface="Comic Sans MS"/>
              <a:cs typeface="Comic Sans MS"/>
            </a:endParaRPr>
          </a:p>
          <a:p>
            <a:pPr algn="just" marL="530225" marR="5080">
              <a:lnSpc>
                <a:spcPts val="3300"/>
              </a:lnSpc>
            </a:pP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Attacks</a:t>
            </a:r>
            <a:r>
              <a:rPr dirty="0" sz="2400" spc="18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related</a:t>
            </a:r>
            <a:r>
              <a:rPr dirty="0" sz="2400" spc="18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to</a:t>
            </a:r>
            <a:r>
              <a:rPr dirty="0" sz="2400" spc="18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China,</a:t>
            </a:r>
            <a:r>
              <a:rPr dirty="0" sz="2400" spc="18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Russia,</a:t>
            </a:r>
            <a:r>
              <a:rPr dirty="0" sz="2400" spc="18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Iran,</a:t>
            </a:r>
            <a:r>
              <a:rPr dirty="0" sz="2400" spc="18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and</a:t>
            </a:r>
            <a:r>
              <a:rPr dirty="0" sz="2400" spc="18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North</a:t>
            </a:r>
            <a:r>
              <a:rPr dirty="0" sz="2400" spc="19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Korea</a:t>
            </a:r>
            <a:r>
              <a:rPr dirty="0" sz="2400" spc="18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reflect</a:t>
            </a:r>
            <a:r>
              <a:rPr dirty="0" sz="2400" spc="18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</a:t>
            </a:r>
            <a:r>
              <a:rPr dirty="0" sz="2400" spc="18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growing</a:t>
            </a:r>
            <a:r>
              <a:rPr dirty="0" sz="2400" spc="18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overlap</a:t>
            </a:r>
            <a:r>
              <a:rPr dirty="0" sz="2400" spc="18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between</a:t>
            </a:r>
            <a:r>
              <a:rPr dirty="0" sz="2400" spc="18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espionage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and</a:t>
            </a:r>
            <a:r>
              <a:rPr dirty="0" sz="2400" spc="254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political</a:t>
            </a:r>
            <a:r>
              <a:rPr dirty="0" sz="2400" spc="26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influence.</a:t>
            </a:r>
            <a:r>
              <a:rPr dirty="0" sz="2400" spc="254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From</a:t>
            </a:r>
            <a:r>
              <a:rPr dirty="0" sz="2400" spc="26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election</a:t>
            </a:r>
            <a:r>
              <a:rPr dirty="0" sz="2400" spc="26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interference</a:t>
            </a:r>
            <a:r>
              <a:rPr dirty="0" sz="2400" spc="254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to</a:t>
            </a:r>
            <a:r>
              <a:rPr dirty="0" sz="2400" spc="26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crypto</a:t>
            </a:r>
            <a:r>
              <a:rPr dirty="0" sz="2400" spc="26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theft</a:t>
            </a:r>
            <a:r>
              <a:rPr dirty="0" sz="2400" spc="254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funding</a:t>
            </a:r>
            <a:r>
              <a:rPr dirty="0" sz="2400" spc="26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weapons</a:t>
            </a:r>
            <a:r>
              <a:rPr dirty="0" sz="2400" spc="26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programs,</a:t>
            </a:r>
            <a:r>
              <a:rPr dirty="0" sz="2400" spc="254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10">
                <a:solidFill>
                  <a:srgbClr val="333433"/>
                </a:solidFill>
                <a:latin typeface="Comic Sans MS"/>
                <a:cs typeface="Comic Sans MS"/>
              </a:rPr>
              <a:t>cyber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operations</a:t>
            </a:r>
            <a:r>
              <a:rPr dirty="0" sz="2400" spc="65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are</a:t>
            </a:r>
            <a:r>
              <a:rPr dirty="0" sz="2400" spc="7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now</a:t>
            </a:r>
            <a:r>
              <a:rPr dirty="0" sz="2400" spc="7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strategic</a:t>
            </a:r>
            <a:r>
              <a:rPr dirty="0" sz="2400" spc="7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tools</a:t>
            </a:r>
            <a:r>
              <a:rPr dirty="0" sz="2400" spc="7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of</a:t>
            </a:r>
            <a:r>
              <a:rPr dirty="0" sz="2400" spc="7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national</a:t>
            </a:r>
            <a:r>
              <a:rPr dirty="0" sz="2400" spc="7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power.</a:t>
            </a:r>
            <a:r>
              <a:rPr dirty="0" sz="2400" spc="7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Attribution</a:t>
            </a:r>
            <a:r>
              <a:rPr dirty="0" sz="2400" spc="7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may</a:t>
            </a:r>
            <a:r>
              <a:rPr dirty="0" sz="2400" spc="65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remain</a:t>
            </a:r>
            <a:r>
              <a:rPr dirty="0" sz="2400" spc="7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unclear,</a:t>
            </a:r>
            <a:r>
              <a:rPr dirty="0" sz="2400" spc="7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but</a:t>
            </a:r>
            <a:r>
              <a:rPr dirty="0" sz="2400" spc="7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400" spc="-25">
                <a:solidFill>
                  <a:srgbClr val="333433"/>
                </a:solidFill>
                <a:latin typeface="Comic Sans MS"/>
                <a:cs typeface="Comic Sans MS"/>
              </a:rPr>
              <a:t>the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geopolitical</a:t>
            </a:r>
            <a:r>
              <a:rPr dirty="0" sz="2400" spc="-9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consequences</a:t>
            </a:r>
            <a:r>
              <a:rPr dirty="0" sz="2400" spc="-9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333433"/>
                </a:solidFill>
                <a:latin typeface="Comic Sans MS"/>
                <a:cs typeface="Comic Sans MS"/>
              </a:rPr>
              <a:t>are</a:t>
            </a:r>
            <a:r>
              <a:rPr dirty="0" sz="2400" spc="-9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400" spc="-20">
                <a:solidFill>
                  <a:srgbClr val="333433"/>
                </a:solidFill>
                <a:latin typeface="Comic Sans MS"/>
                <a:cs typeface="Comic Sans MS"/>
              </a:rPr>
              <a:t>not.</a:t>
            </a:r>
            <a:endParaRPr sz="24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524000"/>
            <a:chOff x="0" y="0"/>
            <a:chExt cx="18288000" cy="1524000"/>
          </a:xfrm>
        </p:grpSpPr>
        <p:sp>
          <p:nvSpPr>
            <p:cNvPr id="3" name="object 3"/>
            <p:cNvSpPr/>
            <p:nvPr/>
          </p:nvSpPr>
          <p:spPr>
            <a:xfrm>
              <a:off x="144503" y="0"/>
              <a:ext cx="18143855" cy="1524000"/>
            </a:xfrm>
            <a:custGeom>
              <a:avLst/>
              <a:gdLst/>
              <a:ahLst/>
              <a:cxnLst/>
              <a:rect l="l" t="t" r="r" b="b"/>
              <a:pathLst>
                <a:path w="18143855" h="1524000">
                  <a:moveTo>
                    <a:pt x="477549" y="1215792"/>
                  </a:moveTo>
                  <a:lnTo>
                    <a:pt x="19628" y="1011206"/>
                  </a:lnTo>
                  <a:lnTo>
                    <a:pt x="0" y="0"/>
                  </a:lnTo>
                  <a:lnTo>
                    <a:pt x="18102248" y="0"/>
                  </a:lnTo>
                  <a:lnTo>
                    <a:pt x="18143496" y="82866"/>
                  </a:lnTo>
                  <a:lnTo>
                    <a:pt x="18143496" y="216479"/>
                  </a:lnTo>
                  <a:lnTo>
                    <a:pt x="1717123" y="535338"/>
                  </a:lnTo>
                  <a:lnTo>
                    <a:pt x="1627674" y="607861"/>
                  </a:lnTo>
                  <a:lnTo>
                    <a:pt x="1486754" y="733755"/>
                  </a:lnTo>
                  <a:lnTo>
                    <a:pt x="1356578" y="853175"/>
                  </a:lnTo>
                  <a:lnTo>
                    <a:pt x="1299360" y="906281"/>
                  </a:lnTo>
                  <a:lnTo>
                    <a:pt x="820371" y="995663"/>
                  </a:lnTo>
                  <a:lnTo>
                    <a:pt x="477549" y="1215792"/>
                  </a:lnTo>
                  <a:close/>
                </a:path>
                <a:path w="18143855" h="1524000">
                  <a:moveTo>
                    <a:pt x="2121932" y="623285"/>
                  </a:moveTo>
                  <a:lnTo>
                    <a:pt x="2066738" y="604689"/>
                  </a:lnTo>
                  <a:lnTo>
                    <a:pt x="1941016" y="566366"/>
                  </a:lnTo>
                  <a:lnTo>
                    <a:pt x="1804549" y="534516"/>
                  </a:lnTo>
                  <a:lnTo>
                    <a:pt x="1717123" y="535338"/>
                  </a:lnTo>
                  <a:lnTo>
                    <a:pt x="18143496" y="216479"/>
                  </a:lnTo>
                  <a:lnTo>
                    <a:pt x="18143496" y="232200"/>
                  </a:lnTo>
                  <a:lnTo>
                    <a:pt x="4816038" y="490905"/>
                  </a:lnTo>
                  <a:lnTo>
                    <a:pt x="4805092" y="502663"/>
                  </a:lnTo>
                  <a:lnTo>
                    <a:pt x="2495313" y="547499"/>
                  </a:lnTo>
                  <a:lnTo>
                    <a:pt x="2121932" y="623285"/>
                  </a:lnTo>
                  <a:close/>
                </a:path>
                <a:path w="18143855" h="1524000">
                  <a:moveTo>
                    <a:pt x="5193389" y="670279"/>
                  </a:moveTo>
                  <a:lnTo>
                    <a:pt x="4816038" y="490905"/>
                  </a:lnTo>
                  <a:lnTo>
                    <a:pt x="18143496" y="232200"/>
                  </a:lnTo>
                  <a:lnTo>
                    <a:pt x="18143496" y="258732"/>
                  </a:lnTo>
                  <a:lnTo>
                    <a:pt x="6017543" y="494113"/>
                  </a:lnTo>
                  <a:lnTo>
                    <a:pt x="5193389" y="670279"/>
                  </a:lnTo>
                  <a:close/>
                </a:path>
                <a:path w="18143855" h="1524000">
                  <a:moveTo>
                    <a:pt x="3569359" y="969814"/>
                  </a:moveTo>
                  <a:lnTo>
                    <a:pt x="3146020" y="673910"/>
                  </a:lnTo>
                  <a:lnTo>
                    <a:pt x="2665722" y="683233"/>
                  </a:lnTo>
                  <a:lnTo>
                    <a:pt x="2495313" y="547499"/>
                  </a:lnTo>
                  <a:lnTo>
                    <a:pt x="4805092" y="502663"/>
                  </a:lnTo>
                  <a:lnTo>
                    <a:pt x="4714959" y="599482"/>
                  </a:lnTo>
                  <a:lnTo>
                    <a:pt x="4257759" y="608357"/>
                  </a:lnTo>
                  <a:lnTo>
                    <a:pt x="4081316" y="845155"/>
                  </a:lnTo>
                  <a:lnTo>
                    <a:pt x="3569359" y="969814"/>
                  </a:lnTo>
                  <a:close/>
                </a:path>
                <a:path w="18143855" h="1524000">
                  <a:moveTo>
                    <a:pt x="6341427" y="728324"/>
                  </a:moveTo>
                  <a:lnTo>
                    <a:pt x="6017543" y="494113"/>
                  </a:lnTo>
                  <a:lnTo>
                    <a:pt x="18143496" y="258732"/>
                  </a:lnTo>
                  <a:lnTo>
                    <a:pt x="18143496" y="365592"/>
                  </a:lnTo>
                  <a:lnTo>
                    <a:pt x="6712562" y="587483"/>
                  </a:lnTo>
                  <a:lnTo>
                    <a:pt x="6341427" y="728324"/>
                  </a:lnTo>
                  <a:close/>
                </a:path>
                <a:path w="18143855" h="1524000">
                  <a:moveTo>
                    <a:pt x="4612949" y="709059"/>
                  </a:moveTo>
                  <a:lnTo>
                    <a:pt x="4257759" y="608357"/>
                  </a:lnTo>
                  <a:lnTo>
                    <a:pt x="4714959" y="599482"/>
                  </a:lnTo>
                  <a:lnTo>
                    <a:pt x="4612949" y="709059"/>
                  </a:lnTo>
                  <a:close/>
                </a:path>
                <a:path w="18143855" h="1524000">
                  <a:moveTo>
                    <a:pt x="8073230" y="1121412"/>
                  </a:moveTo>
                  <a:lnTo>
                    <a:pt x="7689239" y="992281"/>
                  </a:lnTo>
                  <a:lnTo>
                    <a:pt x="7490167" y="759333"/>
                  </a:lnTo>
                  <a:lnTo>
                    <a:pt x="7088119" y="687053"/>
                  </a:lnTo>
                  <a:lnTo>
                    <a:pt x="6712562" y="587483"/>
                  </a:lnTo>
                  <a:lnTo>
                    <a:pt x="18143496" y="365592"/>
                  </a:lnTo>
                  <a:lnTo>
                    <a:pt x="18143496" y="598473"/>
                  </a:lnTo>
                  <a:lnTo>
                    <a:pt x="17125011" y="618243"/>
                  </a:lnTo>
                  <a:lnTo>
                    <a:pt x="16938806" y="656005"/>
                  </a:lnTo>
                  <a:lnTo>
                    <a:pt x="12162102" y="748727"/>
                  </a:lnTo>
                  <a:lnTo>
                    <a:pt x="12118270" y="785690"/>
                  </a:lnTo>
                  <a:lnTo>
                    <a:pt x="9218155" y="841986"/>
                  </a:lnTo>
                  <a:lnTo>
                    <a:pt x="9084652" y="915326"/>
                  </a:lnTo>
                  <a:lnTo>
                    <a:pt x="8507921" y="926521"/>
                  </a:lnTo>
                  <a:lnTo>
                    <a:pt x="8073230" y="1121412"/>
                  </a:lnTo>
                  <a:close/>
                </a:path>
                <a:path w="18143855" h="1524000">
                  <a:moveTo>
                    <a:pt x="17475390" y="698895"/>
                  </a:moveTo>
                  <a:lnTo>
                    <a:pt x="17125011" y="618243"/>
                  </a:lnTo>
                  <a:lnTo>
                    <a:pt x="17739380" y="606317"/>
                  </a:lnTo>
                  <a:lnTo>
                    <a:pt x="17475390" y="698895"/>
                  </a:lnTo>
                  <a:close/>
                </a:path>
                <a:path w="18143855" h="1524000">
                  <a:moveTo>
                    <a:pt x="18020518" y="916282"/>
                  </a:moveTo>
                  <a:lnTo>
                    <a:pt x="17739380" y="606317"/>
                  </a:lnTo>
                  <a:lnTo>
                    <a:pt x="18143496" y="598473"/>
                  </a:lnTo>
                  <a:lnTo>
                    <a:pt x="18143496" y="684513"/>
                  </a:lnTo>
                  <a:lnTo>
                    <a:pt x="18020518" y="916282"/>
                  </a:lnTo>
                  <a:close/>
                </a:path>
                <a:path w="18143855" h="1524000">
                  <a:moveTo>
                    <a:pt x="12379114" y="931459"/>
                  </a:moveTo>
                  <a:lnTo>
                    <a:pt x="12162102" y="748727"/>
                  </a:lnTo>
                  <a:lnTo>
                    <a:pt x="16938806" y="656005"/>
                  </a:lnTo>
                  <a:lnTo>
                    <a:pt x="16648129" y="714953"/>
                  </a:lnTo>
                  <a:lnTo>
                    <a:pt x="16558120" y="817420"/>
                  </a:lnTo>
                  <a:lnTo>
                    <a:pt x="12638760" y="893501"/>
                  </a:lnTo>
                  <a:lnTo>
                    <a:pt x="12379114" y="931459"/>
                  </a:lnTo>
                  <a:close/>
                </a:path>
                <a:path w="18143855" h="1524000">
                  <a:moveTo>
                    <a:pt x="10514641" y="1207904"/>
                  </a:moveTo>
                  <a:lnTo>
                    <a:pt x="10191277" y="1000459"/>
                  </a:lnTo>
                  <a:lnTo>
                    <a:pt x="9975059" y="871266"/>
                  </a:lnTo>
                  <a:lnTo>
                    <a:pt x="9548046" y="879555"/>
                  </a:lnTo>
                  <a:lnTo>
                    <a:pt x="9218155" y="841986"/>
                  </a:lnTo>
                  <a:lnTo>
                    <a:pt x="12118270" y="785690"/>
                  </a:lnTo>
                  <a:lnTo>
                    <a:pt x="12030010" y="860117"/>
                  </a:lnTo>
                  <a:lnTo>
                    <a:pt x="11139038" y="877412"/>
                  </a:lnTo>
                  <a:lnTo>
                    <a:pt x="10805155" y="988543"/>
                  </a:lnTo>
                  <a:lnTo>
                    <a:pt x="10514641" y="1207904"/>
                  </a:lnTo>
                  <a:close/>
                </a:path>
                <a:path w="18143855" h="1524000">
                  <a:moveTo>
                    <a:pt x="8883473" y="1025846"/>
                  </a:moveTo>
                  <a:lnTo>
                    <a:pt x="8507921" y="926521"/>
                  </a:lnTo>
                  <a:lnTo>
                    <a:pt x="9084652" y="915326"/>
                  </a:lnTo>
                  <a:lnTo>
                    <a:pt x="8883473" y="1025846"/>
                  </a:lnTo>
                  <a:close/>
                </a:path>
                <a:path w="18143855" h="1524000">
                  <a:moveTo>
                    <a:pt x="11859751" y="1003692"/>
                  </a:moveTo>
                  <a:lnTo>
                    <a:pt x="11575346" y="905055"/>
                  </a:lnTo>
                  <a:lnTo>
                    <a:pt x="11139038" y="877412"/>
                  </a:lnTo>
                  <a:lnTo>
                    <a:pt x="12030010" y="860117"/>
                  </a:lnTo>
                  <a:lnTo>
                    <a:pt x="11859751" y="1003692"/>
                  </a:lnTo>
                  <a:close/>
                </a:path>
                <a:path w="18143855" h="1524000">
                  <a:moveTo>
                    <a:pt x="13618089" y="1523515"/>
                  </a:moveTo>
                  <a:lnTo>
                    <a:pt x="13293152" y="1235034"/>
                  </a:lnTo>
                  <a:lnTo>
                    <a:pt x="12878155" y="1052461"/>
                  </a:lnTo>
                  <a:lnTo>
                    <a:pt x="12638760" y="893501"/>
                  </a:lnTo>
                  <a:lnTo>
                    <a:pt x="16558120" y="817420"/>
                  </a:lnTo>
                  <a:lnTo>
                    <a:pt x="16391935" y="1006607"/>
                  </a:lnTo>
                  <a:lnTo>
                    <a:pt x="16113086" y="1180295"/>
                  </a:lnTo>
                  <a:lnTo>
                    <a:pt x="14092668" y="1219514"/>
                  </a:lnTo>
                  <a:lnTo>
                    <a:pt x="13618089" y="1523515"/>
                  </a:lnTo>
                  <a:close/>
                </a:path>
                <a:path w="18143855" h="1524000">
                  <a:moveTo>
                    <a:pt x="14459002" y="1324914"/>
                  </a:moveTo>
                  <a:lnTo>
                    <a:pt x="14092664" y="1219515"/>
                  </a:lnTo>
                  <a:lnTo>
                    <a:pt x="16113086" y="1180295"/>
                  </a:lnTo>
                  <a:lnTo>
                    <a:pt x="16070345" y="1206918"/>
                  </a:lnTo>
                  <a:lnTo>
                    <a:pt x="14841611" y="1230769"/>
                  </a:lnTo>
                  <a:lnTo>
                    <a:pt x="14459002" y="1324914"/>
                  </a:lnTo>
                  <a:close/>
                </a:path>
                <a:path w="18143855" h="1524000">
                  <a:moveTo>
                    <a:pt x="15785124" y="1502210"/>
                  </a:moveTo>
                  <a:lnTo>
                    <a:pt x="15761363" y="1502672"/>
                  </a:lnTo>
                  <a:lnTo>
                    <a:pt x="15218959" y="1410144"/>
                  </a:lnTo>
                  <a:lnTo>
                    <a:pt x="14841606" y="1230769"/>
                  </a:lnTo>
                  <a:lnTo>
                    <a:pt x="16070345" y="1206918"/>
                  </a:lnTo>
                  <a:lnTo>
                    <a:pt x="15785124" y="150221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18288000" cy="1440180"/>
            </a:xfrm>
            <a:custGeom>
              <a:avLst/>
              <a:gdLst/>
              <a:ahLst/>
              <a:cxnLst/>
              <a:rect l="l" t="t" r="r" b="b"/>
              <a:pathLst>
                <a:path w="18288000" h="1440180">
                  <a:moveTo>
                    <a:pt x="362060" y="1134614"/>
                  </a:moveTo>
                  <a:lnTo>
                    <a:pt x="0" y="972663"/>
                  </a:lnTo>
                  <a:lnTo>
                    <a:pt x="0" y="0"/>
                  </a:lnTo>
                  <a:lnTo>
                    <a:pt x="18287999" y="0"/>
                  </a:lnTo>
                  <a:lnTo>
                    <a:pt x="18287999" y="129270"/>
                  </a:lnTo>
                  <a:lnTo>
                    <a:pt x="1601123" y="453186"/>
                  </a:lnTo>
                  <a:lnTo>
                    <a:pt x="1511815" y="525669"/>
                  </a:lnTo>
                  <a:lnTo>
                    <a:pt x="1370966" y="651477"/>
                  </a:lnTo>
                  <a:lnTo>
                    <a:pt x="1240816" y="770812"/>
                  </a:lnTo>
                  <a:lnTo>
                    <a:pt x="1183601" y="823879"/>
                  </a:lnTo>
                  <a:lnTo>
                    <a:pt x="704876" y="914238"/>
                  </a:lnTo>
                  <a:lnTo>
                    <a:pt x="362060" y="1134614"/>
                  </a:lnTo>
                  <a:close/>
                </a:path>
                <a:path w="18288000" h="1440180">
                  <a:moveTo>
                    <a:pt x="2005686" y="541139"/>
                  </a:moveTo>
                  <a:lnTo>
                    <a:pt x="1950497" y="522542"/>
                  </a:lnTo>
                  <a:lnTo>
                    <a:pt x="1824801" y="484218"/>
                  </a:lnTo>
                  <a:lnTo>
                    <a:pt x="1688407" y="452367"/>
                  </a:lnTo>
                  <a:lnTo>
                    <a:pt x="1601123" y="453186"/>
                  </a:lnTo>
                  <a:lnTo>
                    <a:pt x="18287999" y="129270"/>
                  </a:lnTo>
                  <a:lnTo>
                    <a:pt x="18287999" y="145729"/>
                  </a:lnTo>
                  <a:lnTo>
                    <a:pt x="4698579" y="409519"/>
                  </a:lnTo>
                  <a:lnTo>
                    <a:pt x="4688344" y="420526"/>
                  </a:lnTo>
                  <a:lnTo>
                    <a:pt x="2379067" y="465353"/>
                  </a:lnTo>
                  <a:lnTo>
                    <a:pt x="2005686" y="541139"/>
                  </a:lnTo>
                  <a:close/>
                </a:path>
                <a:path w="18288000" h="1440180">
                  <a:moveTo>
                    <a:pt x="5075936" y="589138"/>
                  </a:moveTo>
                  <a:lnTo>
                    <a:pt x="4698579" y="409519"/>
                  </a:lnTo>
                  <a:lnTo>
                    <a:pt x="18287999" y="145729"/>
                  </a:lnTo>
                  <a:lnTo>
                    <a:pt x="18287999" y="172506"/>
                  </a:lnTo>
                  <a:lnTo>
                    <a:pt x="5901071" y="412954"/>
                  </a:lnTo>
                  <a:lnTo>
                    <a:pt x="5075936" y="589138"/>
                  </a:lnTo>
                  <a:close/>
                </a:path>
                <a:path w="18288000" h="1440180">
                  <a:moveTo>
                    <a:pt x="3453113" y="887667"/>
                  </a:moveTo>
                  <a:lnTo>
                    <a:pt x="3029775" y="591763"/>
                  </a:lnTo>
                  <a:lnTo>
                    <a:pt x="2549477" y="601086"/>
                  </a:lnTo>
                  <a:lnTo>
                    <a:pt x="2379067" y="465353"/>
                  </a:lnTo>
                  <a:lnTo>
                    <a:pt x="4688344" y="420526"/>
                  </a:lnTo>
                  <a:lnTo>
                    <a:pt x="4597386" y="518343"/>
                  </a:lnTo>
                  <a:lnTo>
                    <a:pt x="4140305" y="527216"/>
                  </a:lnTo>
                  <a:lnTo>
                    <a:pt x="3963862" y="764014"/>
                  </a:lnTo>
                  <a:lnTo>
                    <a:pt x="3453113" y="887667"/>
                  </a:lnTo>
                  <a:close/>
                </a:path>
                <a:path w="18288000" h="1440180">
                  <a:moveTo>
                    <a:pt x="6224949" y="646918"/>
                  </a:moveTo>
                  <a:lnTo>
                    <a:pt x="5901071" y="412954"/>
                  </a:lnTo>
                  <a:lnTo>
                    <a:pt x="18287999" y="172506"/>
                  </a:lnTo>
                  <a:lnTo>
                    <a:pt x="18287999" y="279367"/>
                  </a:lnTo>
                  <a:lnTo>
                    <a:pt x="6595844" y="506328"/>
                  </a:lnTo>
                  <a:lnTo>
                    <a:pt x="6224949" y="646918"/>
                  </a:lnTo>
                  <a:close/>
                </a:path>
                <a:path w="18288000" h="1440180">
                  <a:moveTo>
                    <a:pt x="4495496" y="627919"/>
                  </a:moveTo>
                  <a:lnTo>
                    <a:pt x="4140305" y="527216"/>
                  </a:lnTo>
                  <a:lnTo>
                    <a:pt x="4597386" y="518343"/>
                  </a:lnTo>
                  <a:lnTo>
                    <a:pt x="4495496" y="627919"/>
                  </a:lnTo>
                  <a:close/>
                </a:path>
                <a:path w="18288000" h="1440180">
                  <a:moveTo>
                    <a:pt x="7957495" y="1040238"/>
                  </a:moveTo>
                  <a:lnTo>
                    <a:pt x="7573253" y="910866"/>
                  </a:lnTo>
                  <a:lnTo>
                    <a:pt x="7374186" y="678164"/>
                  </a:lnTo>
                  <a:lnTo>
                    <a:pt x="6972384" y="605879"/>
                  </a:lnTo>
                  <a:lnTo>
                    <a:pt x="6595844" y="506328"/>
                  </a:lnTo>
                  <a:lnTo>
                    <a:pt x="18287999" y="279367"/>
                  </a:lnTo>
                  <a:lnTo>
                    <a:pt x="18287999" y="512493"/>
                  </a:lnTo>
                  <a:lnTo>
                    <a:pt x="17009283" y="537315"/>
                  </a:lnTo>
                  <a:lnTo>
                    <a:pt x="16824419" y="574805"/>
                  </a:lnTo>
                  <a:lnTo>
                    <a:pt x="12046613" y="667549"/>
                  </a:lnTo>
                  <a:lnTo>
                    <a:pt x="12002780" y="704512"/>
                  </a:lnTo>
                  <a:lnTo>
                    <a:pt x="9102174" y="760816"/>
                  </a:lnTo>
                  <a:lnTo>
                    <a:pt x="8968770" y="834155"/>
                  </a:lnTo>
                  <a:lnTo>
                    <a:pt x="8391940" y="845352"/>
                  </a:lnTo>
                  <a:lnTo>
                    <a:pt x="7957495" y="1040238"/>
                  </a:lnTo>
                  <a:close/>
                </a:path>
                <a:path w="18288000" h="1440180">
                  <a:moveTo>
                    <a:pt x="17359908" y="617962"/>
                  </a:moveTo>
                  <a:lnTo>
                    <a:pt x="17009283" y="537315"/>
                  </a:lnTo>
                  <a:lnTo>
                    <a:pt x="17623652" y="525389"/>
                  </a:lnTo>
                  <a:lnTo>
                    <a:pt x="17359908" y="617962"/>
                  </a:lnTo>
                  <a:close/>
                </a:path>
                <a:path w="18288000" h="1440180">
                  <a:moveTo>
                    <a:pt x="18287999" y="936264"/>
                  </a:moveTo>
                  <a:lnTo>
                    <a:pt x="17953236" y="926780"/>
                  </a:lnTo>
                  <a:lnTo>
                    <a:pt x="17623652" y="525389"/>
                  </a:lnTo>
                  <a:lnTo>
                    <a:pt x="18287999" y="512493"/>
                  </a:lnTo>
                  <a:lnTo>
                    <a:pt x="18287999" y="936264"/>
                  </a:lnTo>
                  <a:close/>
                </a:path>
                <a:path w="18288000" h="1440180">
                  <a:moveTo>
                    <a:pt x="12263870" y="850275"/>
                  </a:moveTo>
                  <a:lnTo>
                    <a:pt x="12046613" y="667549"/>
                  </a:lnTo>
                  <a:lnTo>
                    <a:pt x="16824419" y="574805"/>
                  </a:lnTo>
                  <a:lnTo>
                    <a:pt x="16532401" y="634025"/>
                  </a:lnTo>
                  <a:lnTo>
                    <a:pt x="16443575" y="735241"/>
                  </a:lnTo>
                  <a:lnTo>
                    <a:pt x="12522760" y="811349"/>
                  </a:lnTo>
                  <a:lnTo>
                    <a:pt x="12263870" y="850275"/>
                  </a:lnTo>
                  <a:close/>
                </a:path>
                <a:path w="18288000" h="1440180">
                  <a:moveTo>
                    <a:pt x="10400379" y="1126700"/>
                  </a:moveTo>
                  <a:lnTo>
                    <a:pt x="10075788" y="919280"/>
                  </a:lnTo>
                  <a:lnTo>
                    <a:pt x="9859815" y="790081"/>
                  </a:lnTo>
                  <a:lnTo>
                    <a:pt x="9432557" y="798375"/>
                  </a:lnTo>
                  <a:lnTo>
                    <a:pt x="9102174" y="760816"/>
                  </a:lnTo>
                  <a:lnTo>
                    <a:pt x="12002780" y="704512"/>
                  </a:lnTo>
                  <a:lnTo>
                    <a:pt x="11914819" y="778687"/>
                  </a:lnTo>
                  <a:lnTo>
                    <a:pt x="11023544" y="795988"/>
                  </a:lnTo>
                  <a:lnTo>
                    <a:pt x="10689666" y="907364"/>
                  </a:lnTo>
                  <a:lnTo>
                    <a:pt x="10400379" y="1126700"/>
                  </a:lnTo>
                  <a:close/>
                </a:path>
                <a:path w="18288000" h="1440180">
                  <a:moveTo>
                    <a:pt x="8767739" y="944671"/>
                  </a:moveTo>
                  <a:lnTo>
                    <a:pt x="8391940" y="845352"/>
                  </a:lnTo>
                  <a:lnTo>
                    <a:pt x="8968770" y="834155"/>
                  </a:lnTo>
                  <a:lnTo>
                    <a:pt x="8767739" y="944671"/>
                  </a:lnTo>
                  <a:close/>
                </a:path>
                <a:path w="18288000" h="1440180">
                  <a:moveTo>
                    <a:pt x="11744262" y="922513"/>
                  </a:moveTo>
                  <a:lnTo>
                    <a:pt x="11459857" y="823876"/>
                  </a:lnTo>
                  <a:lnTo>
                    <a:pt x="11023544" y="795988"/>
                  </a:lnTo>
                  <a:lnTo>
                    <a:pt x="11914819" y="778687"/>
                  </a:lnTo>
                  <a:lnTo>
                    <a:pt x="11744262" y="922513"/>
                  </a:lnTo>
                  <a:close/>
                </a:path>
                <a:path w="18288000" h="1440180">
                  <a:moveTo>
                    <a:pt x="13502310" y="1440130"/>
                  </a:moveTo>
                  <a:lnTo>
                    <a:pt x="13177397" y="1152878"/>
                  </a:lnTo>
                  <a:lnTo>
                    <a:pt x="12762154" y="970309"/>
                  </a:lnTo>
                  <a:lnTo>
                    <a:pt x="12522760" y="811349"/>
                  </a:lnTo>
                  <a:lnTo>
                    <a:pt x="16443575" y="735241"/>
                  </a:lnTo>
                  <a:lnTo>
                    <a:pt x="16276451" y="925674"/>
                  </a:lnTo>
                  <a:lnTo>
                    <a:pt x="15999072" y="1098105"/>
                  </a:lnTo>
                  <a:lnTo>
                    <a:pt x="13976911" y="1137358"/>
                  </a:lnTo>
                  <a:lnTo>
                    <a:pt x="13502310" y="1440130"/>
                  </a:lnTo>
                  <a:close/>
                </a:path>
                <a:path w="18288000" h="1440180">
                  <a:moveTo>
                    <a:pt x="14342283" y="1243759"/>
                  </a:moveTo>
                  <a:lnTo>
                    <a:pt x="13976911" y="1137358"/>
                  </a:lnTo>
                  <a:lnTo>
                    <a:pt x="15999072" y="1098105"/>
                  </a:lnTo>
                  <a:lnTo>
                    <a:pt x="15954611" y="1125745"/>
                  </a:lnTo>
                  <a:lnTo>
                    <a:pt x="15953647" y="1126746"/>
                  </a:lnTo>
                  <a:lnTo>
                    <a:pt x="14725891" y="1150579"/>
                  </a:lnTo>
                  <a:lnTo>
                    <a:pt x="14342283" y="1243759"/>
                  </a:lnTo>
                  <a:close/>
                </a:path>
                <a:path w="18288000" h="1440180">
                  <a:moveTo>
                    <a:pt x="15665669" y="1426141"/>
                  </a:moveTo>
                  <a:lnTo>
                    <a:pt x="15103002" y="1330202"/>
                  </a:lnTo>
                  <a:lnTo>
                    <a:pt x="14725891" y="1150579"/>
                  </a:lnTo>
                  <a:lnTo>
                    <a:pt x="15953647" y="1126746"/>
                  </a:lnTo>
                  <a:lnTo>
                    <a:pt x="15665669" y="142614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18288000" cy="908685"/>
            </a:xfrm>
            <a:custGeom>
              <a:avLst/>
              <a:gdLst/>
              <a:ahLst/>
              <a:cxnLst/>
              <a:rect l="l" t="t" r="r" b="b"/>
              <a:pathLst>
                <a:path w="18288000" h="908685">
                  <a:moveTo>
                    <a:pt x="761760" y="630384"/>
                  </a:moveTo>
                  <a:lnTo>
                    <a:pt x="216620" y="576850"/>
                  </a:lnTo>
                  <a:lnTo>
                    <a:pt x="0" y="298497"/>
                  </a:lnTo>
                  <a:lnTo>
                    <a:pt x="0" y="0"/>
                  </a:lnTo>
                  <a:lnTo>
                    <a:pt x="9280385" y="0"/>
                  </a:lnTo>
                  <a:lnTo>
                    <a:pt x="4791071" y="87143"/>
                  </a:lnTo>
                  <a:lnTo>
                    <a:pt x="4642618" y="156351"/>
                  </a:lnTo>
                  <a:lnTo>
                    <a:pt x="1959188" y="208440"/>
                  </a:lnTo>
                  <a:lnTo>
                    <a:pt x="1910928" y="221145"/>
                  </a:lnTo>
                  <a:lnTo>
                    <a:pt x="1800421" y="251687"/>
                  </a:lnTo>
                  <a:lnTo>
                    <a:pt x="1679077" y="288703"/>
                  </a:lnTo>
                  <a:lnTo>
                    <a:pt x="1598309" y="320832"/>
                  </a:lnTo>
                  <a:lnTo>
                    <a:pt x="1493687" y="354038"/>
                  </a:lnTo>
                  <a:lnTo>
                    <a:pt x="1319868" y="393424"/>
                  </a:lnTo>
                  <a:lnTo>
                    <a:pt x="1156885" y="426335"/>
                  </a:lnTo>
                  <a:lnTo>
                    <a:pt x="1084772" y="440118"/>
                  </a:lnTo>
                  <a:lnTo>
                    <a:pt x="761760" y="630384"/>
                  </a:lnTo>
                  <a:close/>
                </a:path>
                <a:path w="18288000" h="908685">
                  <a:moveTo>
                    <a:pt x="5036649" y="336875"/>
                  </a:moveTo>
                  <a:lnTo>
                    <a:pt x="4791071" y="87143"/>
                  </a:lnTo>
                  <a:lnTo>
                    <a:pt x="9280385" y="0"/>
                  </a:lnTo>
                  <a:lnTo>
                    <a:pt x="15608005" y="0"/>
                  </a:lnTo>
                  <a:lnTo>
                    <a:pt x="9992017" y="109014"/>
                  </a:lnTo>
                  <a:lnTo>
                    <a:pt x="9991894" y="109261"/>
                  </a:lnTo>
                  <a:lnTo>
                    <a:pt x="5777136" y="191076"/>
                  </a:lnTo>
                  <a:lnTo>
                    <a:pt x="5637414" y="214945"/>
                  </a:lnTo>
                  <a:lnTo>
                    <a:pt x="5036649" y="336875"/>
                  </a:lnTo>
                  <a:close/>
                </a:path>
                <a:path w="18288000" h="908685">
                  <a:moveTo>
                    <a:pt x="2546927" y="469710"/>
                  </a:moveTo>
                  <a:lnTo>
                    <a:pt x="2376517" y="333977"/>
                  </a:lnTo>
                  <a:lnTo>
                    <a:pt x="1959188" y="208440"/>
                  </a:lnTo>
                  <a:lnTo>
                    <a:pt x="4642618" y="156351"/>
                  </a:lnTo>
                  <a:lnTo>
                    <a:pt x="4631619" y="161479"/>
                  </a:lnTo>
                  <a:lnTo>
                    <a:pt x="3022029" y="192723"/>
                  </a:lnTo>
                  <a:lnTo>
                    <a:pt x="2546927" y="469710"/>
                  </a:lnTo>
                  <a:close/>
                </a:path>
                <a:path w="18288000" h="908685">
                  <a:moveTo>
                    <a:pt x="3594700" y="588904"/>
                  </a:moveTo>
                  <a:lnTo>
                    <a:pt x="3022029" y="192723"/>
                  </a:lnTo>
                  <a:lnTo>
                    <a:pt x="4631619" y="161479"/>
                  </a:lnTo>
                  <a:lnTo>
                    <a:pt x="4487013" y="228893"/>
                  </a:lnTo>
                  <a:lnTo>
                    <a:pt x="4126427" y="293130"/>
                  </a:lnTo>
                  <a:lnTo>
                    <a:pt x="3955871" y="364979"/>
                  </a:lnTo>
                  <a:lnTo>
                    <a:pt x="3594700" y="588904"/>
                  </a:lnTo>
                  <a:close/>
                </a:path>
                <a:path w="18288000" h="908685">
                  <a:moveTo>
                    <a:pt x="10522131" y="451485"/>
                  </a:moveTo>
                  <a:lnTo>
                    <a:pt x="9992017" y="109014"/>
                  </a:lnTo>
                  <a:lnTo>
                    <a:pt x="15608005" y="0"/>
                  </a:lnTo>
                  <a:lnTo>
                    <a:pt x="16316724" y="0"/>
                  </a:lnTo>
                  <a:lnTo>
                    <a:pt x="12270507" y="78542"/>
                  </a:lnTo>
                  <a:lnTo>
                    <a:pt x="12023857" y="121595"/>
                  </a:lnTo>
                  <a:lnTo>
                    <a:pt x="12023531" y="121602"/>
                  </a:lnTo>
                  <a:lnTo>
                    <a:pt x="11838165" y="380984"/>
                  </a:lnTo>
                  <a:lnTo>
                    <a:pt x="11015799" y="396947"/>
                  </a:lnTo>
                  <a:lnTo>
                    <a:pt x="10522131" y="451485"/>
                  </a:lnTo>
                  <a:close/>
                </a:path>
                <a:path w="18288000" h="908685">
                  <a:moveTo>
                    <a:pt x="6217594" y="318619"/>
                  </a:moveTo>
                  <a:lnTo>
                    <a:pt x="6156780" y="298328"/>
                  </a:lnTo>
                  <a:lnTo>
                    <a:pt x="6018718" y="253880"/>
                  </a:lnTo>
                  <a:lnTo>
                    <a:pt x="5869979" y="209916"/>
                  </a:lnTo>
                  <a:lnTo>
                    <a:pt x="5777136" y="191076"/>
                  </a:lnTo>
                  <a:lnTo>
                    <a:pt x="9991894" y="109261"/>
                  </a:lnTo>
                  <a:lnTo>
                    <a:pt x="9968015" y="157382"/>
                  </a:lnTo>
                  <a:lnTo>
                    <a:pt x="6540497" y="223915"/>
                  </a:lnTo>
                  <a:lnTo>
                    <a:pt x="6217594" y="318619"/>
                  </a:lnTo>
                  <a:close/>
                </a:path>
                <a:path w="18288000" h="908685">
                  <a:moveTo>
                    <a:pt x="13455143" y="908465"/>
                  </a:moveTo>
                  <a:lnTo>
                    <a:pt x="13181799" y="632986"/>
                  </a:lnTo>
                  <a:lnTo>
                    <a:pt x="12755146" y="571256"/>
                  </a:lnTo>
                  <a:lnTo>
                    <a:pt x="12515746" y="412050"/>
                  </a:lnTo>
                  <a:lnTo>
                    <a:pt x="12270507" y="78542"/>
                  </a:lnTo>
                  <a:lnTo>
                    <a:pt x="16316724" y="0"/>
                  </a:lnTo>
                  <a:lnTo>
                    <a:pt x="18287999" y="0"/>
                  </a:lnTo>
                  <a:lnTo>
                    <a:pt x="18287999" y="25113"/>
                  </a:lnTo>
                  <a:lnTo>
                    <a:pt x="18287999" y="28552"/>
                  </a:lnTo>
                  <a:lnTo>
                    <a:pt x="16647768" y="60391"/>
                  </a:lnTo>
                  <a:lnTo>
                    <a:pt x="16267460" y="525922"/>
                  </a:lnTo>
                  <a:lnTo>
                    <a:pt x="16112796" y="583214"/>
                  </a:lnTo>
                  <a:lnTo>
                    <a:pt x="13862114" y="626903"/>
                  </a:lnTo>
                  <a:lnTo>
                    <a:pt x="13455143" y="908465"/>
                  </a:lnTo>
                  <a:close/>
                </a:path>
                <a:path w="18288000" h="908685">
                  <a:moveTo>
                    <a:pt x="7948520" y="641221"/>
                  </a:moveTo>
                  <a:lnTo>
                    <a:pt x="7848336" y="629558"/>
                  </a:lnTo>
                  <a:lnTo>
                    <a:pt x="7720714" y="584137"/>
                  </a:lnTo>
                  <a:lnTo>
                    <a:pt x="7610934" y="534914"/>
                  </a:lnTo>
                  <a:lnTo>
                    <a:pt x="7564279" y="511849"/>
                  </a:lnTo>
                  <a:lnTo>
                    <a:pt x="7524941" y="488726"/>
                  </a:lnTo>
                  <a:lnTo>
                    <a:pt x="7433951" y="437980"/>
                  </a:lnTo>
                  <a:lnTo>
                    <a:pt x="7332642" y="387940"/>
                  </a:lnTo>
                  <a:lnTo>
                    <a:pt x="7261279" y="366406"/>
                  </a:lnTo>
                  <a:lnTo>
                    <a:pt x="7227422" y="366262"/>
                  </a:lnTo>
                  <a:lnTo>
                    <a:pt x="7178629" y="363976"/>
                  </a:lnTo>
                  <a:lnTo>
                    <a:pt x="7002322" y="352773"/>
                  </a:lnTo>
                  <a:lnTo>
                    <a:pt x="6953469" y="350427"/>
                  </a:lnTo>
                  <a:lnTo>
                    <a:pt x="6919520" y="350194"/>
                  </a:lnTo>
                  <a:lnTo>
                    <a:pt x="6836173" y="331553"/>
                  </a:lnTo>
                  <a:lnTo>
                    <a:pt x="6708564" y="288024"/>
                  </a:lnTo>
                  <a:lnTo>
                    <a:pt x="6591678" y="244010"/>
                  </a:lnTo>
                  <a:lnTo>
                    <a:pt x="6540497" y="223915"/>
                  </a:lnTo>
                  <a:lnTo>
                    <a:pt x="9968015" y="157382"/>
                  </a:lnTo>
                  <a:lnTo>
                    <a:pt x="9874225" y="346393"/>
                  </a:lnTo>
                  <a:lnTo>
                    <a:pt x="9093196" y="361554"/>
                  </a:lnTo>
                  <a:lnTo>
                    <a:pt x="8801490" y="616891"/>
                  </a:lnTo>
                  <a:lnTo>
                    <a:pt x="8052625" y="631427"/>
                  </a:lnTo>
                  <a:lnTo>
                    <a:pt x="7948520" y="641221"/>
                  </a:lnTo>
                  <a:close/>
                </a:path>
                <a:path w="18288000" h="908685">
                  <a:moveTo>
                    <a:pt x="17273097" y="334688"/>
                  </a:moveTo>
                  <a:lnTo>
                    <a:pt x="17000290" y="137563"/>
                  </a:lnTo>
                  <a:lnTo>
                    <a:pt x="16647768" y="60391"/>
                  </a:lnTo>
                  <a:lnTo>
                    <a:pt x="18287999" y="28552"/>
                  </a:lnTo>
                  <a:lnTo>
                    <a:pt x="18287999" y="106179"/>
                  </a:lnTo>
                  <a:lnTo>
                    <a:pt x="18287999" y="112567"/>
                  </a:lnTo>
                  <a:lnTo>
                    <a:pt x="17614660" y="125637"/>
                  </a:lnTo>
                  <a:lnTo>
                    <a:pt x="17273097" y="334688"/>
                  </a:lnTo>
                  <a:close/>
                </a:path>
                <a:path w="18288000" h="908685">
                  <a:moveTo>
                    <a:pt x="17950583" y="385407"/>
                  </a:moveTo>
                  <a:lnTo>
                    <a:pt x="17614660" y="125637"/>
                  </a:lnTo>
                  <a:lnTo>
                    <a:pt x="18287999" y="112567"/>
                  </a:lnTo>
                  <a:lnTo>
                    <a:pt x="18287999" y="290175"/>
                  </a:lnTo>
                  <a:lnTo>
                    <a:pt x="18287999" y="292424"/>
                  </a:lnTo>
                  <a:lnTo>
                    <a:pt x="17950583" y="385407"/>
                  </a:lnTo>
                  <a:close/>
                </a:path>
                <a:path w="18288000" h="908685">
                  <a:moveTo>
                    <a:pt x="9852070" y="391041"/>
                  </a:moveTo>
                  <a:lnTo>
                    <a:pt x="9423338" y="399363"/>
                  </a:lnTo>
                  <a:lnTo>
                    <a:pt x="9093196" y="361554"/>
                  </a:lnTo>
                  <a:lnTo>
                    <a:pt x="9874225" y="346393"/>
                  </a:lnTo>
                  <a:lnTo>
                    <a:pt x="9852070" y="391041"/>
                  </a:lnTo>
                  <a:close/>
                </a:path>
                <a:path w="18288000" h="908685">
                  <a:moveTo>
                    <a:pt x="11736512" y="523228"/>
                  </a:moveTo>
                  <a:lnTo>
                    <a:pt x="11452112" y="424835"/>
                  </a:lnTo>
                  <a:lnTo>
                    <a:pt x="11015799" y="396947"/>
                  </a:lnTo>
                  <a:lnTo>
                    <a:pt x="11838165" y="380984"/>
                  </a:lnTo>
                  <a:lnTo>
                    <a:pt x="11736512" y="523228"/>
                  </a:lnTo>
                  <a:close/>
                </a:path>
                <a:path w="18288000" h="908685">
                  <a:moveTo>
                    <a:pt x="8760837" y="652475"/>
                  </a:moveTo>
                  <a:lnTo>
                    <a:pt x="8357854" y="633275"/>
                  </a:lnTo>
                  <a:lnTo>
                    <a:pt x="8307278" y="631666"/>
                  </a:lnTo>
                  <a:lnTo>
                    <a:pt x="8188873" y="629646"/>
                  </a:lnTo>
                  <a:lnTo>
                    <a:pt x="8052625" y="631427"/>
                  </a:lnTo>
                  <a:lnTo>
                    <a:pt x="8801490" y="616891"/>
                  </a:lnTo>
                  <a:lnTo>
                    <a:pt x="8760837" y="652475"/>
                  </a:lnTo>
                  <a:close/>
                </a:path>
                <a:path w="18288000" h="908685">
                  <a:moveTo>
                    <a:pt x="14335506" y="843962"/>
                  </a:moveTo>
                  <a:lnTo>
                    <a:pt x="13862114" y="626903"/>
                  </a:lnTo>
                  <a:lnTo>
                    <a:pt x="16112796" y="583214"/>
                  </a:lnTo>
                  <a:lnTo>
                    <a:pt x="16047011" y="607582"/>
                  </a:lnTo>
                  <a:lnTo>
                    <a:pt x="14791973" y="631945"/>
                  </a:lnTo>
                  <a:lnTo>
                    <a:pt x="14335506" y="843962"/>
                  </a:lnTo>
                  <a:close/>
                </a:path>
                <a:path w="18288000" h="908685">
                  <a:moveTo>
                    <a:pt x="15550493" y="820378"/>
                  </a:moveTo>
                  <a:lnTo>
                    <a:pt x="15019022" y="813007"/>
                  </a:lnTo>
                  <a:lnTo>
                    <a:pt x="14791973" y="631945"/>
                  </a:lnTo>
                  <a:lnTo>
                    <a:pt x="16047011" y="607582"/>
                  </a:lnTo>
                  <a:lnTo>
                    <a:pt x="15854555" y="678874"/>
                  </a:lnTo>
                  <a:lnTo>
                    <a:pt x="15550493" y="820378"/>
                  </a:lnTo>
                  <a:close/>
                </a:path>
              </a:pathLst>
            </a:custGeom>
            <a:solidFill>
              <a:srgbClr val="FFD04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873597" y="1789802"/>
            <a:ext cx="2725420" cy="6350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0" spc="-10" b="0">
                <a:solidFill>
                  <a:srgbClr val="5460A8"/>
                </a:solidFill>
                <a:latin typeface="Comic Sans MS"/>
                <a:cs typeface="Comic Sans MS"/>
              </a:rPr>
              <a:t>INCIDENT</a:t>
            </a:r>
            <a:endParaRPr sz="4000">
              <a:latin typeface="Comic Sans MS"/>
              <a:cs typeface="Comic Sans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73597" y="2763499"/>
            <a:ext cx="4179570" cy="922655"/>
          </a:xfrm>
          <a:prstGeom prst="rect">
            <a:avLst/>
          </a:prstGeom>
        </p:spPr>
        <p:txBody>
          <a:bodyPr wrap="square" lIns="0" tIns="25400" rIns="0" bIns="0" rtlCol="0" vert="horz">
            <a:spAutoFit/>
          </a:bodyPr>
          <a:lstStyle/>
          <a:p>
            <a:pPr marL="12700" marR="5080">
              <a:lnSpc>
                <a:spcPts val="3529"/>
              </a:lnSpc>
              <a:spcBef>
                <a:spcPts val="200"/>
              </a:spcBef>
              <a:tabLst>
                <a:tab pos="565785" algn="l"/>
                <a:tab pos="1102995" algn="l"/>
                <a:tab pos="1666875" algn="l"/>
                <a:tab pos="1872614" algn="l"/>
                <a:tab pos="2277110" algn="l"/>
                <a:tab pos="2763520" algn="l"/>
                <a:tab pos="3546475" algn="l"/>
              </a:tabLst>
            </a:pPr>
            <a:r>
              <a:rPr dirty="0" sz="2400" spc="-25">
                <a:latin typeface="Comic Sans MS"/>
                <a:cs typeface="Comic Sans MS"/>
              </a:rPr>
              <a:t>An</a:t>
            </a:r>
            <a:r>
              <a:rPr dirty="0" sz="2400">
                <a:latin typeface="Comic Sans MS"/>
                <a:cs typeface="Comic Sans MS"/>
              </a:rPr>
              <a:t>	</a:t>
            </a:r>
            <a:r>
              <a:rPr dirty="0" sz="2400" spc="-10">
                <a:latin typeface="Comic Sans MS"/>
                <a:cs typeface="Comic Sans MS"/>
              </a:rPr>
              <a:t>incident</a:t>
            </a:r>
            <a:r>
              <a:rPr dirty="0" sz="2400">
                <a:latin typeface="Comic Sans MS"/>
                <a:cs typeface="Comic Sans MS"/>
              </a:rPr>
              <a:t>	</a:t>
            </a:r>
            <a:r>
              <a:rPr dirty="0" sz="2400" spc="-25">
                <a:latin typeface="Comic Sans MS"/>
                <a:cs typeface="Comic Sans MS"/>
              </a:rPr>
              <a:t>is</a:t>
            </a:r>
            <a:r>
              <a:rPr dirty="0" sz="2400">
                <a:latin typeface="Comic Sans MS"/>
                <a:cs typeface="Comic Sans MS"/>
              </a:rPr>
              <a:t>	</a:t>
            </a:r>
            <a:r>
              <a:rPr dirty="0" sz="2400" spc="-25">
                <a:latin typeface="Comic Sans MS"/>
                <a:cs typeface="Comic Sans MS"/>
              </a:rPr>
              <a:t>an</a:t>
            </a:r>
            <a:r>
              <a:rPr dirty="0" sz="2400">
                <a:latin typeface="Comic Sans MS"/>
                <a:cs typeface="Comic Sans MS"/>
              </a:rPr>
              <a:t>	</a:t>
            </a:r>
            <a:r>
              <a:rPr dirty="0" sz="2950" spc="-305" b="1">
                <a:latin typeface="Comic Sans MS"/>
                <a:cs typeface="Comic Sans MS"/>
              </a:rPr>
              <a:t>unplanned event</a:t>
            </a:r>
            <a:r>
              <a:rPr dirty="0" sz="2950" b="1">
                <a:latin typeface="Comic Sans MS"/>
                <a:cs typeface="Comic Sans MS"/>
              </a:rPr>
              <a:t>	</a:t>
            </a:r>
            <a:r>
              <a:rPr dirty="0" sz="2400" spc="-25">
                <a:latin typeface="Comic Sans MS"/>
                <a:cs typeface="Comic Sans MS"/>
              </a:rPr>
              <a:t>or</a:t>
            </a:r>
            <a:r>
              <a:rPr dirty="0" sz="2400">
                <a:latin typeface="Comic Sans MS"/>
                <a:cs typeface="Comic Sans MS"/>
              </a:rPr>
              <a:t>	</a:t>
            </a:r>
            <a:r>
              <a:rPr dirty="0" sz="2950" spc="-305" b="1">
                <a:latin typeface="Comic Sans MS"/>
                <a:cs typeface="Comic Sans MS"/>
              </a:rPr>
              <a:t>occurrence</a:t>
            </a:r>
            <a:r>
              <a:rPr dirty="0" sz="2950" b="1">
                <a:latin typeface="Comic Sans MS"/>
                <a:cs typeface="Comic Sans MS"/>
              </a:rPr>
              <a:t>	</a:t>
            </a:r>
            <a:r>
              <a:rPr dirty="0" sz="2400" spc="-20">
                <a:latin typeface="Comic Sans MS"/>
                <a:cs typeface="Comic Sans MS"/>
              </a:rPr>
              <a:t>that</a:t>
            </a:r>
            <a:endParaRPr sz="2400">
              <a:latin typeface="Comic Sans MS"/>
              <a:cs typeface="Comic Sans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095922" y="3575322"/>
            <a:ext cx="2957195" cy="991869"/>
          </a:xfrm>
          <a:prstGeom prst="rect">
            <a:avLst/>
          </a:prstGeom>
        </p:spPr>
        <p:txBody>
          <a:bodyPr wrap="square" lIns="0" tIns="27939" rIns="0" bIns="0" rtlCol="0" vert="horz">
            <a:spAutoFit/>
          </a:bodyPr>
          <a:lstStyle/>
          <a:p>
            <a:pPr marL="12700" marR="5080" indent="167005">
              <a:lnSpc>
                <a:spcPct val="115100"/>
              </a:lnSpc>
              <a:spcBef>
                <a:spcPts val="219"/>
              </a:spcBef>
              <a:tabLst>
                <a:tab pos="455930" algn="l"/>
                <a:tab pos="1391920" algn="l"/>
                <a:tab pos="1924685" algn="l"/>
              </a:tabLst>
            </a:pPr>
            <a:r>
              <a:rPr dirty="0" sz="2950" spc="-300" b="1">
                <a:latin typeface="Comic Sans MS"/>
                <a:cs typeface="Comic Sans MS"/>
              </a:rPr>
              <a:t>normal</a:t>
            </a:r>
            <a:r>
              <a:rPr dirty="0" sz="2950" spc="434" b="1">
                <a:latin typeface="Comic Sans MS"/>
                <a:cs typeface="Comic Sans MS"/>
              </a:rPr>
              <a:t> </a:t>
            </a:r>
            <a:r>
              <a:rPr dirty="0" sz="2950" spc="-265" b="1">
                <a:latin typeface="Comic Sans MS"/>
                <a:cs typeface="Comic Sans MS"/>
              </a:rPr>
              <a:t>operations</a:t>
            </a:r>
            <a:r>
              <a:rPr dirty="0" sz="2400" spc="-265">
                <a:latin typeface="Comic Sans MS"/>
                <a:cs typeface="Comic Sans MS"/>
              </a:rPr>
              <a:t>, </a:t>
            </a:r>
            <a:r>
              <a:rPr dirty="0" sz="2400" spc="-50">
                <a:latin typeface="Comic Sans MS"/>
                <a:cs typeface="Comic Sans MS"/>
              </a:rPr>
              <a:t>a</a:t>
            </a:r>
            <a:r>
              <a:rPr dirty="0" sz="2400">
                <a:latin typeface="Comic Sans MS"/>
                <a:cs typeface="Comic Sans MS"/>
              </a:rPr>
              <a:t>	</a:t>
            </a:r>
            <a:r>
              <a:rPr dirty="0" sz="2400" spc="-20">
                <a:latin typeface="Comic Sans MS"/>
                <a:cs typeface="Comic Sans MS"/>
              </a:rPr>
              <a:t>drop</a:t>
            </a:r>
            <a:r>
              <a:rPr dirty="0" sz="2400">
                <a:latin typeface="Comic Sans MS"/>
                <a:cs typeface="Comic Sans MS"/>
              </a:rPr>
              <a:t>	</a:t>
            </a:r>
            <a:r>
              <a:rPr dirty="0" sz="2400" spc="-25">
                <a:latin typeface="Comic Sans MS"/>
                <a:cs typeface="Comic Sans MS"/>
              </a:rPr>
              <a:t>in</a:t>
            </a:r>
            <a:r>
              <a:rPr dirty="0" sz="2400">
                <a:latin typeface="Comic Sans MS"/>
                <a:cs typeface="Comic Sans MS"/>
              </a:rPr>
              <a:t>	</a:t>
            </a:r>
            <a:r>
              <a:rPr dirty="0" sz="2400" spc="-10">
                <a:latin typeface="Comic Sans MS"/>
                <a:cs typeface="Comic Sans MS"/>
              </a:rPr>
              <a:t>service</a:t>
            </a:r>
            <a:endParaRPr sz="2400">
              <a:latin typeface="Comic Sans MS"/>
              <a:cs typeface="Comic Sans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73597" y="3575322"/>
            <a:ext cx="1198245" cy="1439545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12700" marR="5080">
              <a:lnSpc>
                <a:spcPct val="118800"/>
              </a:lnSpc>
              <a:spcBef>
                <a:spcPts val="85"/>
              </a:spcBef>
            </a:pPr>
            <a:r>
              <a:rPr dirty="0" sz="2950" spc="-280" b="1">
                <a:latin typeface="Comic Sans MS"/>
                <a:cs typeface="Comic Sans MS"/>
              </a:rPr>
              <a:t>disrupts </a:t>
            </a:r>
            <a:r>
              <a:rPr dirty="0" sz="2400" spc="-10">
                <a:latin typeface="Comic Sans MS"/>
                <a:cs typeface="Comic Sans MS"/>
              </a:rPr>
              <a:t>causes quality,</a:t>
            </a:r>
            <a:endParaRPr sz="2400">
              <a:latin typeface="Comic Sans MS"/>
              <a:cs typeface="Comic Sans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268414" y="4623538"/>
            <a:ext cx="27844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85165" algn="l"/>
                <a:tab pos="1785620" algn="l"/>
                <a:tab pos="2455545" algn="l"/>
              </a:tabLst>
            </a:pPr>
            <a:r>
              <a:rPr dirty="0" sz="2400" spc="-25">
                <a:latin typeface="Comic Sans MS"/>
                <a:cs typeface="Comic Sans MS"/>
              </a:rPr>
              <a:t>or</a:t>
            </a:r>
            <a:r>
              <a:rPr dirty="0" sz="2400">
                <a:latin typeface="Comic Sans MS"/>
                <a:cs typeface="Comic Sans MS"/>
              </a:rPr>
              <a:t>	</a:t>
            </a:r>
            <a:r>
              <a:rPr dirty="0" sz="2400" spc="-10">
                <a:latin typeface="Comic Sans MS"/>
                <a:cs typeface="Comic Sans MS"/>
              </a:rPr>
              <a:t>leads</a:t>
            </a:r>
            <a:r>
              <a:rPr dirty="0" sz="2400">
                <a:latin typeface="Comic Sans MS"/>
                <a:cs typeface="Comic Sans MS"/>
              </a:rPr>
              <a:t>	</a:t>
            </a:r>
            <a:r>
              <a:rPr dirty="0" sz="2400" spc="-35">
                <a:latin typeface="Comic Sans MS"/>
                <a:cs typeface="Comic Sans MS"/>
              </a:rPr>
              <a:t>to</a:t>
            </a:r>
            <a:r>
              <a:rPr dirty="0" sz="2400">
                <a:latin typeface="Comic Sans MS"/>
                <a:cs typeface="Comic Sans MS"/>
              </a:rPr>
              <a:t>	</a:t>
            </a:r>
            <a:r>
              <a:rPr dirty="0" sz="2400" spc="-25">
                <a:latin typeface="Comic Sans MS"/>
                <a:cs typeface="Comic Sans MS"/>
              </a:rPr>
              <a:t>an</a:t>
            </a:r>
            <a:endParaRPr sz="2400">
              <a:latin typeface="Comic Sans MS"/>
              <a:cs typeface="Comic Sans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73597" y="5071213"/>
            <a:ext cx="417957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91335" algn="l"/>
                <a:tab pos="3246120" algn="l"/>
                <a:tab pos="3693795" algn="l"/>
              </a:tabLst>
            </a:pPr>
            <a:r>
              <a:rPr dirty="0" sz="2400" spc="-10">
                <a:latin typeface="Comic Sans MS"/>
                <a:cs typeface="Comic Sans MS"/>
              </a:rPr>
              <a:t>unexpected</a:t>
            </a:r>
            <a:r>
              <a:rPr dirty="0" sz="2400">
                <a:latin typeface="Comic Sans MS"/>
                <a:cs typeface="Comic Sans MS"/>
              </a:rPr>
              <a:t>	</a:t>
            </a:r>
            <a:r>
              <a:rPr dirty="0" sz="2400" spc="-10">
                <a:latin typeface="Comic Sans MS"/>
                <a:cs typeface="Comic Sans MS"/>
              </a:rPr>
              <a:t>situation.</a:t>
            </a:r>
            <a:r>
              <a:rPr dirty="0" sz="2400">
                <a:latin typeface="Comic Sans MS"/>
                <a:cs typeface="Comic Sans MS"/>
              </a:rPr>
              <a:t>	</a:t>
            </a:r>
            <a:r>
              <a:rPr dirty="0" sz="2400" spc="-25">
                <a:latin typeface="Comic Sans MS"/>
                <a:cs typeface="Comic Sans MS"/>
              </a:rPr>
              <a:t>It</a:t>
            </a:r>
            <a:r>
              <a:rPr dirty="0" sz="2400">
                <a:latin typeface="Comic Sans MS"/>
                <a:cs typeface="Comic Sans MS"/>
              </a:rPr>
              <a:t>	</a:t>
            </a:r>
            <a:r>
              <a:rPr dirty="0" sz="2400" spc="-25">
                <a:latin typeface="Comic Sans MS"/>
                <a:cs typeface="Comic Sans MS"/>
              </a:rPr>
              <a:t>can</a:t>
            </a:r>
            <a:endParaRPr sz="2400">
              <a:latin typeface="Comic Sans MS"/>
              <a:cs typeface="Comic Sans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509442" y="5436973"/>
            <a:ext cx="1543685" cy="920750"/>
          </a:xfrm>
          <a:prstGeom prst="rect">
            <a:avLst/>
          </a:prstGeom>
        </p:spPr>
        <p:txBody>
          <a:bodyPr wrap="square" lIns="0" tIns="946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45"/>
              </a:spcBef>
              <a:tabLst>
                <a:tab pos="741680" algn="l"/>
              </a:tabLst>
            </a:pPr>
            <a:r>
              <a:rPr dirty="0" sz="2400" spc="-50">
                <a:latin typeface="Comic Sans MS"/>
                <a:cs typeface="Comic Sans MS"/>
              </a:rPr>
              <a:t>a</a:t>
            </a:r>
            <a:r>
              <a:rPr dirty="0" sz="2400">
                <a:latin typeface="Comic Sans MS"/>
                <a:cs typeface="Comic Sans MS"/>
              </a:rPr>
              <a:t>	</a:t>
            </a:r>
            <a:r>
              <a:rPr dirty="0" sz="2400" spc="-10">
                <a:latin typeface="Comic Sans MS"/>
                <a:cs typeface="Comic Sans MS"/>
              </a:rPr>
              <a:t>minor</a:t>
            </a:r>
            <a:endParaRPr sz="2400">
              <a:latin typeface="Comic Sans MS"/>
              <a:cs typeface="Comic Sans MS"/>
            </a:endParaRPr>
          </a:p>
          <a:p>
            <a:pPr marL="72390">
              <a:lnSpc>
                <a:spcPct val="100000"/>
              </a:lnSpc>
              <a:spcBef>
                <a:spcPts val="645"/>
              </a:spcBef>
              <a:tabLst>
                <a:tab pos="707390" algn="l"/>
              </a:tabLst>
            </a:pPr>
            <a:r>
              <a:rPr dirty="0" sz="2400" spc="-50">
                <a:latin typeface="Comic Sans MS"/>
                <a:cs typeface="Comic Sans MS"/>
              </a:rPr>
              <a:t>a</a:t>
            </a:r>
            <a:r>
              <a:rPr dirty="0" sz="2400">
                <a:latin typeface="Comic Sans MS"/>
                <a:cs typeface="Comic Sans MS"/>
              </a:rPr>
              <a:t>	</a:t>
            </a:r>
            <a:r>
              <a:rPr dirty="0" sz="2400" spc="-10">
                <a:latin typeface="Comic Sans MS"/>
                <a:cs typeface="Comic Sans MS"/>
              </a:rPr>
              <a:t>major</a:t>
            </a:r>
            <a:endParaRPr sz="2400">
              <a:latin typeface="Comic Sans MS"/>
              <a:cs typeface="Comic Sans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73597" y="5436973"/>
            <a:ext cx="2242185" cy="13684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2400"/>
              </a:lnSpc>
              <a:spcBef>
                <a:spcPts val="100"/>
              </a:spcBef>
              <a:tabLst>
                <a:tab pos="1376680" algn="l"/>
                <a:tab pos="1924685" algn="l"/>
              </a:tabLst>
            </a:pPr>
            <a:r>
              <a:rPr dirty="0" sz="2400" spc="-10">
                <a:latin typeface="Comic Sans MS"/>
                <a:cs typeface="Comic Sans MS"/>
              </a:rPr>
              <a:t>range</a:t>
            </a:r>
            <a:r>
              <a:rPr dirty="0" sz="2400">
                <a:latin typeface="Comic Sans MS"/>
                <a:cs typeface="Comic Sans MS"/>
              </a:rPr>
              <a:t>	</a:t>
            </a:r>
            <a:r>
              <a:rPr dirty="0" sz="2400" spc="-20">
                <a:latin typeface="Comic Sans MS"/>
                <a:cs typeface="Comic Sans MS"/>
              </a:rPr>
              <a:t>from </a:t>
            </a:r>
            <a:r>
              <a:rPr dirty="0" sz="2400" spc="-10">
                <a:latin typeface="Comic Sans MS"/>
                <a:cs typeface="Comic Sans MS"/>
              </a:rPr>
              <a:t>annoyance</a:t>
            </a:r>
            <a:r>
              <a:rPr dirty="0" sz="2400">
                <a:latin typeface="Comic Sans MS"/>
                <a:cs typeface="Comic Sans MS"/>
              </a:rPr>
              <a:t>	</a:t>
            </a:r>
            <a:r>
              <a:rPr dirty="0" sz="2400" spc="-25">
                <a:latin typeface="Comic Sans MS"/>
                <a:cs typeface="Comic Sans MS"/>
              </a:rPr>
              <a:t>to </a:t>
            </a:r>
            <a:r>
              <a:rPr dirty="0" sz="2400" spc="-10">
                <a:latin typeface="Comic Sans MS"/>
                <a:cs typeface="Comic Sans MS"/>
              </a:rPr>
              <a:t>emergency.</a:t>
            </a:r>
            <a:endParaRPr sz="2400">
              <a:latin typeface="Comic Sans MS"/>
              <a:cs typeface="Comic Sans MS"/>
            </a:endParaRPr>
          </a:p>
        </p:txBody>
      </p:sp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70598" y="2470604"/>
            <a:ext cx="12515849" cy="7343774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82477" y="21823"/>
            <a:ext cx="15525747" cy="10265176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524000"/>
            <a:chOff x="0" y="0"/>
            <a:chExt cx="18288000" cy="1524000"/>
          </a:xfrm>
        </p:grpSpPr>
        <p:sp>
          <p:nvSpPr>
            <p:cNvPr id="3" name="object 3"/>
            <p:cNvSpPr/>
            <p:nvPr/>
          </p:nvSpPr>
          <p:spPr>
            <a:xfrm>
              <a:off x="144503" y="0"/>
              <a:ext cx="18143855" cy="1524000"/>
            </a:xfrm>
            <a:custGeom>
              <a:avLst/>
              <a:gdLst/>
              <a:ahLst/>
              <a:cxnLst/>
              <a:rect l="l" t="t" r="r" b="b"/>
              <a:pathLst>
                <a:path w="18143855" h="1524000">
                  <a:moveTo>
                    <a:pt x="477549" y="1215792"/>
                  </a:moveTo>
                  <a:lnTo>
                    <a:pt x="19628" y="1011206"/>
                  </a:lnTo>
                  <a:lnTo>
                    <a:pt x="0" y="0"/>
                  </a:lnTo>
                  <a:lnTo>
                    <a:pt x="18102248" y="0"/>
                  </a:lnTo>
                  <a:lnTo>
                    <a:pt x="18143496" y="82866"/>
                  </a:lnTo>
                  <a:lnTo>
                    <a:pt x="18143496" y="216479"/>
                  </a:lnTo>
                  <a:lnTo>
                    <a:pt x="1717123" y="535338"/>
                  </a:lnTo>
                  <a:lnTo>
                    <a:pt x="1627674" y="607861"/>
                  </a:lnTo>
                  <a:lnTo>
                    <a:pt x="1486754" y="733755"/>
                  </a:lnTo>
                  <a:lnTo>
                    <a:pt x="1356578" y="853175"/>
                  </a:lnTo>
                  <a:lnTo>
                    <a:pt x="1299360" y="906281"/>
                  </a:lnTo>
                  <a:lnTo>
                    <a:pt x="820371" y="995663"/>
                  </a:lnTo>
                  <a:lnTo>
                    <a:pt x="477549" y="1215792"/>
                  </a:lnTo>
                  <a:close/>
                </a:path>
                <a:path w="18143855" h="1524000">
                  <a:moveTo>
                    <a:pt x="2121932" y="623285"/>
                  </a:moveTo>
                  <a:lnTo>
                    <a:pt x="2066738" y="604689"/>
                  </a:lnTo>
                  <a:lnTo>
                    <a:pt x="1941016" y="566366"/>
                  </a:lnTo>
                  <a:lnTo>
                    <a:pt x="1804549" y="534516"/>
                  </a:lnTo>
                  <a:lnTo>
                    <a:pt x="1717123" y="535338"/>
                  </a:lnTo>
                  <a:lnTo>
                    <a:pt x="18143496" y="216479"/>
                  </a:lnTo>
                  <a:lnTo>
                    <a:pt x="18143496" y="232200"/>
                  </a:lnTo>
                  <a:lnTo>
                    <a:pt x="4816038" y="490905"/>
                  </a:lnTo>
                  <a:lnTo>
                    <a:pt x="4805092" y="502663"/>
                  </a:lnTo>
                  <a:lnTo>
                    <a:pt x="2495313" y="547499"/>
                  </a:lnTo>
                  <a:lnTo>
                    <a:pt x="2121932" y="623285"/>
                  </a:lnTo>
                  <a:close/>
                </a:path>
                <a:path w="18143855" h="1524000">
                  <a:moveTo>
                    <a:pt x="5193389" y="670279"/>
                  </a:moveTo>
                  <a:lnTo>
                    <a:pt x="4816038" y="490905"/>
                  </a:lnTo>
                  <a:lnTo>
                    <a:pt x="18143496" y="232200"/>
                  </a:lnTo>
                  <a:lnTo>
                    <a:pt x="18143496" y="258732"/>
                  </a:lnTo>
                  <a:lnTo>
                    <a:pt x="6017543" y="494113"/>
                  </a:lnTo>
                  <a:lnTo>
                    <a:pt x="5193389" y="670279"/>
                  </a:lnTo>
                  <a:close/>
                </a:path>
                <a:path w="18143855" h="1524000">
                  <a:moveTo>
                    <a:pt x="3569359" y="969814"/>
                  </a:moveTo>
                  <a:lnTo>
                    <a:pt x="3146020" y="673910"/>
                  </a:lnTo>
                  <a:lnTo>
                    <a:pt x="2665722" y="683233"/>
                  </a:lnTo>
                  <a:lnTo>
                    <a:pt x="2495313" y="547499"/>
                  </a:lnTo>
                  <a:lnTo>
                    <a:pt x="4805092" y="502663"/>
                  </a:lnTo>
                  <a:lnTo>
                    <a:pt x="4714959" y="599482"/>
                  </a:lnTo>
                  <a:lnTo>
                    <a:pt x="4257759" y="608357"/>
                  </a:lnTo>
                  <a:lnTo>
                    <a:pt x="4081316" y="845155"/>
                  </a:lnTo>
                  <a:lnTo>
                    <a:pt x="3569359" y="969814"/>
                  </a:lnTo>
                  <a:close/>
                </a:path>
                <a:path w="18143855" h="1524000">
                  <a:moveTo>
                    <a:pt x="6341427" y="728324"/>
                  </a:moveTo>
                  <a:lnTo>
                    <a:pt x="6017543" y="494113"/>
                  </a:lnTo>
                  <a:lnTo>
                    <a:pt x="18143496" y="258732"/>
                  </a:lnTo>
                  <a:lnTo>
                    <a:pt x="18143496" y="365592"/>
                  </a:lnTo>
                  <a:lnTo>
                    <a:pt x="6712562" y="587483"/>
                  </a:lnTo>
                  <a:lnTo>
                    <a:pt x="6341427" y="728324"/>
                  </a:lnTo>
                  <a:close/>
                </a:path>
                <a:path w="18143855" h="1524000">
                  <a:moveTo>
                    <a:pt x="4612949" y="709059"/>
                  </a:moveTo>
                  <a:lnTo>
                    <a:pt x="4257759" y="608357"/>
                  </a:lnTo>
                  <a:lnTo>
                    <a:pt x="4714959" y="599482"/>
                  </a:lnTo>
                  <a:lnTo>
                    <a:pt x="4612949" y="709059"/>
                  </a:lnTo>
                  <a:close/>
                </a:path>
                <a:path w="18143855" h="1524000">
                  <a:moveTo>
                    <a:pt x="8073230" y="1121412"/>
                  </a:moveTo>
                  <a:lnTo>
                    <a:pt x="7689239" y="992281"/>
                  </a:lnTo>
                  <a:lnTo>
                    <a:pt x="7490167" y="759333"/>
                  </a:lnTo>
                  <a:lnTo>
                    <a:pt x="7088119" y="687053"/>
                  </a:lnTo>
                  <a:lnTo>
                    <a:pt x="6712562" y="587483"/>
                  </a:lnTo>
                  <a:lnTo>
                    <a:pt x="18143496" y="365592"/>
                  </a:lnTo>
                  <a:lnTo>
                    <a:pt x="18143496" y="598473"/>
                  </a:lnTo>
                  <a:lnTo>
                    <a:pt x="17125011" y="618243"/>
                  </a:lnTo>
                  <a:lnTo>
                    <a:pt x="16938806" y="656005"/>
                  </a:lnTo>
                  <a:lnTo>
                    <a:pt x="12162102" y="748727"/>
                  </a:lnTo>
                  <a:lnTo>
                    <a:pt x="12118270" y="785690"/>
                  </a:lnTo>
                  <a:lnTo>
                    <a:pt x="9218155" y="841986"/>
                  </a:lnTo>
                  <a:lnTo>
                    <a:pt x="9084652" y="915326"/>
                  </a:lnTo>
                  <a:lnTo>
                    <a:pt x="8507921" y="926521"/>
                  </a:lnTo>
                  <a:lnTo>
                    <a:pt x="8073230" y="1121412"/>
                  </a:lnTo>
                  <a:close/>
                </a:path>
                <a:path w="18143855" h="1524000">
                  <a:moveTo>
                    <a:pt x="17475390" y="698895"/>
                  </a:moveTo>
                  <a:lnTo>
                    <a:pt x="17125011" y="618243"/>
                  </a:lnTo>
                  <a:lnTo>
                    <a:pt x="17739380" y="606317"/>
                  </a:lnTo>
                  <a:lnTo>
                    <a:pt x="17475390" y="698895"/>
                  </a:lnTo>
                  <a:close/>
                </a:path>
                <a:path w="18143855" h="1524000">
                  <a:moveTo>
                    <a:pt x="18020518" y="916282"/>
                  </a:moveTo>
                  <a:lnTo>
                    <a:pt x="17739380" y="606317"/>
                  </a:lnTo>
                  <a:lnTo>
                    <a:pt x="18143496" y="598473"/>
                  </a:lnTo>
                  <a:lnTo>
                    <a:pt x="18143496" y="684513"/>
                  </a:lnTo>
                  <a:lnTo>
                    <a:pt x="18020518" y="916282"/>
                  </a:lnTo>
                  <a:close/>
                </a:path>
                <a:path w="18143855" h="1524000">
                  <a:moveTo>
                    <a:pt x="12379114" y="931459"/>
                  </a:moveTo>
                  <a:lnTo>
                    <a:pt x="12162102" y="748727"/>
                  </a:lnTo>
                  <a:lnTo>
                    <a:pt x="16938806" y="656005"/>
                  </a:lnTo>
                  <a:lnTo>
                    <a:pt x="16648129" y="714953"/>
                  </a:lnTo>
                  <a:lnTo>
                    <a:pt x="16558120" y="817420"/>
                  </a:lnTo>
                  <a:lnTo>
                    <a:pt x="12638760" y="893501"/>
                  </a:lnTo>
                  <a:lnTo>
                    <a:pt x="12379114" y="931459"/>
                  </a:lnTo>
                  <a:close/>
                </a:path>
                <a:path w="18143855" h="1524000">
                  <a:moveTo>
                    <a:pt x="10514641" y="1207904"/>
                  </a:moveTo>
                  <a:lnTo>
                    <a:pt x="10191277" y="1000459"/>
                  </a:lnTo>
                  <a:lnTo>
                    <a:pt x="9975059" y="871266"/>
                  </a:lnTo>
                  <a:lnTo>
                    <a:pt x="9548046" y="879555"/>
                  </a:lnTo>
                  <a:lnTo>
                    <a:pt x="9218155" y="841986"/>
                  </a:lnTo>
                  <a:lnTo>
                    <a:pt x="12118270" y="785690"/>
                  </a:lnTo>
                  <a:lnTo>
                    <a:pt x="12030010" y="860117"/>
                  </a:lnTo>
                  <a:lnTo>
                    <a:pt x="11139038" y="877412"/>
                  </a:lnTo>
                  <a:lnTo>
                    <a:pt x="10805155" y="988543"/>
                  </a:lnTo>
                  <a:lnTo>
                    <a:pt x="10514641" y="1207904"/>
                  </a:lnTo>
                  <a:close/>
                </a:path>
                <a:path w="18143855" h="1524000">
                  <a:moveTo>
                    <a:pt x="8883473" y="1025846"/>
                  </a:moveTo>
                  <a:lnTo>
                    <a:pt x="8507921" y="926521"/>
                  </a:lnTo>
                  <a:lnTo>
                    <a:pt x="9084652" y="915326"/>
                  </a:lnTo>
                  <a:lnTo>
                    <a:pt x="8883473" y="1025846"/>
                  </a:lnTo>
                  <a:close/>
                </a:path>
                <a:path w="18143855" h="1524000">
                  <a:moveTo>
                    <a:pt x="11859751" y="1003692"/>
                  </a:moveTo>
                  <a:lnTo>
                    <a:pt x="11575346" y="905055"/>
                  </a:lnTo>
                  <a:lnTo>
                    <a:pt x="11139038" y="877412"/>
                  </a:lnTo>
                  <a:lnTo>
                    <a:pt x="12030010" y="860117"/>
                  </a:lnTo>
                  <a:lnTo>
                    <a:pt x="11859751" y="1003692"/>
                  </a:lnTo>
                  <a:close/>
                </a:path>
                <a:path w="18143855" h="1524000">
                  <a:moveTo>
                    <a:pt x="13618089" y="1523515"/>
                  </a:moveTo>
                  <a:lnTo>
                    <a:pt x="13293152" y="1235034"/>
                  </a:lnTo>
                  <a:lnTo>
                    <a:pt x="12878155" y="1052461"/>
                  </a:lnTo>
                  <a:lnTo>
                    <a:pt x="12638760" y="893501"/>
                  </a:lnTo>
                  <a:lnTo>
                    <a:pt x="16558120" y="817420"/>
                  </a:lnTo>
                  <a:lnTo>
                    <a:pt x="16391935" y="1006607"/>
                  </a:lnTo>
                  <a:lnTo>
                    <a:pt x="16113086" y="1180295"/>
                  </a:lnTo>
                  <a:lnTo>
                    <a:pt x="14092668" y="1219514"/>
                  </a:lnTo>
                  <a:lnTo>
                    <a:pt x="13618089" y="1523515"/>
                  </a:lnTo>
                  <a:close/>
                </a:path>
                <a:path w="18143855" h="1524000">
                  <a:moveTo>
                    <a:pt x="14459002" y="1324914"/>
                  </a:moveTo>
                  <a:lnTo>
                    <a:pt x="14092664" y="1219515"/>
                  </a:lnTo>
                  <a:lnTo>
                    <a:pt x="16113086" y="1180295"/>
                  </a:lnTo>
                  <a:lnTo>
                    <a:pt x="16070345" y="1206918"/>
                  </a:lnTo>
                  <a:lnTo>
                    <a:pt x="14841611" y="1230769"/>
                  </a:lnTo>
                  <a:lnTo>
                    <a:pt x="14459002" y="1324914"/>
                  </a:lnTo>
                  <a:close/>
                </a:path>
                <a:path w="18143855" h="1524000">
                  <a:moveTo>
                    <a:pt x="15785124" y="1502210"/>
                  </a:moveTo>
                  <a:lnTo>
                    <a:pt x="15761363" y="1502672"/>
                  </a:lnTo>
                  <a:lnTo>
                    <a:pt x="15218959" y="1410144"/>
                  </a:lnTo>
                  <a:lnTo>
                    <a:pt x="14841606" y="1230769"/>
                  </a:lnTo>
                  <a:lnTo>
                    <a:pt x="16070345" y="1206918"/>
                  </a:lnTo>
                  <a:lnTo>
                    <a:pt x="15785124" y="150221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18288000" cy="1440180"/>
            </a:xfrm>
            <a:custGeom>
              <a:avLst/>
              <a:gdLst/>
              <a:ahLst/>
              <a:cxnLst/>
              <a:rect l="l" t="t" r="r" b="b"/>
              <a:pathLst>
                <a:path w="18288000" h="1440180">
                  <a:moveTo>
                    <a:pt x="362060" y="1134614"/>
                  </a:moveTo>
                  <a:lnTo>
                    <a:pt x="0" y="972663"/>
                  </a:lnTo>
                  <a:lnTo>
                    <a:pt x="0" y="0"/>
                  </a:lnTo>
                  <a:lnTo>
                    <a:pt x="18287999" y="0"/>
                  </a:lnTo>
                  <a:lnTo>
                    <a:pt x="18287999" y="129270"/>
                  </a:lnTo>
                  <a:lnTo>
                    <a:pt x="1601123" y="453186"/>
                  </a:lnTo>
                  <a:lnTo>
                    <a:pt x="1511815" y="525669"/>
                  </a:lnTo>
                  <a:lnTo>
                    <a:pt x="1370966" y="651477"/>
                  </a:lnTo>
                  <a:lnTo>
                    <a:pt x="1240816" y="770812"/>
                  </a:lnTo>
                  <a:lnTo>
                    <a:pt x="1183601" y="823879"/>
                  </a:lnTo>
                  <a:lnTo>
                    <a:pt x="704876" y="914238"/>
                  </a:lnTo>
                  <a:lnTo>
                    <a:pt x="362060" y="1134614"/>
                  </a:lnTo>
                  <a:close/>
                </a:path>
                <a:path w="18288000" h="1440180">
                  <a:moveTo>
                    <a:pt x="2005686" y="541139"/>
                  </a:moveTo>
                  <a:lnTo>
                    <a:pt x="1950497" y="522542"/>
                  </a:lnTo>
                  <a:lnTo>
                    <a:pt x="1824801" y="484218"/>
                  </a:lnTo>
                  <a:lnTo>
                    <a:pt x="1688407" y="452367"/>
                  </a:lnTo>
                  <a:lnTo>
                    <a:pt x="1601123" y="453186"/>
                  </a:lnTo>
                  <a:lnTo>
                    <a:pt x="18287999" y="129270"/>
                  </a:lnTo>
                  <a:lnTo>
                    <a:pt x="18287999" y="145729"/>
                  </a:lnTo>
                  <a:lnTo>
                    <a:pt x="4698579" y="409519"/>
                  </a:lnTo>
                  <a:lnTo>
                    <a:pt x="4688344" y="420526"/>
                  </a:lnTo>
                  <a:lnTo>
                    <a:pt x="2379067" y="465353"/>
                  </a:lnTo>
                  <a:lnTo>
                    <a:pt x="2005686" y="541139"/>
                  </a:lnTo>
                  <a:close/>
                </a:path>
                <a:path w="18288000" h="1440180">
                  <a:moveTo>
                    <a:pt x="5075936" y="589138"/>
                  </a:moveTo>
                  <a:lnTo>
                    <a:pt x="4698579" y="409519"/>
                  </a:lnTo>
                  <a:lnTo>
                    <a:pt x="18287999" y="145729"/>
                  </a:lnTo>
                  <a:lnTo>
                    <a:pt x="18287999" y="172506"/>
                  </a:lnTo>
                  <a:lnTo>
                    <a:pt x="5901071" y="412954"/>
                  </a:lnTo>
                  <a:lnTo>
                    <a:pt x="5075936" y="589138"/>
                  </a:lnTo>
                  <a:close/>
                </a:path>
                <a:path w="18288000" h="1440180">
                  <a:moveTo>
                    <a:pt x="3453113" y="887667"/>
                  </a:moveTo>
                  <a:lnTo>
                    <a:pt x="3029775" y="591763"/>
                  </a:lnTo>
                  <a:lnTo>
                    <a:pt x="2549477" y="601086"/>
                  </a:lnTo>
                  <a:lnTo>
                    <a:pt x="2379067" y="465353"/>
                  </a:lnTo>
                  <a:lnTo>
                    <a:pt x="4688344" y="420526"/>
                  </a:lnTo>
                  <a:lnTo>
                    <a:pt x="4597386" y="518343"/>
                  </a:lnTo>
                  <a:lnTo>
                    <a:pt x="4140305" y="527216"/>
                  </a:lnTo>
                  <a:lnTo>
                    <a:pt x="3963862" y="764014"/>
                  </a:lnTo>
                  <a:lnTo>
                    <a:pt x="3453113" y="887667"/>
                  </a:lnTo>
                  <a:close/>
                </a:path>
                <a:path w="18288000" h="1440180">
                  <a:moveTo>
                    <a:pt x="6224949" y="646918"/>
                  </a:moveTo>
                  <a:lnTo>
                    <a:pt x="5901071" y="412954"/>
                  </a:lnTo>
                  <a:lnTo>
                    <a:pt x="18287999" y="172506"/>
                  </a:lnTo>
                  <a:lnTo>
                    <a:pt x="18287999" y="279367"/>
                  </a:lnTo>
                  <a:lnTo>
                    <a:pt x="6595844" y="506328"/>
                  </a:lnTo>
                  <a:lnTo>
                    <a:pt x="6224949" y="646918"/>
                  </a:lnTo>
                  <a:close/>
                </a:path>
                <a:path w="18288000" h="1440180">
                  <a:moveTo>
                    <a:pt x="4495496" y="627919"/>
                  </a:moveTo>
                  <a:lnTo>
                    <a:pt x="4140305" y="527216"/>
                  </a:lnTo>
                  <a:lnTo>
                    <a:pt x="4597386" y="518343"/>
                  </a:lnTo>
                  <a:lnTo>
                    <a:pt x="4495496" y="627919"/>
                  </a:lnTo>
                  <a:close/>
                </a:path>
                <a:path w="18288000" h="1440180">
                  <a:moveTo>
                    <a:pt x="7957495" y="1040238"/>
                  </a:moveTo>
                  <a:lnTo>
                    <a:pt x="7573253" y="910866"/>
                  </a:lnTo>
                  <a:lnTo>
                    <a:pt x="7374186" y="678164"/>
                  </a:lnTo>
                  <a:lnTo>
                    <a:pt x="6972384" y="605879"/>
                  </a:lnTo>
                  <a:lnTo>
                    <a:pt x="6595844" y="506328"/>
                  </a:lnTo>
                  <a:lnTo>
                    <a:pt x="18287999" y="279367"/>
                  </a:lnTo>
                  <a:lnTo>
                    <a:pt x="18287999" y="512493"/>
                  </a:lnTo>
                  <a:lnTo>
                    <a:pt x="17009283" y="537315"/>
                  </a:lnTo>
                  <a:lnTo>
                    <a:pt x="16824419" y="574805"/>
                  </a:lnTo>
                  <a:lnTo>
                    <a:pt x="12046613" y="667549"/>
                  </a:lnTo>
                  <a:lnTo>
                    <a:pt x="12002780" y="704512"/>
                  </a:lnTo>
                  <a:lnTo>
                    <a:pt x="9102174" y="760816"/>
                  </a:lnTo>
                  <a:lnTo>
                    <a:pt x="8968770" y="834155"/>
                  </a:lnTo>
                  <a:lnTo>
                    <a:pt x="8391940" y="845352"/>
                  </a:lnTo>
                  <a:lnTo>
                    <a:pt x="7957495" y="1040238"/>
                  </a:lnTo>
                  <a:close/>
                </a:path>
                <a:path w="18288000" h="1440180">
                  <a:moveTo>
                    <a:pt x="17359908" y="617962"/>
                  </a:moveTo>
                  <a:lnTo>
                    <a:pt x="17009283" y="537315"/>
                  </a:lnTo>
                  <a:lnTo>
                    <a:pt x="17623652" y="525389"/>
                  </a:lnTo>
                  <a:lnTo>
                    <a:pt x="17359908" y="617962"/>
                  </a:lnTo>
                  <a:close/>
                </a:path>
                <a:path w="18288000" h="1440180">
                  <a:moveTo>
                    <a:pt x="18287999" y="936264"/>
                  </a:moveTo>
                  <a:lnTo>
                    <a:pt x="17953236" y="926780"/>
                  </a:lnTo>
                  <a:lnTo>
                    <a:pt x="17623652" y="525389"/>
                  </a:lnTo>
                  <a:lnTo>
                    <a:pt x="18287999" y="512493"/>
                  </a:lnTo>
                  <a:lnTo>
                    <a:pt x="18287999" y="936264"/>
                  </a:lnTo>
                  <a:close/>
                </a:path>
                <a:path w="18288000" h="1440180">
                  <a:moveTo>
                    <a:pt x="12263870" y="850275"/>
                  </a:moveTo>
                  <a:lnTo>
                    <a:pt x="12046613" y="667549"/>
                  </a:lnTo>
                  <a:lnTo>
                    <a:pt x="16824419" y="574805"/>
                  </a:lnTo>
                  <a:lnTo>
                    <a:pt x="16532401" y="634025"/>
                  </a:lnTo>
                  <a:lnTo>
                    <a:pt x="16443575" y="735241"/>
                  </a:lnTo>
                  <a:lnTo>
                    <a:pt x="12522760" y="811349"/>
                  </a:lnTo>
                  <a:lnTo>
                    <a:pt x="12263870" y="850275"/>
                  </a:lnTo>
                  <a:close/>
                </a:path>
                <a:path w="18288000" h="1440180">
                  <a:moveTo>
                    <a:pt x="10400379" y="1126700"/>
                  </a:moveTo>
                  <a:lnTo>
                    <a:pt x="10075788" y="919280"/>
                  </a:lnTo>
                  <a:lnTo>
                    <a:pt x="9859815" y="790081"/>
                  </a:lnTo>
                  <a:lnTo>
                    <a:pt x="9432557" y="798375"/>
                  </a:lnTo>
                  <a:lnTo>
                    <a:pt x="9102174" y="760816"/>
                  </a:lnTo>
                  <a:lnTo>
                    <a:pt x="12002780" y="704512"/>
                  </a:lnTo>
                  <a:lnTo>
                    <a:pt x="11914819" y="778687"/>
                  </a:lnTo>
                  <a:lnTo>
                    <a:pt x="11023544" y="795988"/>
                  </a:lnTo>
                  <a:lnTo>
                    <a:pt x="10689666" y="907364"/>
                  </a:lnTo>
                  <a:lnTo>
                    <a:pt x="10400379" y="1126700"/>
                  </a:lnTo>
                  <a:close/>
                </a:path>
                <a:path w="18288000" h="1440180">
                  <a:moveTo>
                    <a:pt x="8767739" y="944671"/>
                  </a:moveTo>
                  <a:lnTo>
                    <a:pt x="8391940" y="845352"/>
                  </a:lnTo>
                  <a:lnTo>
                    <a:pt x="8968770" y="834155"/>
                  </a:lnTo>
                  <a:lnTo>
                    <a:pt x="8767739" y="944671"/>
                  </a:lnTo>
                  <a:close/>
                </a:path>
                <a:path w="18288000" h="1440180">
                  <a:moveTo>
                    <a:pt x="11744262" y="922513"/>
                  </a:moveTo>
                  <a:lnTo>
                    <a:pt x="11459857" y="823876"/>
                  </a:lnTo>
                  <a:lnTo>
                    <a:pt x="11023544" y="795988"/>
                  </a:lnTo>
                  <a:lnTo>
                    <a:pt x="11914819" y="778687"/>
                  </a:lnTo>
                  <a:lnTo>
                    <a:pt x="11744262" y="922513"/>
                  </a:lnTo>
                  <a:close/>
                </a:path>
                <a:path w="18288000" h="1440180">
                  <a:moveTo>
                    <a:pt x="13502310" y="1440130"/>
                  </a:moveTo>
                  <a:lnTo>
                    <a:pt x="13177397" y="1152878"/>
                  </a:lnTo>
                  <a:lnTo>
                    <a:pt x="12762154" y="970309"/>
                  </a:lnTo>
                  <a:lnTo>
                    <a:pt x="12522760" y="811349"/>
                  </a:lnTo>
                  <a:lnTo>
                    <a:pt x="16443575" y="735241"/>
                  </a:lnTo>
                  <a:lnTo>
                    <a:pt x="16276451" y="925674"/>
                  </a:lnTo>
                  <a:lnTo>
                    <a:pt x="15999072" y="1098105"/>
                  </a:lnTo>
                  <a:lnTo>
                    <a:pt x="13976911" y="1137358"/>
                  </a:lnTo>
                  <a:lnTo>
                    <a:pt x="13502310" y="1440130"/>
                  </a:lnTo>
                  <a:close/>
                </a:path>
                <a:path w="18288000" h="1440180">
                  <a:moveTo>
                    <a:pt x="14342283" y="1243759"/>
                  </a:moveTo>
                  <a:lnTo>
                    <a:pt x="13976911" y="1137358"/>
                  </a:lnTo>
                  <a:lnTo>
                    <a:pt x="15999072" y="1098105"/>
                  </a:lnTo>
                  <a:lnTo>
                    <a:pt x="15954611" y="1125745"/>
                  </a:lnTo>
                  <a:lnTo>
                    <a:pt x="15953647" y="1126746"/>
                  </a:lnTo>
                  <a:lnTo>
                    <a:pt x="14725891" y="1150579"/>
                  </a:lnTo>
                  <a:lnTo>
                    <a:pt x="14342283" y="1243759"/>
                  </a:lnTo>
                  <a:close/>
                </a:path>
                <a:path w="18288000" h="1440180">
                  <a:moveTo>
                    <a:pt x="15665669" y="1426141"/>
                  </a:moveTo>
                  <a:lnTo>
                    <a:pt x="15103002" y="1330202"/>
                  </a:lnTo>
                  <a:lnTo>
                    <a:pt x="14725891" y="1150579"/>
                  </a:lnTo>
                  <a:lnTo>
                    <a:pt x="15953647" y="1126746"/>
                  </a:lnTo>
                  <a:lnTo>
                    <a:pt x="15665669" y="142614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18288000" cy="908685"/>
            </a:xfrm>
            <a:custGeom>
              <a:avLst/>
              <a:gdLst/>
              <a:ahLst/>
              <a:cxnLst/>
              <a:rect l="l" t="t" r="r" b="b"/>
              <a:pathLst>
                <a:path w="18288000" h="908685">
                  <a:moveTo>
                    <a:pt x="761760" y="630384"/>
                  </a:moveTo>
                  <a:lnTo>
                    <a:pt x="216620" y="576850"/>
                  </a:lnTo>
                  <a:lnTo>
                    <a:pt x="0" y="298497"/>
                  </a:lnTo>
                  <a:lnTo>
                    <a:pt x="0" y="0"/>
                  </a:lnTo>
                  <a:lnTo>
                    <a:pt x="9280385" y="0"/>
                  </a:lnTo>
                  <a:lnTo>
                    <a:pt x="4791071" y="87143"/>
                  </a:lnTo>
                  <a:lnTo>
                    <a:pt x="4642618" y="156351"/>
                  </a:lnTo>
                  <a:lnTo>
                    <a:pt x="1959188" y="208440"/>
                  </a:lnTo>
                  <a:lnTo>
                    <a:pt x="1910928" y="221145"/>
                  </a:lnTo>
                  <a:lnTo>
                    <a:pt x="1800421" y="251687"/>
                  </a:lnTo>
                  <a:lnTo>
                    <a:pt x="1679077" y="288703"/>
                  </a:lnTo>
                  <a:lnTo>
                    <a:pt x="1598309" y="320832"/>
                  </a:lnTo>
                  <a:lnTo>
                    <a:pt x="1493687" y="354038"/>
                  </a:lnTo>
                  <a:lnTo>
                    <a:pt x="1319868" y="393424"/>
                  </a:lnTo>
                  <a:lnTo>
                    <a:pt x="1156885" y="426335"/>
                  </a:lnTo>
                  <a:lnTo>
                    <a:pt x="1084772" y="440118"/>
                  </a:lnTo>
                  <a:lnTo>
                    <a:pt x="761760" y="630384"/>
                  </a:lnTo>
                  <a:close/>
                </a:path>
                <a:path w="18288000" h="908685">
                  <a:moveTo>
                    <a:pt x="5036649" y="336875"/>
                  </a:moveTo>
                  <a:lnTo>
                    <a:pt x="4791071" y="87143"/>
                  </a:lnTo>
                  <a:lnTo>
                    <a:pt x="9280385" y="0"/>
                  </a:lnTo>
                  <a:lnTo>
                    <a:pt x="15608005" y="0"/>
                  </a:lnTo>
                  <a:lnTo>
                    <a:pt x="9992017" y="109014"/>
                  </a:lnTo>
                  <a:lnTo>
                    <a:pt x="9991894" y="109261"/>
                  </a:lnTo>
                  <a:lnTo>
                    <a:pt x="5777136" y="191076"/>
                  </a:lnTo>
                  <a:lnTo>
                    <a:pt x="5637414" y="214945"/>
                  </a:lnTo>
                  <a:lnTo>
                    <a:pt x="5036649" y="336875"/>
                  </a:lnTo>
                  <a:close/>
                </a:path>
                <a:path w="18288000" h="908685">
                  <a:moveTo>
                    <a:pt x="2546927" y="469710"/>
                  </a:moveTo>
                  <a:lnTo>
                    <a:pt x="2376517" y="333977"/>
                  </a:lnTo>
                  <a:lnTo>
                    <a:pt x="1959188" y="208440"/>
                  </a:lnTo>
                  <a:lnTo>
                    <a:pt x="4642618" y="156351"/>
                  </a:lnTo>
                  <a:lnTo>
                    <a:pt x="4631619" y="161479"/>
                  </a:lnTo>
                  <a:lnTo>
                    <a:pt x="3022029" y="192723"/>
                  </a:lnTo>
                  <a:lnTo>
                    <a:pt x="2546927" y="469710"/>
                  </a:lnTo>
                  <a:close/>
                </a:path>
                <a:path w="18288000" h="908685">
                  <a:moveTo>
                    <a:pt x="3594700" y="588904"/>
                  </a:moveTo>
                  <a:lnTo>
                    <a:pt x="3022029" y="192723"/>
                  </a:lnTo>
                  <a:lnTo>
                    <a:pt x="4631619" y="161479"/>
                  </a:lnTo>
                  <a:lnTo>
                    <a:pt x="4487013" y="228893"/>
                  </a:lnTo>
                  <a:lnTo>
                    <a:pt x="4126427" y="293130"/>
                  </a:lnTo>
                  <a:lnTo>
                    <a:pt x="3955871" y="364979"/>
                  </a:lnTo>
                  <a:lnTo>
                    <a:pt x="3594700" y="588904"/>
                  </a:lnTo>
                  <a:close/>
                </a:path>
                <a:path w="18288000" h="908685">
                  <a:moveTo>
                    <a:pt x="10522131" y="451485"/>
                  </a:moveTo>
                  <a:lnTo>
                    <a:pt x="9992017" y="109014"/>
                  </a:lnTo>
                  <a:lnTo>
                    <a:pt x="15608005" y="0"/>
                  </a:lnTo>
                  <a:lnTo>
                    <a:pt x="16316724" y="0"/>
                  </a:lnTo>
                  <a:lnTo>
                    <a:pt x="12270507" y="78542"/>
                  </a:lnTo>
                  <a:lnTo>
                    <a:pt x="12023857" y="121595"/>
                  </a:lnTo>
                  <a:lnTo>
                    <a:pt x="12023531" y="121602"/>
                  </a:lnTo>
                  <a:lnTo>
                    <a:pt x="11838165" y="380984"/>
                  </a:lnTo>
                  <a:lnTo>
                    <a:pt x="11015799" y="396947"/>
                  </a:lnTo>
                  <a:lnTo>
                    <a:pt x="10522131" y="451485"/>
                  </a:lnTo>
                  <a:close/>
                </a:path>
                <a:path w="18288000" h="908685">
                  <a:moveTo>
                    <a:pt x="6217594" y="318619"/>
                  </a:moveTo>
                  <a:lnTo>
                    <a:pt x="6156780" y="298328"/>
                  </a:lnTo>
                  <a:lnTo>
                    <a:pt x="6018718" y="253880"/>
                  </a:lnTo>
                  <a:lnTo>
                    <a:pt x="5869979" y="209916"/>
                  </a:lnTo>
                  <a:lnTo>
                    <a:pt x="5777136" y="191076"/>
                  </a:lnTo>
                  <a:lnTo>
                    <a:pt x="9991894" y="109261"/>
                  </a:lnTo>
                  <a:lnTo>
                    <a:pt x="9968015" y="157382"/>
                  </a:lnTo>
                  <a:lnTo>
                    <a:pt x="6540497" y="223915"/>
                  </a:lnTo>
                  <a:lnTo>
                    <a:pt x="6217594" y="318619"/>
                  </a:lnTo>
                  <a:close/>
                </a:path>
                <a:path w="18288000" h="908685">
                  <a:moveTo>
                    <a:pt x="13455143" y="908465"/>
                  </a:moveTo>
                  <a:lnTo>
                    <a:pt x="13181799" y="632986"/>
                  </a:lnTo>
                  <a:lnTo>
                    <a:pt x="12755146" y="571256"/>
                  </a:lnTo>
                  <a:lnTo>
                    <a:pt x="12515746" y="412050"/>
                  </a:lnTo>
                  <a:lnTo>
                    <a:pt x="12270507" y="78542"/>
                  </a:lnTo>
                  <a:lnTo>
                    <a:pt x="16316724" y="0"/>
                  </a:lnTo>
                  <a:lnTo>
                    <a:pt x="18287999" y="0"/>
                  </a:lnTo>
                  <a:lnTo>
                    <a:pt x="18287999" y="25113"/>
                  </a:lnTo>
                  <a:lnTo>
                    <a:pt x="18287999" y="28552"/>
                  </a:lnTo>
                  <a:lnTo>
                    <a:pt x="16647768" y="60391"/>
                  </a:lnTo>
                  <a:lnTo>
                    <a:pt x="16267460" y="525922"/>
                  </a:lnTo>
                  <a:lnTo>
                    <a:pt x="16112796" y="583214"/>
                  </a:lnTo>
                  <a:lnTo>
                    <a:pt x="13862114" y="626903"/>
                  </a:lnTo>
                  <a:lnTo>
                    <a:pt x="13455143" y="908465"/>
                  </a:lnTo>
                  <a:close/>
                </a:path>
                <a:path w="18288000" h="908685">
                  <a:moveTo>
                    <a:pt x="7948520" y="641221"/>
                  </a:moveTo>
                  <a:lnTo>
                    <a:pt x="7848336" y="629558"/>
                  </a:lnTo>
                  <a:lnTo>
                    <a:pt x="7720714" y="584137"/>
                  </a:lnTo>
                  <a:lnTo>
                    <a:pt x="7610934" y="534914"/>
                  </a:lnTo>
                  <a:lnTo>
                    <a:pt x="7564279" y="511849"/>
                  </a:lnTo>
                  <a:lnTo>
                    <a:pt x="7524941" y="488726"/>
                  </a:lnTo>
                  <a:lnTo>
                    <a:pt x="7433951" y="437980"/>
                  </a:lnTo>
                  <a:lnTo>
                    <a:pt x="7332642" y="387940"/>
                  </a:lnTo>
                  <a:lnTo>
                    <a:pt x="7261279" y="366406"/>
                  </a:lnTo>
                  <a:lnTo>
                    <a:pt x="7227422" y="366262"/>
                  </a:lnTo>
                  <a:lnTo>
                    <a:pt x="7178629" y="363976"/>
                  </a:lnTo>
                  <a:lnTo>
                    <a:pt x="7002322" y="352773"/>
                  </a:lnTo>
                  <a:lnTo>
                    <a:pt x="6953469" y="350427"/>
                  </a:lnTo>
                  <a:lnTo>
                    <a:pt x="6919520" y="350194"/>
                  </a:lnTo>
                  <a:lnTo>
                    <a:pt x="6836173" y="331553"/>
                  </a:lnTo>
                  <a:lnTo>
                    <a:pt x="6708564" y="288024"/>
                  </a:lnTo>
                  <a:lnTo>
                    <a:pt x="6591678" y="244010"/>
                  </a:lnTo>
                  <a:lnTo>
                    <a:pt x="6540497" y="223915"/>
                  </a:lnTo>
                  <a:lnTo>
                    <a:pt x="9968015" y="157382"/>
                  </a:lnTo>
                  <a:lnTo>
                    <a:pt x="9874225" y="346393"/>
                  </a:lnTo>
                  <a:lnTo>
                    <a:pt x="9093196" y="361554"/>
                  </a:lnTo>
                  <a:lnTo>
                    <a:pt x="8801490" y="616891"/>
                  </a:lnTo>
                  <a:lnTo>
                    <a:pt x="8052625" y="631427"/>
                  </a:lnTo>
                  <a:lnTo>
                    <a:pt x="7948520" y="641221"/>
                  </a:lnTo>
                  <a:close/>
                </a:path>
                <a:path w="18288000" h="908685">
                  <a:moveTo>
                    <a:pt x="17273097" y="334688"/>
                  </a:moveTo>
                  <a:lnTo>
                    <a:pt x="17000290" y="137563"/>
                  </a:lnTo>
                  <a:lnTo>
                    <a:pt x="16647768" y="60391"/>
                  </a:lnTo>
                  <a:lnTo>
                    <a:pt x="18287999" y="28552"/>
                  </a:lnTo>
                  <a:lnTo>
                    <a:pt x="18287999" y="106179"/>
                  </a:lnTo>
                  <a:lnTo>
                    <a:pt x="18287999" y="112567"/>
                  </a:lnTo>
                  <a:lnTo>
                    <a:pt x="17614660" y="125637"/>
                  </a:lnTo>
                  <a:lnTo>
                    <a:pt x="17273097" y="334688"/>
                  </a:lnTo>
                  <a:close/>
                </a:path>
                <a:path w="18288000" h="908685">
                  <a:moveTo>
                    <a:pt x="17950583" y="385407"/>
                  </a:moveTo>
                  <a:lnTo>
                    <a:pt x="17614660" y="125637"/>
                  </a:lnTo>
                  <a:lnTo>
                    <a:pt x="18287999" y="112567"/>
                  </a:lnTo>
                  <a:lnTo>
                    <a:pt x="18287999" y="290175"/>
                  </a:lnTo>
                  <a:lnTo>
                    <a:pt x="18287999" y="292424"/>
                  </a:lnTo>
                  <a:lnTo>
                    <a:pt x="17950583" y="385407"/>
                  </a:lnTo>
                  <a:close/>
                </a:path>
                <a:path w="18288000" h="908685">
                  <a:moveTo>
                    <a:pt x="9852070" y="391041"/>
                  </a:moveTo>
                  <a:lnTo>
                    <a:pt x="9423338" y="399363"/>
                  </a:lnTo>
                  <a:lnTo>
                    <a:pt x="9093196" y="361554"/>
                  </a:lnTo>
                  <a:lnTo>
                    <a:pt x="9874225" y="346393"/>
                  </a:lnTo>
                  <a:lnTo>
                    <a:pt x="9852070" y="391041"/>
                  </a:lnTo>
                  <a:close/>
                </a:path>
                <a:path w="18288000" h="908685">
                  <a:moveTo>
                    <a:pt x="11736512" y="523228"/>
                  </a:moveTo>
                  <a:lnTo>
                    <a:pt x="11452112" y="424835"/>
                  </a:lnTo>
                  <a:lnTo>
                    <a:pt x="11015799" y="396947"/>
                  </a:lnTo>
                  <a:lnTo>
                    <a:pt x="11838165" y="380984"/>
                  </a:lnTo>
                  <a:lnTo>
                    <a:pt x="11736512" y="523228"/>
                  </a:lnTo>
                  <a:close/>
                </a:path>
                <a:path w="18288000" h="908685">
                  <a:moveTo>
                    <a:pt x="8760837" y="652475"/>
                  </a:moveTo>
                  <a:lnTo>
                    <a:pt x="8357854" y="633275"/>
                  </a:lnTo>
                  <a:lnTo>
                    <a:pt x="8307278" y="631666"/>
                  </a:lnTo>
                  <a:lnTo>
                    <a:pt x="8188873" y="629646"/>
                  </a:lnTo>
                  <a:lnTo>
                    <a:pt x="8052625" y="631427"/>
                  </a:lnTo>
                  <a:lnTo>
                    <a:pt x="8801490" y="616891"/>
                  </a:lnTo>
                  <a:lnTo>
                    <a:pt x="8760837" y="652475"/>
                  </a:lnTo>
                  <a:close/>
                </a:path>
                <a:path w="18288000" h="908685">
                  <a:moveTo>
                    <a:pt x="14335506" y="843962"/>
                  </a:moveTo>
                  <a:lnTo>
                    <a:pt x="13862114" y="626903"/>
                  </a:lnTo>
                  <a:lnTo>
                    <a:pt x="16112796" y="583214"/>
                  </a:lnTo>
                  <a:lnTo>
                    <a:pt x="16047011" y="607582"/>
                  </a:lnTo>
                  <a:lnTo>
                    <a:pt x="14791973" y="631945"/>
                  </a:lnTo>
                  <a:lnTo>
                    <a:pt x="14335506" y="843962"/>
                  </a:lnTo>
                  <a:close/>
                </a:path>
                <a:path w="18288000" h="908685">
                  <a:moveTo>
                    <a:pt x="15550493" y="820378"/>
                  </a:moveTo>
                  <a:lnTo>
                    <a:pt x="15019022" y="813007"/>
                  </a:lnTo>
                  <a:lnTo>
                    <a:pt x="14791973" y="631945"/>
                  </a:lnTo>
                  <a:lnTo>
                    <a:pt x="16047011" y="607582"/>
                  </a:lnTo>
                  <a:lnTo>
                    <a:pt x="15854555" y="678874"/>
                  </a:lnTo>
                  <a:lnTo>
                    <a:pt x="15550493" y="820378"/>
                  </a:lnTo>
                  <a:close/>
                </a:path>
              </a:pathLst>
            </a:custGeom>
            <a:solidFill>
              <a:srgbClr val="FFD04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699149" y="1138264"/>
            <a:ext cx="2392045" cy="511809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3200" spc="-315"/>
              <a:t>Security</a:t>
            </a:r>
            <a:r>
              <a:rPr dirty="0" sz="3200" spc="-260"/>
              <a:t> </a:t>
            </a:r>
            <a:r>
              <a:rPr dirty="0" sz="3200" spc="-350"/>
              <a:t>Event</a:t>
            </a:r>
            <a:endParaRPr sz="3200"/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8549" y="2337253"/>
            <a:ext cx="114300" cy="11429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8549" y="2813503"/>
            <a:ext cx="114300" cy="11429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8549" y="3289753"/>
            <a:ext cx="114300" cy="11429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8549" y="8052252"/>
            <a:ext cx="114300" cy="11429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8549" y="8528502"/>
            <a:ext cx="114300" cy="11429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8549" y="9004752"/>
            <a:ext cx="114300" cy="114299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699149" y="2090764"/>
            <a:ext cx="16987520" cy="71647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573405">
              <a:lnSpc>
                <a:spcPts val="3795"/>
              </a:lnSpc>
              <a:spcBef>
                <a:spcPts val="90"/>
              </a:spcBef>
            </a:pPr>
            <a:r>
              <a:rPr dirty="0" sz="2600">
                <a:latin typeface="Comic Sans MS"/>
                <a:cs typeface="Comic Sans MS"/>
              </a:rPr>
              <a:t>Any</a:t>
            </a:r>
            <a:r>
              <a:rPr dirty="0" sz="2600" spc="-70">
                <a:latin typeface="Comic Sans MS"/>
                <a:cs typeface="Comic Sans MS"/>
              </a:rPr>
              <a:t> </a:t>
            </a:r>
            <a:r>
              <a:rPr dirty="0" sz="3200" spc="-320" b="1">
                <a:latin typeface="Comic Sans MS"/>
                <a:cs typeface="Comic Sans MS"/>
              </a:rPr>
              <a:t>observable</a:t>
            </a:r>
            <a:r>
              <a:rPr dirty="0" sz="3200" spc="-265" b="1">
                <a:latin typeface="Comic Sans MS"/>
                <a:cs typeface="Comic Sans MS"/>
              </a:rPr>
              <a:t> </a:t>
            </a:r>
            <a:r>
              <a:rPr dirty="0" sz="3200" spc="-325" b="1">
                <a:latin typeface="Comic Sans MS"/>
                <a:cs typeface="Comic Sans MS"/>
              </a:rPr>
              <a:t>occurrence</a:t>
            </a:r>
            <a:r>
              <a:rPr dirty="0" sz="3200" spc="-265" b="1">
                <a:latin typeface="Comic Sans MS"/>
                <a:cs typeface="Comic Sans MS"/>
              </a:rPr>
              <a:t> </a:t>
            </a:r>
            <a:r>
              <a:rPr dirty="0" sz="3200" spc="-310" b="1">
                <a:latin typeface="Comic Sans MS"/>
                <a:cs typeface="Comic Sans MS"/>
              </a:rPr>
              <a:t>or</a:t>
            </a:r>
            <a:r>
              <a:rPr dirty="0" sz="3200" spc="-265" b="1">
                <a:latin typeface="Comic Sans MS"/>
                <a:cs typeface="Comic Sans MS"/>
              </a:rPr>
              <a:t> </a:t>
            </a:r>
            <a:r>
              <a:rPr dirty="0" sz="3200" spc="-340" b="1">
                <a:latin typeface="Comic Sans MS"/>
                <a:cs typeface="Comic Sans MS"/>
              </a:rPr>
              <a:t>change</a:t>
            </a:r>
            <a:r>
              <a:rPr dirty="0" sz="3200" spc="-265" b="1">
                <a:latin typeface="Comic Sans MS"/>
                <a:cs typeface="Comic Sans MS"/>
              </a:rPr>
              <a:t> </a:t>
            </a:r>
            <a:r>
              <a:rPr dirty="0" sz="3200" spc="-320" b="1">
                <a:latin typeface="Comic Sans MS"/>
                <a:cs typeface="Comic Sans MS"/>
              </a:rPr>
              <a:t>of</a:t>
            </a:r>
            <a:r>
              <a:rPr dirty="0" sz="3200" spc="-265" b="1">
                <a:latin typeface="Comic Sans MS"/>
                <a:cs typeface="Comic Sans MS"/>
              </a:rPr>
              <a:t> </a:t>
            </a:r>
            <a:r>
              <a:rPr dirty="0" sz="3200" spc="-320" b="1">
                <a:latin typeface="Comic Sans MS"/>
                <a:cs typeface="Comic Sans MS"/>
              </a:rPr>
              <a:t>state</a:t>
            </a:r>
            <a:r>
              <a:rPr dirty="0" sz="3200" spc="-615" b="1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in</a:t>
            </a:r>
            <a:r>
              <a:rPr dirty="0" sz="2600" spc="-1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a</a:t>
            </a:r>
            <a:r>
              <a:rPr dirty="0" sz="2600" spc="-1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system,</a:t>
            </a:r>
            <a:r>
              <a:rPr dirty="0" sz="2600" spc="-1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network,</a:t>
            </a:r>
            <a:r>
              <a:rPr dirty="0" sz="2600" spc="-1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or</a:t>
            </a:r>
            <a:r>
              <a:rPr dirty="0" sz="2600" spc="-15">
                <a:latin typeface="Comic Sans MS"/>
                <a:cs typeface="Comic Sans MS"/>
              </a:rPr>
              <a:t> </a:t>
            </a:r>
            <a:r>
              <a:rPr dirty="0" sz="2600" spc="-10">
                <a:latin typeface="Comic Sans MS"/>
                <a:cs typeface="Comic Sans MS"/>
              </a:rPr>
              <a:t>device.</a:t>
            </a:r>
            <a:endParaRPr sz="2600">
              <a:latin typeface="Comic Sans MS"/>
              <a:cs typeface="Comic Sans MS"/>
            </a:endParaRPr>
          </a:p>
          <a:p>
            <a:pPr marL="573405">
              <a:lnSpc>
                <a:spcPts val="3750"/>
              </a:lnSpc>
            </a:pPr>
            <a:r>
              <a:rPr dirty="0" sz="3200" spc="-340" b="1">
                <a:latin typeface="Comic Sans MS"/>
                <a:cs typeface="Comic Sans MS"/>
              </a:rPr>
              <a:t>Nature:</a:t>
            </a:r>
            <a:r>
              <a:rPr dirty="0" sz="3200" spc="-615" b="1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Mostly</a:t>
            </a:r>
            <a:r>
              <a:rPr dirty="0" sz="2600" spc="-10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routine</a:t>
            </a:r>
            <a:r>
              <a:rPr dirty="0" sz="2600" spc="-5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and</a:t>
            </a:r>
            <a:r>
              <a:rPr dirty="0" sz="2600" spc="-5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often</a:t>
            </a:r>
            <a:r>
              <a:rPr dirty="0" sz="2600" spc="-5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completely</a:t>
            </a:r>
            <a:r>
              <a:rPr dirty="0" sz="2600" spc="-5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benign.</a:t>
            </a:r>
            <a:r>
              <a:rPr dirty="0" sz="2600" spc="-5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It</a:t>
            </a:r>
            <a:r>
              <a:rPr dirty="0" sz="2600" spc="-5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is</a:t>
            </a:r>
            <a:r>
              <a:rPr dirty="0" sz="2600" spc="-5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simply</a:t>
            </a:r>
            <a:r>
              <a:rPr dirty="0" sz="2600" spc="-5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an</a:t>
            </a:r>
            <a:r>
              <a:rPr dirty="0" sz="2600" spc="-5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action</a:t>
            </a:r>
            <a:r>
              <a:rPr dirty="0" sz="2600" spc="-5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being</a:t>
            </a:r>
            <a:r>
              <a:rPr dirty="0" sz="2600" spc="-50">
                <a:latin typeface="Comic Sans MS"/>
                <a:cs typeface="Comic Sans MS"/>
              </a:rPr>
              <a:t> </a:t>
            </a:r>
            <a:r>
              <a:rPr dirty="0" sz="2600" spc="-10">
                <a:latin typeface="Comic Sans MS"/>
                <a:cs typeface="Comic Sans MS"/>
              </a:rPr>
              <a:t>logged.</a:t>
            </a:r>
            <a:endParaRPr sz="2600">
              <a:latin typeface="Comic Sans MS"/>
              <a:cs typeface="Comic Sans MS"/>
            </a:endParaRPr>
          </a:p>
          <a:p>
            <a:pPr marL="573405" marR="5080">
              <a:lnSpc>
                <a:spcPts val="3750"/>
              </a:lnSpc>
              <a:spcBef>
                <a:spcPts val="155"/>
              </a:spcBef>
            </a:pPr>
            <a:r>
              <a:rPr dirty="0" sz="3200" spc="-335" b="1">
                <a:latin typeface="Comic Sans MS"/>
                <a:cs typeface="Comic Sans MS"/>
              </a:rPr>
              <a:t>Examples:</a:t>
            </a:r>
            <a:r>
              <a:rPr dirty="0" sz="3200" spc="-300" b="1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A</a:t>
            </a:r>
            <a:r>
              <a:rPr dirty="0" sz="2600" spc="22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user</a:t>
            </a:r>
            <a:r>
              <a:rPr dirty="0" sz="2600" spc="27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successfully</a:t>
            </a:r>
            <a:r>
              <a:rPr dirty="0" sz="2600" spc="26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logging</a:t>
            </a:r>
            <a:r>
              <a:rPr dirty="0" sz="2600" spc="26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into</a:t>
            </a:r>
            <a:r>
              <a:rPr dirty="0" sz="2600" spc="27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an</a:t>
            </a:r>
            <a:r>
              <a:rPr dirty="0" sz="2600" spc="26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email</a:t>
            </a:r>
            <a:r>
              <a:rPr dirty="0" sz="2600" spc="26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account,</a:t>
            </a:r>
            <a:r>
              <a:rPr dirty="0" sz="2600" spc="27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a</a:t>
            </a:r>
            <a:r>
              <a:rPr dirty="0" sz="2600" spc="26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firewall</a:t>
            </a:r>
            <a:r>
              <a:rPr dirty="0" sz="2600" spc="26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blocking</a:t>
            </a:r>
            <a:r>
              <a:rPr dirty="0" sz="2600" spc="27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a</a:t>
            </a:r>
            <a:r>
              <a:rPr dirty="0" sz="2600" spc="26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standard</a:t>
            </a:r>
            <a:r>
              <a:rPr dirty="0" sz="2600" spc="26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packet,</a:t>
            </a:r>
            <a:r>
              <a:rPr dirty="0" sz="2600" spc="27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or</a:t>
            </a:r>
            <a:r>
              <a:rPr dirty="0" sz="2600" spc="265">
                <a:latin typeface="Comic Sans MS"/>
                <a:cs typeface="Comic Sans MS"/>
              </a:rPr>
              <a:t> </a:t>
            </a:r>
            <a:r>
              <a:rPr dirty="0" sz="2600" spc="-50">
                <a:latin typeface="Comic Sans MS"/>
                <a:cs typeface="Comic Sans MS"/>
              </a:rPr>
              <a:t>a </a:t>
            </a:r>
            <a:r>
              <a:rPr dirty="0" sz="2600">
                <a:latin typeface="Comic Sans MS"/>
                <a:cs typeface="Comic Sans MS"/>
              </a:rPr>
              <a:t>device</a:t>
            </a:r>
            <a:r>
              <a:rPr dirty="0" sz="2600" spc="-7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turning</a:t>
            </a:r>
            <a:r>
              <a:rPr dirty="0" sz="2600" spc="-75">
                <a:latin typeface="Comic Sans MS"/>
                <a:cs typeface="Comic Sans MS"/>
              </a:rPr>
              <a:t> </a:t>
            </a:r>
            <a:r>
              <a:rPr dirty="0" sz="2600" spc="-25">
                <a:latin typeface="Comic Sans MS"/>
                <a:cs typeface="Comic Sans MS"/>
              </a:rPr>
              <a:t>on.</a:t>
            </a:r>
            <a:endParaRPr sz="26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3550"/>
              </a:spcBef>
            </a:pPr>
            <a:r>
              <a:rPr dirty="0" sz="2600">
                <a:latin typeface="Comic Sans MS"/>
                <a:cs typeface="Comic Sans MS"/>
              </a:rPr>
              <a:t>A</a:t>
            </a:r>
            <a:r>
              <a:rPr dirty="0" sz="2600" spc="-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security</a:t>
            </a:r>
            <a:r>
              <a:rPr dirty="0" sz="2600" spc="-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event is </a:t>
            </a:r>
            <a:r>
              <a:rPr dirty="0" sz="3200" spc="-355" b="1">
                <a:latin typeface="Comic Sans MS"/>
                <a:cs typeface="Comic Sans MS"/>
              </a:rPr>
              <a:t>a</a:t>
            </a:r>
            <a:r>
              <a:rPr dirty="0" sz="3200" spc="-260" b="1">
                <a:latin typeface="Comic Sans MS"/>
                <a:cs typeface="Comic Sans MS"/>
              </a:rPr>
              <a:t> </a:t>
            </a:r>
            <a:r>
              <a:rPr dirty="0" sz="3200" spc="-340" b="1">
                <a:latin typeface="Comic Sans MS"/>
                <a:cs typeface="Comic Sans MS"/>
              </a:rPr>
              <a:t>change</a:t>
            </a:r>
            <a:r>
              <a:rPr dirty="0" sz="3200" spc="-265" b="1">
                <a:latin typeface="Comic Sans MS"/>
                <a:cs typeface="Comic Sans MS"/>
              </a:rPr>
              <a:t> </a:t>
            </a:r>
            <a:r>
              <a:rPr dirty="0" sz="3200" spc="-254" b="1">
                <a:latin typeface="Comic Sans MS"/>
                <a:cs typeface="Comic Sans MS"/>
              </a:rPr>
              <a:t>in</a:t>
            </a:r>
            <a:r>
              <a:rPr dirty="0" sz="3200" spc="-260" b="1">
                <a:latin typeface="Comic Sans MS"/>
                <a:cs typeface="Comic Sans MS"/>
              </a:rPr>
              <a:t> </a:t>
            </a:r>
            <a:r>
              <a:rPr dirty="0" sz="3200" spc="-330" b="1">
                <a:latin typeface="Comic Sans MS"/>
                <a:cs typeface="Comic Sans MS"/>
              </a:rPr>
              <a:t>the</a:t>
            </a:r>
            <a:r>
              <a:rPr dirty="0" sz="3200" spc="-260" b="1">
                <a:latin typeface="Comic Sans MS"/>
                <a:cs typeface="Comic Sans MS"/>
              </a:rPr>
              <a:t> </a:t>
            </a:r>
            <a:r>
              <a:rPr dirty="0" sz="3200" spc="-325" b="1">
                <a:latin typeface="Comic Sans MS"/>
                <a:cs typeface="Comic Sans MS"/>
              </a:rPr>
              <a:t>normal</a:t>
            </a:r>
            <a:r>
              <a:rPr dirty="0" sz="3200" spc="-265" b="1">
                <a:latin typeface="Comic Sans MS"/>
                <a:cs typeface="Comic Sans MS"/>
              </a:rPr>
              <a:t> </a:t>
            </a:r>
            <a:r>
              <a:rPr dirty="0" sz="3200" spc="-320" b="1">
                <a:latin typeface="Comic Sans MS"/>
                <a:cs typeface="Comic Sans MS"/>
              </a:rPr>
              <a:t>behavior</a:t>
            </a:r>
            <a:r>
              <a:rPr dirty="0" sz="3200" spc="-260" b="1">
                <a:latin typeface="Comic Sans MS"/>
                <a:cs typeface="Comic Sans MS"/>
              </a:rPr>
              <a:t> </a:t>
            </a:r>
            <a:r>
              <a:rPr dirty="0" sz="3200" spc="-320" b="1">
                <a:latin typeface="Comic Sans MS"/>
                <a:cs typeface="Comic Sans MS"/>
              </a:rPr>
              <a:t>of</a:t>
            </a:r>
            <a:r>
              <a:rPr dirty="0" sz="3200" spc="-265" b="1">
                <a:latin typeface="Comic Sans MS"/>
                <a:cs typeface="Comic Sans MS"/>
              </a:rPr>
              <a:t> </a:t>
            </a:r>
            <a:r>
              <a:rPr dirty="0" sz="3200" spc="-355" b="1">
                <a:latin typeface="Comic Sans MS"/>
                <a:cs typeface="Comic Sans MS"/>
              </a:rPr>
              <a:t>a</a:t>
            </a:r>
            <a:r>
              <a:rPr dirty="0" sz="3200" spc="-260" b="1">
                <a:latin typeface="Comic Sans MS"/>
                <a:cs typeface="Comic Sans MS"/>
              </a:rPr>
              <a:t> </a:t>
            </a:r>
            <a:r>
              <a:rPr dirty="0" sz="3200" spc="-295" b="1">
                <a:latin typeface="Comic Sans MS"/>
                <a:cs typeface="Comic Sans MS"/>
              </a:rPr>
              <a:t>given</a:t>
            </a:r>
            <a:r>
              <a:rPr dirty="0" sz="3200" spc="-260" b="1">
                <a:latin typeface="Comic Sans MS"/>
                <a:cs typeface="Comic Sans MS"/>
              </a:rPr>
              <a:t> </a:t>
            </a:r>
            <a:r>
              <a:rPr dirty="0" sz="3200" spc="-335" b="1">
                <a:latin typeface="Comic Sans MS"/>
                <a:cs typeface="Comic Sans MS"/>
              </a:rPr>
              <a:t>system,</a:t>
            </a:r>
            <a:r>
              <a:rPr dirty="0" sz="3200" spc="-265" b="1">
                <a:latin typeface="Comic Sans MS"/>
                <a:cs typeface="Comic Sans MS"/>
              </a:rPr>
              <a:t> </a:t>
            </a:r>
            <a:r>
              <a:rPr dirty="0" sz="3200" spc="-315" b="1">
                <a:latin typeface="Comic Sans MS"/>
                <a:cs typeface="Comic Sans MS"/>
              </a:rPr>
              <a:t>process,</a:t>
            </a:r>
            <a:r>
              <a:rPr dirty="0" sz="3200" spc="-260" b="1">
                <a:latin typeface="Comic Sans MS"/>
                <a:cs typeface="Comic Sans MS"/>
              </a:rPr>
              <a:t> </a:t>
            </a:r>
            <a:r>
              <a:rPr dirty="0" sz="3200" spc="-325" b="1">
                <a:latin typeface="Comic Sans MS"/>
                <a:cs typeface="Comic Sans MS"/>
              </a:rPr>
              <a:t>environment</a:t>
            </a:r>
            <a:r>
              <a:rPr dirty="0" sz="3200" spc="-260" b="1">
                <a:latin typeface="Comic Sans MS"/>
                <a:cs typeface="Comic Sans MS"/>
              </a:rPr>
              <a:t> </a:t>
            </a:r>
            <a:r>
              <a:rPr dirty="0" sz="3200" spc="-310" b="1">
                <a:latin typeface="Comic Sans MS"/>
                <a:cs typeface="Comic Sans MS"/>
              </a:rPr>
              <a:t>or</a:t>
            </a:r>
            <a:r>
              <a:rPr dirty="0" sz="3200" spc="-265" b="1">
                <a:latin typeface="Comic Sans MS"/>
                <a:cs typeface="Comic Sans MS"/>
              </a:rPr>
              <a:t> </a:t>
            </a:r>
            <a:r>
              <a:rPr dirty="0" sz="3200" spc="-330" b="1">
                <a:latin typeface="Comic Sans MS"/>
                <a:cs typeface="Comic Sans MS"/>
              </a:rPr>
              <a:t>workflow.</a:t>
            </a:r>
            <a:endParaRPr sz="320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  <a:spcBef>
                <a:spcPts val="635"/>
              </a:spcBef>
            </a:pPr>
            <a:endParaRPr sz="26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</a:pPr>
            <a:r>
              <a:rPr dirty="0" sz="2600">
                <a:latin typeface="Comic Sans MS"/>
                <a:cs typeface="Comic Sans MS"/>
              </a:rPr>
              <a:t>In</a:t>
            </a:r>
            <a:r>
              <a:rPr dirty="0" sz="2600" spc="-5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other</a:t>
            </a:r>
            <a:r>
              <a:rPr dirty="0" sz="2600" spc="-5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words:</a:t>
            </a:r>
            <a:r>
              <a:rPr dirty="0" sz="2600" spc="-5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when</a:t>
            </a:r>
            <a:r>
              <a:rPr dirty="0" sz="2600" spc="-4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something</a:t>
            </a:r>
            <a:r>
              <a:rPr dirty="0" sz="2600" spc="-5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happens,</a:t>
            </a:r>
            <a:r>
              <a:rPr dirty="0" sz="2600" spc="-5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it’s</a:t>
            </a:r>
            <a:r>
              <a:rPr dirty="0" sz="2600" spc="-4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an</a:t>
            </a:r>
            <a:r>
              <a:rPr dirty="0" sz="2600" spc="-50">
                <a:latin typeface="Comic Sans MS"/>
                <a:cs typeface="Comic Sans MS"/>
              </a:rPr>
              <a:t> </a:t>
            </a:r>
            <a:r>
              <a:rPr dirty="0" sz="2600" spc="-10">
                <a:latin typeface="Comic Sans MS"/>
                <a:cs typeface="Comic Sans MS"/>
              </a:rPr>
              <a:t>event.</a:t>
            </a:r>
            <a:endParaRPr sz="2600">
              <a:latin typeface="Comic Sans MS"/>
              <a:cs typeface="Comic Sans MS"/>
            </a:endParaRPr>
          </a:p>
          <a:p>
            <a:pPr marL="12700" marR="5080">
              <a:lnSpc>
                <a:spcPct val="113300"/>
              </a:lnSpc>
              <a:spcBef>
                <a:spcPts val="3270"/>
              </a:spcBef>
              <a:tabLst>
                <a:tab pos="8347709" algn="l"/>
                <a:tab pos="9701530" algn="l"/>
                <a:tab pos="11744325" algn="l"/>
                <a:tab pos="13752830" algn="l"/>
                <a:tab pos="15461615" algn="l"/>
                <a:tab pos="15962630" algn="l"/>
              </a:tabLst>
            </a:pPr>
            <a:r>
              <a:rPr dirty="0" sz="3200" spc="-385" b="1">
                <a:latin typeface="Comic Sans MS"/>
                <a:cs typeface="Comic Sans MS"/>
              </a:rPr>
              <a:t>An</a:t>
            </a:r>
            <a:r>
              <a:rPr dirty="0" sz="3200" spc="229" b="1">
                <a:latin typeface="Comic Sans MS"/>
                <a:cs typeface="Comic Sans MS"/>
              </a:rPr>
              <a:t> </a:t>
            </a:r>
            <a:r>
              <a:rPr dirty="0" sz="3200" spc="-325" b="1">
                <a:latin typeface="Comic Sans MS"/>
                <a:cs typeface="Comic Sans MS"/>
              </a:rPr>
              <a:t>event</a:t>
            </a:r>
            <a:r>
              <a:rPr dirty="0" sz="3200" spc="235" b="1">
                <a:latin typeface="Comic Sans MS"/>
                <a:cs typeface="Comic Sans MS"/>
              </a:rPr>
              <a:t> </a:t>
            </a:r>
            <a:r>
              <a:rPr dirty="0" sz="3200" spc="-335" b="1">
                <a:latin typeface="Comic Sans MS"/>
                <a:cs typeface="Comic Sans MS"/>
              </a:rPr>
              <a:t>can</a:t>
            </a:r>
            <a:r>
              <a:rPr dirty="0" sz="3200" spc="235" b="1">
                <a:latin typeface="Comic Sans MS"/>
                <a:cs typeface="Comic Sans MS"/>
              </a:rPr>
              <a:t> </a:t>
            </a:r>
            <a:r>
              <a:rPr dirty="0" sz="3200" spc="-355" b="1">
                <a:latin typeface="Comic Sans MS"/>
                <a:cs typeface="Comic Sans MS"/>
              </a:rPr>
              <a:t>be</a:t>
            </a:r>
            <a:r>
              <a:rPr dirty="0" sz="3200" spc="235" b="1">
                <a:latin typeface="Comic Sans MS"/>
                <a:cs typeface="Comic Sans MS"/>
              </a:rPr>
              <a:t> </a:t>
            </a:r>
            <a:r>
              <a:rPr dirty="0" sz="3200" spc="-305" b="1">
                <a:latin typeface="Comic Sans MS"/>
                <a:cs typeface="Comic Sans MS"/>
              </a:rPr>
              <a:t>either</a:t>
            </a:r>
            <a:r>
              <a:rPr dirty="0" sz="3200" spc="229" b="1">
                <a:latin typeface="Comic Sans MS"/>
                <a:cs typeface="Comic Sans MS"/>
              </a:rPr>
              <a:t> </a:t>
            </a:r>
            <a:r>
              <a:rPr dirty="0" sz="3200" spc="-285" b="1">
                <a:latin typeface="Comic Sans MS"/>
                <a:cs typeface="Comic Sans MS"/>
              </a:rPr>
              <a:t>positive</a:t>
            </a:r>
            <a:r>
              <a:rPr dirty="0" sz="3200" spc="235" b="1">
                <a:latin typeface="Comic Sans MS"/>
                <a:cs typeface="Comic Sans MS"/>
              </a:rPr>
              <a:t> </a:t>
            </a:r>
            <a:r>
              <a:rPr dirty="0" sz="3200" spc="-310" b="1">
                <a:latin typeface="Comic Sans MS"/>
                <a:cs typeface="Comic Sans MS"/>
              </a:rPr>
              <a:t>or</a:t>
            </a:r>
            <a:r>
              <a:rPr dirty="0" sz="3200" spc="235" b="1">
                <a:latin typeface="Comic Sans MS"/>
                <a:cs typeface="Comic Sans MS"/>
              </a:rPr>
              <a:t> </a:t>
            </a:r>
            <a:r>
              <a:rPr dirty="0" sz="3200" spc="-305" b="1">
                <a:latin typeface="Comic Sans MS"/>
                <a:cs typeface="Comic Sans MS"/>
              </a:rPr>
              <a:t>negative.</a:t>
            </a:r>
            <a:r>
              <a:rPr dirty="0" sz="3200" spc="235" b="1">
                <a:latin typeface="Comic Sans MS"/>
                <a:cs typeface="Comic Sans MS"/>
              </a:rPr>
              <a:t> </a:t>
            </a:r>
            <a:r>
              <a:rPr dirty="0" sz="2600" spc="-25">
                <a:latin typeface="Comic Sans MS"/>
                <a:cs typeface="Comic Sans MS"/>
              </a:rPr>
              <a:t>An</a:t>
            </a:r>
            <a:r>
              <a:rPr dirty="0" sz="2600">
                <a:latin typeface="Comic Sans MS"/>
                <a:cs typeface="Comic Sans MS"/>
              </a:rPr>
              <a:t>	</a:t>
            </a:r>
            <a:r>
              <a:rPr dirty="0" sz="2600" spc="-10">
                <a:latin typeface="Comic Sans MS"/>
                <a:cs typeface="Comic Sans MS"/>
              </a:rPr>
              <a:t>average</a:t>
            </a:r>
            <a:r>
              <a:rPr dirty="0" sz="2600">
                <a:latin typeface="Comic Sans MS"/>
                <a:cs typeface="Comic Sans MS"/>
              </a:rPr>
              <a:t>	</a:t>
            </a:r>
            <a:r>
              <a:rPr dirty="0" sz="2600" spc="-10">
                <a:latin typeface="Comic Sans MS"/>
                <a:cs typeface="Comic Sans MS"/>
              </a:rPr>
              <a:t>organization</a:t>
            </a:r>
            <a:r>
              <a:rPr dirty="0" sz="2600">
                <a:latin typeface="Comic Sans MS"/>
                <a:cs typeface="Comic Sans MS"/>
              </a:rPr>
              <a:t>	</a:t>
            </a:r>
            <a:r>
              <a:rPr dirty="0" sz="2600" spc="-10">
                <a:latin typeface="Comic Sans MS"/>
                <a:cs typeface="Comic Sans MS"/>
              </a:rPr>
              <a:t>experiences</a:t>
            </a:r>
            <a:r>
              <a:rPr dirty="0" sz="2600">
                <a:latin typeface="Comic Sans MS"/>
                <a:cs typeface="Comic Sans MS"/>
              </a:rPr>
              <a:t>	</a:t>
            </a:r>
            <a:r>
              <a:rPr dirty="0" sz="2600" spc="-10">
                <a:latin typeface="Comic Sans MS"/>
                <a:cs typeface="Comic Sans MS"/>
              </a:rPr>
              <a:t>thousands</a:t>
            </a:r>
            <a:r>
              <a:rPr dirty="0" sz="2600">
                <a:latin typeface="Comic Sans MS"/>
                <a:cs typeface="Comic Sans MS"/>
              </a:rPr>
              <a:t>	</a:t>
            </a:r>
            <a:r>
              <a:rPr dirty="0" sz="2600" spc="-25">
                <a:latin typeface="Comic Sans MS"/>
                <a:cs typeface="Comic Sans MS"/>
              </a:rPr>
              <a:t>of</a:t>
            </a:r>
            <a:r>
              <a:rPr dirty="0" sz="2600">
                <a:latin typeface="Comic Sans MS"/>
                <a:cs typeface="Comic Sans MS"/>
              </a:rPr>
              <a:t>	</a:t>
            </a:r>
            <a:r>
              <a:rPr dirty="0" sz="2600" spc="-10">
                <a:latin typeface="Comic Sans MS"/>
                <a:cs typeface="Comic Sans MS"/>
              </a:rPr>
              <a:t>events </a:t>
            </a:r>
            <a:r>
              <a:rPr dirty="0" sz="2600">
                <a:latin typeface="Comic Sans MS"/>
                <a:cs typeface="Comic Sans MS"/>
              </a:rPr>
              <a:t>every</a:t>
            </a:r>
            <a:r>
              <a:rPr dirty="0" sz="2600" spc="-4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day.</a:t>
            </a:r>
            <a:r>
              <a:rPr dirty="0" sz="2600" spc="-4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These</a:t>
            </a:r>
            <a:r>
              <a:rPr dirty="0" sz="2600" spc="-4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cybersecurity</a:t>
            </a:r>
            <a:r>
              <a:rPr dirty="0" sz="2600" spc="-4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events</a:t>
            </a:r>
            <a:r>
              <a:rPr dirty="0" sz="2600" spc="-4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can</a:t>
            </a:r>
            <a:r>
              <a:rPr dirty="0" sz="2600" spc="-4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be</a:t>
            </a:r>
            <a:r>
              <a:rPr dirty="0" sz="2600" spc="-4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as</a:t>
            </a:r>
            <a:r>
              <a:rPr dirty="0" sz="2600" spc="-4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small</a:t>
            </a:r>
            <a:r>
              <a:rPr dirty="0" sz="2600" spc="-4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as</a:t>
            </a:r>
            <a:r>
              <a:rPr dirty="0" sz="2600" spc="-4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an</a:t>
            </a:r>
            <a:r>
              <a:rPr dirty="0" sz="2600" spc="-4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email,</a:t>
            </a:r>
            <a:r>
              <a:rPr dirty="0" sz="2600" spc="-4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or</a:t>
            </a:r>
            <a:r>
              <a:rPr dirty="0" sz="2600" spc="-4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as</a:t>
            </a:r>
            <a:r>
              <a:rPr dirty="0" sz="2600" spc="-4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large</a:t>
            </a:r>
            <a:r>
              <a:rPr dirty="0" sz="2600" spc="-4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as</a:t>
            </a:r>
            <a:r>
              <a:rPr dirty="0" sz="2600" spc="-4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an</a:t>
            </a:r>
            <a:r>
              <a:rPr dirty="0" sz="2600" spc="-4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update</a:t>
            </a:r>
            <a:r>
              <a:rPr dirty="0" sz="2600" spc="-4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to</a:t>
            </a:r>
            <a:r>
              <a:rPr dirty="0" sz="2600" spc="-4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your</a:t>
            </a:r>
            <a:r>
              <a:rPr dirty="0" sz="2600" spc="-40">
                <a:latin typeface="Comic Sans MS"/>
                <a:cs typeface="Comic Sans MS"/>
              </a:rPr>
              <a:t> </a:t>
            </a:r>
            <a:r>
              <a:rPr dirty="0" sz="2600" spc="-10">
                <a:latin typeface="Comic Sans MS"/>
                <a:cs typeface="Comic Sans MS"/>
              </a:rPr>
              <a:t>firewalls.</a:t>
            </a:r>
            <a:endParaRPr sz="26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 sz="3200" spc="-345" b="1">
                <a:latin typeface="Comic Sans MS"/>
                <a:cs typeface="Comic Sans MS"/>
              </a:rPr>
              <a:t>Examples</a:t>
            </a:r>
            <a:r>
              <a:rPr dirty="0" sz="3200" spc="-260" b="1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of</a:t>
            </a:r>
            <a:r>
              <a:rPr dirty="0" sz="2600" spc="-8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a</a:t>
            </a:r>
            <a:r>
              <a:rPr dirty="0" sz="2600" spc="-3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cybersecurity</a:t>
            </a:r>
            <a:r>
              <a:rPr dirty="0" sz="2600" spc="-35">
                <a:latin typeface="Comic Sans MS"/>
                <a:cs typeface="Comic Sans MS"/>
              </a:rPr>
              <a:t> </a:t>
            </a:r>
            <a:r>
              <a:rPr dirty="0" sz="2600" spc="-10">
                <a:latin typeface="Comic Sans MS"/>
                <a:cs typeface="Comic Sans MS"/>
              </a:rPr>
              <a:t>event:</a:t>
            </a:r>
            <a:endParaRPr sz="2600">
              <a:latin typeface="Comic Sans MS"/>
              <a:cs typeface="Comic Sans MS"/>
            </a:endParaRPr>
          </a:p>
          <a:p>
            <a:pPr marL="573405">
              <a:lnSpc>
                <a:spcPct val="100000"/>
              </a:lnSpc>
              <a:spcBef>
                <a:spcPts val="509"/>
              </a:spcBef>
            </a:pPr>
            <a:r>
              <a:rPr dirty="0" sz="2600">
                <a:latin typeface="Comic Sans MS"/>
                <a:cs typeface="Comic Sans MS"/>
              </a:rPr>
              <a:t>An</a:t>
            </a:r>
            <a:r>
              <a:rPr dirty="0" sz="2600" spc="-5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employee</a:t>
            </a:r>
            <a:r>
              <a:rPr dirty="0" sz="2600" spc="-5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flags</a:t>
            </a:r>
            <a:r>
              <a:rPr dirty="0" sz="2600" spc="-5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a</a:t>
            </a:r>
            <a:r>
              <a:rPr dirty="0" sz="2600" spc="-5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suspicious</a:t>
            </a:r>
            <a:r>
              <a:rPr dirty="0" sz="2600" spc="-50">
                <a:latin typeface="Comic Sans MS"/>
                <a:cs typeface="Comic Sans MS"/>
              </a:rPr>
              <a:t> </a:t>
            </a:r>
            <a:r>
              <a:rPr dirty="0" sz="2600" spc="-10">
                <a:latin typeface="Comic Sans MS"/>
                <a:cs typeface="Comic Sans MS"/>
              </a:rPr>
              <a:t>email.</a:t>
            </a:r>
            <a:endParaRPr sz="2600">
              <a:latin typeface="Comic Sans MS"/>
              <a:cs typeface="Comic Sans MS"/>
            </a:endParaRPr>
          </a:p>
          <a:p>
            <a:pPr marL="573405" marR="4110990">
              <a:lnSpc>
                <a:spcPct val="120200"/>
              </a:lnSpc>
            </a:pPr>
            <a:r>
              <a:rPr dirty="0" sz="2600">
                <a:latin typeface="Comic Sans MS"/>
                <a:cs typeface="Comic Sans MS"/>
              </a:rPr>
              <a:t>Someone</a:t>
            </a:r>
            <a:r>
              <a:rPr dirty="0" sz="2600" spc="-6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downloads</a:t>
            </a:r>
            <a:r>
              <a:rPr dirty="0" sz="2600" spc="-6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software</a:t>
            </a:r>
            <a:r>
              <a:rPr dirty="0" sz="2600" spc="-6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(authorized</a:t>
            </a:r>
            <a:r>
              <a:rPr dirty="0" sz="2600" spc="-6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or</a:t>
            </a:r>
            <a:r>
              <a:rPr dirty="0" sz="2600" spc="-6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unauthorized)</a:t>
            </a:r>
            <a:r>
              <a:rPr dirty="0" sz="2600" spc="-6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to</a:t>
            </a:r>
            <a:r>
              <a:rPr dirty="0" sz="2600" spc="-6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a</a:t>
            </a:r>
            <a:r>
              <a:rPr dirty="0" sz="2600" spc="-6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company</a:t>
            </a:r>
            <a:r>
              <a:rPr dirty="0" sz="2600" spc="-65">
                <a:latin typeface="Comic Sans MS"/>
                <a:cs typeface="Comic Sans MS"/>
              </a:rPr>
              <a:t> </a:t>
            </a:r>
            <a:r>
              <a:rPr dirty="0" sz="2600" spc="-10">
                <a:latin typeface="Comic Sans MS"/>
                <a:cs typeface="Comic Sans MS"/>
              </a:rPr>
              <a:t>device. </a:t>
            </a:r>
            <a:r>
              <a:rPr dirty="0" sz="2600">
                <a:latin typeface="Comic Sans MS"/>
                <a:cs typeface="Comic Sans MS"/>
              </a:rPr>
              <a:t>A</a:t>
            </a:r>
            <a:r>
              <a:rPr dirty="0" sz="2600" spc="-4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security</a:t>
            </a:r>
            <a:r>
              <a:rPr dirty="0" sz="2600" spc="-4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lapse</a:t>
            </a:r>
            <a:r>
              <a:rPr dirty="0" sz="2600" spc="-4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occurs</a:t>
            </a:r>
            <a:r>
              <a:rPr dirty="0" sz="2600" spc="-4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due</a:t>
            </a:r>
            <a:r>
              <a:rPr dirty="0" sz="2600" spc="-4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to</a:t>
            </a:r>
            <a:r>
              <a:rPr dirty="0" sz="2600" spc="-4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a</a:t>
            </a:r>
            <a:r>
              <a:rPr dirty="0" sz="2600" spc="-4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server</a:t>
            </a:r>
            <a:r>
              <a:rPr dirty="0" sz="2600" spc="-40">
                <a:latin typeface="Comic Sans MS"/>
                <a:cs typeface="Comic Sans MS"/>
              </a:rPr>
              <a:t> </a:t>
            </a:r>
            <a:r>
              <a:rPr dirty="0" sz="2600" spc="-10">
                <a:latin typeface="Comic Sans MS"/>
                <a:cs typeface="Comic Sans MS"/>
              </a:rPr>
              <a:t>outage.</a:t>
            </a:r>
            <a:endParaRPr sz="26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524000"/>
            <a:chOff x="0" y="0"/>
            <a:chExt cx="18288000" cy="1524000"/>
          </a:xfrm>
        </p:grpSpPr>
        <p:sp>
          <p:nvSpPr>
            <p:cNvPr id="3" name="object 3"/>
            <p:cNvSpPr/>
            <p:nvPr/>
          </p:nvSpPr>
          <p:spPr>
            <a:xfrm>
              <a:off x="144503" y="0"/>
              <a:ext cx="18143855" cy="1524000"/>
            </a:xfrm>
            <a:custGeom>
              <a:avLst/>
              <a:gdLst/>
              <a:ahLst/>
              <a:cxnLst/>
              <a:rect l="l" t="t" r="r" b="b"/>
              <a:pathLst>
                <a:path w="18143855" h="1524000">
                  <a:moveTo>
                    <a:pt x="477549" y="1215792"/>
                  </a:moveTo>
                  <a:lnTo>
                    <a:pt x="19628" y="1011206"/>
                  </a:lnTo>
                  <a:lnTo>
                    <a:pt x="0" y="0"/>
                  </a:lnTo>
                  <a:lnTo>
                    <a:pt x="18102248" y="0"/>
                  </a:lnTo>
                  <a:lnTo>
                    <a:pt x="18143496" y="82866"/>
                  </a:lnTo>
                  <a:lnTo>
                    <a:pt x="18143496" y="216479"/>
                  </a:lnTo>
                  <a:lnTo>
                    <a:pt x="1717123" y="535338"/>
                  </a:lnTo>
                  <a:lnTo>
                    <a:pt x="1627674" y="607861"/>
                  </a:lnTo>
                  <a:lnTo>
                    <a:pt x="1486754" y="733755"/>
                  </a:lnTo>
                  <a:lnTo>
                    <a:pt x="1356578" y="853175"/>
                  </a:lnTo>
                  <a:lnTo>
                    <a:pt x="1299360" y="906281"/>
                  </a:lnTo>
                  <a:lnTo>
                    <a:pt x="820371" y="995663"/>
                  </a:lnTo>
                  <a:lnTo>
                    <a:pt x="477549" y="1215792"/>
                  </a:lnTo>
                  <a:close/>
                </a:path>
                <a:path w="18143855" h="1524000">
                  <a:moveTo>
                    <a:pt x="2121932" y="623285"/>
                  </a:moveTo>
                  <a:lnTo>
                    <a:pt x="2066738" y="604689"/>
                  </a:lnTo>
                  <a:lnTo>
                    <a:pt x="1941016" y="566366"/>
                  </a:lnTo>
                  <a:lnTo>
                    <a:pt x="1804549" y="534516"/>
                  </a:lnTo>
                  <a:lnTo>
                    <a:pt x="1717123" y="535338"/>
                  </a:lnTo>
                  <a:lnTo>
                    <a:pt x="18143496" y="216479"/>
                  </a:lnTo>
                  <a:lnTo>
                    <a:pt x="18143496" y="232200"/>
                  </a:lnTo>
                  <a:lnTo>
                    <a:pt x="4816038" y="490905"/>
                  </a:lnTo>
                  <a:lnTo>
                    <a:pt x="4805092" y="502663"/>
                  </a:lnTo>
                  <a:lnTo>
                    <a:pt x="2495313" y="547499"/>
                  </a:lnTo>
                  <a:lnTo>
                    <a:pt x="2121932" y="623285"/>
                  </a:lnTo>
                  <a:close/>
                </a:path>
                <a:path w="18143855" h="1524000">
                  <a:moveTo>
                    <a:pt x="5193389" y="670279"/>
                  </a:moveTo>
                  <a:lnTo>
                    <a:pt x="4816038" y="490905"/>
                  </a:lnTo>
                  <a:lnTo>
                    <a:pt x="18143496" y="232200"/>
                  </a:lnTo>
                  <a:lnTo>
                    <a:pt x="18143496" y="258732"/>
                  </a:lnTo>
                  <a:lnTo>
                    <a:pt x="6017543" y="494113"/>
                  </a:lnTo>
                  <a:lnTo>
                    <a:pt x="5193389" y="670279"/>
                  </a:lnTo>
                  <a:close/>
                </a:path>
                <a:path w="18143855" h="1524000">
                  <a:moveTo>
                    <a:pt x="3569359" y="969814"/>
                  </a:moveTo>
                  <a:lnTo>
                    <a:pt x="3146020" y="673910"/>
                  </a:lnTo>
                  <a:lnTo>
                    <a:pt x="2665722" y="683233"/>
                  </a:lnTo>
                  <a:lnTo>
                    <a:pt x="2495313" y="547499"/>
                  </a:lnTo>
                  <a:lnTo>
                    <a:pt x="4805092" y="502663"/>
                  </a:lnTo>
                  <a:lnTo>
                    <a:pt x="4714959" y="599482"/>
                  </a:lnTo>
                  <a:lnTo>
                    <a:pt x="4257759" y="608357"/>
                  </a:lnTo>
                  <a:lnTo>
                    <a:pt x="4081316" y="845155"/>
                  </a:lnTo>
                  <a:lnTo>
                    <a:pt x="3569359" y="969814"/>
                  </a:lnTo>
                  <a:close/>
                </a:path>
                <a:path w="18143855" h="1524000">
                  <a:moveTo>
                    <a:pt x="6341427" y="728324"/>
                  </a:moveTo>
                  <a:lnTo>
                    <a:pt x="6017543" y="494113"/>
                  </a:lnTo>
                  <a:lnTo>
                    <a:pt x="18143496" y="258732"/>
                  </a:lnTo>
                  <a:lnTo>
                    <a:pt x="18143496" y="365592"/>
                  </a:lnTo>
                  <a:lnTo>
                    <a:pt x="6712562" y="587483"/>
                  </a:lnTo>
                  <a:lnTo>
                    <a:pt x="6341427" y="728324"/>
                  </a:lnTo>
                  <a:close/>
                </a:path>
                <a:path w="18143855" h="1524000">
                  <a:moveTo>
                    <a:pt x="4612949" y="709059"/>
                  </a:moveTo>
                  <a:lnTo>
                    <a:pt x="4257759" y="608357"/>
                  </a:lnTo>
                  <a:lnTo>
                    <a:pt x="4714959" y="599482"/>
                  </a:lnTo>
                  <a:lnTo>
                    <a:pt x="4612949" y="709059"/>
                  </a:lnTo>
                  <a:close/>
                </a:path>
                <a:path w="18143855" h="1524000">
                  <a:moveTo>
                    <a:pt x="8073230" y="1121412"/>
                  </a:moveTo>
                  <a:lnTo>
                    <a:pt x="7689239" y="992281"/>
                  </a:lnTo>
                  <a:lnTo>
                    <a:pt x="7490167" y="759333"/>
                  </a:lnTo>
                  <a:lnTo>
                    <a:pt x="7088119" y="687053"/>
                  </a:lnTo>
                  <a:lnTo>
                    <a:pt x="6712562" y="587483"/>
                  </a:lnTo>
                  <a:lnTo>
                    <a:pt x="18143496" y="365592"/>
                  </a:lnTo>
                  <a:lnTo>
                    <a:pt x="18143496" y="598473"/>
                  </a:lnTo>
                  <a:lnTo>
                    <a:pt x="17125011" y="618243"/>
                  </a:lnTo>
                  <a:lnTo>
                    <a:pt x="16938806" y="656005"/>
                  </a:lnTo>
                  <a:lnTo>
                    <a:pt x="12162102" y="748727"/>
                  </a:lnTo>
                  <a:lnTo>
                    <a:pt x="12118270" y="785690"/>
                  </a:lnTo>
                  <a:lnTo>
                    <a:pt x="9218155" y="841986"/>
                  </a:lnTo>
                  <a:lnTo>
                    <a:pt x="9084652" y="915326"/>
                  </a:lnTo>
                  <a:lnTo>
                    <a:pt x="8507921" y="926521"/>
                  </a:lnTo>
                  <a:lnTo>
                    <a:pt x="8073230" y="1121412"/>
                  </a:lnTo>
                  <a:close/>
                </a:path>
                <a:path w="18143855" h="1524000">
                  <a:moveTo>
                    <a:pt x="17475390" y="698895"/>
                  </a:moveTo>
                  <a:lnTo>
                    <a:pt x="17125011" y="618243"/>
                  </a:lnTo>
                  <a:lnTo>
                    <a:pt x="17739380" y="606317"/>
                  </a:lnTo>
                  <a:lnTo>
                    <a:pt x="17475390" y="698895"/>
                  </a:lnTo>
                  <a:close/>
                </a:path>
                <a:path w="18143855" h="1524000">
                  <a:moveTo>
                    <a:pt x="18020518" y="916282"/>
                  </a:moveTo>
                  <a:lnTo>
                    <a:pt x="17739380" y="606317"/>
                  </a:lnTo>
                  <a:lnTo>
                    <a:pt x="18143496" y="598473"/>
                  </a:lnTo>
                  <a:lnTo>
                    <a:pt x="18143496" y="684513"/>
                  </a:lnTo>
                  <a:lnTo>
                    <a:pt x="18020518" y="916282"/>
                  </a:lnTo>
                  <a:close/>
                </a:path>
                <a:path w="18143855" h="1524000">
                  <a:moveTo>
                    <a:pt x="12379114" y="931459"/>
                  </a:moveTo>
                  <a:lnTo>
                    <a:pt x="12162102" y="748727"/>
                  </a:lnTo>
                  <a:lnTo>
                    <a:pt x="16938806" y="656005"/>
                  </a:lnTo>
                  <a:lnTo>
                    <a:pt x="16648129" y="714953"/>
                  </a:lnTo>
                  <a:lnTo>
                    <a:pt x="16558120" y="817420"/>
                  </a:lnTo>
                  <a:lnTo>
                    <a:pt x="12638760" y="893501"/>
                  </a:lnTo>
                  <a:lnTo>
                    <a:pt x="12379114" y="931459"/>
                  </a:lnTo>
                  <a:close/>
                </a:path>
                <a:path w="18143855" h="1524000">
                  <a:moveTo>
                    <a:pt x="10514641" y="1207904"/>
                  </a:moveTo>
                  <a:lnTo>
                    <a:pt x="10191277" y="1000459"/>
                  </a:lnTo>
                  <a:lnTo>
                    <a:pt x="9975059" y="871266"/>
                  </a:lnTo>
                  <a:lnTo>
                    <a:pt x="9548046" y="879555"/>
                  </a:lnTo>
                  <a:lnTo>
                    <a:pt x="9218155" y="841986"/>
                  </a:lnTo>
                  <a:lnTo>
                    <a:pt x="12118270" y="785690"/>
                  </a:lnTo>
                  <a:lnTo>
                    <a:pt x="12030010" y="860117"/>
                  </a:lnTo>
                  <a:lnTo>
                    <a:pt x="11139038" y="877412"/>
                  </a:lnTo>
                  <a:lnTo>
                    <a:pt x="10805155" y="988543"/>
                  </a:lnTo>
                  <a:lnTo>
                    <a:pt x="10514641" y="1207904"/>
                  </a:lnTo>
                  <a:close/>
                </a:path>
                <a:path w="18143855" h="1524000">
                  <a:moveTo>
                    <a:pt x="8883473" y="1025846"/>
                  </a:moveTo>
                  <a:lnTo>
                    <a:pt x="8507921" y="926521"/>
                  </a:lnTo>
                  <a:lnTo>
                    <a:pt x="9084652" y="915326"/>
                  </a:lnTo>
                  <a:lnTo>
                    <a:pt x="8883473" y="1025846"/>
                  </a:lnTo>
                  <a:close/>
                </a:path>
                <a:path w="18143855" h="1524000">
                  <a:moveTo>
                    <a:pt x="11859751" y="1003692"/>
                  </a:moveTo>
                  <a:lnTo>
                    <a:pt x="11575346" y="905055"/>
                  </a:lnTo>
                  <a:lnTo>
                    <a:pt x="11139038" y="877412"/>
                  </a:lnTo>
                  <a:lnTo>
                    <a:pt x="12030010" y="860117"/>
                  </a:lnTo>
                  <a:lnTo>
                    <a:pt x="11859751" y="1003692"/>
                  </a:lnTo>
                  <a:close/>
                </a:path>
                <a:path w="18143855" h="1524000">
                  <a:moveTo>
                    <a:pt x="13618089" y="1523515"/>
                  </a:moveTo>
                  <a:lnTo>
                    <a:pt x="13293152" y="1235034"/>
                  </a:lnTo>
                  <a:lnTo>
                    <a:pt x="12878155" y="1052461"/>
                  </a:lnTo>
                  <a:lnTo>
                    <a:pt x="12638760" y="893501"/>
                  </a:lnTo>
                  <a:lnTo>
                    <a:pt x="16558120" y="817420"/>
                  </a:lnTo>
                  <a:lnTo>
                    <a:pt x="16391935" y="1006607"/>
                  </a:lnTo>
                  <a:lnTo>
                    <a:pt x="16113086" y="1180295"/>
                  </a:lnTo>
                  <a:lnTo>
                    <a:pt x="14092668" y="1219514"/>
                  </a:lnTo>
                  <a:lnTo>
                    <a:pt x="13618089" y="1523515"/>
                  </a:lnTo>
                  <a:close/>
                </a:path>
                <a:path w="18143855" h="1524000">
                  <a:moveTo>
                    <a:pt x="14459002" y="1324914"/>
                  </a:moveTo>
                  <a:lnTo>
                    <a:pt x="14092664" y="1219515"/>
                  </a:lnTo>
                  <a:lnTo>
                    <a:pt x="16113086" y="1180295"/>
                  </a:lnTo>
                  <a:lnTo>
                    <a:pt x="16070345" y="1206918"/>
                  </a:lnTo>
                  <a:lnTo>
                    <a:pt x="14841611" y="1230769"/>
                  </a:lnTo>
                  <a:lnTo>
                    <a:pt x="14459002" y="1324914"/>
                  </a:lnTo>
                  <a:close/>
                </a:path>
                <a:path w="18143855" h="1524000">
                  <a:moveTo>
                    <a:pt x="15785124" y="1502210"/>
                  </a:moveTo>
                  <a:lnTo>
                    <a:pt x="15761363" y="1502672"/>
                  </a:lnTo>
                  <a:lnTo>
                    <a:pt x="15218959" y="1410144"/>
                  </a:lnTo>
                  <a:lnTo>
                    <a:pt x="14841606" y="1230769"/>
                  </a:lnTo>
                  <a:lnTo>
                    <a:pt x="16070345" y="1206918"/>
                  </a:lnTo>
                  <a:lnTo>
                    <a:pt x="15785124" y="150221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18288000" cy="1440180"/>
            </a:xfrm>
            <a:custGeom>
              <a:avLst/>
              <a:gdLst/>
              <a:ahLst/>
              <a:cxnLst/>
              <a:rect l="l" t="t" r="r" b="b"/>
              <a:pathLst>
                <a:path w="18288000" h="1440180">
                  <a:moveTo>
                    <a:pt x="362060" y="1134614"/>
                  </a:moveTo>
                  <a:lnTo>
                    <a:pt x="0" y="972663"/>
                  </a:lnTo>
                  <a:lnTo>
                    <a:pt x="0" y="0"/>
                  </a:lnTo>
                  <a:lnTo>
                    <a:pt x="18287999" y="0"/>
                  </a:lnTo>
                  <a:lnTo>
                    <a:pt x="18287999" y="129270"/>
                  </a:lnTo>
                  <a:lnTo>
                    <a:pt x="1601123" y="453186"/>
                  </a:lnTo>
                  <a:lnTo>
                    <a:pt x="1511815" y="525669"/>
                  </a:lnTo>
                  <a:lnTo>
                    <a:pt x="1370966" y="651477"/>
                  </a:lnTo>
                  <a:lnTo>
                    <a:pt x="1240816" y="770812"/>
                  </a:lnTo>
                  <a:lnTo>
                    <a:pt x="1183601" y="823879"/>
                  </a:lnTo>
                  <a:lnTo>
                    <a:pt x="704876" y="914238"/>
                  </a:lnTo>
                  <a:lnTo>
                    <a:pt x="362060" y="1134614"/>
                  </a:lnTo>
                  <a:close/>
                </a:path>
                <a:path w="18288000" h="1440180">
                  <a:moveTo>
                    <a:pt x="2005686" y="541139"/>
                  </a:moveTo>
                  <a:lnTo>
                    <a:pt x="1950497" y="522542"/>
                  </a:lnTo>
                  <a:lnTo>
                    <a:pt x="1824801" y="484218"/>
                  </a:lnTo>
                  <a:lnTo>
                    <a:pt x="1688407" y="452367"/>
                  </a:lnTo>
                  <a:lnTo>
                    <a:pt x="1601123" y="453186"/>
                  </a:lnTo>
                  <a:lnTo>
                    <a:pt x="18287999" y="129270"/>
                  </a:lnTo>
                  <a:lnTo>
                    <a:pt x="18287999" y="145729"/>
                  </a:lnTo>
                  <a:lnTo>
                    <a:pt x="4698579" y="409519"/>
                  </a:lnTo>
                  <a:lnTo>
                    <a:pt x="4688344" y="420526"/>
                  </a:lnTo>
                  <a:lnTo>
                    <a:pt x="2379067" y="465353"/>
                  </a:lnTo>
                  <a:lnTo>
                    <a:pt x="2005686" y="541139"/>
                  </a:lnTo>
                  <a:close/>
                </a:path>
                <a:path w="18288000" h="1440180">
                  <a:moveTo>
                    <a:pt x="5075936" y="589138"/>
                  </a:moveTo>
                  <a:lnTo>
                    <a:pt x="4698579" y="409519"/>
                  </a:lnTo>
                  <a:lnTo>
                    <a:pt x="18287999" y="145729"/>
                  </a:lnTo>
                  <a:lnTo>
                    <a:pt x="18287999" y="172506"/>
                  </a:lnTo>
                  <a:lnTo>
                    <a:pt x="5901071" y="412954"/>
                  </a:lnTo>
                  <a:lnTo>
                    <a:pt x="5075936" y="589138"/>
                  </a:lnTo>
                  <a:close/>
                </a:path>
                <a:path w="18288000" h="1440180">
                  <a:moveTo>
                    <a:pt x="3453113" y="887667"/>
                  </a:moveTo>
                  <a:lnTo>
                    <a:pt x="3029775" y="591763"/>
                  </a:lnTo>
                  <a:lnTo>
                    <a:pt x="2549477" y="601086"/>
                  </a:lnTo>
                  <a:lnTo>
                    <a:pt x="2379067" y="465353"/>
                  </a:lnTo>
                  <a:lnTo>
                    <a:pt x="4688344" y="420526"/>
                  </a:lnTo>
                  <a:lnTo>
                    <a:pt x="4597386" y="518343"/>
                  </a:lnTo>
                  <a:lnTo>
                    <a:pt x="4140305" y="527216"/>
                  </a:lnTo>
                  <a:lnTo>
                    <a:pt x="3963862" y="764014"/>
                  </a:lnTo>
                  <a:lnTo>
                    <a:pt x="3453113" y="887667"/>
                  </a:lnTo>
                  <a:close/>
                </a:path>
                <a:path w="18288000" h="1440180">
                  <a:moveTo>
                    <a:pt x="6224949" y="646918"/>
                  </a:moveTo>
                  <a:lnTo>
                    <a:pt x="5901071" y="412954"/>
                  </a:lnTo>
                  <a:lnTo>
                    <a:pt x="18287999" y="172506"/>
                  </a:lnTo>
                  <a:lnTo>
                    <a:pt x="18287999" y="279367"/>
                  </a:lnTo>
                  <a:lnTo>
                    <a:pt x="6595844" y="506328"/>
                  </a:lnTo>
                  <a:lnTo>
                    <a:pt x="6224949" y="646918"/>
                  </a:lnTo>
                  <a:close/>
                </a:path>
                <a:path w="18288000" h="1440180">
                  <a:moveTo>
                    <a:pt x="4495496" y="627919"/>
                  </a:moveTo>
                  <a:lnTo>
                    <a:pt x="4140305" y="527216"/>
                  </a:lnTo>
                  <a:lnTo>
                    <a:pt x="4597386" y="518343"/>
                  </a:lnTo>
                  <a:lnTo>
                    <a:pt x="4495496" y="627919"/>
                  </a:lnTo>
                  <a:close/>
                </a:path>
                <a:path w="18288000" h="1440180">
                  <a:moveTo>
                    <a:pt x="7957495" y="1040238"/>
                  </a:moveTo>
                  <a:lnTo>
                    <a:pt x="7573253" y="910866"/>
                  </a:lnTo>
                  <a:lnTo>
                    <a:pt x="7374186" y="678164"/>
                  </a:lnTo>
                  <a:lnTo>
                    <a:pt x="6972384" y="605879"/>
                  </a:lnTo>
                  <a:lnTo>
                    <a:pt x="6595844" y="506328"/>
                  </a:lnTo>
                  <a:lnTo>
                    <a:pt x="18287999" y="279367"/>
                  </a:lnTo>
                  <a:lnTo>
                    <a:pt x="18287999" y="512493"/>
                  </a:lnTo>
                  <a:lnTo>
                    <a:pt x="17009283" y="537315"/>
                  </a:lnTo>
                  <a:lnTo>
                    <a:pt x="16824419" y="574805"/>
                  </a:lnTo>
                  <a:lnTo>
                    <a:pt x="12046613" y="667549"/>
                  </a:lnTo>
                  <a:lnTo>
                    <a:pt x="12002780" y="704512"/>
                  </a:lnTo>
                  <a:lnTo>
                    <a:pt x="9102174" y="760816"/>
                  </a:lnTo>
                  <a:lnTo>
                    <a:pt x="8968770" y="834155"/>
                  </a:lnTo>
                  <a:lnTo>
                    <a:pt x="8391940" y="845352"/>
                  </a:lnTo>
                  <a:lnTo>
                    <a:pt x="7957495" y="1040238"/>
                  </a:lnTo>
                  <a:close/>
                </a:path>
                <a:path w="18288000" h="1440180">
                  <a:moveTo>
                    <a:pt x="17359908" y="617962"/>
                  </a:moveTo>
                  <a:lnTo>
                    <a:pt x="17009283" y="537315"/>
                  </a:lnTo>
                  <a:lnTo>
                    <a:pt x="17623652" y="525389"/>
                  </a:lnTo>
                  <a:lnTo>
                    <a:pt x="17359908" y="617962"/>
                  </a:lnTo>
                  <a:close/>
                </a:path>
                <a:path w="18288000" h="1440180">
                  <a:moveTo>
                    <a:pt x="18287999" y="936264"/>
                  </a:moveTo>
                  <a:lnTo>
                    <a:pt x="17953236" y="926780"/>
                  </a:lnTo>
                  <a:lnTo>
                    <a:pt x="17623652" y="525389"/>
                  </a:lnTo>
                  <a:lnTo>
                    <a:pt x="18287999" y="512493"/>
                  </a:lnTo>
                  <a:lnTo>
                    <a:pt x="18287999" y="936264"/>
                  </a:lnTo>
                  <a:close/>
                </a:path>
                <a:path w="18288000" h="1440180">
                  <a:moveTo>
                    <a:pt x="12263870" y="850275"/>
                  </a:moveTo>
                  <a:lnTo>
                    <a:pt x="12046613" y="667549"/>
                  </a:lnTo>
                  <a:lnTo>
                    <a:pt x="16824419" y="574805"/>
                  </a:lnTo>
                  <a:lnTo>
                    <a:pt x="16532401" y="634025"/>
                  </a:lnTo>
                  <a:lnTo>
                    <a:pt x="16443575" y="735241"/>
                  </a:lnTo>
                  <a:lnTo>
                    <a:pt x="12522760" y="811349"/>
                  </a:lnTo>
                  <a:lnTo>
                    <a:pt x="12263870" y="850275"/>
                  </a:lnTo>
                  <a:close/>
                </a:path>
                <a:path w="18288000" h="1440180">
                  <a:moveTo>
                    <a:pt x="10400379" y="1126700"/>
                  </a:moveTo>
                  <a:lnTo>
                    <a:pt x="10075788" y="919280"/>
                  </a:lnTo>
                  <a:lnTo>
                    <a:pt x="9859815" y="790081"/>
                  </a:lnTo>
                  <a:lnTo>
                    <a:pt x="9432557" y="798375"/>
                  </a:lnTo>
                  <a:lnTo>
                    <a:pt x="9102174" y="760816"/>
                  </a:lnTo>
                  <a:lnTo>
                    <a:pt x="12002780" y="704512"/>
                  </a:lnTo>
                  <a:lnTo>
                    <a:pt x="11914819" y="778687"/>
                  </a:lnTo>
                  <a:lnTo>
                    <a:pt x="11023544" y="795988"/>
                  </a:lnTo>
                  <a:lnTo>
                    <a:pt x="10689666" y="907364"/>
                  </a:lnTo>
                  <a:lnTo>
                    <a:pt x="10400379" y="1126700"/>
                  </a:lnTo>
                  <a:close/>
                </a:path>
                <a:path w="18288000" h="1440180">
                  <a:moveTo>
                    <a:pt x="8767739" y="944671"/>
                  </a:moveTo>
                  <a:lnTo>
                    <a:pt x="8391940" y="845352"/>
                  </a:lnTo>
                  <a:lnTo>
                    <a:pt x="8968770" y="834155"/>
                  </a:lnTo>
                  <a:lnTo>
                    <a:pt x="8767739" y="944671"/>
                  </a:lnTo>
                  <a:close/>
                </a:path>
                <a:path w="18288000" h="1440180">
                  <a:moveTo>
                    <a:pt x="11744262" y="922513"/>
                  </a:moveTo>
                  <a:lnTo>
                    <a:pt x="11459857" y="823876"/>
                  </a:lnTo>
                  <a:lnTo>
                    <a:pt x="11023544" y="795988"/>
                  </a:lnTo>
                  <a:lnTo>
                    <a:pt x="11914819" y="778687"/>
                  </a:lnTo>
                  <a:lnTo>
                    <a:pt x="11744262" y="922513"/>
                  </a:lnTo>
                  <a:close/>
                </a:path>
                <a:path w="18288000" h="1440180">
                  <a:moveTo>
                    <a:pt x="13502310" y="1440130"/>
                  </a:moveTo>
                  <a:lnTo>
                    <a:pt x="13177397" y="1152878"/>
                  </a:lnTo>
                  <a:lnTo>
                    <a:pt x="12762154" y="970309"/>
                  </a:lnTo>
                  <a:lnTo>
                    <a:pt x="12522760" y="811349"/>
                  </a:lnTo>
                  <a:lnTo>
                    <a:pt x="16443575" y="735241"/>
                  </a:lnTo>
                  <a:lnTo>
                    <a:pt x="16276451" y="925674"/>
                  </a:lnTo>
                  <a:lnTo>
                    <a:pt x="15999072" y="1098105"/>
                  </a:lnTo>
                  <a:lnTo>
                    <a:pt x="13976911" y="1137358"/>
                  </a:lnTo>
                  <a:lnTo>
                    <a:pt x="13502310" y="1440130"/>
                  </a:lnTo>
                  <a:close/>
                </a:path>
                <a:path w="18288000" h="1440180">
                  <a:moveTo>
                    <a:pt x="14342283" y="1243759"/>
                  </a:moveTo>
                  <a:lnTo>
                    <a:pt x="13976911" y="1137358"/>
                  </a:lnTo>
                  <a:lnTo>
                    <a:pt x="15999072" y="1098105"/>
                  </a:lnTo>
                  <a:lnTo>
                    <a:pt x="15954611" y="1125745"/>
                  </a:lnTo>
                  <a:lnTo>
                    <a:pt x="15953647" y="1126746"/>
                  </a:lnTo>
                  <a:lnTo>
                    <a:pt x="14725891" y="1150579"/>
                  </a:lnTo>
                  <a:lnTo>
                    <a:pt x="14342283" y="1243759"/>
                  </a:lnTo>
                  <a:close/>
                </a:path>
                <a:path w="18288000" h="1440180">
                  <a:moveTo>
                    <a:pt x="15665669" y="1426141"/>
                  </a:moveTo>
                  <a:lnTo>
                    <a:pt x="15103002" y="1330202"/>
                  </a:lnTo>
                  <a:lnTo>
                    <a:pt x="14725891" y="1150579"/>
                  </a:lnTo>
                  <a:lnTo>
                    <a:pt x="15953647" y="1126746"/>
                  </a:lnTo>
                  <a:lnTo>
                    <a:pt x="15665669" y="142614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18288000" cy="908685"/>
            </a:xfrm>
            <a:custGeom>
              <a:avLst/>
              <a:gdLst/>
              <a:ahLst/>
              <a:cxnLst/>
              <a:rect l="l" t="t" r="r" b="b"/>
              <a:pathLst>
                <a:path w="18288000" h="908685">
                  <a:moveTo>
                    <a:pt x="761760" y="630384"/>
                  </a:moveTo>
                  <a:lnTo>
                    <a:pt x="216620" y="576850"/>
                  </a:lnTo>
                  <a:lnTo>
                    <a:pt x="0" y="298497"/>
                  </a:lnTo>
                  <a:lnTo>
                    <a:pt x="0" y="0"/>
                  </a:lnTo>
                  <a:lnTo>
                    <a:pt x="9280385" y="0"/>
                  </a:lnTo>
                  <a:lnTo>
                    <a:pt x="4791071" y="87143"/>
                  </a:lnTo>
                  <a:lnTo>
                    <a:pt x="4642618" y="156351"/>
                  </a:lnTo>
                  <a:lnTo>
                    <a:pt x="1959188" y="208440"/>
                  </a:lnTo>
                  <a:lnTo>
                    <a:pt x="1910928" y="221145"/>
                  </a:lnTo>
                  <a:lnTo>
                    <a:pt x="1800421" y="251687"/>
                  </a:lnTo>
                  <a:lnTo>
                    <a:pt x="1679077" y="288703"/>
                  </a:lnTo>
                  <a:lnTo>
                    <a:pt x="1598309" y="320832"/>
                  </a:lnTo>
                  <a:lnTo>
                    <a:pt x="1493687" y="354038"/>
                  </a:lnTo>
                  <a:lnTo>
                    <a:pt x="1319868" y="393424"/>
                  </a:lnTo>
                  <a:lnTo>
                    <a:pt x="1156885" y="426335"/>
                  </a:lnTo>
                  <a:lnTo>
                    <a:pt x="1084772" y="440118"/>
                  </a:lnTo>
                  <a:lnTo>
                    <a:pt x="761760" y="630384"/>
                  </a:lnTo>
                  <a:close/>
                </a:path>
                <a:path w="18288000" h="908685">
                  <a:moveTo>
                    <a:pt x="5036649" y="336875"/>
                  </a:moveTo>
                  <a:lnTo>
                    <a:pt x="4791071" y="87143"/>
                  </a:lnTo>
                  <a:lnTo>
                    <a:pt x="9280385" y="0"/>
                  </a:lnTo>
                  <a:lnTo>
                    <a:pt x="15608005" y="0"/>
                  </a:lnTo>
                  <a:lnTo>
                    <a:pt x="9992017" y="109014"/>
                  </a:lnTo>
                  <a:lnTo>
                    <a:pt x="9991894" y="109261"/>
                  </a:lnTo>
                  <a:lnTo>
                    <a:pt x="5777136" y="191076"/>
                  </a:lnTo>
                  <a:lnTo>
                    <a:pt x="5637414" y="214945"/>
                  </a:lnTo>
                  <a:lnTo>
                    <a:pt x="5036649" y="336875"/>
                  </a:lnTo>
                  <a:close/>
                </a:path>
                <a:path w="18288000" h="908685">
                  <a:moveTo>
                    <a:pt x="2546927" y="469710"/>
                  </a:moveTo>
                  <a:lnTo>
                    <a:pt x="2376517" y="333977"/>
                  </a:lnTo>
                  <a:lnTo>
                    <a:pt x="1959188" y="208440"/>
                  </a:lnTo>
                  <a:lnTo>
                    <a:pt x="4642618" y="156351"/>
                  </a:lnTo>
                  <a:lnTo>
                    <a:pt x="4631619" y="161479"/>
                  </a:lnTo>
                  <a:lnTo>
                    <a:pt x="3022029" y="192723"/>
                  </a:lnTo>
                  <a:lnTo>
                    <a:pt x="2546927" y="469710"/>
                  </a:lnTo>
                  <a:close/>
                </a:path>
                <a:path w="18288000" h="908685">
                  <a:moveTo>
                    <a:pt x="3594700" y="588904"/>
                  </a:moveTo>
                  <a:lnTo>
                    <a:pt x="3022029" y="192723"/>
                  </a:lnTo>
                  <a:lnTo>
                    <a:pt x="4631619" y="161479"/>
                  </a:lnTo>
                  <a:lnTo>
                    <a:pt x="4487013" y="228893"/>
                  </a:lnTo>
                  <a:lnTo>
                    <a:pt x="4126427" y="293130"/>
                  </a:lnTo>
                  <a:lnTo>
                    <a:pt x="3955871" y="364979"/>
                  </a:lnTo>
                  <a:lnTo>
                    <a:pt x="3594700" y="588904"/>
                  </a:lnTo>
                  <a:close/>
                </a:path>
                <a:path w="18288000" h="908685">
                  <a:moveTo>
                    <a:pt x="10522131" y="451485"/>
                  </a:moveTo>
                  <a:lnTo>
                    <a:pt x="9992017" y="109014"/>
                  </a:lnTo>
                  <a:lnTo>
                    <a:pt x="15608005" y="0"/>
                  </a:lnTo>
                  <a:lnTo>
                    <a:pt x="16316724" y="0"/>
                  </a:lnTo>
                  <a:lnTo>
                    <a:pt x="12270507" y="78542"/>
                  </a:lnTo>
                  <a:lnTo>
                    <a:pt x="12023857" y="121595"/>
                  </a:lnTo>
                  <a:lnTo>
                    <a:pt x="12023531" y="121602"/>
                  </a:lnTo>
                  <a:lnTo>
                    <a:pt x="11838165" y="380984"/>
                  </a:lnTo>
                  <a:lnTo>
                    <a:pt x="11015799" y="396947"/>
                  </a:lnTo>
                  <a:lnTo>
                    <a:pt x="10522131" y="451485"/>
                  </a:lnTo>
                  <a:close/>
                </a:path>
                <a:path w="18288000" h="908685">
                  <a:moveTo>
                    <a:pt x="6217594" y="318619"/>
                  </a:moveTo>
                  <a:lnTo>
                    <a:pt x="6156780" y="298328"/>
                  </a:lnTo>
                  <a:lnTo>
                    <a:pt x="6018718" y="253880"/>
                  </a:lnTo>
                  <a:lnTo>
                    <a:pt x="5869979" y="209916"/>
                  </a:lnTo>
                  <a:lnTo>
                    <a:pt x="5777136" y="191076"/>
                  </a:lnTo>
                  <a:lnTo>
                    <a:pt x="9991894" y="109261"/>
                  </a:lnTo>
                  <a:lnTo>
                    <a:pt x="9968015" y="157382"/>
                  </a:lnTo>
                  <a:lnTo>
                    <a:pt x="6540497" y="223915"/>
                  </a:lnTo>
                  <a:lnTo>
                    <a:pt x="6217594" y="318619"/>
                  </a:lnTo>
                  <a:close/>
                </a:path>
                <a:path w="18288000" h="908685">
                  <a:moveTo>
                    <a:pt x="13455143" y="908465"/>
                  </a:moveTo>
                  <a:lnTo>
                    <a:pt x="13181799" y="632986"/>
                  </a:lnTo>
                  <a:lnTo>
                    <a:pt x="12755146" y="571256"/>
                  </a:lnTo>
                  <a:lnTo>
                    <a:pt x="12515746" y="412050"/>
                  </a:lnTo>
                  <a:lnTo>
                    <a:pt x="12270507" y="78542"/>
                  </a:lnTo>
                  <a:lnTo>
                    <a:pt x="16316724" y="0"/>
                  </a:lnTo>
                  <a:lnTo>
                    <a:pt x="18287999" y="0"/>
                  </a:lnTo>
                  <a:lnTo>
                    <a:pt x="18287999" y="25113"/>
                  </a:lnTo>
                  <a:lnTo>
                    <a:pt x="18287999" y="28552"/>
                  </a:lnTo>
                  <a:lnTo>
                    <a:pt x="16647768" y="60391"/>
                  </a:lnTo>
                  <a:lnTo>
                    <a:pt x="16267460" y="525922"/>
                  </a:lnTo>
                  <a:lnTo>
                    <a:pt x="16112796" y="583214"/>
                  </a:lnTo>
                  <a:lnTo>
                    <a:pt x="13862114" y="626903"/>
                  </a:lnTo>
                  <a:lnTo>
                    <a:pt x="13455143" y="908465"/>
                  </a:lnTo>
                  <a:close/>
                </a:path>
                <a:path w="18288000" h="908685">
                  <a:moveTo>
                    <a:pt x="7948520" y="641221"/>
                  </a:moveTo>
                  <a:lnTo>
                    <a:pt x="7848336" y="629558"/>
                  </a:lnTo>
                  <a:lnTo>
                    <a:pt x="7720714" y="584137"/>
                  </a:lnTo>
                  <a:lnTo>
                    <a:pt x="7610934" y="534914"/>
                  </a:lnTo>
                  <a:lnTo>
                    <a:pt x="7564279" y="511849"/>
                  </a:lnTo>
                  <a:lnTo>
                    <a:pt x="7524941" y="488726"/>
                  </a:lnTo>
                  <a:lnTo>
                    <a:pt x="7433951" y="437980"/>
                  </a:lnTo>
                  <a:lnTo>
                    <a:pt x="7332642" y="387940"/>
                  </a:lnTo>
                  <a:lnTo>
                    <a:pt x="7261279" y="366406"/>
                  </a:lnTo>
                  <a:lnTo>
                    <a:pt x="7227422" y="366262"/>
                  </a:lnTo>
                  <a:lnTo>
                    <a:pt x="7178629" y="363976"/>
                  </a:lnTo>
                  <a:lnTo>
                    <a:pt x="7002322" y="352773"/>
                  </a:lnTo>
                  <a:lnTo>
                    <a:pt x="6953469" y="350427"/>
                  </a:lnTo>
                  <a:lnTo>
                    <a:pt x="6919520" y="350194"/>
                  </a:lnTo>
                  <a:lnTo>
                    <a:pt x="6836173" y="331553"/>
                  </a:lnTo>
                  <a:lnTo>
                    <a:pt x="6708564" y="288024"/>
                  </a:lnTo>
                  <a:lnTo>
                    <a:pt x="6591678" y="244010"/>
                  </a:lnTo>
                  <a:lnTo>
                    <a:pt x="6540497" y="223915"/>
                  </a:lnTo>
                  <a:lnTo>
                    <a:pt x="9968015" y="157382"/>
                  </a:lnTo>
                  <a:lnTo>
                    <a:pt x="9874225" y="346393"/>
                  </a:lnTo>
                  <a:lnTo>
                    <a:pt x="9093196" y="361554"/>
                  </a:lnTo>
                  <a:lnTo>
                    <a:pt x="8801490" y="616891"/>
                  </a:lnTo>
                  <a:lnTo>
                    <a:pt x="8052625" y="631427"/>
                  </a:lnTo>
                  <a:lnTo>
                    <a:pt x="7948520" y="641221"/>
                  </a:lnTo>
                  <a:close/>
                </a:path>
                <a:path w="18288000" h="908685">
                  <a:moveTo>
                    <a:pt x="17273097" y="334688"/>
                  </a:moveTo>
                  <a:lnTo>
                    <a:pt x="17000290" y="137563"/>
                  </a:lnTo>
                  <a:lnTo>
                    <a:pt x="16647768" y="60391"/>
                  </a:lnTo>
                  <a:lnTo>
                    <a:pt x="18287999" y="28552"/>
                  </a:lnTo>
                  <a:lnTo>
                    <a:pt x="18287999" y="106179"/>
                  </a:lnTo>
                  <a:lnTo>
                    <a:pt x="18287999" y="112567"/>
                  </a:lnTo>
                  <a:lnTo>
                    <a:pt x="17614660" y="125637"/>
                  </a:lnTo>
                  <a:lnTo>
                    <a:pt x="17273097" y="334688"/>
                  </a:lnTo>
                  <a:close/>
                </a:path>
                <a:path w="18288000" h="908685">
                  <a:moveTo>
                    <a:pt x="17950583" y="385407"/>
                  </a:moveTo>
                  <a:lnTo>
                    <a:pt x="17614660" y="125637"/>
                  </a:lnTo>
                  <a:lnTo>
                    <a:pt x="18287999" y="112567"/>
                  </a:lnTo>
                  <a:lnTo>
                    <a:pt x="18287999" y="290175"/>
                  </a:lnTo>
                  <a:lnTo>
                    <a:pt x="18287999" y="292424"/>
                  </a:lnTo>
                  <a:lnTo>
                    <a:pt x="17950583" y="385407"/>
                  </a:lnTo>
                  <a:close/>
                </a:path>
                <a:path w="18288000" h="908685">
                  <a:moveTo>
                    <a:pt x="9852070" y="391041"/>
                  </a:moveTo>
                  <a:lnTo>
                    <a:pt x="9423338" y="399363"/>
                  </a:lnTo>
                  <a:lnTo>
                    <a:pt x="9093196" y="361554"/>
                  </a:lnTo>
                  <a:lnTo>
                    <a:pt x="9874225" y="346393"/>
                  </a:lnTo>
                  <a:lnTo>
                    <a:pt x="9852070" y="391041"/>
                  </a:lnTo>
                  <a:close/>
                </a:path>
                <a:path w="18288000" h="908685">
                  <a:moveTo>
                    <a:pt x="11736512" y="523228"/>
                  </a:moveTo>
                  <a:lnTo>
                    <a:pt x="11452112" y="424835"/>
                  </a:lnTo>
                  <a:lnTo>
                    <a:pt x="11015799" y="396947"/>
                  </a:lnTo>
                  <a:lnTo>
                    <a:pt x="11838165" y="380984"/>
                  </a:lnTo>
                  <a:lnTo>
                    <a:pt x="11736512" y="523228"/>
                  </a:lnTo>
                  <a:close/>
                </a:path>
                <a:path w="18288000" h="908685">
                  <a:moveTo>
                    <a:pt x="8760837" y="652475"/>
                  </a:moveTo>
                  <a:lnTo>
                    <a:pt x="8357854" y="633275"/>
                  </a:lnTo>
                  <a:lnTo>
                    <a:pt x="8307278" y="631666"/>
                  </a:lnTo>
                  <a:lnTo>
                    <a:pt x="8188873" y="629646"/>
                  </a:lnTo>
                  <a:lnTo>
                    <a:pt x="8052625" y="631427"/>
                  </a:lnTo>
                  <a:lnTo>
                    <a:pt x="8801490" y="616891"/>
                  </a:lnTo>
                  <a:lnTo>
                    <a:pt x="8760837" y="652475"/>
                  </a:lnTo>
                  <a:close/>
                </a:path>
                <a:path w="18288000" h="908685">
                  <a:moveTo>
                    <a:pt x="14335506" y="843962"/>
                  </a:moveTo>
                  <a:lnTo>
                    <a:pt x="13862114" y="626903"/>
                  </a:lnTo>
                  <a:lnTo>
                    <a:pt x="16112796" y="583214"/>
                  </a:lnTo>
                  <a:lnTo>
                    <a:pt x="16047011" y="607582"/>
                  </a:lnTo>
                  <a:lnTo>
                    <a:pt x="14791973" y="631945"/>
                  </a:lnTo>
                  <a:lnTo>
                    <a:pt x="14335506" y="843962"/>
                  </a:lnTo>
                  <a:close/>
                </a:path>
                <a:path w="18288000" h="908685">
                  <a:moveTo>
                    <a:pt x="15550493" y="820378"/>
                  </a:moveTo>
                  <a:lnTo>
                    <a:pt x="15019022" y="813007"/>
                  </a:lnTo>
                  <a:lnTo>
                    <a:pt x="14791973" y="631945"/>
                  </a:lnTo>
                  <a:lnTo>
                    <a:pt x="16047011" y="607582"/>
                  </a:lnTo>
                  <a:lnTo>
                    <a:pt x="15854555" y="678874"/>
                  </a:lnTo>
                  <a:lnTo>
                    <a:pt x="15550493" y="820378"/>
                  </a:lnTo>
                  <a:close/>
                </a:path>
              </a:pathLst>
            </a:custGeom>
            <a:solidFill>
              <a:srgbClr val="FFD04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907754" y="1555473"/>
            <a:ext cx="2343150" cy="511809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3200" spc="-315"/>
              <a:t>Security</a:t>
            </a:r>
            <a:r>
              <a:rPr dirty="0" sz="3200" spc="-260"/>
              <a:t> </a:t>
            </a:r>
            <a:r>
              <a:rPr dirty="0" sz="3200" spc="-330"/>
              <a:t>Alert</a:t>
            </a:r>
            <a:endParaRPr sz="3200"/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7154" y="2754463"/>
            <a:ext cx="114300" cy="11429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7154" y="3706963"/>
            <a:ext cx="114300" cy="11429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7154" y="4659462"/>
            <a:ext cx="114300" cy="114299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907754" y="2428106"/>
            <a:ext cx="15967710" cy="5339080"/>
          </a:xfrm>
          <a:prstGeom prst="rect">
            <a:avLst/>
          </a:prstGeom>
        </p:spPr>
        <p:txBody>
          <a:bodyPr wrap="square" lIns="0" tIns="26669" rIns="0" bIns="0" rtlCol="0" vert="horz">
            <a:spAutoFit/>
          </a:bodyPr>
          <a:lstStyle/>
          <a:p>
            <a:pPr marL="573405" marR="5080">
              <a:lnSpc>
                <a:spcPct val="113300"/>
              </a:lnSpc>
              <a:spcBef>
                <a:spcPts val="209"/>
              </a:spcBef>
              <a:tabLst>
                <a:tab pos="1069975" algn="l"/>
                <a:tab pos="6926580" algn="l"/>
                <a:tab pos="7504430" algn="l"/>
                <a:tab pos="7883525" algn="l"/>
                <a:tab pos="9354820" algn="l"/>
                <a:tab pos="10158095" algn="l"/>
                <a:tab pos="11137900" algn="l"/>
                <a:tab pos="11689715" algn="l"/>
                <a:tab pos="12750165" algn="l"/>
                <a:tab pos="13292455" algn="l"/>
                <a:tab pos="14671675" algn="l"/>
              </a:tabLst>
            </a:pPr>
            <a:r>
              <a:rPr dirty="0" sz="2600" spc="-50">
                <a:latin typeface="Comic Sans MS"/>
                <a:cs typeface="Comic Sans MS"/>
              </a:rPr>
              <a:t>A</a:t>
            </a:r>
            <a:r>
              <a:rPr dirty="0" sz="2600">
                <a:latin typeface="Comic Sans MS"/>
                <a:cs typeface="Comic Sans MS"/>
              </a:rPr>
              <a:t>	</a:t>
            </a:r>
            <a:r>
              <a:rPr dirty="0" sz="3200" spc="-285" b="1">
                <a:latin typeface="Comic Sans MS"/>
                <a:cs typeface="Comic Sans MS"/>
              </a:rPr>
              <a:t>notification</a:t>
            </a:r>
            <a:r>
              <a:rPr dirty="0" sz="3200" spc="625" b="1">
                <a:latin typeface="Comic Sans MS"/>
                <a:cs typeface="Comic Sans MS"/>
              </a:rPr>
              <a:t> </a:t>
            </a:r>
            <a:r>
              <a:rPr dirty="0" sz="3200" spc="-310" b="1">
                <a:latin typeface="Comic Sans MS"/>
                <a:cs typeface="Comic Sans MS"/>
              </a:rPr>
              <a:t>or</a:t>
            </a:r>
            <a:r>
              <a:rPr dirty="0" sz="3200" spc="630" b="1">
                <a:latin typeface="Comic Sans MS"/>
                <a:cs typeface="Comic Sans MS"/>
              </a:rPr>
              <a:t> </a:t>
            </a:r>
            <a:r>
              <a:rPr dirty="0" sz="3200" spc="-320" b="1">
                <a:latin typeface="Comic Sans MS"/>
                <a:cs typeface="Comic Sans MS"/>
              </a:rPr>
              <a:t>warning</a:t>
            </a:r>
            <a:r>
              <a:rPr dirty="0" sz="3200" spc="630" b="1">
                <a:latin typeface="Comic Sans MS"/>
                <a:cs typeface="Comic Sans MS"/>
              </a:rPr>
              <a:t> </a:t>
            </a:r>
            <a:r>
              <a:rPr dirty="0" sz="2600" spc="-10">
                <a:latin typeface="Comic Sans MS"/>
                <a:cs typeface="Comic Sans MS"/>
              </a:rPr>
              <a:t>generated</a:t>
            </a:r>
            <a:r>
              <a:rPr dirty="0" sz="2600">
                <a:latin typeface="Comic Sans MS"/>
                <a:cs typeface="Comic Sans MS"/>
              </a:rPr>
              <a:t>	</a:t>
            </a:r>
            <a:r>
              <a:rPr dirty="0" sz="2600" spc="-25">
                <a:latin typeface="Comic Sans MS"/>
                <a:cs typeface="Comic Sans MS"/>
              </a:rPr>
              <a:t>by</a:t>
            </a:r>
            <a:r>
              <a:rPr dirty="0" sz="2600">
                <a:latin typeface="Comic Sans MS"/>
                <a:cs typeface="Comic Sans MS"/>
              </a:rPr>
              <a:t>	</a:t>
            </a:r>
            <a:r>
              <a:rPr dirty="0" sz="2600" spc="-50">
                <a:latin typeface="Comic Sans MS"/>
                <a:cs typeface="Comic Sans MS"/>
              </a:rPr>
              <a:t>a</a:t>
            </a:r>
            <a:r>
              <a:rPr dirty="0" sz="2600">
                <a:latin typeface="Comic Sans MS"/>
                <a:cs typeface="Comic Sans MS"/>
              </a:rPr>
              <a:t>	</a:t>
            </a:r>
            <a:r>
              <a:rPr dirty="0" sz="2600" spc="-10">
                <a:latin typeface="Comic Sans MS"/>
                <a:cs typeface="Comic Sans MS"/>
              </a:rPr>
              <a:t>security</a:t>
            </a:r>
            <a:r>
              <a:rPr dirty="0" sz="2600">
                <a:latin typeface="Comic Sans MS"/>
                <a:cs typeface="Comic Sans MS"/>
              </a:rPr>
              <a:t>	</a:t>
            </a:r>
            <a:r>
              <a:rPr dirty="0" sz="2600" spc="-20">
                <a:latin typeface="Comic Sans MS"/>
                <a:cs typeface="Comic Sans MS"/>
              </a:rPr>
              <a:t>tool</a:t>
            </a:r>
            <a:r>
              <a:rPr dirty="0" sz="2600">
                <a:latin typeface="Comic Sans MS"/>
                <a:cs typeface="Comic Sans MS"/>
              </a:rPr>
              <a:t>	</a:t>
            </a:r>
            <a:r>
              <a:rPr dirty="0" sz="2600" spc="-20">
                <a:latin typeface="Comic Sans MS"/>
                <a:cs typeface="Comic Sans MS"/>
              </a:rPr>
              <a:t>when</a:t>
            </a:r>
            <a:r>
              <a:rPr dirty="0" sz="2600">
                <a:latin typeface="Comic Sans MS"/>
                <a:cs typeface="Comic Sans MS"/>
              </a:rPr>
              <a:t>	</a:t>
            </a:r>
            <a:r>
              <a:rPr dirty="0" sz="2600" spc="-25">
                <a:latin typeface="Comic Sans MS"/>
                <a:cs typeface="Comic Sans MS"/>
              </a:rPr>
              <a:t>an</a:t>
            </a:r>
            <a:r>
              <a:rPr dirty="0" sz="2600">
                <a:latin typeface="Comic Sans MS"/>
                <a:cs typeface="Comic Sans MS"/>
              </a:rPr>
              <a:t>	</a:t>
            </a:r>
            <a:r>
              <a:rPr dirty="0" sz="2600" spc="-10">
                <a:latin typeface="Comic Sans MS"/>
                <a:cs typeface="Comic Sans MS"/>
              </a:rPr>
              <a:t>event</a:t>
            </a:r>
            <a:r>
              <a:rPr dirty="0" sz="2600">
                <a:latin typeface="Comic Sans MS"/>
                <a:cs typeface="Comic Sans MS"/>
              </a:rPr>
              <a:t>	</a:t>
            </a:r>
            <a:r>
              <a:rPr dirty="0" sz="2600" spc="-25">
                <a:latin typeface="Comic Sans MS"/>
                <a:cs typeface="Comic Sans MS"/>
              </a:rPr>
              <a:t>or</a:t>
            </a:r>
            <a:r>
              <a:rPr dirty="0" sz="2600">
                <a:latin typeface="Comic Sans MS"/>
                <a:cs typeface="Comic Sans MS"/>
              </a:rPr>
              <a:t>	</a:t>
            </a:r>
            <a:r>
              <a:rPr dirty="0" sz="2600" spc="-10">
                <a:latin typeface="Comic Sans MS"/>
                <a:cs typeface="Comic Sans MS"/>
              </a:rPr>
              <a:t>pattern</a:t>
            </a:r>
            <a:r>
              <a:rPr dirty="0" sz="2600">
                <a:latin typeface="Comic Sans MS"/>
                <a:cs typeface="Comic Sans MS"/>
              </a:rPr>
              <a:t>	</a:t>
            </a:r>
            <a:r>
              <a:rPr dirty="0" sz="2600" spc="-10">
                <a:latin typeface="Comic Sans MS"/>
                <a:cs typeface="Comic Sans MS"/>
              </a:rPr>
              <a:t>matches </a:t>
            </a:r>
            <a:r>
              <a:rPr dirty="0" sz="2600">
                <a:latin typeface="Comic Sans MS"/>
                <a:cs typeface="Comic Sans MS"/>
              </a:rPr>
              <a:t>predefined</a:t>
            </a:r>
            <a:r>
              <a:rPr dirty="0" sz="2600" spc="-7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suspicious</a:t>
            </a:r>
            <a:r>
              <a:rPr dirty="0" sz="2600" spc="-7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rules</a:t>
            </a:r>
            <a:r>
              <a:rPr dirty="0" sz="2600" spc="-7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or</a:t>
            </a:r>
            <a:r>
              <a:rPr dirty="0" sz="2600" spc="-70">
                <a:latin typeface="Comic Sans MS"/>
                <a:cs typeface="Comic Sans MS"/>
              </a:rPr>
              <a:t> </a:t>
            </a:r>
            <a:r>
              <a:rPr dirty="0" sz="2600" spc="-10">
                <a:latin typeface="Comic Sans MS"/>
                <a:cs typeface="Comic Sans MS"/>
              </a:rPr>
              <a:t>thresholds.</a:t>
            </a:r>
            <a:endParaRPr sz="2600">
              <a:latin typeface="Comic Sans MS"/>
              <a:cs typeface="Comic Sans MS"/>
            </a:endParaRPr>
          </a:p>
          <a:p>
            <a:pPr marL="573405" marR="5080">
              <a:lnSpc>
                <a:spcPts val="3750"/>
              </a:lnSpc>
              <a:spcBef>
                <a:spcPts val="229"/>
              </a:spcBef>
              <a:tabLst>
                <a:tab pos="2919095" algn="l"/>
                <a:tab pos="3402965" algn="l"/>
                <a:tab pos="3726815" algn="l"/>
                <a:tab pos="4836160" algn="l"/>
                <a:tab pos="5593080" algn="l"/>
                <a:tab pos="7233920" algn="l"/>
                <a:tab pos="8058784" algn="l"/>
                <a:tab pos="9771380" algn="l"/>
                <a:tab pos="10796270" algn="l"/>
                <a:tab pos="11327130" algn="l"/>
                <a:tab pos="12387580" algn="l"/>
                <a:tab pos="13077190" algn="l"/>
                <a:tab pos="14507210" algn="l"/>
                <a:tab pos="15621635" algn="l"/>
              </a:tabLst>
            </a:pPr>
            <a:r>
              <a:rPr dirty="0" sz="3200" spc="-340" b="1">
                <a:latin typeface="Comic Sans MS"/>
                <a:cs typeface="Comic Sans MS"/>
              </a:rPr>
              <a:t>Nature:</a:t>
            </a:r>
            <a:r>
              <a:rPr dirty="0" sz="3200" spc="175" b="1">
                <a:latin typeface="Comic Sans MS"/>
                <a:cs typeface="Comic Sans MS"/>
              </a:rPr>
              <a:t> </a:t>
            </a:r>
            <a:r>
              <a:rPr dirty="0" sz="2600" spc="-20">
                <a:latin typeface="Comic Sans MS"/>
                <a:cs typeface="Comic Sans MS"/>
              </a:rPr>
              <a:t>Acts</a:t>
            </a:r>
            <a:r>
              <a:rPr dirty="0" sz="2600">
                <a:latin typeface="Comic Sans MS"/>
                <a:cs typeface="Comic Sans MS"/>
              </a:rPr>
              <a:t>	</a:t>
            </a:r>
            <a:r>
              <a:rPr dirty="0" sz="2600" spc="-25">
                <a:latin typeface="Comic Sans MS"/>
                <a:cs typeface="Comic Sans MS"/>
              </a:rPr>
              <a:t>as</a:t>
            </a:r>
            <a:r>
              <a:rPr dirty="0" sz="2600">
                <a:latin typeface="Comic Sans MS"/>
                <a:cs typeface="Comic Sans MS"/>
              </a:rPr>
              <a:t>	</a:t>
            </a:r>
            <a:r>
              <a:rPr dirty="0" sz="2600" spc="-50">
                <a:latin typeface="Comic Sans MS"/>
                <a:cs typeface="Comic Sans MS"/>
              </a:rPr>
              <a:t>a</a:t>
            </a:r>
            <a:r>
              <a:rPr dirty="0" sz="2600">
                <a:latin typeface="Comic Sans MS"/>
                <a:cs typeface="Comic Sans MS"/>
              </a:rPr>
              <a:t>	</a:t>
            </a:r>
            <a:r>
              <a:rPr dirty="0" sz="2600" spc="-10">
                <a:latin typeface="Comic Sans MS"/>
                <a:cs typeface="Comic Sans MS"/>
              </a:rPr>
              <a:t>raised</a:t>
            </a:r>
            <a:r>
              <a:rPr dirty="0" sz="2600">
                <a:latin typeface="Comic Sans MS"/>
                <a:cs typeface="Comic Sans MS"/>
              </a:rPr>
              <a:t>	</a:t>
            </a:r>
            <a:r>
              <a:rPr dirty="0" sz="2600" spc="-20">
                <a:latin typeface="Comic Sans MS"/>
                <a:cs typeface="Comic Sans MS"/>
              </a:rPr>
              <a:t>flag</a:t>
            </a:r>
            <a:r>
              <a:rPr dirty="0" sz="2600">
                <a:latin typeface="Comic Sans MS"/>
                <a:cs typeface="Comic Sans MS"/>
              </a:rPr>
              <a:t>	</a:t>
            </a:r>
            <a:r>
              <a:rPr dirty="0" sz="2600" spc="-10">
                <a:latin typeface="Comic Sans MS"/>
                <a:cs typeface="Comic Sans MS"/>
              </a:rPr>
              <a:t>indicating</a:t>
            </a:r>
            <a:r>
              <a:rPr dirty="0" sz="2600">
                <a:latin typeface="Comic Sans MS"/>
                <a:cs typeface="Comic Sans MS"/>
              </a:rPr>
              <a:t>	</a:t>
            </a:r>
            <a:r>
              <a:rPr dirty="0" sz="2600" spc="-20">
                <a:latin typeface="Comic Sans MS"/>
                <a:cs typeface="Comic Sans MS"/>
              </a:rPr>
              <a:t>that</a:t>
            </a:r>
            <a:r>
              <a:rPr dirty="0" sz="2600">
                <a:latin typeface="Comic Sans MS"/>
                <a:cs typeface="Comic Sans MS"/>
              </a:rPr>
              <a:t>	</a:t>
            </a:r>
            <a:r>
              <a:rPr dirty="0" sz="2600" spc="-10">
                <a:latin typeface="Comic Sans MS"/>
                <a:cs typeface="Comic Sans MS"/>
              </a:rPr>
              <a:t>something</a:t>
            </a:r>
            <a:r>
              <a:rPr dirty="0" sz="2600">
                <a:latin typeface="Comic Sans MS"/>
                <a:cs typeface="Comic Sans MS"/>
              </a:rPr>
              <a:t>	</a:t>
            </a:r>
            <a:r>
              <a:rPr dirty="0" sz="2600" spc="-10">
                <a:latin typeface="Comic Sans MS"/>
                <a:cs typeface="Comic Sans MS"/>
              </a:rPr>
              <a:t>might</a:t>
            </a:r>
            <a:r>
              <a:rPr dirty="0" sz="2600">
                <a:latin typeface="Comic Sans MS"/>
                <a:cs typeface="Comic Sans MS"/>
              </a:rPr>
              <a:t>	</a:t>
            </a:r>
            <a:r>
              <a:rPr dirty="0" sz="2600" spc="-25">
                <a:latin typeface="Comic Sans MS"/>
                <a:cs typeface="Comic Sans MS"/>
              </a:rPr>
              <a:t>be</a:t>
            </a:r>
            <a:r>
              <a:rPr dirty="0" sz="2600">
                <a:latin typeface="Comic Sans MS"/>
                <a:cs typeface="Comic Sans MS"/>
              </a:rPr>
              <a:t>	</a:t>
            </a:r>
            <a:r>
              <a:rPr dirty="0" sz="2600" spc="-10">
                <a:latin typeface="Comic Sans MS"/>
                <a:cs typeface="Comic Sans MS"/>
              </a:rPr>
              <a:t>wrong</a:t>
            </a:r>
            <a:r>
              <a:rPr dirty="0" sz="2600">
                <a:latin typeface="Comic Sans MS"/>
                <a:cs typeface="Comic Sans MS"/>
              </a:rPr>
              <a:t>	</a:t>
            </a:r>
            <a:r>
              <a:rPr dirty="0" sz="2600" spc="-25">
                <a:latin typeface="Comic Sans MS"/>
                <a:cs typeface="Comic Sans MS"/>
              </a:rPr>
              <a:t>and</a:t>
            </a:r>
            <a:r>
              <a:rPr dirty="0" sz="2600">
                <a:latin typeface="Comic Sans MS"/>
                <a:cs typeface="Comic Sans MS"/>
              </a:rPr>
              <a:t>	</a:t>
            </a:r>
            <a:r>
              <a:rPr dirty="0" sz="2600" spc="-10">
                <a:latin typeface="Comic Sans MS"/>
                <a:cs typeface="Comic Sans MS"/>
              </a:rPr>
              <a:t>requires</a:t>
            </a:r>
            <a:r>
              <a:rPr dirty="0" sz="2600">
                <a:latin typeface="Comic Sans MS"/>
                <a:cs typeface="Comic Sans MS"/>
              </a:rPr>
              <a:t>	</a:t>
            </a:r>
            <a:r>
              <a:rPr dirty="0" sz="2600" spc="-20">
                <a:latin typeface="Comic Sans MS"/>
                <a:cs typeface="Comic Sans MS"/>
              </a:rPr>
              <a:t>human</a:t>
            </a:r>
            <a:r>
              <a:rPr dirty="0" sz="2600">
                <a:latin typeface="Comic Sans MS"/>
                <a:cs typeface="Comic Sans MS"/>
              </a:rPr>
              <a:t>	</a:t>
            </a:r>
            <a:r>
              <a:rPr dirty="0" sz="2600" spc="-25">
                <a:latin typeface="Comic Sans MS"/>
                <a:cs typeface="Comic Sans MS"/>
              </a:rPr>
              <a:t>or </a:t>
            </a:r>
            <a:r>
              <a:rPr dirty="0" sz="2600">
                <a:latin typeface="Comic Sans MS"/>
                <a:cs typeface="Comic Sans MS"/>
              </a:rPr>
              <a:t>automated</a:t>
            </a:r>
            <a:r>
              <a:rPr dirty="0" sz="2600" spc="-80">
                <a:latin typeface="Comic Sans MS"/>
                <a:cs typeface="Comic Sans MS"/>
              </a:rPr>
              <a:t> </a:t>
            </a:r>
            <a:r>
              <a:rPr dirty="0" sz="2600" spc="-10">
                <a:latin typeface="Comic Sans MS"/>
                <a:cs typeface="Comic Sans MS"/>
              </a:rPr>
              <a:t>review.</a:t>
            </a:r>
            <a:endParaRPr sz="2600">
              <a:latin typeface="Comic Sans MS"/>
              <a:cs typeface="Comic Sans MS"/>
            </a:endParaRPr>
          </a:p>
          <a:p>
            <a:pPr marL="573405" marR="5080">
              <a:lnSpc>
                <a:spcPts val="3750"/>
              </a:lnSpc>
              <a:tabLst>
                <a:tab pos="2323465" algn="l"/>
                <a:tab pos="3771265" algn="l"/>
                <a:tab pos="4864100" algn="l"/>
                <a:tab pos="5767070" algn="l"/>
                <a:tab pos="7374890" algn="l"/>
                <a:tab pos="7838440" algn="l"/>
                <a:tab pos="8564245" algn="l"/>
                <a:tab pos="9883775" algn="l"/>
                <a:tab pos="10423525" algn="l"/>
                <a:tab pos="11889740" algn="l"/>
                <a:tab pos="13066394" algn="l"/>
                <a:tab pos="14899640" algn="l"/>
                <a:tab pos="15427325" algn="l"/>
              </a:tabLst>
            </a:pPr>
            <a:r>
              <a:rPr dirty="0" sz="3200" spc="-315" b="1">
                <a:latin typeface="Comic Sans MS"/>
                <a:cs typeface="Comic Sans MS"/>
              </a:rPr>
              <a:t>Examples</a:t>
            </a:r>
            <a:r>
              <a:rPr dirty="0" sz="2600" spc="-315">
                <a:latin typeface="Comic Sans MS"/>
                <a:cs typeface="Comic Sans MS"/>
              </a:rPr>
              <a:t>:</a:t>
            </a:r>
            <a:r>
              <a:rPr dirty="0" sz="2600">
                <a:latin typeface="Comic Sans MS"/>
                <a:cs typeface="Comic Sans MS"/>
              </a:rPr>
              <a:t>	</a:t>
            </a:r>
            <a:r>
              <a:rPr dirty="0" sz="2600" spc="-10">
                <a:latin typeface="Comic Sans MS"/>
                <a:cs typeface="Comic Sans MS"/>
              </a:rPr>
              <a:t>Multiple</a:t>
            </a:r>
            <a:r>
              <a:rPr dirty="0" sz="2600">
                <a:latin typeface="Comic Sans MS"/>
                <a:cs typeface="Comic Sans MS"/>
              </a:rPr>
              <a:t>	</a:t>
            </a:r>
            <a:r>
              <a:rPr dirty="0" sz="2600" spc="-10">
                <a:latin typeface="Comic Sans MS"/>
                <a:cs typeface="Comic Sans MS"/>
              </a:rPr>
              <a:t>failed</a:t>
            </a:r>
            <a:r>
              <a:rPr dirty="0" sz="2600">
                <a:latin typeface="Comic Sans MS"/>
                <a:cs typeface="Comic Sans MS"/>
              </a:rPr>
              <a:t>	</a:t>
            </a:r>
            <a:r>
              <a:rPr dirty="0" sz="2600" spc="-10">
                <a:latin typeface="Comic Sans MS"/>
                <a:cs typeface="Comic Sans MS"/>
              </a:rPr>
              <a:t>login</a:t>
            </a:r>
            <a:r>
              <a:rPr dirty="0" sz="2600">
                <a:latin typeface="Comic Sans MS"/>
                <a:cs typeface="Comic Sans MS"/>
              </a:rPr>
              <a:t>	</a:t>
            </a:r>
            <a:r>
              <a:rPr dirty="0" sz="2600" spc="-10">
                <a:latin typeface="Comic Sans MS"/>
                <a:cs typeface="Comic Sans MS"/>
              </a:rPr>
              <a:t>attempts</a:t>
            </a:r>
            <a:r>
              <a:rPr dirty="0" sz="2600">
                <a:latin typeface="Comic Sans MS"/>
                <a:cs typeface="Comic Sans MS"/>
              </a:rPr>
              <a:t>	</a:t>
            </a:r>
            <a:r>
              <a:rPr dirty="0" sz="2600" spc="-25">
                <a:latin typeface="Comic Sans MS"/>
                <a:cs typeface="Comic Sans MS"/>
              </a:rPr>
              <a:t>in</a:t>
            </a:r>
            <a:r>
              <a:rPr dirty="0" sz="2600">
                <a:latin typeface="Comic Sans MS"/>
                <a:cs typeface="Comic Sans MS"/>
              </a:rPr>
              <a:t>	</a:t>
            </a:r>
            <a:r>
              <a:rPr dirty="0" sz="2600" spc="-25">
                <a:latin typeface="Comic Sans MS"/>
                <a:cs typeface="Comic Sans MS"/>
              </a:rPr>
              <a:t>one</a:t>
            </a:r>
            <a:r>
              <a:rPr dirty="0" sz="2600">
                <a:latin typeface="Comic Sans MS"/>
                <a:cs typeface="Comic Sans MS"/>
              </a:rPr>
              <a:t>	</a:t>
            </a:r>
            <a:r>
              <a:rPr dirty="0" sz="2600" spc="-10">
                <a:latin typeface="Comic Sans MS"/>
                <a:cs typeface="Comic Sans MS"/>
              </a:rPr>
              <a:t>minute,</a:t>
            </a:r>
            <a:r>
              <a:rPr dirty="0" sz="2600">
                <a:latin typeface="Comic Sans MS"/>
                <a:cs typeface="Comic Sans MS"/>
              </a:rPr>
              <a:t>	</a:t>
            </a:r>
            <a:r>
              <a:rPr dirty="0" sz="2600" spc="-25">
                <a:latin typeface="Comic Sans MS"/>
                <a:cs typeface="Comic Sans MS"/>
              </a:rPr>
              <a:t>an</a:t>
            </a:r>
            <a:r>
              <a:rPr dirty="0" sz="2600">
                <a:latin typeface="Comic Sans MS"/>
                <a:cs typeface="Comic Sans MS"/>
              </a:rPr>
              <a:t>	</a:t>
            </a:r>
            <a:r>
              <a:rPr dirty="0" sz="2600" spc="-10">
                <a:latin typeface="Comic Sans MS"/>
                <a:cs typeface="Comic Sans MS"/>
              </a:rPr>
              <a:t>unknown</a:t>
            </a:r>
            <a:r>
              <a:rPr dirty="0" sz="2600">
                <a:latin typeface="Comic Sans MS"/>
                <a:cs typeface="Comic Sans MS"/>
              </a:rPr>
              <a:t>	</a:t>
            </a:r>
            <a:r>
              <a:rPr dirty="0" sz="2600" spc="-10">
                <a:latin typeface="Comic Sans MS"/>
                <a:cs typeface="Comic Sans MS"/>
              </a:rPr>
              <a:t>device</a:t>
            </a:r>
            <a:r>
              <a:rPr dirty="0" sz="2600">
                <a:latin typeface="Comic Sans MS"/>
                <a:cs typeface="Comic Sans MS"/>
              </a:rPr>
              <a:t>	</a:t>
            </a:r>
            <a:r>
              <a:rPr dirty="0" sz="2600" spc="-10">
                <a:latin typeface="Comic Sans MS"/>
                <a:cs typeface="Comic Sans MS"/>
              </a:rPr>
              <a:t>connecting</a:t>
            </a:r>
            <a:r>
              <a:rPr dirty="0" sz="2600">
                <a:latin typeface="Comic Sans MS"/>
                <a:cs typeface="Comic Sans MS"/>
              </a:rPr>
              <a:t>	</a:t>
            </a:r>
            <a:r>
              <a:rPr dirty="0" sz="2600" spc="-25">
                <a:latin typeface="Comic Sans MS"/>
                <a:cs typeface="Comic Sans MS"/>
              </a:rPr>
              <a:t>to</a:t>
            </a:r>
            <a:r>
              <a:rPr dirty="0" sz="2600">
                <a:latin typeface="Comic Sans MS"/>
                <a:cs typeface="Comic Sans MS"/>
              </a:rPr>
              <a:t>	</a:t>
            </a:r>
            <a:r>
              <a:rPr dirty="0" sz="2600" spc="-25">
                <a:latin typeface="Comic Sans MS"/>
                <a:cs typeface="Comic Sans MS"/>
              </a:rPr>
              <a:t>the </a:t>
            </a:r>
            <a:r>
              <a:rPr dirty="0" sz="2600">
                <a:latin typeface="Comic Sans MS"/>
                <a:cs typeface="Comic Sans MS"/>
              </a:rPr>
              <a:t>network,</a:t>
            </a:r>
            <a:r>
              <a:rPr dirty="0" sz="2600" spc="-6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or</a:t>
            </a:r>
            <a:r>
              <a:rPr dirty="0" sz="2600" spc="-5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a</a:t>
            </a:r>
            <a:r>
              <a:rPr dirty="0" sz="2600" spc="-6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potential</a:t>
            </a:r>
            <a:r>
              <a:rPr dirty="0" sz="2600" spc="-5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malware</a:t>
            </a:r>
            <a:r>
              <a:rPr dirty="0" sz="2600" spc="-5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signature</a:t>
            </a:r>
            <a:r>
              <a:rPr dirty="0" sz="2600" spc="-6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detected</a:t>
            </a:r>
            <a:r>
              <a:rPr dirty="0" sz="2600" spc="-5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on</a:t>
            </a:r>
            <a:r>
              <a:rPr dirty="0" sz="2600" spc="-6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an</a:t>
            </a:r>
            <a:r>
              <a:rPr dirty="0" sz="2600" spc="-55">
                <a:latin typeface="Comic Sans MS"/>
                <a:cs typeface="Comic Sans MS"/>
              </a:rPr>
              <a:t> </a:t>
            </a:r>
            <a:r>
              <a:rPr dirty="0" sz="2600" spc="-10">
                <a:latin typeface="Comic Sans MS"/>
                <a:cs typeface="Comic Sans MS"/>
              </a:rPr>
              <a:t>endpoint.</a:t>
            </a:r>
            <a:endParaRPr sz="2600">
              <a:latin typeface="Comic Sans MS"/>
              <a:cs typeface="Comic Sans MS"/>
            </a:endParaRPr>
          </a:p>
          <a:p>
            <a:pPr algn="just" marL="12700" marR="5080">
              <a:lnSpc>
                <a:spcPct val="117900"/>
              </a:lnSpc>
              <a:spcBef>
                <a:spcPts val="2860"/>
              </a:spcBef>
            </a:pPr>
            <a:r>
              <a:rPr dirty="0" sz="2600" spc="-10">
                <a:latin typeface="Comic Sans MS"/>
                <a:cs typeface="Comic Sans MS"/>
              </a:rPr>
              <a:t>An</a:t>
            </a:r>
            <a:r>
              <a:rPr dirty="0" sz="2600" spc="10">
                <a:latin typeface="Comic Sans MS"/>
                <a:cs typeface="Comic Sans MS"/>
              </a:rPr>
              <a:t> </a:t>
            </a:r>
            <a:r>
              <a:rPr dirty="0" sz="3200" spc="-295" b="1">
                <a:latin typeface="Comic Sans MS"/>
                <a:cs typeface="Comic Sans MS"/>
              </a:rPr>
              <a:t>alert</a:t>
            </a:r>
            <a:r>
              <a:rPr dirty="0" sz="3200" spc="-250" b="1">
                <a:latin typeface="Comic Sans MS"/>
                <a:cs typeface="Comic Sans MS"/>
              </a:rPr>
              <a:t> </a:t>
            </a:r>
            <a:r>
              <a:rPr dirty="0" sz="3200" spc="-240" b="1">
                <a:latin typeface="Comic Sans MS"/>
                <a:cs typeface="Comic Sans MS"/>
              </a:rPr>
              <a:t>is</a:t>
            </a:r>
            <a:r>
              <a:rPr dirty="0" sz="3200" spc="-250" b="1">
                <a:latin typeface="Comic Sans MS"/>
                <a:cs typeface="Comic Sans MS"/>
              </a:rPr>
              <a:t> </a:t>
            </a:r>
            <a:r>
              <a:rPr dirty="0" sz="3200" spc="-355" b="1">
                <a:latin typeface="Comic Sans MS"/>
                <a:cs typeface="Comic Sans MS"/>
              </a:rPr>
              <a:t>a</a:t>
            </a:r>
            <a:r>
              <a:rPr dirty="0" sz="3200" spc="-250" b="1">
                <a:latin typeface="Comic Sans MS"/>
                <a:cs typeface="Comic Sans MS"/>
              </a:rPr>
              <a:t> </a:t>
            </a:r>
            <a:r>
              <a:rPr dirty="0" sz="3200" spc="-285" b="1">
                <a:latin typeface="Comic Sans MS"/>
                <a:cs typeface="Comic Sans MS"/>
              </a:rPr>
              <a:t>notification</a:t>
            </a:r>
            <a:r>
              <a:rPr dirty="0" sz="3200" spc="-250" b="1">
                <a:latin typeface="Comic Sans MS"/>
                <a:cs typeface="Comic Sans MS"/>
              </a:rPr>
              <a:t> </a:t>
            </a:r>
            <a:r>
              <a:rPr dirty="0" sz="3200" spc="-320" b="1">
                <a:latin typeface="Comic Sans MS"/>
                <a:cs typeface="Comic Sans MS"/>
              </a:rPr>
              <a:t>of</a:t>
            </a:r>
            <a:r>
              <a:rPr dirty="0" sz="3200" spc="-250" b="1">
                <a:latin typeface="Comic Sans MS"/>
                <a:cs typeface="Comic Sans MS"/>
              </a:rPr>
              <a:t> </a:t>
            </a:r>
            <a:r>
              <a:rPr dirty="0" sz="3200" spc="-355" b="1">
                <a:latin typeface="Comic Sans MS"/>
                <a:cs typeface="Comic Sans MS"/>
              </a:rPr>
              <a:t>a</a:t>
            </a:r>
            <a:r>
              <a:rPr dirty="0" sz="3200" spc="-250" b="1">
                <a:latin typeface="Comic Sans MS"/>
                <a:cs typeface="Comic Sans MS"/>
              </a:rPr>
              <a:t> </a:t>
            </a:r>
            <a:r>
              <a:rPr dirty="0" sz="3200" spc="-315" b="1">
                <a:latin typeface="Comic Sans MS"/>
                <a:cs typeface="Comic Sans MS"/>
              </a:rPr>
              <a:t>cybersecurity</a:t>
            </a:r>
            <a:r>
              <a:rPr dirty="0" sz="3200" spc="-250" b="1">
                <a:latin typeface="Comic Sans MS"/>
                <a:cs typeface="Comic Sans MS"/>
              </a:rPr>
              <a:t> </a:t>
            </a:r>
            <a:r>
              <a:rPr dirty="0" sz="3200" spc="-315" b="1">
                <a:latin typeface="Comic Sans MS"/>
                <a:cs typeface="Comic Sans MS"/>
              </a:rPr>
              <a:t>event.</a:t>
            </a:r>
            <a:r>
              <a:rPr dirty="0" sz="3200" spc="-600" b="1">
                <a:latin typeface="Comic Sans MS"/>
                <a:cs typeface="Comic Sans MS"/>
              </a:rPr>
              <a:t> </a:t>
            </a:r>
            <a:r>
              <a:rPr dirty="0" sz="2600" spc="-10">
                <a:latin typeface="Comic Sans MS"/>
                <a:cs typeface="Comic Sans MS"/>
              </a:rPr>
              <a:t>(Or,</a:t>
            </a:r>
            <a:r>
              <a:rPr dirty="0" sz="2600" spc="10">
                <a:latin typeface="Comic Sans MS"/>
                <a:cs typeface="Comic Sans MS"/>
              </a:rPr>
              <a:t> </a:t>
            </a:r>
            <a:r>
              <a:rPr dirty="0" sz="2600" spc="-15">
                <a:latin typeface="Comic Sans MS"/>
                <a:cs typeface="Comic Sans MS"/>
              </a:rPr>
              <a:t>sometimes,</a:t>
            </a:r>
            <a:r>
              <a:rPr dirty="0" sz="2600" spc="1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a</a:t>
            </a:r>
            <a:r>
              <a:rPr dirty="0" sz="2600" spc="10">
                <a:latin typeface="Comic Sans MS"/>
                <a:cs typeface="Comic Sans MS"/>
              </a:rPr>
              <a:t> </a:t>
            </a:r>
            <a:r>
              <a:rPr dirty="0" sz="2600" spc="-15">
                <a:latin typeface="Comic Sans MS"/>
                <a:cs typeface="Comic Sans MS"/>
              </a:rPr>
              <a:t>series</a:t>
            </a:r>
            <a:r>
              <a:rPr dirty="0" sz="2600" spc="10">
                <a:latin typeface="Comic Sans MS"/>
                <a:cs typeface="Comic Sans MS"/>
              </a:rPr>
              <a:t> </a:t>
            </a:r>
            <a:r>
              <a:rPr dirty="0" sz="2600" spc="-10">
                <a:latin typeface="Comic Sans MS"/>
                <a:cs typeface="Comic Sans MS"/>
              </a:rPr>
              <a:t>of</a:t>
            </a:r>
            <a:r>
              <a:rPr dirty="0" sz="2600" spc="10">
                <a:latin typeface="Comic Sans MS"/>
                <a:cs typeface="Comic Sans MS"/>
              </a:rPr>
              <a:t> </a:t>
            </a:r>
            <a:r>
              <a:rPr dirty="0" sz="2600" spc="-15">
                <a:latin typeface="Comic Sans MS"/>
                <a:cs typeface="Comic Sans MS"/>
              </a:rPr>
              <a:t>events.)</a:t>
            </a:r>
            <a:r>
              <a:rPr dirty="0" sz="2600" spc="10">
                <a:latin typeface="Comic Sans MS"/>
                <a:cs typeface="Comic Sans MS"/>
              </a:rPr>
              <a:t> </a:t>
            </a:r>
            <a:r>
              <a:rPr dirty="0" sz="2600" spc="-5">
                <a:latin typeface="Comic Sans MS"/>
                <a:cs typeface="Comic Sans MS"/>
              </a:rPr>
              <a:t>Yo</a:t>
            </a:r>
            <a:r>
              <a:rPr dirty="0" sz="2600">
                <a:latin typeface="Comic Sans MS"/>
                <a:cs typeface="Comic Sans MS"/>
              </a:rPr>
              <a:t>u</a:t>
            </a:r>
            <a:r>
              <a:rPr dirty="0" sz="2600" spc="10">
                <a:latin typeface="Comic Sans MS"/>
                <a:cs typeface="Comic Sans MS"/>
              </a:rPr>
              <a:t> </a:t>
            </a:r>
            <a:r>
              <a:rPr dirty="0" sz="2600" spc="-15">
                <a:latin typeface="Comic Sans MS"/>
                <a:cs typeface="Comic Sans MS"/>
              </a:rPr>
              <a:t>can</a:t>
            </a:r>
            <a:r>
              <a:rPr dirty="0" sz="2600" spc="10">
                <a:latin typeface="Comic Sans MS"/>
                <a:cs typeface="Comic Sans MS"/>
              </a:rPr>
              <a:t> </a:t>
            </a:r>
            <a:r>
              <a:rPr dirty="0" sz="2600" spc="-10">
                <a:latin typeface="Comic Sans MS"/>
                <a:cs typeface="Comic Sans MS"/>
              </a:rPr>
              <a:t>work</a:t>
            </a:r>
            <a:r>
              <a:rPr dirty="0" sz="2600">
                <a:latin typeface="Comic Sans MS"/>
                <a:cs typeface="Comic Sans MS"/>
              </a:rPr>
              <a:t> </a:t>
            </a:r>
            <a:r>
              <a:rPr dirty="0" sz="2600" spc="-5">
                <a:latin typeface="Comic Sans MS"/>
                <a:cs typeface="Comic Sans MS"/>
              </a:rPr>
              <a:t>wit</a:t>
            </a:r>
            <a:r>
              <a:rPr dirty="0" sz="2600">
                <a:latin typeface="Comic Sans MS"/>
                <a:cs typeface="Comic Sans MS"/>
              </a:rPr>
              <a:t>h</a:t>
            </a:r>
            <a:r>
              <a:rPr dirty="0" sz="2600" spc="615">
                <a:latin typeface="Comic Sans MS"/>
                <a:cs typeface="Comic Sans MS"/>
              </a:rPr>
              <a:t> </a:t>
            </a:r>
            <a:r>
              <a:rPr dirty="0" sz="2600" spc="-10">
                <a:latin typeface="Comic Sans MS"/>
                <a:cs typeface="Comic Sans MS"/>
              </a:rPr>
              <a:t>your</a:t>
            </a:r>
            <a:r>
              <a:rPr dirty="0" sz="2600" spc="615">
                <a:latin typeface="Comic Sans MS"/>
                <a:cs typeface="Comic Sans MS"/>
              </a:rPr>
              <a:t> </a:t>
            </a:r>
            <a:r>
              <a:rPr dirty="0" sz="2600" spc="-10">
                <a:latin typeface="Comic Sans MS"/>
                <a:cs typeface="Comic Sans MS"/>
              </a:rPr>
              <a:t>security</a:t>
            </a:r>
            <a:r>
              <a:rPr dirty="0" sz="2600" spc="615">
                <a:latin typeface="Comic Sans MS"/>
                <a:cs typeface="Comic Sans MS"/>
              </a:rPr>
              <a:t> </a:t>
            </a:r>
            <a:r>
              <a:rPr dirty="0" sz="2600" spc="-10">
                <a:latin typeface="Comic Sans MS"/>
                <a:cs typeface="Comic Sans MS"/>
              </a:rPr>
              <a:t>provider</a:t>
            </a:r>
            <a:r>
              <a:rPr dirty="0" sz="2600" spc="615">
                <a:latin typeface="Comic Sans MS"/>
                <a:cs typeface="Comic Sans MS"/>
              </a:rPr>
              <a:t> </a:t>
            </a:r>
            <a:r>
              <a:rPr dirty="0" sz="2600" spc="-5">
                <a:latin typeface="Comic Sans MS"/>
                <a:cs typeface="Comic Sans MS"/>
              </a:rPr>
              <a:t>t</a:t>
            </a:r>
            <a:r>
              <a:rPr dirty="0" sz="2600">
                <a:latin typeface="Comic Sans MS"/>
                <a:cs typeface="Comic Sans MS"/>
              </a:rPr>
              <a:t>o</a:t>
            </a:r>
            <a:r>
              <a:rPr dirty="0" sz="2600" spc="615">
                <a:latin typeface="Comic Sans MS"/>
                <a:cs typeface="Comic Sans MS"/>
              </a:rPr>
              <a:t> </a:t>
            </a:r>
            <a:r>
              <a:rPr dirty="0" sz="2600" spc="-15">
                <a:latin typeface="Comic Sans MS"/>
                <a:cs typeface="Comic Sans MS"/>
              </a:rPr>
              <a:t>determine</a:t>
            </a:r>
            <a:r>
              <a:rPr dirty="0" sz="2600" spc="615">
                <a:latin typeface="Comic Sans MS"/>
                <a:cs typeface="Comic Sans MS"/>
              </a:rPr>
              <a:t> </a:t>
            </a:r>
            <a:r>
              <a:rPr dirty="0" sz="2600" spc="-10">
                <a:latin typeface="Comic Sans MS"/>
                <a:cs typeface="Comic Sans MS"/>
              </a:rPr>
              <a:t>which</a:t>
            </a:r>
            <a:r>
              <a:rPr dirty="0" sz="2600" spc="615">
                <a:latin typeface="Comic Sans MS"/>
                <a:cs typeface="Comic Sans MS"/>
              </a:rPr>
              <a:t> </a:t>
            </a:r>
            <a:r>
              <a:rPr dirty="0" sz="2600" spc="-10">
                <a:latin typeface="Comic Sans MS"/>
                <a:cs typeface="Comic Sans MS"/>
              </a:rPr>
              <a:t>types</a:t>
            </a:r>
            <a:r>
              <a:rPr dirty="0" sz="2600" spc="615">
                <a:latin typeface="Comic Sans MS"/>
                <a:cs typeface="Comic Sans MS"/>
              </a:rPr>
              <a:t> </a:t>
            </a:r>
            <a:r>
              <a:rPr dirty="0" sz="2600" spc="-10">
                <a:latin typeface="Comic Sans MS"/>
                <a:cs typeface="Comic Sans MS"/>
              </a:rPr>
              <a:t>of</a:t>
            </a:r>
            <a:r>
              <a:rPr dirty="0" sz="2600" spc="615">
                <a:latin typeface="Comic Sans MS"/>
                <a:cs typeface="Comic Sans MS"/>
              </a:rPr>
              <a:t> </a:t>
            </a:r>
            <a:r>
              <a:rPr dirty="0" sz="2600" spc="-15">
                <a:latin typeface="Comic Sans MS"/>
                <a:cs typeface="Comic Sans MS"/>
              </a:rPr>
              <a:t>events</a:t>
            </a:r>
            <a:r>
              <a:rPr dirty="0" sz="2600" spc="615">
                <a:latin typeface="Comic Sans MS"/>
                <a:cs typeface="Comic Sans MS"/>
              </a:rPr>
              <a:t> </a:t>
            </a:r>
            <a:r>
              <a:rPr dirty="0" sz="2600" spc="-5">
                <a:latin typeface="Comic Sans MS"/>
                <a:cs typeface="Comic Sans MS"/>
              </a:rPr>
              <a:t>yo</a:t>
            </a:r>
            <a:r>
              <a:rPr dirty="0" sz="2600">
                <a:latin typeface="Comic Sans MS"/>
                <a:cs typeface="Comic Sans MS"/>
              </a:rPr>
              <a:t>u</a:t>
            </a:r>
            <a:r>
              <a:rPr dirty="0" sz="2600" spc="615">
                <a:latin typeface="Comic Sans MS"/>
                <a:cs typeface="Comic Sans MS"/>
              </a:rPr>
              <a:t> </a:t>
            </a:r>
            <a:r>
              <a:rPr dirty="0" sz="2600" spc="-10">
                <a:latin typeface="Comic Sans MS"/>
                <a:cs typeface="Comic Sans MS"/>
              </a:rPr>
              <a:t>want</a:t>
            </a:r>
            <a:r>
              <a:rPr dirty="0" sz="2600" spc="615">
                <a:latin typeface="Comic Sans MS"/>
                <a:cs typeface="Comic Sans MS"/>
              </a:rPr>
              <a:t> </a:t>
            </a:r>
            <a:r>
              <a:rPr dirty="0" sz="2600" spc="-5">
                <a:latin typeface="Comic Sans MS"/>
                <a:cs typeface="Comic Sans MS"/>
              </a:rPr>
              <a:t>t</a:t>
            </a:r>
            <a:r>
              <a:rPr dirty="0" sz="2600">
                <a:latin typeface="Comic Sans MS"/>
                <a:cs typeface="Comic Sans MS"/>
              </a:rPr>
              <a:t>o</a:t>
            </a:r>
            <a:r>
              <a:rPr dirty="0" sz="2600" spc="615">
                <a:latin typeface="Comic Sans MS"/>
                <a:cs typeface="Comic Sans MS"/>
              </a:rPr>
              <a:t> </a:t>
            </a:r>
            <a:r>
              <a:rPr dirty="0" sz="2600" spc="-15">
                <a:latin typeface="Comic Sans MS"/>
                <a:cs typeface="Comic Sans MS"/>
              </a:rPr>
              <a:t>monitor</a:t>
            </a:r>
            <a:r>
              <a:rPr dirty="0" sz="2600" spc="615">
                <a:latin typeface="Comic Sans MS"/>
                <a:cs typeface="Comic Sans MS"/>
              </a:rPr>
              <a:t> </a:t>
            </a:r>
            <a:r>
              <a:rPr dirty="0" sz="2600" spc="-5">
                <a:latin typeface="Comic Sans MS"/>
                <a:cs typeface="Comic Sans MS"/>
              </a:rPr>
              <a:t>wit</a:t>
            </a:r>
            <a:r>
              <a:rPr dirty="0" sz="2600">
                <a:latin typeface="Comic Sans MS"/>
                <a:cs typeface="Comic Sans MS"/>
              </a:rPr>
              <a:t>h</a:t>
            </a:r>
            <a:r>
              <a:rPr dirty="0" sz="2600" spc="615">
                <a:latin typeface="Comic Sans MS"/>
                <a:cs typeface="Comic Sans MS"/>
              </a:rPr>
              <a:t> </a:t>
            </a:r>
            <a:r>
              <a:rPr dirty="0" sz="2600" spc="-15">
                <a:latin typeface="Comic Sans MS"/>
                <a:cs typeface="Comic Sans MS"/>
              </a:rPr>
              <a:t>alerts.</a:t>
            </a:r>
            <a:r>
              <a:rPr dirty="0" sz="2600" spc="-10">
                <a:latin typeface="Comic Sans MS"/>
                <a:cs typeface="Comic Sans MS"/>
              </a:rPr>
              <a:t> </a:t>
            </a:r>
            <a:r>
              <a:rPr dirty="0" sz="2600" spc="-15">
                <a:latin typeface="Comic Sans MS"/>
                <a:cs typeface="Comic Sans MS"/>
              </a:rPr>
              <a:t>Depending</a:t>
            </a:r>
            <a:r>
              <a:rPr dirty="0" sz="2600" spc="85">
                <a:latin typeface="Comic Sans MS"/>
                <a:cs typeface="Comic Sans MS"/>
              </a:rPr>
              <a:t> </a:t>
            </a:r>
            <a:r>
              <a:rPr dirty="0" sz="2600" spc="-10">
                <a:latin typeface="Comic Sans MS"/>
                <a:cs typeface="Comic Sans MS"/>
              </a:rPr>
              <a:t>on</a:t>
            </a:r>
            <a:r>
              <a:rPr dirty="0" sz="2600" spc="85">
                <a:latin typeface="Comic Sans MS"/>
                <a:cs typeface="Comic Sans MS"/>
              </a:rPr>
              <a:t> </a:t>
            </a:r>
            <a:r>
              <a:rPr dirty="0" sz="2600" spc="-10">
                <a:latin typeface="Comic Sans MS"/>
                <a:cs typeface="Comic Sans MS"/>
              </a:rPr>
              <a:t>your</a:t>
            </a:r>
            <a:r>
              <a:rPr dirty="0" sz="2600" spc="85">
                <a:latin typeface="Comic Sans MS"/>
                <a:cs typeface="Comic Sans MS"/>
              </a:rPr>
              <a:t> </a:t>
            </a:r>
            <a:r>
              <a:rPr dirty="0" sz="2600" spc="-10">
                <a:latin typeface="Comic Sans MS"/>
                <a:cs typeface="Comic Sans MS"/>
              </a:rPr>
              <a:t>Security</a:t>
            </a:r>
            <a:r>
              <a:rPr dirty="0" sz="2600" spc="85">
                <a:latin typeface="Comic Sans MS"/>
                <a:cs typeface="Comic Sans MS"/>
              </a:rPr>
              <a:t> </a:t>
            </a:r>
            <a:r>
              <a:rPr dirty="0" sz="2600" spc="-15">
                <a:latin typeface="Comic Sans MS"/>
                <a:cs typeface="Comic Sans MS"/>
              </a:rPr>
              <a:t>Information</a:t>
            </a:r>
            <a:r>
              <a:rPr dirty="0" sz="2600" spc="85">
                <a:latin typeface="Comic Sans MS"/>
                <a:cs typeface="Comic Sans MS"/>
              </a:rPr>
              <a:t> </a:t>
            </a:r>
            <a:r>
              <a:rPr dirty="0" sz="2600" spc="-10">
                <a:latin typeface="Comic Sans MS"/>
                <a:cs typeface="Comic Sans MS"/>
              </a:rPr>
              <a:t>and</a:t>
            </a:r>
            <a:r>
              <a:rPr dirty="0" sz="2600" spc="85">
                <a:latin typeface="Comic Sans MS"/>
                <a:cs typeface="Comic Sans MS"/>
              </a:rPr>
              <a:t> </a:t>
            </a:r>
            <a:r>
              <a:rPr dirty="0" sz="2600" spc="-15">
                <a:latin typeface="Comic Sans MS"/>
                <a:cs typeface="Comic Sans MS"/>
              </a:rPr>
              <a:t>Event</a:t>
            </a:r>
            <a:r>
              <a:rPr dirty="0" sz="2600" spc="85">
                <a:latin typeface="Comic Sans MS"/>
                <a:cs typeface="Comic Sans MS"/>
              </a:rPr>
              <a:t> </a:t>
            </a:r>
            <a:r>
              <a:rPr dirty="0" sz="2600" spc="-15">
                <a:latin typeface="Comic Sans MS"/>
                <a:cs typeface="Comic Sans MS"/>
              </a:rPr>
              <a:t>Management</a:t>
            </a:r>
            <a:r>
              <a:rPr dirty="0" sz="2600" spc="85">
                <a:latin typeface="Comic Sans MS"/>
                <a:cs typeface="Comic Sans MS"/>
              </a:rPr>
              <a:t> </a:t>
            </a:r>
            <a:r>
              <a:rPr dirty="0" sz="2600" spc="-15">
                <a:latin typeface="Comic Sans MS"/>
                <a:cs typeface="Comic Sans MS"/>
              </a:rPr>
              <a:t>(SIEM)</a:t>
            </a:r>
            <a:r>
              <a:rPr dirty="0" sz="2600" spc="85">
                <a:latin typeface="Comic Sans MS"/>
                <a:cs typeface="Comic Sans MS"/>
              </a:rPr>
              <a:t> </a:t>
            </a:r>
            <a:r>
              <a:rPr dirty="0" sz="2600" spc="-10">
                <a:latin typeface="Comic Sans MS"/>
                <a:cs typeface="Comic Sans MS"/>
              </a:rPr>
              <a:t>software</a:t>
            </a:r>
            <a:r>
              <a:rPr dirty="0" sz="2600" spc="85">
                <a:latin typeface="Comic Sans MS"/>
                <a:cs typeface="Comic Sans MS"/>
              </a:rPr>
              <a:t> </a:t>
            </a:r>
            <a:r>
              <a:rPr dirty="0" sz="2600" spc="-10">
                <a:latin typeface="Comic Sans MS"/>
                <a:cs typeface="Comic Sans MS"/>
              </a:rPr>
              <a:t>and</a:t>
            </a:r>
            <a:r>
              <a:rPr dirty="0" sz="2600" spc="85">
                <a:latin typeface="Comic Sans MS"/>
                <a:cs typeface="Comic Sans MS"/>
              </a:rPr>
              <a:t> </a:t>
            </a:r>
            <a:r>
              <a:rPr dirty="0" sz="2600" spc="-10">
                <a:latin typeface="Comic Sans MS"/>
                <a:cs typeface="Comic Sans MS"/>
              </a:rPr>
              <a:t>support,</a:t>
            </a:r>
            <a:r>
              <a:rPr dirty="0" sz="2600" spc="85">
                <a:latin typeface="Comic Sans MS"/>
                <a:cs typeface="Comic Sans MS"/>
              </a:rPr>
              <a:t> </a:t>
            </a:r>
            <a:r>
              <a:rPr dirty="0" sz="2600" spc="-5">
                <a:latin typeface="Comic Sans MS"/>
                <a:cs typeface="Comic Sans MS"/>
              </a:rPr>
              <a:t>yo</a:t>
            </a:r>
            <a:r>
              <a:rPr dirty="0" sz="2600">
                <a:latin typeface="Comic Sans MS"/>
                <a:cs typeface="Comic Sans MS"/>
              </a:rPr>
              <a:t>u</a:t>
            </a:r>
            <a:r>
              <a:rPr dirty="0" sz="2600" spc="85">
                <a:latin typeface="Comic Sans MS"/>
                <a:cs typeface="Comic Sans MS"/>
              </a:rPr>
              <a:t> </a:t>
            </a:r>
            <a:r>
              <a:rPr dirty="0" sz="2600" spc="-15">
                <a:latin typeface="Comic Sans MS"/>
                <a:cs typeface="Comic Sans MS"/>
              </a:rPr>
              <a:t>can</a:t>
            </a:r>
            <a:r>
              <a:rPr dirty="0" sz="2600" spc="-10">
                <a:latin typeface="Comic Sans MS"/>
                <a:cs typeface="Comic Sans MS"/>
              </a:rPr>
              <a:t> </a:t>
            </a:r>
            <a:r>
              <a:rPr dirty="0" sz="2600" spc="-15">
                <a:latin typeface="Comic Sans MS"/>
                <a:cs typeface="Comic Sans MS"/>
              </a:rPr>
              <a:t>send</a:t>
            </a:r>
            <a:r>
              <a:rPr dirty="0" sz="2600" spc="-5">
                <a:latin typeface="Comic Sans MS"/>
                <a:cs typeface="Comic Sans MS"/>
              </a:rPr>
              <a:t> </a:t>
            </a:r>
            <a:r>
              <a:rPr dirty="0" sz="2600" spc="-10">
                <a:latin typeface="Comic Sans MS"/>
                <a:cs typeface="Comic Sans MS"/>
              </a:rPr>
              <a:t>alerts</a:t>
            </a:r>
            <a:r>
              <a:rPr dirty="0" sz="2600" spc="-5">
                <a:latin typeface="Comic Sans MS"/>
                <a:cs typeface="Comic Sans MS"/>
              </a:rPr>
              <a:t> t</a:t>
            </a:r>
            <a:r>
              <a:rPr dirty="0" sz="2600">
                <a:latin typeface="Comic Sans MS"/>
                <a:cs typeface="Comic Sans MS"/>
              </a:rPr>
              <a:t>o</a:t>
            </a:r>
            <a:r>
              <a:rPr dirty="0" sz="2600" spc="-5">
                <a:latin typeface="Comic Sans MS"/>
                <a:cs typeface="Comic Sans MS"/>
              </a:rPr>
              <a:t> </a:t>
            </a:r>
            <a:r>
              <a:rPr dirty="0" sz="2600" spc="-10">
                <a:latin typeface="Comic Sans MS"/>
                <a:cs typeface="Comic Sans MS"/>
              </a:rPr>
              <a:t>any</a:t>
            </a:r>
            <a:r>
              <a:rPr dirty="0" sz="2600" spc="-5">
                <a:latin typeface="Comic Sans MS"/>
                <a:cs typeface="Comic Sans MS"/>
              </a:rPr>
              <a:t> </a:t>
            </a:r>
            <a:r>
              <a:rPr dirty="0" sz="2600" spc="-15">
                <a:latin typeface="Comic Sans MS"/>
                <a:cs typeface="Comic Sans MS"/>
              </a:rPr>
              <a:t>relevant</a:t>
            </a:r>
            <a:r>
              <a:rPr dirty="0" sz="2600" spc="-5">
                <a:latin typeface="Comic Sans MS"/>
                <a:cs typeface="Comic Sans MS"/>
              </a:rPr>
              <a:t> </a:t>
            </a:r>
            <a:r>
              <a:rPr dirty="0" sz="2600" spc="-10">
                <a:latin typeface="Comic Sans MS"/>
                <a:cs typeface="Comic Sans MS"/>
              </a:rPr>
              <a:t>parties</a:t>
            </a:r>
            <a:r>
              <a:rPr dirty="0" sz="2600" spc="-5">
                <a:latin typeface="Comic Sans MS"/>
                <a:cs typeface="Comic Sans MS"/>
              </a:rPr>
              <a:t> wh</a:t>
            </a:r>
            <a:r>
              <a:rPr dirty="0" sz="2600">
                <a:latin typeface="Comic Sans MS"/>
                <a:cs typeface="Comic Sans MS"/>
              </a:rPr>
              <a:t>o</a:t>
            </a:r>
            <a:r>
              <a:rPr dirty="0" sz="2600" spc="-5">
                <a:latin typeface="Comic Sans MS"/>
                <a:cs typeface="Comic Sans MS"/>
              </a:rPr>
              <a:t> </a:t>
            </a:r>
            <a:r>
              <a:rPr dirty="0" sz="2600" spc="-15">
                <a:latin typeface="Comic Sans MS"/>
                <a:cs typeface="Comic Sans MS"/>
              </a:rPr>
              <a:t>need</a:t>
            </a:r>
            <a:r>
              <a:rPr dirty="0" sz="2600" spc="-5">
                <a:latin typeface="Comic Sans MS"/>
                <a:cs typeface="Comic Sans MS"/>
              </a:rPr>
              <a:t> t</a:t>
            </a:r>
            <a:r>
              <a:rPr dirty="0" sz="2600">
                <a:latin typeface="Comic Sans MS"/>
                <a:cs typeface="Comic Sans MS"/>
              </a:rPr>
              <a:t>o</a:t>
            </a:r>
            <a:r>
              <a:rPr dirty="0" sz="2600" spc="-5">
                <a:latin typeface="Comic Sans MS"/>
                <a:cs typeface="Comic Sans MS"/>
              </a:rPr>
              <a:t> </a:t>
            </a:r>
            <a:r>
              <a:rPr dirty="0" sz="2600" spc="-10">
                <a:latin typeface="Comic Sans MS"/>
                <a:cs typeface="Comic Sans MS"/>
              </a:rPr>
              <a:t>take</a:t>
            </a:r>
            <a:r>
              <a:rPr dirty="0" sz="2600" spc="-5">
                <a:latin typeface="Comic Sans MS"/>
                <a:cs typeface="Comic Sans MS"/>
              </a:rPr>
              <a:t> </a:t>
            </a:r>
            <a:r>
              <a:rPr dirty="0" sz="2600" spc="-10">
                <a:latin typeface="Comic Sans MS"/>
                <a:cs typeface="Comic Sans MS"/>
              </a:rPr>
              <a:t>action.</a:t>
            </a:r>
            <a:endParaRPr sz="26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524000"/>
            <a:chOff x="0" y="0"/>
            <a:chExt cx="18288000" cy="1524000"/>
          </a:xfrm>
        </p:grpSpPr>
        <p:sp>
          <p:nvSpPr>
            <p:cNvPr id="3" name="object 3"/>
            <p:cNvSpPr/>
            <p:nvPr/>
          </p:nvSpPr>
          <p:spPr>
            <a:xfrm>
              <a:off x="144503" y="0"/>
              <a:ext cx="18143855" cy="1524000"/>
            </a:xfrm>
            <a:custGeom>
              <a:avLst/>
              <a:gdLst/>
              <a:ahLst/>
              <a:cxnLst/>
              <a:rect l="l" t="t" r="r" b="b"/>
              <a:pathLst>
                <a:path w="18143855" h="1524000">
                  <a:moveTo>
                    <a:pt x="477549" y="1215792"/>
                  </a:moveTo>
                  <a:lnTo>
                    <a:pt x="19628" y="1011206"/>
                  </a:lnTo>
                  <a:lnTo>
                    <a:pt x="0" y="0"/>
                  </a:lnTo>
                  <a:lnTo>
                    <a:pt x="18102248" y="0"/>
                  </a:lnTo>
                  <a:lnTo>
                    <a:pt x="18143496" y="82866"/>
                  </a:lnTo>
                  <a:lnTo>
                    <a:pt x="18143496" y="216479"/>
                  </a:lnTo>
                  <a:lnTo>
                    <a:pt x="1717123" y="535338"/>
                  </a:lnTo>
                  <a:lnTo>
                    <a:pt x="1627674" y="607861"/>
                  </a:lnTo>
                  <a:lnTo>
                    <a:pt x="1486754" y="733755"/>
                  </a:lnTo>
                  <a:lnTo>
                    <a:pt x="1356578" y="853175"/>
                  </a:lnTo>
                  <a:lnTo>
                    <a:pt x="1299360" y="906281"/>
                  </a:lnTo>
                  <a:lnTo>
                    <a:pt x="820371" y="995663"/>
                  </a:lnTo>
                  <a:lnTo>
                    <a:pt x="477549" y="1215792"/>
                  </a:lnTo>
                  <a:close/>
                </a:path>
                <a:path w="18143855" h="1524000">
                  <a:moveTo>
                    <a:pt x="2121932" y="623285"/>
                  </a:moveTo>
                  <a:lnTo>
                    <a:pt x="2066738" y="604689"/>
                  </a:lnTo>
                  <a:lnTo>
                    <a:pt x="1941016" y="566366"/>
                  </a:lnTo>
                  <a:lnTo>
                    <a:pt x="1804549" y="534516"/>
                  </a:lnTo>
                  <a:lnTo>
                    <a:pt x="1717123" y="535338"/>
                  </a:lnTo>
                  <a:lnTo>
                    <a:pt x="18143496" y="216479"/>
                  </a:lnTo>
                  <a:lnTo>
                    <a:pt x="18143496" y="232200"/>
                  </a:lnTo>
                  <a:lnTo>
                    <a:pt x="4816038" y="490905"/>
                  </a:lnTo>
                  <a:lnTo>
                    <a:pt x="4805092" y="502663"/>
                  </a:lnTo>
                  <a:lnTo>
                    <a:pt x="2495313" y="547499"/>
                  </a:lnTo>
                  <a:lnTo>
                    <a:pt x="2121932" y="623285"/>
                  </a:lnTo>
                  <a:close/>
                </a:path>
                <a:path w="18143855" h="1524000">
                  <a:moveTo>
                    <a:pt x="5193389" y="670279"/>
                  </a:moveTo>
                  <a:lnTo>
                    <a:pt x="4816038" y="490905"/>
                  </a:lnTo>
                  <a:lnTo>
                    <a:pt x="18143496" y="232200"/>
                  </a:lnTo>
                  <a:lnTo>
                    <a:pt x="18143496" y="258732"/>
                  </a:lnTo>
                  <a:lnTo>
                    <a:pt x="6017543" y="494113"/>
                  </a:lnTo>
                  <a:lnTo>
                    <a:pt x="5193389" y="670279"/>
                  </a:lnTo>
                  <a:close/>
                </a:path>
                <a:path w="18143855" h="1524000">
                  <a:moveTo>
                    <a:pt x="3569359" y="969814"/>
                  </a:moveTo>
                  <a:lnTo>
                    <a:pt x="3146020" y="673910"/>
                  </a:lnTo>
                  <a:lnTo>
                    <a:pt x="2665722" y="683233"/>
                  </a:lnTo>
                  <a:lnTo>
                    <a:pt x="2495313" y="547499"/>
                  </a:lnTo>
                  <a:lnTo>
                    <a:pt x="4805092" y="502663"/>
                  </a:lnTo>
                  <a:lnTo>
                    <a:pt x="4714959" y="599482"/>
                  </a:lnTo>
                  <a:lnTo>
                    <a:pt x="4257759" y="608357"/>
                  </a:lnTo>
                  <a:lnTo>
                    <a:pt x="4081316" y="845155"/>
                  </a:lnTo>
                  <a:lnTo>
                    <a:pt x="3569359" y="969814"/>
                  </a:lnTo>
                  <a:close/>
                </a:path>
                <a:path w="18143855" h="1524000">
                  <a:moveTo>
                    <a:pt x="6341427" y="728324"/>
                  </a:moveTo>
                  <a:lnTo>
                    <a:pt x="6017543" y="494113"/>
                  </a:lnTo>
                  <a:lnTo>
                    <a:pt x="18143496" y="258732"/>
                  </a:lnTo>
                  <a:lnTo>
                    <a:pt x="18143496" y="365592"/>
                  </a:lnTo>
                  <a:lnTo>
                    <a:pt x="6712562" y="587483"/>
                  </a:lnTo>
                  <a:lnTo>
                    <a:pt x="6341427" y="728324"/>
                  </a:lnTo>
                  <a:close/>
                </a:path>
                <a:path w="18143855" h="1524000">
                  <a:moveTo>
                    <a:pt x="4612949" y="709059"/>
                  </a:moveTo>
                  <a:lnTo>
                    <a:pt x="4257759" y="608357"/>
                  </a:lnTo>
                  <a:lnTo>
                    <a:pt x="4714959" y="599482"/>
                  </a:lnTo>
                  <a:lnTo>
                    <a:pt x="4612949" y="709059"/>
                  </a:lnTo>
                  <a:close/>
                </a:path>
                <a:path w="18143855" h="1524000">
                  <a:moveTo>
                    <a:pt x="8073230" y="1121412"/>
                  </a:moveTo>
                  <a:lnTo>
                    <a:pt x="7689239" y="992281"/>
                  </a:lnTo>
                  <a:lnTo>
                    <a:pt x="7490167" y="759333"/>
                  </a:lnTo>
                  <a:lnTo>
                    <a:pt x="7088119" y="687053"/>
                  </a:lnTo>
                  <a:lnTo>
                    <a:pt x="6712562" y="587483"/>
                  </a:lnTo>
                  <a:lnTo>
                    <a:pt x="18143496" y="365592"/>
                  </a:lnTo>
                  <a:lnTo>
                    <a:pt x="18143496" y="598473"/>
                  </a:lnTo>
                  <a:lnTo>
                    <a:pt x="17125011" y="618243"/>
                  </a:lnTo>
                  <a:lnTo>
                    <a:pt x="16938806" y="656005"/>
                  </a:lnTo>
                  <a:lnTo>
                    <a:pt x="12162102" y="748727"/>
                  </a:lnTo>
                  <a:lnTo>
                    <a:pt x="12118270" y="785690"/>
                  </a:lnTo>
                  <a:lnTo>
                    <a:pt x="9218155" y="841986"/>
                  </a:lnTo>
                  <a:lnTo>
                    <a:pt x="9084652" y="915326"/>
                  </a:lnTo>
                  <a:lnTo>
                    <a:pt x="8507921" y="926521"/>
                  </a:lnTo>
                  <a:lnTo>
                    <a:pt x="8073230" y="1121412"/>
                  </a:lnTo>
                  <a:close/>
                </a:path>
                <a:path w="18143855" h="1524000">
                  <a:moveTo>
                    <a:pt x="17475390" y="698895"/>
                  </a:moveTo>
                  <a:lnTo>
                    <a:pt x="17125011" y="618243"/>
                  </a:lnTo>
                  <a:lnTo>
                    <a:pt x="17739380" y="606317"/>
                  </a:lnTo>
                  <a:lnTo>
                    <a:pt x="17475390" y="698895"/>
                  </a:lnTo>
                  <a:close/>
                </a:path>
                <a:path w="18143855" h="1524000">
                  <a:moveTo>
                    <a:pt x="18020518" y="916282"/>
                  </a:moveTo>
                  <a:lnTo>
                    <a:pt x="17739380" y="606317"/>
                  </a:lnTo>
                  <a:lnTo>
                    <a:pt x="18143496" y="598473"/>
                  </a:lnTo>
                  <a:lnTo>
                    <a:pt x="18143496" y="684513"/>
                  </a:lnTo>
                  <a:lnTo>
                    <a:pt x="18020518" y="916282"/>
                  </a:lnTo>
                  <a:close/>
                </a:path>
                <a:path w="18143855" h="1524000">
                  <a:moveTo>
                    <a:pt x="12379114" y="931459"/>
                  </a:moveTo>
                  <a:lnTo>
                    <a:pt x="12162102" y="748727"/>
                  </a:lnTo>
                  <a:lnTo>
                    <a:pt x="16938806" y="656005"/>
                  </a:lnTo>
                  <a:lnTo>
                    <a:pt x="16648129" y="714953"/>
                  </a:lnTo>
                  <a:lnTo>
                    <a:pt x="16558120" y="817420"/>
                  </a:lnTo>
                  <a:lnTo>
                    <a:pt x="12638760" y="893501"/>
                  </a:lnTo>
                  <a:lnTo>
                    <a:pt x="12379114" y="931459"/>
                  </a:lnTo>
                  <a:close/>
                </a:path>
                <a:path w="18143855" h="1524000">
                  <a:moveTo>
                    <a:pt x="10514641" y="1207904"/>
                  </a:moveTo>
                  <a:lnTo>
                    <a:pt x="10191277" y="1000459"/>
                  </a:lnTo>
                  <a:lnTo>
                    <a:pt x="9975059" y="871266"/>
                  </a:lnTo>
                  <a:lnTo>
                    <a:pt x="9548046" y="879555"/>
                  </a:lnTo>
                  <a:lnTo>
                    <a:pt x="9218155" y="841986"/>
                  </a:lnTo>
                  <a:lnTo>
                    <a:pt x="12118270" y="785690"/>
                  </a:lnTo>
                  <a:lnTo>
                    <a:pt x="12030010" y="860117"/>
                  </a:lnTo>
                  <a:lnTo>
                    <a:pt x="11139038" y="877412"/>
                  </a:lnTo>
                  <a:lnTo>
                    <a:pt x="10805155" y="988543"/>
                  </a:lnTo>
                  <a:lnTo>
                    <a:pt x="10514641" y="1207904"/>
                  </a:lnTo>
                  <a:close/>
                </a:path>
                <a:path w="18143855" h="1524000">
                  <a:moveTo>
                    <a:pt x="8883473" y="1025846"/>
                  </a:moveTo>
                  <a:lnTo>
                    <a:pt x="8507921" y="926521"/>
                  </a:lnTo>
                  <a:lnTo>
                    <a:pt x="9084652" y="915326"/>
                  </a:lnTo>
                  <a:lnTo>
                    <a:pt x="8883473" y="1025846"/>
                  </a:lnTo>
                  <a:close/>
                </a:path>
                <a:path w="18143855" h="1524000">
                  <a:moveTo>
                    <a:pt x="11859751" y="1003692"/>
                  </a:moveTo>
                  <a:lnTo>
                    <a:pt x="11575346" y="905055"/>
                  </a:lnTo>
                  <a:lnTo>
                    <a:pt x="11139038" y="877412"/>
                  </a:lnTo>
                  <a:lnTo>
                    <a:pt x="12030010" y="860117"/>
                  </a:lnTo>
                  <a:lnTo>
                    <a:pt x="11859751" y="1003692"/>
                  </a:lnTo>
                  <a:close/>
                </a:path>
                <a:path w="18143855" h="1524000">
                  <a:moveTo>
                    <a:pt x="13618089" y="1523515"/>
                  </a:moveTo>
                  <a:lnTo>
                    <a:pt x="13293152" y="1235034"/>
                  </a:lnTo>
                  <a:lnTo>
                    <a:pt x="12878155" y="1052461"/>
                  </a:lnTo>
                  <a:lnTo>
                    <a:pt x="12638760" y="893501"/>
                  </a:lnTo>
                  <a:lnTo>
                    <a:pt x="16558120" y="817420"/>
                  </a:lnTo>
                  <a:lnTo>
                    <a:pt x="16391935" y="1006607"/>
                  </a:lnTo>
                  <a:lnTo>
                    <a:pt x="16113086" y="1180295"/>
                  </a:lnTo>
                  <a:lnTo>
                    <a:pt x="14092668" y="1219514"/>
                  </a:lnTo>
                  <a:lnTo>
                    <a:pt x="13618089" y="1523515"/>
                  </a:lnTo>
                  <a:close/>
                </a:path>
                <a:path w="18143855" h="1524000">
                  <a:moveTo>
                    <a:pt x="14459002" y="1324914"/>
                  </a:moveTo>
                  <a:lnTo>
                    <a:pt x="14092664" y="1219515"/>
                  </a:lnTo>
                  <a:lnTo>
                    <a:pt x="16113086" y="1180295"/>
                  </a:lnTo>
                  <a:lnTo>
                    <a:pt x="16070345" y="1206918"/>
                  </a:lnTo>
                  <a:lnTo>
                    <a:pt x="14841611" y="1230769"/>
                  </a:lnTo>
                  <a:lnTo>
                    <a:pt x="14459002" y="1324914"/>
                  </a:lnTo>
                  <a:close/>
                </a:path>
                <a:path w="18143855" h="1524000">
                  <a:moveTo>
                    <a:pt x="15785124" y="1502210"/>
                  </a:moveTo>
                  <a:lnTo>
                    <a:pt x="15761363" y="1502672"/>
                  </a:lnTo>
                  <a:lnTo>
                    <a:pt x="15218959" y="1410144"/>
                  </a:lnTo>
                  <a:lnTo>
                    <a:pt x="14841606" y="1230769"/>
                  </a:lnTo>
                  <a:lnTo>
                    <a:pt x="16070345" y="1206918"/>
                  </a:lnTo>
                  <a:lnTo>
                    <a:pt x="15785124" y="150221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18288000" cy="1440180"/>
            </a:xfrm>
            <a:custGeom>
              <a:avLst/>
              <a:gdLst/>
              <a:ahLst/>
              <a:cxnLst/>
              <a:rect l="l" t="t" r="r" b="b"/>
              <a:pathLst>
                <a:path w="18288000" h="1440180">
                  <a:moveTo>
                    <a:pt x="362060" y="1134614"/>
                  </a:moveTo>
                  <a:lnTo>
                    <a:pt x="0" y="972663"/>
                  </a:lnTo>
                  <a:lnTo>
                    <a:pt x="0" y="0"/>
                  </a:lnTo>
                  <a:lnTo>
                    <a:pt x="18287999" y="0"/>
                  </a:lnTo>
                  <a:lnTo>
                    <a:pt x="18287999" y="129270"/>
                  </a:lnTo>
                  <a:lnTo>
                    <a:pt x="1601123" y="453186"/>
                  </a:lnTo>
                  <a:lnTo>
                    <a:pt x="1511815" y="525669"/>
                  </a:lnTo>
                  <a:lnTo>
                    <a:pt x="1370966" y="651477"/>
                  </a:lnTo>
                  <a:lnTo>
                    <a:pt x="1240816" y="770812"/>
                  </a:lnTo>
                  <a:lnTo>
                    <a:pt x="1183601" y="823879"/>
                  </a:lnTo>
                  <a:lnTo>
                    <a:pt x="704876" y="914238"/>
                  </a:lnTo>
                  <a:lnTo>
                    <a:pt x="362060" y="1134614"/>
                  </a:lnTo>
                  <a:close/>
                </a:path>
                <a:path w="18288000" h="1440180">
                  <a:moveTo>
                    <a:pt x="2005686" y="541139"/>
                  </a:moveTo>
                  <a:lnTo>
                    <a:pt x="1950497" y="522542"/>
                  </a:lnTo>
                  <a:lnTo>
                    <a:pt x="1824801" y="484218"/>
                  </a:lnTo>
                  <a:lnTo>
                    <a:pt x="1688407" y="452367"/>
                  </a:lnTo>
                  <a:lnTo>
                    <a:pt x="1601123" y="453186"/>
                  </a:lnTo>
                  <a:lnTo>
                    <a:pt x="18287999" y="129270"/>
                  </a:lnTo>
                  <a:lnTo>
                    <a:pt x="18287999" y="145729"/>
                  </a:lnTo>
                  <a:lnTo>
                    <a:pt x="4698579" y="409519"/>
                  </a:lnTo>
                  <a:lnTo>
                    <a:pt x="4688344" y="420526"/>
                  </a:lnTo>
                  <a:lnTo>
                    <a:pt x="2379067" y="465353"/>
                  </a:lnTo>
                  <a:lnTo>
                    <a:pt x="2005686" y="541139"/>
                  </a:lnTo>
                  <a:close/>
                </a:path>
                <a:path w="18288000" h="1440180">
                  <a:moveTo>
                    <a:pt x="5075936" y="589138"/>
                  </a:moveTo>
                  <a:lnTo>
                    <a:pt x="4698579" y="409519"/>
                  </a:lnTo>
                  <a:lnTo>
                    <a:pt x="18287999" y="145729"/>
                  </a:lnTo>
                  <a:lnTo>
                    <a:pt x="18287999" y="172506"/>
                  </a:lnTo>
                  <a:lnTo>
                    <a:pt x="5901071" y="412954"/>
                  </a:lnTo>
                  <a:lnTo>
                    <a:pt x="5075936" y="589138"/>
                  </a:lnTo>
                  <a:close/>
                </a:path>
                <a:path w="18288000" h="1440180">
                  <a:moveTo>
                    <a:pt x="3453113" y="887667"/>
                  </a:moveTo>
                  <a:lnTo>
                    <a:pt x="3029775" y="591763"/>
                  </a:lnTo>
                  <a:lnTo>
                    <a:pt x="2549477" y="601086"/>
                  </a:lnTo>
                  <a:lnTo>
                    <a:pt x="2379067" y="465353"/>
                  </a:lnTo>
                  <a:lnTo>
                    <a:pt x="4688344" y="420526"/>
                  </a:lnTo>
                  <a:lnTo>
                    <a:pt x="4597386" y="518343"/>
                  </a:lnTo>
                  <a:lnTo>
                    <a:pt x="4140305" y="527216"/>
                  </a:lnTo>
                  <a:lnTo>
                    <a:pt x="3963862" y="764014"/>
                  </a:lnTo>
                  <a:lnTo>
                    <a:pt x="3453113" y="887667"/>
                  </a:lnTo>
                  <a:close/>
                </a:path>
                <a:path w="18288000" h="1440180">
                  <a:moveTo>
                    <a:pt x="6224949" y="646918"/>
                  </a:moveTo>
                  <a:lnTo>
                    <a:pt x="5901071" y="412954"/>
                  </a:lnTo>
                  <a:lnTo>
                    <a:pt x="18287999" y="172506"/>
                  </a:lnTo>
                  <a:lnTo>
                    <a:pt x="18287999" y="279367"/>
                  </a:lnTo>
                  <a:lnTo>
                    <a:pt x="6595844" y="506328"/>
                  </a:lnTo>
                  <a:lnTo>
                    <a:pt x="6224949" y="646918"/>
                  </a:lnTo>
                  <a:close/>
                </a:path>
                <a:path w="18288000" h="1440180">
                  <a:moveTo>
                    <a:pt x="4495496" y="627919"/>
                  </a:moveTo>
                  <a:lnTo>
                    <a:pt x="4140305" y="527216"/>
                  </a:lnTo>
                  <a:lnTo>
                    <a:pt x="4597386" y="518343"/>
                  </a:lnTo>
                  <a:lnTo>
                    <a:pt x="4495496" y="627919"/>
                  </a:lnTo>
                  <a:close/>
                </a:path>
                <a:path w="18288000" h="1440180">
                  <a:moveTo>
                    <a:pt x="7957495" y="1040238"/>
                  </a:moveTo>
                  <a:lnTo>
                    <a:pt x="7573253" y="910866"/>
                  </a:lnTo>
                  <a:lnTo>
                    <a:pt x="7374186" y="678164"/>
                  </a:lnTo>
                  <a:lnTo>
                    <a:pt x="6972384" y="605879"/>
                  </a:lnTo>
                  <a:lnTo>
                    <a:pt x="6595844" y="506328"/>
                  </a:lnTo>
                  <a:lnTo>
                    <a:pt x="18287999" y="279367"/>
                  </a:lnTo>
                  <a:lnTo>
                    <a:pt x="18287999" y="512493"/>
                  </a:lnTo>
                  <a:lnTo>
                    <a:pt x="17009283" y="537315"/>
                  </a:lnTo>
                  <a:lnTo>
                    <a:pt x="16824419" y="574805"/>
                  </a:lnTo>
                  <a:lnTo>
                    <a:pt x="12046613" y="667549"/>
                  </a:lnTo>
                  <a:lnTo>
                    <a:pt x="12002780" y="704512"/>
                  </a:lnTo>
                  <a:lnTo>
                    <a:pt x="9102174" y="760816"/>
                  </a:lnTo>
                  <a:lnTo>
                    <a:pt x="8968770" y="834155"/>
                  </a:lnTo>
                  <a:lnTo>
                    <a:pt x="8391940" y="845352"/>
                  </a:lnTo>
                  <a:lnTo>
                    <a:pt x="7957495" y="1040238"/>
                  </a:lnTo>
                  <a:close/>
                </a:path>
                <a:path w="18288000" h="1440180">
                  <a:moveTo>
                    <a:pt x="17359908" y="617962"/>
                  </a:moveTo>
                  <a:lnTo>
                    <a:pt x="17009283" y="537315"/>
                  </a:lnTo>
                  <a:lnTo>
                    <a:pt x="17623652" y="525389"/>
                  </a:lnTo>
                  <a:lnTo>
                    <a:pt x="17359908" y="617962"/>
                  </a:lnTo>
                  <a:close/>
                </a:path>
                <a:path w="18288000" h="1440180">
                  <a:moveTo>
                    <a:pt x="18287999" y="936264"/>
                  </a:moveTo>
                  <a:lnTo>
                    <a:pt x="17953236" y="926780"/>
                  </a:lnTo>
                  <a:lnTo>
                    <a:pt x="17623652" y="525389"/>
                  </a:lnTo>
                  <a:lnTo>
                    <a:pt x="18287999" y="512493"/>
                  </a:lnTo>
                  <a:lnTo>
                    <a:pt x="18287999" y="936264"/>
                  </a:lnTo>
                  <a:close/>
                </a:path>
                <a:path w="18288000" h="1440180">
                  <a:moveTo>
                    <a:pt x="12263870" y="850275"/>
                  </a:moveTo>
                  <a:lnTo>
                    <a:pt x="12046613" y="667549"/>
                  </a:lnTo>
                  <a:lnTo>
                    <a:pt x="16824419" y="574805"/>
                  </a:lnTo>
                  <a:lnTo>
                    <a:pt x="16532401" y="634025"/>
                  </a:lnTo>
                  <a:lnTo>
                    <a:pt x="16443575" y="735241"/>
                  </a:lnTo>
                  <a:lnTo>
                    <a:pt x="12522760" y="811349"/>
                  </a:lnTo>
                  <a:lnTo>
                    <a:pt x="12263870" y="850275"/>
                  </a:lnTo>
                  <a:close/>
                </a:path>
                <a:path w="18288000" h="1440180">
                  <a:moveTo>
                    <a:pt x="10400379" y="1126700"/>
                  </a:moveTo>
                  <a:lnTo>
                    <a:pt x="10075788" y="919280"/>
                  </a:lnTo>
                  <a:lnTo>
                    <a:pt x="9859815" y="790081"/>
                  </a:lnTo>
                  <a:lnTo>
                    <a:pt x="9432557" y="798375"/>
                  </a:lnTo>
                  <a:lnTo>
                    <a:pt x="9102174" y="760816"/>
                  </a:lnTo>
                  <a:lnTo>
                    <a:pt x="12002780" y="704512"/>
                  </a:lnTo>
                  <a:lnTo>
                    <a:pt x="11914819" y="778687"/>
                  </a:lnTo>
                  <a:lnTo>
                    <a:pt x="11023544" y="795988"/>
                  </a:lnTo>
                  <a:lnTo>
                    <a:pt x="10689666" y="907364"/>
                  </a:lnTo>
                  <a:lnTo>
                    <a:pt x="10400379" y="1126700"/>
                  </a:lnTo>
                  <a:close/>
                </a:path>
                <a:path w="18288000" h="1440180">
                  <a:moveTo>
                    <a:pt x="8767739" y="944671"/>
                  </a:moveTo>
                  <a:lnTo>
                    <a:pt x="8391940" y="845352"/>
                  </a:lnTo>
                  <a:lnTo>
                    <a:pt x="8968770" y="834155"/>
                  </a:lnTo>
                  <a:lnTo>
                    <a:pt x="8767739" y="944671"/>
                  </a:lnTo>
                  <a:close/>
                </a:path>
                <a:path w="18288000" h="1440180">
                  <a:moveTo>
                    <a:pt x="11744262" y="922513"/>
                  </a:moveTo>
                  <a:lnTo>
                    <a:pt x="11459857" y="823876"/>
                  </a:lnTo>
                  <a:lnTo>
                    <a:pt x="11023544" y="795988"/>
                  </a:lnTo>
                  <a:lnTo>
                    <a:pt x="11914819" y="778687"/>
                  </a:lnTo>
                  <a:lnTo>
                    <a:pt x="11744262" y="922513"/>
                  </a:lnTo>
                  <a:close/>
                </a:path>
                <a:path w="18288000" h="1440180">
                  <a:moveTo>
                    <a:pt x="13502310" y="1440130"/>
                  </a:moveTo>
                  <a:lnTo>
                    <a:pt x="13177397" y="1152878"/>
                  </a:lnTo>
                  <a:lnTo>
                    <a:pt x="12762154" y="970309"/>
                  </a:lnTo>
                  <a:lnTo>
                    <a:pt x="12522760" y="811349"/>
                  </a:lnTo>
                  <a:lnTo>
                    <a:pt x="16443575" y="735241"/>
                  </a:lnTo>
                  <a:lnTo>
                    <a:pt x="16276451" y="925674"/>
                  </a:lnTo>
                  <a:lnTo>
                    <a:pt x="15999072" y="1098105"/>
                  </a:lnTo>
                  <a:lnTo>
                    <a:pt x="13976911" y="1137358"/>
                  </a:lnTo>
                  <a:lnTo>
                    <a:pt x="13502310" y="1440130"/>
                  </a:lnTo>
                  <a:close/>
                </a:path>
                <a:path w="18288000" h="1440180">
                  <a:moveTo>
                    <a:pt x="14342283" y="1243759"/>
                  </a:moveTo>
                  <a:lnTo>
                    <a:pt x="13976911" y="1137358"/>
                  </a:lnTo>
                  <a:lnTo>
                    <a:pt x="15999072" y="1098105"/>
                  </a:lnTo>
                  <a:lnTo>
                    <a:pt x="15954611" y="1125745"/>
                  </a:lnTo>
                  <a:lnTo>
                    <a:pt x="15953647" y="1126746"/>
                  </a:lnTo>
                  <a:lnTo>
                    <a:pt x="14725891" y="1150579"/>
                  </a:lnTo>
                  <a:lnTo>
                    <a:pt x="14342283" y="1243759"/>
                  </a:lnTo>
                  <a:close/>
                </a:path>
                <a:path w="18288000" h="1440180">
                  <a:moveTo>
                    <a:pt x="15665669" y="1426141"/>
                  </a:moveTo>
                  <a:lnTo>
                    <a:pt x="15103002" y="1330202"/>
                  </a:lnTo>
                  <a:lnTo>
                    <a:pt x="14725891" y="1150579"/>
                  </a:lnTo>
                  <a:lnTo>
                    <a:pt x="15953647" y="1126746"/>
                  </a:lnTo>
                  <a:lnTo>
                    <a:pt x="15665669" y="142614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18288000" cy="908685"/>
            </a:xfrm>
            <a:custGeom>
              <a:avLst/>
              <a:gdLst/>
              <a:ahLst/>
              <a:cxnLst/>
              <a:rect l="l" t="t" r="r" b="b"/>
              <a:pathLst>
                <a:path w="18288000" h="908685">
                  <a:moveTo>
                    <a:pt x="761760" y="630384"/>
                  </a:moveTo>
                  <a:lnTo>
                    <a:pt x="216620" y="576850"/>
                  </a:lnTo>
                  <a:lnTo>
                    <a:pt x="0" y="298497"/>
                  </a:lnTo>
                  <a:lnTo>
                    <a:pt x="0" y="0"/>
                  </a:lnTo>
                  <a:lnTo>
                    <a:pt x="9280385" y="0"/>
                  </a:lnTo>
                  <a:lnTo>
                    <a:pt x="4791071" y="87143"/>
                  </a:lnTo>
                  <a:lnTo>
                    <a:pt x="4642618" y="156351"/>
                  </a:lnTo>
                  <a:lnTo>
                    <a:pt x="1959188" y="208440"/>
                  </a:lnTo>
                  <a:lnTo>
                    <a:pt x="1910928" y="221145"/>
                  </a:lnTo>
                  <a:lnTo>
                    <a:pt x="1800421" y="251687"/>
                  </a:lnTo>
                  <a:lnTo>
                    <a:pt x="1679077" y="288703"/>
                  </a:lnTo>
                  <a:lnTo>
                    <a:pt x="1598309" y="320832"/>
                  </a:lnTo>
                  <a:lnTo>
                    <a:pt x="1493687" y="354038"/>
                  </a:lnTo>
                  <a:lnTo>
                    <a:pt x="1319868" y="393424"/>
                  </a:lnTo>
                  <a:lnTo>
                    <a:pt x="1156885" y="426335"/>
                  </a:lnTo>
                  <a:lnTo>
                    <a:pt x="1084772" y="440118"/>
                  </a:lnTo>
                  <a:lnTo>
                    <a:pt x="761760" y="630384"/>
                  </a:lnTo>
                  <a:close/>
                </a:path>
                <a:path w="18288000" h="908685">
                  <a:moveTo>
                    <a:pt x="5036649" y="336875"/>
                  </a:moveTo>
                  <a:lnTo>
                    <a:pt x="4791071" y="87143"/>
                  </a:lnTo>
                  <a:lnTo>
                    <a:pt x="9280385" y="0"/>
                  </a:lnTo>
                  <a:lnTo>
                    <a:pt x="15608005" y="0"/>
                  </a:lnTo>
                  <a:lnTo>
                    <a:pt x="9992017" y="109014"/>
                  </a:lnTo>
                  <a:lnTo>
                    <a:pt x="9991894" y="109261"/>
                  </a:lnTo>
                  <a:lnTo>
                    <a:pt x="5777136" y="191076"/>
                  </a:lnTo>
                  <a:lnTo>
                    <a:pt x="5637414" y="214945"/>
                  </a:lnTo>
                  <a:lnTo>
                    <a:pt x="5036649" y="336875"/>
                  </a:lnTo>
                  <a:close/>
                </a:path>
                <a:path w="18288000" h="908685">
                  <a:moveTo>
                    <a:pt x="2546927" y="469710"/>
                  </a:moveTo>
                  <a:lnTo>
                    <a:pt x="2376517" y="333977"/>
                  </a:lnTo>
                  <a:lnTo>
                    <a:pt x="1959188" y="208440"/>
                  </a:lnTo>
                  <a:lnTo>
                    <a:pt x="4642618" y="156351"/>
                  </a:lnTo>
                  <a:lnTo>
                    <a:pt x="4631619" y="161479"/>
                  </a:lnTo>
                  <a:lnTo>
                    <a:pt x="3022029" y="192723"/>
                  </a:lnTo>
                  <a:lnTo>
                    <a:pt x="2546927" y="469710"/>
                  </a:lnTo>
                  <a:close/>
                </a:path>
                <a:path w="18288000" h="908685">
                  <a:moveTo>
                    <a:pt x="3594700" y="588904"/>
                  </a:moveTo>
                  <a:lnTo>
                    <a:pt x="3022029" y="192723"/>
                  </a:lnTo>
                  <a:lnTo>
                    <a:pt x="4631619" y="161479"/>
                  </a:lnTo>
                  <a:lnTo>
                    <a:pt x="4487013" y="228893"/>
                  </a:lnTo>
                  <a:lnTo>
                    <a:pt x="4126427" y="293130"/>
                  </a:lnTo>
                  <a:lnTo>
                    <a:pt x="3955871" y="364979"/>
                  </a:lnTo>
                  <a:lnTo>
                    <a:pt x="3594700" y="588904"/>
                  </a:lnTo>
                  <a:close/>
                </a:path>
                <a:path w="18288000" h="908685">
                  <a:moveTo>
                    <a:pt x="10522131" y="451485"/>
                  </a:moveTo>
                  <a:lnTo>
                    <a:pt x="9992017" y="109014"/>
                  </a:lnTo>
                  <a:lnTo>
                    <a:pt x="15608005" y="0"/>
                  </a:lnTo>
                  <a:lnTo>
                    <a:pt x="16316724" y="0"/>
                  </a:lnTo>
                  <a:lnTo>
                    <a:pt x="12270507" y="78542"/>
                  </a:lnTo>
                  <a:lnTo>
                    <a:pt x="12023857" y="121595"/>
                  </a:lnTo>
                  <a:lnTo>
                    <a:pt x="12023531" y="121602"/>
                  </a:lnTo>
                  <a:lnTo>
                    <a:pt x="11838165" y="380984"/>
                  </a:lnTo>
                  <a:lnTo>
                    <a:pt x="11015799" y="396947"/>
                  </a:lnTo>
                  <a:lnTo>
                    <a:pt x="10522131" y="451485"/>
                  </a:lnTo>
                  <a:close/>
                </a:path>
                <a:path w="18288000" h="908685">
                  <a:moveTo>
                    <a:pt x="6217594" y="318619"/>
                  </a:moveTo>
                  <a:lnTo>
                    <a:pt x="6156780" y="298328"/>
                  </a:lnTo>
                  <a:lnTo>
                    <a:pt x="6018718" y="253880"/>
                  </a:lnTo>
                  <a:lnTo>
                    <a:pt x="5869979" y="209916"/>
                  </a:lnTo>
                  <a:lnTo>
                    <a:pt x="5777136" y="191076"/>
                  </a:lnTo>
                  <a:lnTo>
                    <a:pt x="9991894" y="109261"/>
                  </a:lnTo>
                  <a:lnTo>
                    <a:pt x="9968015" y="157382"/>
                  </a:lnTo>
                  <a:lnTo>
                    <a:pt x="6540497" y="223915"/>
                  </a:lnTo>
                  <a:lnTo>
                    <a:pt x="6217594" y="318619"/>
                  </a:lnTo>
                  <a:close/>
                </a:path>
                <a:path w="18288000" h="908685">
                  <a:moveTo>
                    <a:pt x="13455143" y="908465"/>
                  </a:moveTo>
                  <a:lnTo>
                    <a:pt x="13181799" y="632986"/>
                  </a:lnTo>
                  <a:lnTo>
                    <a:pt x="12755146" y="571256"/>
                  </a:lnTo>
                  <a:lnTo>
                    <a:pt x="12515746" y="412050"/>
                  </a:lnTo>
                  <a:lnTo>
                    <a:pt x="12270507" y="78542"/>
                  </a:lnTo>
                  <a:lnTo>
                    <a:pt x="16316724" y="0"/>
                  </a:lnTo>
                  <a:lnTo>
                    <a:pt x="18287999" y="0"/>
                  </a:lnTo>
                  <a:lnTo>
                    <a:pt x="18287999" y="25113"/>
                  </a:lnTo>
                  <a:lnTo>
                    <a:pt x="18287999" y="28552"/>
                  </a:lnTo>
                  <a:lnTo>
                    <a:pt x="16647768" y="60391"/>
                  </a:lnTo>
                  <a:lnTo>
                    <a:pt x="16267460" y="525922"/>
                  </a:lnTo>
                  <a:lnTo>
                    <a:pt x="16112796" y="583214"/>
                  </a:lnTo>
                  <a:lnTo>
                    <a:pt x="13862114" y="626903"/>
                  </a:lnTo>
                  <a:lnTo>
                    <a:pt x="13455143" y="908465"/>
                  </a:lnTo>
                  <a:close/>
                </a:path>
                <a:path w="18288000" h="908685">
                  <a:moveTo>
                    <a:pt x="7948520" y="641221"/>
                  </a:moveTo>
                  <a:lnTo>
                    <a:pt x="7848336" y="629558"/>
                  </a:lnTo>
                  <a:lnTo>
                    <a:pt x="7720714" y="584137"/>
                  </a:lnTo>
                  <a:lnTo>
                    <a:pt x="7610934" y="534914"/>
                  </a:lnTo>
                  <a:lnTo>
                    <a:pt x="7564279" y="511849"/>
                  </a:lnTo>
                  <a:lnTo>
                    <a:pt x="7524941" y="488726"/>
                  </a:lnTo>
                  <a:lnTo>
                    <a:pt x="7433951" y="437980"/>
                  </a:lnTo>
                  <a:lnTo>
                    <a:pt x="7332642" y="387940"/>
                  </a:lnTo>
                  <a:lnTo>
                    <a:pt x="7261279" y="366406"/>
                  </a:lnTo>
                  <a:lnTo>
                    <a:pt x="7227422" y="366262"/>
                  </a:lnTo>
                  <a:lnTo>
                    <a:pt x="7178629" y="363976"/>
                  </a:lnTo>
                  <a:lnTo>
                    <a:pt x="7002322" y="352773"/>
                  </a:lnTo>
                  <a:lnTo>
                    <a:pt x="6953469" y="350427"/>
                  </a:lnTo>
                  <a:lnTo>
                    <a:pt x="6919520" y="350194"/>
                  </a:lnTo>
                  <a:lnTo>
                    <a:pt x="6836173" y="331553"/>
                  </a:lnTo>
                  <a:lnTo>
                    <a:pt x="6708564" y="288024"/>
                  </a:lnTo>
                  <a:lnTo>
                    <a:pt x="6591678" y="244010"/>
                  </a:lnTo>
                  <a:lnTo>
                    <a:pt x="6540497" y="223915"/>
                  </a:lnTo>
                  <a:lnTo>
                    <a:pt x="9968015" y="157382"/>
                  </a:lnTo>
                  <a:lnTo>
                    <a:pt x="9874225" y="346393"/>
                  </a:lnTo>
                  <a:lnTo>
                    <a:pt x="9093196" y="361554"/>
                  </a:lnTo>
                  <a:lnTo>
                    <a:pt x="8801490" y="616891"/>
                  </a:lnTo>
                  <a:lnTo>
                    <a:pt x="8052625" y="631427"/>
                  </a:lnTo>
                  <a:lnTo>
                    <a:pt x="7948520" y="641221"/>
                  </a:lnTo>
                  <a:close/>
                </a:path>
                <a:path w="18288000" h="908685">
                  <a:moveTo>
                    <a:pt x="17273097" y="334688"/>
                  </a:moveTo>
                  <a:lnTo>
                    <a:pt x="17000290" y="137563"/>
                  </a:lnTo>
                  <a:lnTo>
                    <a:pt x="16647768" y="60391"/>
                  </a:lnTo>
                  <a:lnTo>
                    <a:pt x="18287999" y="28552"/>
                  </a:lnTo>
                  <a:lnTo>
                    <a:pt x="18287999" y="106179"/>
                  </a:lnTo>
                  <a:lnTo>
                    <a:pt x="18287999" y="112567"/>
                  </a:lnTo>
                  <a:lnTo>
                    <a:pt x="17614660" y="125637"/>
                  </a:lnTo>
                  <a:lnTo>
                    <a:pt x="17273097" y="334688"/>
                  </a:lnTo>
                  <a:close/>
                </a:path>
                <a:path w="18288000" h="908685">
                  <a:moveTo>
                    <a:pt x="17950583" y="385407"/>
                  </a:moveTo>
                  <a:lnTo>
                    <a:pt x="17614660" y="125637"/>
                  </a:lnTo>
                  <a:lnTo>
                    <a:pt x="18287999" y="112567"/>
                  </a:lnTo>
                  <a:lnTo>
                    <a:pt x="18287999" y="290175"/>
                  </a:lnTo>
                  <a:lnTo>
                    <a:pt x="18287999" y="292424"/>
                  </a:lnTo>
                  <a:lnTo>
                    <a:pt x="17950583" y="385407"/>
                  </a:lnTo>
                  <a:close/>
                </a:path>
                <a:path w="18288000" h="908685">
                  <a:moveTo>
                    <a:pt x="9852070" y="391041"/>
                  </a:moveTo>
                  <a:lnTo>
                    <a:pt x="9423338" y="399363"/>
                  </a:lnTo>
                  <a:lnTo>
                    <a:pt x="9093196" y="361554"/>
                  </a:lnTo>
                  <a:lnTo>
                    <a:pt x="9874225" y="346393"/>
                  </a:lnTo>
                  <a:lnTo>
                    <a:pt x="9852070" y="391041"/>
                  </a:lnTo>
                  <a:close/>
                </a:path>
                <a:path w="18288000" h="908685">
                  <a:moveTo>
                    <a:pt x="11736512" y="523228"/>
                  </a:moveTo>
                  <a:lnTo>
                    <a:pt x="11452112" y="424835"/>
                  </a:lnTo>
                  <a:lnTo>
                    <a:pt x="11015799" y="396947"/>
                  </a:lnTo>
                  <a:lnTo>
                    <a:pt x="11838165" y="380984"/>
                  </a:lnTo>
                  <a:lnTo>
                    <a:pt x="11736512" y="523228"/>
                  </a:lnTo>
                  <a:close/>
                </a:path>
                <a:path w="18288000" h="908685">
                  <a:moveTo>
                    <a:pt x="8760837" y="652475"/>
                  </a:moveTo>
                  <a:lnTo>
                    <a:pt x="8357854" y="633275"/>
                  </a:lnTo>
                  <a:lnTo>
                    <a:pt x="8307278" y="631666"/>
                  </a:lnTo>
                  <a:lnTo>
                    <a:pt x="8188873" y="629646"/>
                  </a:lnTo>
                  <a:lnTo>
                    <a:pt x="8052625" y="631427"/>
                  </a:lnTo>
                  <a:lnTo>
                    <a:pt x="8801490" y="616891"/>
                  </a:lnTo>
                  <a:lnTo>
                    <a:pt x="8760837" y="652475"/>
                  </a:lnTo>
                  <a:close/>
                </a:path>
                <a:path w="18288000" h="908685">
                  <a:moveTo>
                    <a:pt x="14335506" y="843962"/>
                  </a:moveTo>
                  <a:lnTo>
                    <a:pt x="13862114" y="626903"/>
                  </a:lnTo>
                  <a:lnTo>
                    <a:pt x="16112796" y="583214"/>
                  </a:lnTo>
                  <a:lnTo>
                    <a:pt x="16047011" y="607582"/>
                  </a:lnTo>
                  <a:lnTo>
                    <a:pt x="14791973" y="631945"/>
                  </a:lnTo>
                  <a:lnTo>
                    <a:pt x="14335506" y="843962"/>
                  </a:lnTo>
                  <a:close/>
                </a:path>
                <a:path w="18288000" h="908685">
                  <a:moveTo>
                    <a:pt x="15550493" y="820378"/>
                  </a:moveTo>
                  <a:lnTo>
                    <a:pt x="15019022" y="813007"/>
                  </a:lnTo>
                  <a:lnTo>
                    <a:pt x="14791973" y="631945"/>
                  </a:lnTo>
                  <a:lnTo>
                    <a:pt x="16047011" y="607582"/>
                  </a:lnTo>
                  <a:lnTo>
                    <a:pt x="15854555" y="678874"/>
                  </a:lnTo>
                  <a:lnTo>
                    <a:pt x="15550493" y="820378"/>
                  </a:lnTo>
                  <a:close/>
                </a:path>
              </a:pathLst>
            </a:custGeom>
            <a:solidFill>
              <a:srgbClr val="FFD04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722327" y="914220"/>
            <a:ext cx="2726690" cy="493395"/>
          </a:xfrm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050" spc="-295"/>
              <a:t>Security</a:t>
            </a:r>
            <a:r>
              <a:rPr dirty="0" sz="3050" spc="-229"/>
              <a:t> </a:t>
            </a:r>
            <a:r>
              <a:rPr dirty="0" sz="3050" spc="-300"/>
              <a:t>Incident</a:t>
            </a:r>
            <a:endParaRPr sz="3050"/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2677" y="2059559"/>
            <a:ext cx="114300" cy="11429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2677" y="2973958"/>
            <a:ext cx="114300" cy="11429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2677" y="3888358"/>
            <a:ext cx="114300" cy="11429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2677" y="8917558"/>
            <a:ext cx="114300" cy="114298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2677" y="9374758"/>
            <a:ext cx="114300" cy="11429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2677" y="9831958"/>
            <a:ext cx="114300" cy="114299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722327" y="1828619"/>
            <a:ext cx="16987520" cy="8251190"/>
          </a:xfrm>
          <a:prstGeom prst="rect">
            <a:avLst/>
          </a:prstGeom>
        </p:spPr>
        <p:txBody>
          <a:bodyPr wrap="square" lIns="0" tIns="36195" rIns="0" bIns="0" rtlCol="0" vert="horz">
            <a:spAutoFit/>
          </a:bodyPr>
          <a:lstStyle/>
          <a:p>
            <a:pPr marL="551815" marR="5080">
              <a:lnSpc>
                <a:spcPts val="3600"/>
              </a:lnSpc>
              <a:spcBef>
                <a:spcPts val="285"/>
              </a:spcBef>
            </a:pPr>
            <a:r>
              <a:rPr dirty="0" sz="2500">
                <a:latin typeface="Comic Sans MS"/>
                <a:cs typeface="Comic Sans MS"/>
              </a:rPr>
              <a:t>A</a:t>
            </a:r>
            <a:r>
              <a:rPr dirty="0" sz="2500" spc="15">
                <a:latin typeface="Comic Sans MS"/>
                <a:cs typeface="Comic Sans MS"/>
              </a:rPr>
              <a:t> </a:t>
            </a:r>
            <a:r>
              <a:rPr dirty="0" sz="3050" spc="-305" b="1">
                <a:latin typeface="Comic Sans MS"/>
                <a:cs typeface="Comic Sans MS"/>
              </a:rPr>
              <a:t>confirmed</a:t>
            </a:r>
            <a:r>
              <a:rPr dirty="0" sz="3050" spc="-210" b="1">
                <a:latin typeface="Comic Sans MS"/>
                <a:cs typeface="Comic Sans MS"/>
              </a:rPr>
              <a:t> </a:t>
            </a:r>
            <a:r>
              <a:rPr dirty="0" sz="3050" spc="-280" b="1">
                <a:latin typeface="Comic Sans MS"/>
                <a:cs typeface="Comic Sans MS"/>
              </a:rPr>
              <a:t>security</a:t>
            </a:r>
            <a:r>
              <a:rPr dirty="0" sz="3050" spc="-215" b="1">
                <a:latin typeface="Comic Sans MS"/>
                <a:cs typeface="Comic Sans MS"/>
              </a:rPr>
              <a:t> </a:t>
            </a:r>
            <a:r>
              <a:rPr dirty="0" sz="3050" spc="-300" b="1">
                <a:latin typeface="Comic Sans MS"/>
                <a:cs typeface="Comic Sans MS"/>
              </a:rPr>
              <a:t>event</a:t>
            </a:r>
            <a:r>
              <a:rPr dirty="0" sz="3050" spc="-555" b="1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(or</a:t>
            </a:r>
            <a:r>
              <a:rPr dirty="0" sz="2500" spc="25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series</a:t>
            </a:r>
            <a:r>
              <a:rPr dirty="0" sz="2500" spc="25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of</a:t>
            </a:r>
            <a:r>
              <a:rPr dirty="0" sz="2500" spc="25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alerts)</a:t>
            </a:r>
            <a:r>
              <a:rPr dirty="0" sz="2500" spc="25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that</a:t>
            </a:r>
            <a:r>
              <a:rPr dirty="0" sz="2500" spc="25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actively</a:t>
            </a:r>
            <a:r>
              <a:rPr dirty="0" sz="2500" spc="365">
                <a:latin typeface="Comic Sans MS"/>
                <a:cs typeface="Comic Sans MS"/>
              </a:rPr>
              <a:t> </a:t>
            </a:r>
            <a:r>
              <a:rPr dirty="0" sz="3050" spc="-310" b="1">
                <a:latin typeface="Comic Sans MS"/>
                <a:cs typeface="Comic Sans MS"/>
              </a:rPr>
              <a:t>compromises</a:t>
            </a:r>
            <a:r>
              <a:rPr dirty="0" sz="3050" spc="-215" b="1">
                <a:latin typeface="Comic Sans MS"/>
                <a:cs typeface="Comic Sans MS"/>
              </a:rPr>
              <a:t> </a:t>
            </a:r>
            <a:r>
              <a:rPr dirty="0" sz="3050" spc="-310" b="1">
                <a:latin typeface="Comic Sans MS"/>
                <a:cs typeface="Comic Sans MS"/>
              </a:rPr>
              <a:t>the</a:t>
            </a:r>
            <a:r>
              <a:rPr dirty="0" sz="3050" spc="-215" b="1">
                <a:latin typeface="Comic Sans MS"/>
                <a:cs typeface="Comic Sans MS"/>
              </a:rPr>
              <a:t> </a:t>
            </a:r>
            <a:r>
              <a:rPr dirty="0" sz="3050" spc="-265" b="1">
                <a:latin typeface="Comic Sans MS"/>
                <a:cs typeface="Comic Sans MS"/>
              </a:rPr>
              <a:t>confidentiality,</a:t>
            </a:r>
            <a:r>
              <a:rPr dirty="0" sz="3050" spc="-215" b="1">
                <a:latin typeface="Comic Sans MS"/>
                <a:cs typeface="Comic Sans MS"/>
              </a:rPr>
              <a:t> </a:t>
            </a:r>
            <a:r>
              <a:rPr dirty="0" sz="3050" spc="-265" b="1">
                <a:latin typeface="Comic Sans MS"/>
                <a:cs typeface="Comic Sans MS"/>
              </a:rPr>
              <a:t>integrity,</a:t>
            </a:r>
            <a:r>
              <a:rPr dirty="0" sz="3050" spc="-215" b="1">
                <a:latin typeface="Comic Sans MS"/>
                <a:cs typeface="Comic Sans MS"/>
              </a:rPr>
              <a:t> </a:t>
            </a:r>
            <a:r>
              <a:rPr dirty="0" sz="3050" spc="-305" b="1">
                <a:latin typeface="Comic Sans MS"/>
                <a:cs typeface="Comic Sans MS"/>
              </a:rPr>
              <a:t>or </a:t>
            </a:r>
            <a:r>
              <a:rPr dirty="0" sz="3050" spc="-245" b="1">
                <a:latin typeface="Comic Sans MS"/>
                <a:cs typeface="Comic Sans MS"/>
              </a:rPr>
              <a:t>availability</a:t>
            </a:r>
            <a:r>
              <a:rPr dirty="0" sz="3050" spc="-229" b="1">
                <a:latin typeface="Comic Sans MS"/>
                <a:cs typeface="Comic Sans MS"/>
              </a:rPr>
              <a:t> </a:t>
            </a:r>
            <a:r>
              <a:rPr dirty="0" sz="3050" spc="-295" b="1">
                <a:latin typeface="Comic Sans MS"/>
                <a:cs typeface="Comic Sans MS"/>
              </a:rPr>
              <a:t>of</a:t>
            </a:r>
            <a:r>
              <a:rPr dirty="0" sz="3050" spc="-225" b="1">
                <a:latin typeface="Comic Sans MS"/>
                <a:cs typeface="Comic Sans MS"/>
              </a:rPr>
              <a:t> </a:t>
            </a:r>
            <a:r>
              <a:rPr dirty="0" sz="3050" spc="-295" b="1">
                <a:latin typeface="Comic Sans MS"/>
                <a:cs typeface="Comic Sans MS"/>
              </a:rPr>
              <a:t>data,</a:t>
            </a:r>
            <a:r>
              <a:rPr dirty="0" sz="3050" spc="-229" b="1">
                <a:latin typeface="Comic Sans MS"/>
                <a:cs typeface="Comic Sans MS"/>
              </a:rPr>
              <a:t> </a:t>
            </a:r>
            <a:r>
              <a:rPr dirty="0" sz="3050" spc="-305" b="1">
                <a:latin typeface="Comic Sans MS"/>
                <a:cs typeface="Comic Sans MS"/>
              </a:rPr>
              <a:t>systems,</a:t>
            </a:r>
            <a:r>
              <a:rPr dirty="0" sz="3050" spc="-225" b="1">
                <a:latin typeface="Comic Sans MS"/>
                <a:cs typeface="Comic Sans MS"/>
              </a:rPr>
              <a:t> </a:t>
            </a:r>
            <a:r>
              <a:rPr dirty="0" sz="3050" spc="-280" b="1">
                <a:latin typeface="Comic Sans MS"/>
                <a:cs typeface="Comic Sans MS"/>
              </a:rPr>
              <a:t>or</a:t>
            </a:r>
            <a:r>
              <a:rPr dirty="0" sz="3050" spc="-229" b="1">
                <a:latin typeface="Comic Sans MS"/>
                <a:cs typeface="Comic Sans MS"/>
              </a:rPr>
              <a:t> </a:t>
            </a:r>
            <a:r>
              <a:rPr dirty="0" sz="3050" spc="-315" b="1">
                <a:latin typeface="Comic Sans MS"/>
                <a:cs typeface="Comic Sans MS"/>
              </a:rPr>
              <a:t>networks.</a:t>
            </a:r>
            <a:endParaRPr sz="3050">
              <a:latin typeface="Comic Sans MS"/>
              <a:cs typeface="Comic Sans MS"/>
            </a:endParaRPr>
          </a:p>
          <a:p>
            <a:pPr marL="551815" marR="5080">
              <a:lnSpc>
                <a:spcPts val="3600"/>
              </a:lnSpc>
              <a:tabLst>
                <a:tab pos="2375535" algn="l"/>
                <a:tab pos="3721735" algn="l"/>
                <a:tab pos="4859020" algn="l"/>
                <a:tab pos="5669915" algn="l"/>
                <a:tab pos="6336665" algn="l"/>
                <a:tab pos="7660640" algn="l"/>
                <a:tab pos="8806815" algn="l"/>
                <a:tab pos="9487535" algn="l"/>
                <a:tab pos="10862945" algn="l"/>
                <a:tab pos="12005310" algn="l"/>
                <a:tab pos="13354685" algn="l"/>
                <a:tab pos="14832965" algn="l"/>
                <a:tab pos="16657319" algn="l"/>
              </a:tabLst>
            </a:pPr>
            <a:r>
              <a:rPr dirty="0" sz="3050" spc="-315" b="1">
                <a:latin typeface="Comic Sans MS"/>
                <a:cs typeface="Comic Sans MS"/>
              </a:rPr>
              <a:t>Nature:</a:t>
            </a:r>
            <a:r>
              <a:rPr dirty="0" sz="3050" spc="320" b="1">
                <a:latin typeface="Comic Sans MS"/>
                <a:cs typeface="Comic Sans MS"/>
              </a:rPr>
              <a:t> </a:t>
            </a:r>
            <a:r>
              <a:rPr dirty="0" sz="2500" spc="-50">
                <a:latin typeface="Comic Sans MS"/>
                <a:cs typeface="Comic Sans MS"/>
              </a:rPr>
              <a:t>A</a:t>
            </a:r>
            <a:r>
              <a:rPr dirty="0" sz="2500">
                <a:latin typeface="Comic Sans MS"/>
                <a:cs typeface="Comic Sans MS"/>
              </a:rPr>
              <a:t>	</a:t>
            </a:r>
            <a:r>
              <a:rPr dirty="0" sz="2500" spc="-10">
                <a:latin typeface="Comic Sans MS"/>
                <a:cs typeface="Comic Sans MS"/>
              </a:rPr>
              <a:t>verified</a:t>
            </a:r>
            <a:r>
              <a:rPr dirty="0" sz="2500">
                <a:latin typeface="Comic Sans MS"/>
                <a:cs typeface="Comic Sans MS"/>
              </a:rPr>
              <a:t>	</a:t>
            </a:r>
            <a:r>
              <a:rPr dirty="0" sz="2500" spc="-10">
                <a:latin typeface="Comic Sans MS"/>
                <a:cs typeface="Comic Sans MS"/>
              </a:rPr>
              <a:t>threat</a:t>
            </a:r>
            <a:r>
              <a:rPr dirty="0" sz="2500">
                <a:latin typeface="Comic Sans MS"/>
                <a:cs typeface="Comic Sans MS"/>
              </a:rPr>
              <a:t>	</a:t>
            </a:r>
            <a:r>
              <a:rPr dirty="0" sz="2500" spc="-20">
                <a:latin typeface="Comic Sans MS"/>
                <a:cs typeface="Comic Sans MS"/>
              </a:rPr>
              <a:t>that</a:t>
            </a:r>
            <a:r>
              <a:rPr dirty="0" sz="2500">
                <a:latin typeface="Comic Sans MS"/>
                <a:cs typeface="Comic Sans MS"/>
              </a:rPr>
              <a:t>	</a:t>
            </a:r>
            <a:r>
              <a:rPr dirty="0" sz="2500" spc="-25">
                <a:latin typeface="Comic Sans MS"/>
                <a:cs typeface="Comic Sans MS"/>
              </a:rPr>
              <a:t>has</a:t>
            </a:r>
            <a:r>
              <a:rPr dirty="0" sz="2500">
                <a:latin typeface="Comic Sans MS"/>
                <a:cs typeface="Comic Sans MS"/>
              </a:rPr>
              <a:t>	</a:t>
            </a:r>
            <a:r>
              <a:rPr dirty="0" sz="2500" spc="-10">
                <a:latin typeface="Comic Sans MS"/>
                <a:cs typeface="Comic Sans MS"/>
              </a:rPr>
              <a:t>harmful</a:t>
            </a:r>
            <a:r>
              <a:rPr dirty="0" sz="2500">
                <a:latin typeface="Comic Sans MS"/>
                <a:cs typeface="Comic Sans MS"/>
              </a:rPr>
              <a:t>	</a:t>
            </a:r>
            <a:r>
              <a:rPr dirty="0" sz="2500" spc="-10">
                <a:latin typeface="Comic Sans MS"/>
                <a:cs typeface="Comic Sans MS"/>
              </a:rPr>
              <a:t>impact</a:t>
            </a:r>
            <a:r>
              <a:rPr dirty="0" sz="2500">
                <a:latin typeface="Comic Sans MS"/>
                <a:cs typeface="Comic Sans MS"/>
              </a:rPr>
              <a:t>	</a:t>
            </a:r>
            <a:r>
              <a:rPr dirty="0" sz="2500" spc="-25">
                <a:latin typeface="Comic Sans MS"/>
                <a:cs typeface="Comic Sans MS"/>
              </a:rPr>
              <a:t>and</a:t>
            </a:r>
            <a:r>
              <a:rPr dirty="0" sz="2500">
                <a:latin typeface="Comic Sans MS"/>
                <a:cs typeface="Comic Sans MS"/>
              </a:rPr>
              <a:t>	</a:t>
            </a:r>
            <a:r>
              <a:rPr dirty="0" sz="2500" spc="-10">
                <a:latin typeface="Comic Sans MS"/>
                <a:cs typeface="Comic Sans MS"/>
              </a:rPr>
              <a:t>triggers</a:t>
            </a:r>
            <a:r>
              <a:rPr dirty="0" sz="2500">
                <a:latin typeface="Comic Sans MS"/>
                <a:cs typeface="Comic Sans MS"/>
              </a:rPr>
              <a:t>	</a:t>
            </a:r>
            <a:r>
              <a:rPr dirty="0" sz="2500" spc="-10">
                <a:latin typeface="Comic Sans MS"/>
                <a:cs typeface="Comic Sans MS"/>
              </a:rPr>
              <a:t>formal</a:t>
            </a:r>
            <a:r>
              <a:rPr dirty="0" sz="2500">
                <a:latin typeface="Comic Sans MS"/>
                <a:cs typeface="Comic Sans MS"/>
              </a:rPr>
              <a:t>	</a:t>
            </a:r>
            <a:r>
              <a:rPr dirty="0" sz="2500" spc="-10">
                <a:latin typeface="Comic Sans MS"/>
                <a:cs typeface="Comic Sans MS"/>
              </a:rPr>
              <a:t>incident</a:t>
            </a:r>
            <a:r>
              <a:rPr dirty="0" sz="2500">
                <a:latin typeface="Comic Sans MS"/>
                <a:cs typeface="Comic Sans MS"/>
              </a:rPr>
              <a:t>	</a:t>
            </a:r>
            <a:r>
              <a:rPr dirty="0" sz="2500" spc="-10">
                <a:latin typeface="Comic Sans MS"/>
                <a:cs typeface="Comic Sans MS"/>
              </a:rPr>
              <a:t>response</a:t>
            </a:r>
            <a:r>
              <a:rPr dirty="0" sz="2500">
                <a:latin typeface="Comic Sans MS"/>
                <a:cs typeface="Comic Sans MS"/>
              </a:rPr>
              <a:t>	</a:t>
            </a:r>
            <a:r>
              <a:rPr dirty="0" sz="2500" spc="-10">
                <a:latin typeface="Comic Sans MS"/>
                <a:cs typeface="Comic Sans MS"/>
              </a:rPr>
              <a:t>procedures</a:t>
            </a:r>
            <a:r>
              <a:rPr dirty="0" sz="2500">
                <a:latin typeface="Comic Sans MS"/>
                <a:cs typeface="Comic Sans MS"/>
              </a:rPr>
              <a:t>	</a:t>
            </a:r>
            <a:r>
              <a:rPr dirty="0" sz="2500" spc="-25">
                <a:latin typeface="Comic Sans MS"/>
                <a:cs typeface="Comic Sans MS"/>
              </a:rPr>
              <a:t>to </a:t>
            </a:r>
            <a:r>
              <a:rPr dirty="0" sz="2500">
                <a:latin typeface="Comic Sans MS"/>
                <a:cs typeface="Comic Sans MS"/>
              </a:rPr>
              <a:t>investigate,</a:t>
            </a:r>
            <a:r>
              <a:rPr dirty="0" sz="2500" spc="-65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contain,</a:t>
            </a:r>
            <a:r>
              <a:rPr dirty="0" sz="2500" spc="-65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and</a:t>
            </a:r>
            <a:r>
              <a:rPr dirty="0" sz="2500" spc="-65">
                <a:latin typeface="Comic Sans MS"/>
                <a:cs typeface="Comic Sans MS"/>
              </a:rPr>
              <a:t> </a:t>
            </a:r>
            <a:r>
              <a:rPr dirty="0" sz="2500" spc="-20">
                <a:latin typeface="Comic Sans MS"/>
                <a:cs typeface="Comic Sans MS"/>
              </a:rPr>
              <a:t>fix.</a:t>
            </a:r>
            <a:endParaRPr sz="2500">
              <a:latin typeface="Comic Sans MS"/>
              <a:cs typeface="Comic Sans MS"/>
            </a:endParaRPr>
          </a:p>
          <a:p>
            <a:pPr marL="551815" marR="5080">
              <a:lnSpc>
                <a:spcPts val="3600"/>
              </a:lnSpc>
              <a:tabLst>
                <a:tab pos="2647315" algn="l"/>
                <a:tab pos="4332605" algn="l"/>
                <a:tab pos="6230620" algn="l"/>
                <a:tab pos="7896225" algn="l"/>
                <a:tab pos="8367395" algn="l"/>
                <a:tab pos="9399905" algn="l"/>
                <a:tab pos="10203815" algn="l"/>
                <a:tab pos="11370310" algn="l"/>
                <a:tab pos="12531090" algn="l"/>
                <a:tab pos="13319760" algn="l"/>
                <a:tab pos="14700885" algn="l"/>
                <a:tab pos="15163165" algn="l"/>
                <a:tab pos="15467965" algn="l"/>
              </a:tabLst>
            </a:pPr>
            <a:r>
              <a:rPr dirty="0" sz="3050" spc="-310" b="1">
                <a:latin typeface="Comic Sans MS"/>
                <a:cs typeface="Comic Sans MS"/>
              </a:rPr>
              <a:t>Examples:</a:t>
            </a:r>
            <a:r>
              <a:rPr dirty="0" sz="3050" spc="160" b="1">
                <a:latin typeface="Comic Sans MS"/>
                <a:cs typeface="Comic Sans MS"/>
              </a:rPr>
              <a:t> </a:t>
            </a:r>
            <a:r>
              <a:rPr dirty="0" sz="2500" spc="-50">
                <a:latin typeface="Comic Sans MS"/>
                <a:cs typeface="Comic Sans MS"/>
              </a:rPr>
              <a:t>A</a:t>
            </a:r>
            <a:r>
              <a:rPr dirty="0" sz="2500">
                <a:latin typeface="Comic Sans MS"/>
                <a:cs typeface="Comic Sans MS"/>
              </a:rPr>
              <a:t>	</a:t>
            </a:r>
            <a:r>
              <a:rPr dirty="0" sz="2500" spc="-10">
                <a:latin typeface="Comic Sans MS"/>
                <a:cs typeface="Comic Sans MS"/>
              </a:rPr>
              <a:t>successful</a:t>
            </a:r>
            <a:r>
              <a:rPr dirty="0" sz="2500">
                <a:latin typeface="Comic Sans MS"/>
                <a:cs typeface="Comic Sans MS"/>
              </a:rPr>
              <a:t>	</a:t>
            </a:r>
            <a:r>
              <a:rPr dirty="0" sz="2500" spc="-10">
                <a:latin typeface="Comic Sans MS"/>
                <a:cs typeface="Comic Sans MS"/>
              </a:rPr>
              <a:t>ransomware</a:t>
            </a:r>
            <a:r>
              <a:rPr dirty="0" sz="2500">
                <a:latin typeface="Comic Sans MS"/>
                <a:cs typeface="Comic Sans MS"/>
              </a:rPr>
              <a:t>	</a:t>
            </a:r>
            <a:r>
              <a:rPr dirty="0" sz="2500" spc="-10">
                <a:latin typeface="Comic Sans MS"/>
                <a:cs typeface="Comic Sans MS"/>
              </a:rPr>
              <a:t>execution,</a:t>
            </a:r>
            <a:r>
              <a:rPr dirty="0" sz="2500">
                <a:latin typeface="Comic Sans MS"/>
                <a:cs typeface="Comic Sans MS"/>
              </a:rPr>
              <a:t>	</a:t>
            </a:r>
            <a:r>
              <a:rPr dirty="0" sz="2500" spc="-25">
                <a:latin typeface="Comic Sans MS"/>
                <a:cs typeface="Comic Sans MS"/>
              </a:rPr>
              <a:t>an</a:t>
            </a:r>
            <a:r>
              <a:rPr dirty="0" sz="2500">
                <a:latin typeface="Comic Sans MS"/>
                <a:cs typeface="Comic Sans MS"/>
              </a:rPr>
              <a:t>	</a:t>
            </a:r>
            <a:r>
              <a:rPr dirty="0" sz="2500" spc="-10">
                <a:latin typeface="Comic Sans MS"/>
                <a:cs typeface="Comic Sans MS"/>
              </a:rPr>
              <a:t>actual</a:t>
            </a:r>
            <a:r>
              <a:rPr dirty="0" sz="2500">
                <a:latin typeface="Comic Sans MS"/>
                <a:cs typeface="Comic Sans MS"/>
              </a:rPr>
              <a:t>	</a:t>
            </a:r>
            <a:r>
              <a:rPr dirty="0" sz="2500" spc="-20">
                <a:latin typeface="Comic Sans MS"/>
                <a:cs typeface="Comic Sans MS"/>
              </a:rPr>
              <a:t>data</a:t>
            </a:r>
            <a:r>
              <a:rPr dirty="0" sz="2500">
                <a:latin typeface="Comic Sans MS"/>
                <a:cs typeface="Comic Sans MS"/>
              </a:rPr>
              <a:t>	</a:t>
            </a:r>
            <a:r>
              <a:rPr dirty="0" sz="2500" spc="-10">
                <a:latin typeface="Comic Sans MS"/>
                <a:cs typeface="Comic Sans MS"/>
              </a:rPr>
              <a:t>breach</a:t>
            </a:r>
            <a:r>
              <a:rPr dirty="0" sz="2500">
                <a:latin typeface="Comic Sans MS"/>
                <a:cs typeface="Comic Sans MS"/>
              </a:rPr>
              <a:t>	</a:t>
            </a:r>
            <a:r>
              <a:rPr dirty="0" sz="2500" spc="-10">
                <a:latin typeface="Comic Sans MS"/>
                <a:cs typeface="Comic Sans MS"/>
              </a:rPr>
              <a:t>leaking</a:t>
            </a:r>
            <a:r>
              <a:rPr dirty="0" sz="2500">
                <a:latin typeface="Comic Sans MS"/>
                <a:cs typeface="Comic Sans MS"/>
              </a:rPr>
              <a:t>	</a:t>
            </a:r>
            <a:r>
              <a:rPr dirty="0" sz="2500" spc="-20">
                <a:latin typeface="Comic Sans MS"/>
                <a:cs typeface="Comic Sans MS"/>
              </a:rPr>
              <a:t>user</a:t>
            </a:r>
            <a:r>
              <a:rPr dirty="0" sz="2500">
                <a:latin typeface="Comic Sans MS"/>
                <a:cs typeface="Comic Sans MS"/>
              </a:rPr>
              <a:t>	</a:t>
            </a:r>
            <a:r>
              <a:rPr dirty="0" sz="2500" spc="-10">
                <a:latin typeface="Comic Sans MS"/>
                <a:cs typeface="Comic Sans MS"/>
              </a:rPr>
              <a:t>records,</a:t>
            </a:r>
            <a:r>
              <a:rPr dirty="0" sz="2500">
                <a:latin typeface="Comic Sans MS"/>
                <a:cs typeface="Comic Sans MS"/>
              </a:rPr>
              <a:t>	</a:t>
            </a:r>
            <a:r>
              <a:rPr dirty="0" sz="2500" spc="-25">
                <a:latin typeface="Comic Sans MS"/>
                <a:cs typeface="Comic Sans MS"/>
              </a:rPr>
              <a:t>or</a:t>
            </a:r>
            <a:r>
              <a:rPr dirty="0" sz="2500">
                <a:latin typeface="Comic Sans MS"/>
                <a:cs typeface="Comic Sans MS"/>
              </a:rPr>
              <a:t>	</a:t>
            </a:r>
            <a:r>
              <a:rPr dirty="0" sz="2500" spc="-50">
                <a:latin typeface="Comic Sans MS"/>
                <a:cs typeface="Comic Sans MS"/>
              </a:rPr>
              <a:t>a</a:t>
            </a:r>
            <a:r>
              <a:rPr dirty="0" sz="2500">
                <a:latin typeface="Comic Sans MS"/>
                <a:cs typeface="Comic Sans MS"/>
              </a:rPr>
              <a:t>	</a:t>
            </a:r>
            <a:r>
              <a:rPr dirty="0" sz="2500" spc="-10">
                <a:latin typeface="Comic Sans MS"/>
                <a:cs typeface="Comic Sans MS"/>
              </a:rPr>
              <a:t>confirmed </a:t>
            </a:r>
            <a:r>
              <a:rPr dirty="0" sz="2500">
                <a:latin typeface="Comic Sans MS"/>
                <a:cs typeface="Comic Sans MS"/>
              </a:rPr>
              <a:t>unauthorized</a:t>
            </a:r>
            <a:r>
              <a:rPr dirty="0" sz="2500" spc="-70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login</a:t>
            </a:r>
            <a:r>
              <a:rPr dirty="0" sz="2500" spc="-65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compromising</a:t>
            </a:r>
            <a:r>
              <a:rPr dirty="0" sz="2500" spc="-65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an</a:t>
            </a:r>
            <a:r>
              <a:rPr dirty="0" sz="2500" spc="-65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administrator</a:t>
            </a:r>
            <a:r>
              <a:rPr dirty="0" sz="2500" spc="-65">
                <a:latin typeface="Comic Sans MS"/>
                <a:cs typeface="Comic Sans MS"/>
              </a:rPr>
              <a:t> </a:t>
            </a:r>
            <a:r>
              <a:rPr dirty="0" sz="2500" spc="-10">
                <a:latin typeface="Comic Sans MS"/>
                <a:cs typeface="Comic Sans MS"/>
              </a:rPr>
              <a:t>account</a:t>
            </a:r>
            <a:endParaRPr sz="2500">
              <a:latin typeface="Comic Sans MS"/>
              <a:cs typeface="Comic Sans MS"/>
            </a:endParaRPr>
          </a:p>
          <a:p>
            <a:pPr algn="just" marL="12700" marR="5080">
              <a:lnSpc>
                <a:spcPct val="120000"/>
              </a:lnSpc>
              <a:spcBef>
                <a:spcPts val="3379"/>
              </a:spcBef>
            </a:pPr>
            <a:r>
              <a:rPr dirty="0" sz="2500">
                <a:latin typeface="Comic Sans MS"/>
                <a:cs typeface="Comic Sans MS"/>
              </a:rPr>
              <a:t>A</a:t>
            </a:r>
            <a:r>
              <a:rPr dirty="0" sz="2500" spc="35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security</a:t>
            </a:r>
            <a:r>
              <a:rPr dirty="0" sz="2500" spc="35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incident</a:t>
            </a:r>
            <a:r>
              <a:rPr dirty="0" sz="2500" spc="40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is</a:t>
            </a:r>
            <a:r>
              <a:rPr dirty="0" sz="2500" spc="35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a</a:t>
            </a:r>
            <a:r>
              <a:rPr dirty="0" sz="2500" spc="40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change</a:t>
            </a:r>
            <a:r>
              <a:rPr dirty="0" sz="2500" spc="35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in</a:t>
            </a:r>
            <a:r>
              <a:rPr dirty="0" sz="2500" spc="35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a</a:t>
            </a:r>
            <a:r>
              <a:rPr dirty="0" sz="2500" spc="40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system</a:t>
            </a:r>
            <a:r>
              <a:rPr dirty="0" sz="2500" spc="35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that</a:t>
            </a:r>
            <a:r>
              <a:rPr dirty="0" sz="2500" spc="35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negatively</a:t>
            </a:r>
            <a:r>
              <a:rPr dirty="0" sz="2500" spc="40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impacts</a:t>
            </a:r>
            <a:r>
              <a:rPr dirty="0" sz="2500" spc="35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the</a:t>
            </a:r>
            <a:r>
              <a:rPr dirty="0" sz="2500" spc="40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organization,</a:t>
            </a:r>
            <a:r>
              <a:rPr dirty="0" sz="2500" spc="35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municipality,</a:t>
            </a:r>
            <a:r>
              <a:rPr dirty="0" sz="2500" spc="35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or</a:t>
            </a:r>
            <a:r>
              <a:rPr dirty="0" sz="2500" spc="40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business.</a:t>
            </a:r>
            <a:r>
              <a:rPr dirty="0" sz="2500" spc="35">
                <a:latin typeface="Comic Sans MS"/>
                <a:cs typeface="Comic Sans MS"/>
              </a:rPr>
              <a:t> </a:t>
            </a:r>
            <a:r>
              <a:rPr dirty="0" sz="2500" spc="-25">
                <a:latin typeface="Comic Sans MS"/>
                <a:cs typeface="Comic Sans MS"/>
              </a:rPr>
              <a:t>For </a:t>
            </a:r>
            <a:r>
              <a:rPr dirty="0" sz="2500">
                <a:latin typeface="Comic Sans MS"/>
                <a:cs typeface="Comic Sans MS"/>
              </a:rPr>
              <a:t>example,</a:t>
            </a:r>
            <a:r>
              <a:rPr dirty="0" sz="2500" spc="-55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an</a:t>
            </a:r>
            <a:r>
              <a:rPr dirty="0" sz="2500" spc="-50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incident</a:t>
            </a:r>
            <a:r>
              <a:rPr dirty="0" sz="2500" spc="-50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might</a:t>
            </a:r>
            <a:r>
              <a:rPr dirty="0" sz="2500" spc="-55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take</a:t>
            </a:r>
            <a:r>
              <a:rPr dirty="0" sz="2500" spc="-50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place</a:t>
            </a:r>
            <a:r>
              <a:rPr dirty="0" sz="2500" spc="-55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when</a:t>
            </a:r>
            <a:r>
              <a:rPr dirty="0" sz="2500" spc="-50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a</a:t>
            </a:r>
            <a:r>
              <a:rPr dirty="0" sz="2500" spc="-50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cyber</a:t>
            </a:r>
            <a:r>
              <a:rPr dirty="0" sz="2500" spc="-55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attack</a:t>
            </a:r>
            <a:r>
              <a:rPr dirty="0" sz="2500" spc="-50">
                <a:latin typeface="Comic Sans MS"/>
                <a:cs typeface="Comic Sans MS"/>
              </a:rPr>
              <a:t> </a:t>
            </a:r>
            <a:r>
              <a:rPr dirty="0" sz="2500" spc="-10">
                <a:latin typeface="Comic Sans MS"/>
                <a:cs typeface="Comic Sans MS"/>
              </a:rPr>
              <a:t>occurs.</a:t>
            </a:r>
            <a:endParaRPr sz="250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  <a:spcBef>
                <a:spcPts val="114"/>
              </a:spcBef>
            </a:pPr>
            <a:endParaRPr sz="2500">
              <a:latin typeface="Comic Sans MS"/>
              <a:cs typeface="Comic Sans MS"/>
            </a:endParaRPr>
          </a:p>
          <a:p>
            <a:pPr algn="just" marL="12700" marR="5080">
              <a:lnSpc>
                <a:spcPct val="120000"/>
              </a:lnSpc>
              <a:spcBef>
                <a:spcPts val="5"/>
              </a:spcBef>
            </a:pPr>
            <a:r>
              <a:rPr dirty="0" sz="2500">
                <a:latin typeface="Comic Sans MS"/>
                <a:cs typeface="Comic Sans MS"/>
              </a:rPr>
              <a:t>Note:</a:t>
            </a:r>
            <a:r>
              <a:rPr dirty="0" sz="2500" spc="330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an</a:t>
            </a:r>
            <a:r>
              <a:rPr dirty="0" sz="2500" spc="335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attempted</a:t>
            </a:r>
            <a:r>
              <a:rPr dirty="0" sz="2500" spc="335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breach</a:t>
            </a:r>
            <a:r>
              <a:rPr dirty="0" sz="2500" spc="335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is</a:t>
            </a:r>
            <a:r>
              <a:rPr dirty="0" sz="2500" spc="335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not</a:t>
            </a:r>
            <a:r>
              <a:rPr dirty="0" sz="2500" spc="330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the</a:t>
            </a:r>
            <a:r>
              <a:rPr dirty="0" sz="2500" spc="335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same</a:t>
            </a:r>
            <a:r>
              <a:rPr dirty="0" sz="2500" spc="335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as</a:t>
            </a:r>
            <a:r>
              <a:rPr dirty="0" sz="2500" spc="335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an</a:t>
            </a:r>
            <a:r>
              <a:rPr dirty="0" sz="2500" spc="335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actual</a:t>
            </a:r>
            <a:r>
              <a:rPr dirty="0" sz="2500" spc="335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breach.</a:t>
            </a:r>
            <a:r>
              <a:rPr dirty="0" sz="2500" spc="330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This</a:t>
            </a:r>
            <a:r>
              <a:rPr dirty="0" sz="2500" spc="335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means,</a:t>
            </a:r>
            <a:r>
              <a:rPr dirty="0" sz="2500" spc="335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if</a:t>
            </a:r>
            <a:r>
              <a:rPr dirty="0" sz="2500" spc="335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you</a:t>
            </a:r>
            <a:r>
              <a:rPr dirty="0" sz="2500" spc="335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count</a:t>
            </a:r>
            <a:r>
              <a:rPr dirty="0" sz="2500" spc="335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breach</a:t>
            </a:r>
            <a:r>
              <a:rPr dirty="0" sz="2500" spc="330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attempts</a:t>
            </a:r>
            <a:r>
              <a:rPr dirty="0" sz="2500" spc="335">
                <a:latin typeface="Comic Sans MS"/>
                <a:cs typeface="Comic Sans MS"/>
              </a:rPr>
              <a:t> </a:t>
            </a:r>
            <a:r>
              <a:rPr dirty="0" sz="2500" spc="-25">
                <a:latin typeface="Comic Sans MS"/>
                <a:cs typeface="Comic Sans MS"/>
              </a:rPr>
              <a:t>as </a:t>
            </a:r>
            <a:r>
              <a:rPr dirty="0" sz="2500">
                <a:latin typeface="Comic Sans MS"/>
                <a:cs typeface="Comic Sans MS"/>
              </a:rPr>
              <a:t>incidents,</a:t>
            </a:r>
            <a:r>
              <a:rPr dirty="0" sz="2500" spc="175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you</a:t>
            </a:r>
            <a:r>
              <a:rPr dirty="0" sz="2500" spc="175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may</a:t>
            </a:r>
            <a:r>
              <a:rPr dirty="0" sz="2500" spc="180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have</a:t>
            </a:r>
            <a:r>
              <a:rPr dirty="0" sz="2500" spc="175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more</a:t>
            </a:r>
            <a:r>
              <a:rPr dirty="0" sz="2500" spc="180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incidents</a:t>
            </a:r>
            <a:r>
              <a:rPr dirty="0" sz="2500" spc="175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than</a:t>
            </a:r>
            <a:r>
              <a:rPr dirty="0" sz="2500" spc="180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what</a:t>
            </a:r>
            <a:r>
              <a:rPr dirty="0" sz="2500" spc="175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actually</a:t>
            </a:r>
            <a:r>
              <a:rPr dirty="0" sz="2500" spc="175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occurred.</a:t>
            </a:r>
            <a:r>
              <a:rPr dirty="0" sz="2500" spc="180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This</a:t>
            </a:r>
            <a:r>
              <a:rPr dirty="0" sz="2500" spc="175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mistake</a:t>
            </a:r>
            <a:r>
              <a:rPr dirty="0" sz="2500" spc="180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creates</a:t>
            </a:r>
            <a:r>
              <a:rPr dirty="0" sz="2500" spc="175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white</a:t>
            </a:r>
            <a:r>
              <a:rPr dirty="0" sz="2500" spc="180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noise</a:t>
            </a:r>
            <a:r>
              <a:rPr dirty="0" sz="2500" spc="175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and</a:t>
            </a:r>
            <a:r>
              <a:rPr dirty="0" sz="2500" spc="175">
                <a:latin typeface="Comic Sans MS"/>
                <a:cs typeface="Comic Sans MS"/>
              </a:rPr>
              <a:t> </a:t>
            </a:r>
            <a:r>
              <a:rPr dirty="0" sz="2500" spc="-20">
                <a:latin typeface="Comic Sans MS"/>
                <a:cs typeface="Comic Sans MS"/>
              </a:rPr>
              <a:t>alarm </a:t>
            </a:r>
            <a:r>
              <a:rPr dirty="0" sz="2500">
                <a:latin typeface="Comic Sans MS"/>
                <a:cs typeface="Comic Sans MS"/>
              </a:rPr>
              <a:t>fatigue.</a:t>
            </a:r>
            <a:r>
              <a:rPr dirty="0" sz="2500" spc="-50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It</a:t>
            </a:r>
            <a:r>
              <a:rPr dirty="0" sz="2500" spc="-45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also</a:t>
            </a:r>
            <a:r>
              <a:rPr dirty="0" sz="2500" spc="-50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makes</a:t>
            </a:r>
            <a:r>
              <a:rPr dirty="0" sz="2500" spc="-45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the</a:t>
            </a:r>
            <a:r>
              <a:rPr dirty="0" sz="2500" spc="-45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collected</a:t>
            </a:r>
            <a:r>
              <a:rPr dirty="0" sz="2500" spc="-50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incident</a:t>
            </a:r>
            <a:r>
              <a:rPr dirty="0" sz="2500" spc="-45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data</a:t>
            </a:r>
            <a:r>
              <a:rPr dirty="0" sz="2500" spc="-50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less</a:t>
            </a:r>
            <a:r>
              <a:rPr dirty="0" sz="2500" spc="-45">
                <a:latin typeface="Comic Sans MS"/>
                <a:cs typeface="Comic Sans MS"/>
              </a:rPr>
              <a:t> </a:t>
            </a:r>
            <a:r>
              <a:rPr dirty="0" sz="2500" spc="-10">
                <a:latin typeface="Comic Sans MS"/>
                <a:cs typeface="Comic Sans MS"/>
              </a:rPr>
              <a:t>valuable.</a:t>
            </a:r>
            <a:endParaRPr sz="250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  <a:spcBef>
                <a:spcPts val="165"/>
              </a:spcBef>
            </a:pPr>
            <a:endParaRPr sz="25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</a:pPr>
            <a:r>
              <a:rPr dirty="0" sz="3050" spc="-315" b="1">
                <a:latin typeface="Comic Sans MS"/>
                <a:cs typeface="Comic Sans MS"/>
              </a:rPr>
              <a:t>Examples</a:t>
            </a:r>
            <a:r>
              <a:rPr dirty="0" sz="3050" spc="-240" b="1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of</a:t>
            </a:r>
            <a:r>
              <a:rPr dirty="0" sz="2500" spc="-80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a</a:t>
            </a:r>
            <a:r>
              <a:rPr dirty="0" sz="2500" spc="-30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cybersecurity</a:t>
            </a:r>
            <a:r>
              <a:rPr dirty="0" sz="2500" spc="-35">
                <a:latin typeface="Comic Sans MS"/>
                <a:cs typeface="Comic Sans MS"/>
              </a:rPr>
              <a:t> </a:t>
            </a:r>
            <a:r>
              <a:rPr dirty="0" sz="2500" spc="-10">
                <a:latin typeface="Comic Sans MS"/>
                <a:cs typeface="Comic Sans MS"/>
              </a:rPr>
              <a:t>incident:</a:t>
            </a:r>
            <a:endParaRPr sz="2500">
              <a:latin typeface="Comic Sans MS"/>
              <a:cs typeface="Comic Sans MS"/>
            </a:endParaRPr>
          </a:p>
          <a:p>
            <a:pPr marL="551815" marR="5457825">
              <a:lnSpc>
                <a:spcPts val="3600"/>
              </a:lnSpc>
              <a:spcBef>
                <a:spcPts val="110"/>
              </a:spcBef>
            </a:pPr>
            <a:r>
              <a:rPr dirty="0" sz="2500">
                <a:latin typeface="Comic Sans MS"/>
                <a:cs typeface="Comic Sans MS"/>
              </a:rPr>
              <a:t>An</a:t>
            </a:r>
            <a:r>
              <a:rPr dirty="0" sz="2500" spc="-60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employee</a:t>
            </a:r>
            <a:r>
              <a:rPr dirty="0" sz="2500" spc="-55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replies</a:t>
            </a:r>
            <a:r>
              <a:rPr dirty="0" sz="2500" spc="-55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to</a:t>
            </a:r>
            <a:r>
              <a:rPr dirty="0" sz="2500" spc="-55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a</a:t>
            </a:r>
            <a:r>
              <a:rPr dirty="0" sz="2500" spc="-60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phishing</a:t>
            </a:r>
            <a:r>
              <a:rPr dirty="0" sz="2500" spc="-55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email,</a:t>
            </a:r>
            <a:r>
              <a:rPr dirty="0" sz="2500" spc="-55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divulging</a:t>
            </a:r>
            <a:r>
              <a:rPr dirty="0" sz="2500" spc="-55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confidential</a:t>
            </a:r>
            <a:r>
              <a:rPr dirty="0" sz="2500" spc="-60">
                <a:latin typeface="Comic Sans MS"/>
                <a:cs typeface="Comic Sans MS"/>
              </a:rPr>
              <a:t> </a:t>
            </a:r>
            <a:r>
              <a:rPr dirty="0" sz="2500" spc="-10">
                <a:latin typeface="Comic Sans MS"/>
                <a:cs typeface="Comic Sans MS"/>
              </a:rPr>
              <a:t>information. </a:t>
            </a:r>
            <a:r>
              <a:rPr dirty="0" sz="2500">
                <a:latin typeface="Comic Sans MS"/>
                <a:cs typeface="Comic Sans MS"/>
              </a:rPr>
              <a:t>Equipment</a:t>
            </a:r>
            <a:r>
              <a:rPr dirty="0" sz="2500" spc="-50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with</a:t>
            </a:r>
            <a:r>
              <a:rPr dirty="0" sz="2500" spc="-50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stored</a:t>
            </a:r>
            <a:r>
              <a:rPr dirty="0" sz="2500" spc="-45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sensitive</a:t>
            </a:r>
            <a:r>
              <a:rPr dirty="0" sz="2500" spc="-50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data</a:t>
            </a:r>
            <a:r>
              <a:rPr dirty="0" sz="2500" spc="-45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is</a:t>
            </a:r>
            <a:r>
              <a:rPr dirty="0" sz="2500" spc="-50">
                <a:latin typeface="Comic Sans MS"/>
                <a:cs typeface="Comic Sans MS"/>
              </a:rPr>
              <a:t> </a:t>
            </a:r>
            <a:r>
              <a:rPr dirty="0" sz="2500" spc="-10">
                <a:latin typeface="Comic Sans MS"/>
                <a:cs typeface="Comic Sans MS"/>
              </a:rPr>
              <a:t>stolen.</a:t>
            </a:r>
            <a:endParaRPr sz="2500">
              <a:latin typeface="Comic Sans MS"/>
              <a:cs typeface="Comic Sans MS"/>
            </a:endParaRPr>
          </a:p>
          <a:p>
            <a:pPr marL="551815">
              <a:lnSpc>
                <a:spcPct val="100000"/>
              </a:lnSpc>
              <a:spcBef>
                <a:spcPts val="380"/>
              </a:spcBef>
            </a:pPr>
            <a:r>
              <a:rPr dirty="0" sz="2500">
                <a:latin typeface="Comic Sans MS"/>
                <a:cs typeface="Comic Sans MS"/>
              </a:rPr>
              <a:t>A</a:t>
            </a:r>
            <a:r>
              <a:rPr dirty="0" sz="2500" spc="-45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password</a:t>
            </a:r>
            <a:r>
              <a:rPr dirty="0" sz="2500" spc="-40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is</a:t>
            </a:r>
            <a:r>
              <a:rPr dirty="0" sz="2500" spc="-40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compromised</a:t>
            </a:r>
            <a:r>
              <a:rPr dirty="0" sz="2500" spc="-40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through</a:t>
            </a:r>
            <a:r>
              <a:rPr dirty="0" sz="2500" spc="-40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a</a:t>
            </a:r>
            <a:r>
              <a:rPr dirty="0" sz="2500" spc="-40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brute</a:t>
            </a:r>
            <a:r>
              <a:rPr dirty="0" sz="2500" spc="-40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force</a:t>
            </a:r>
            <a:r>
              <a:rPr dirty="0" sz="2500" spc="-40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attack</a:t>
            </a:r>
            <a:r>
              <a:rPr dirty="0" sz="2500" spc="-40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on</a:t>
            </a:r>
            <a:r>
              <a:rPr dirty="0" sz="2500" spc="-40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your</a:t>
            </a:r>
            <a:r>
              <a:rPr dirty="0" sz="2500" spc="-40">
                <a:latin typeface="Comic Sans MS"/>
                <a:cs typeface="Comic Sans MS"/>
              </a:rPr>
              <a:t> </a:t>
            </a:r>
            <a:r>
              <a:rPr dirty="0" sz="2500" spc="-10">
                <a:latin typeface="Comic Sans MS"/>
                <a:cs typeface="Comic Sans MS"/>
              </a:rPr>
              <a:t>system.</a:t>
            </a:r>
            <a:endParaRPr sz="25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sp>
          <p:nvSpPr>
            <p:cNvPr id="3" name="object 3"/>
            <p:cNvSpPr/>
            <p:nvPr/>
          </p:nvSpPr>
          <p:spPr>
            <a:xfrm>
              <a:off x="144503" y="0"/>
              <a:ext cx="18143855" cy="1524000"/>
            </a:xfrm>
            <a:custGeom>
              <a:avLst/>
              <a:gdLst/>
              <a:ahLst/>
              <a:cxnLst/>
              <a:rect l="l" t="t" r="r" b="b"/>
              <a:pathLst>
                <a:path w="18143855" h="1524000">
                  <a:moveTo>
                    <a:pt x="477549" y="1215792"/>
                  </a:moveTo>
                  <a:lnTo>
                    <a:pt x="19628" y="1011206"/>
                  </a:lnTo>
                  <a:lnTo>
                    <a:pt x="0" y="0"/>
                  </a:lnTo>
                  <a:lnTo>
                    <a:pt x="18102248" y="0"/>
                  </a:lnTo>
                  <a:lnTo>
                    <a:pt x="18143496" y="82866"/>
                  </a:lnTo>
                  <a:lnTo>
                    <a:pt x="18143496" y="216479"/>
                  </a:lnTo>
                  <a:lnTo>
                    <a:pt x="1717123" y="535338"/>
                  </a:lnTo>
                  <a:lnTo>
                    <a:pt x="1627674" y="607861"/>
                  </a:lnTo>
                  <a:lnTo>
                    <a:pt x="1486754" y="733755"/>
                  </a:lnTo>
                  <a:lnTo>
                    <a:pt x="1356578" y="853175"/>
                  </a:lnTo>
                  <a:lnTo>
                    <a:pt x="1299360" y="906281"/>
                  </a:lnTo>
                  <a:lnTo>
                    <a:pt x="820371" y="995663"/>
                  </a:lnTo>
                  <a:lnTo>
                    <a:pt x="477549" y="1215792"/>
                  </a:lnTo>
                  <a:close/>
                </a:path>
                <a:path w="18143855" h="1524000">
                  <a:moveTo>
                    <a:pt x="2121932" y="623285"/>
                  </a:moveTo>
                  <a:lnTo>
                    <a:pt x="2066738" y="604689"/>
                  </a:lnTo>
                  <a:lnTo>
                    <a:pt x="1941016" y="566366"/>
                  </a:lnTo>
                  <a:lnTo>
                    <a:pt x="1804549" y="534516"/>
                  </a:lnTo>
                  <a:lnTo>
                    <a:pt x="1717123" y="535338"/>
                  </a:lnTo>
                  <a:lnTo>
                    <a:pt x="18143496" y="216479"/>
                  </a:lnTo>
                  <a:lnTo>
                    <a:pt x="18143496" y="232200"/>
                  </a:lnTo>
                  <a:lnTo>
                    <a:pt x="4816038" y="490905"/>
                  </a:lnTo>
                  <a:lnTo>
                    <a:pt x="4805092" y="502663"/>
                  </a:lnTo>
                  <a:lnTo>
                    <a:pt x="2495313" y="547499"/>
                  </a:lnTo>
                  <a:lnTo>
                    <a:pt x="2121932" y="623285"/>
                  </a:lnTo>
                  <a:close/>
                </a:path>
                <a:path w="18143855" h="1524000">
                  <a:moveTo>
                    <a:pt x="5193389" y="670279"/>
                  </a:moveTo>
                  <a:lnTo>
                    <a:pt x="4816038" y="490905"/>
                  </a:lnTo>
                  <a:lnTo>
                    <a:pt x="18143496" y="232200"/>
                  </a:lnTo>
                  <a:lnTo>
                    <a:pt x="18143496" y="258732"/>
                  </a:lnTo>
                  <a:lnTo>
                    <a:pt x="6017543" y="494113"/>
                  </a:lnTo>
                  <a:lnTo>
                    <a:pt x="5193389" y="670279"/>
                  </a:lnTo>
                  <a:close/>
                </a:path>
                <a:path w="18143855" h="1524000">
                  <a:moveTo>
                    <a:pt x="3569359" y="969814"/>
                  </a:moveTo>
                  <a:lnTo>
                    <a:pt x="3146020" y="673910"/>
                  </a:lnTo>
                  <a:lnTo>
                    <a:pt x="2665722" y="683233"/>
                  </a:lnTo>
                  <a:lnTo>
                    <a:pt x="2495313" y="547499"/>
                  </a:lnTo>
                  <a:lnTo>
                    <a:pt x="4805092" y="502663"/>
                  </a:lnTo>
                  <a:lnTo>
                    <a:pt x="4714959" y="599482"/>
                  </a:lnTo>
                  <a:lnTo>
                    <a:pt x="4257759" y="608357"/>
                  </a:lnTo>
                  <a:lnTo>
                    <a:pt x="4081316" y="845155"/>
                  </a:lnTo>
                  <a:lnTo>
                    <a:pt x="3569359" y="969814"/>
                  </a:lnTo>
                  <a:close/>
                </a:path>
                <a:path w="18143855" h="1524000">
                  <a:moveTo>
                    <a:pt x="6341427" y="728324"/>
                  </a:moveTo>
                  <a:lnTo>
                    <a:pt x="6017543" y="494113"/>
                  </a:lnTo>
                  <a:lnTo>
                    <a:pt x="18143496" y="258732"/>
                  </a:lnTo>
                  <a:lnTo>
                    <a:pt x="18143496" y="365592"/>
                  </a:lnTo>
                  <a:lnTo>
                    <a:pt x="6712562" y="587483"/>
                  </a:lnTo>
                  <a:lnTo>
                    <a:pt x="6341427" y="728324"/>
                  </a:lnTo>
                  <a:close/>
                </a:path>
                <a:path w="18143855" h="1524000">
                  <a:moveTo>
                    <a:pt x="4612949" y="709059"/>
                  </a:moveTo>
                  <a:lnTo>
                    <a:pt x="4257759" y="608357"/>
                  </a:lnTo>
                  <a:lnTo>
                    <a:pt x="4714959" y="599482"/>
                  </a:lnTo>
                  <a:lnTo>
                    <a:pt x="4612949" y="709059"/>
                  </a:lnTo>
                  <a:close/>
                </a:path>
                <a:path w="18143855" h="1524000">
                  <a:moveTo>
                    <a:pt x="8073230" y="1121412"/>
                  </a:moveTo>
                  <a:lnTo>
                    <a:pt x="7689239" y="992281"/>
                  </a:lnTo>
                  <a:lnTo>
                    <a:pt x="7490167" y="759333"/>
                  </a:lnTo>
                  <a:lnTo>
                    <a:pt x="7088119" y="687053"/>
                  </a:lnTo>
                  <a:lnTo>
                    <a:pt x="6712562" y="587483"/>
                  </a:lnTo>
                  <a:lnTo>
                    <a:pt x="18143496" y="365592"/>
                  </a:lnTo>
                  <a:lnTo>
                    <a:pt x="18143496" y="598473"/>
                  </a:lnTo>
                  <a:lnTo>
                    <a:pt x="17125011" y="618243"/>
                  </a:lnTo>
                  <a:lnTo>
                    <a:pt x="16938806" y="656005"/>
                  </a:lnTo>
                  <a:lnTo>
                    <a:pt x="12162102" y="748727"/>
                  </a:lnTo>
                  <a:lnTo>
                    <a:pt x="12118270" y="785690"/>
                  </a:lnTo>
                  <a:lnTo>
                    <a:pt x="9218155" y="841986"/>
                  </a:lnTo>
                  <a:lnTo>
                    <a:pt x="9084652" y="915326"/>
                  </a:lnTo>
                  <a:lnTo>
                    <a:pt x="8507921" y="926521"/>
                  </a:lnTo>
                  <a:lnTo>
                    <a:pt x="8073230" y="1121412"/>
                  </a:lnTo>
                  <a:close/>
                </a:path>
                <a:path w="18143855" h="1524000">
                  <a:moveTo>
                    <a:pt x="17475390" y="698895"/>
                  </a:moveTo>
                  <a:lnTo>
                    <a:pt x="17125011" y="618243"/>
                  </a:lnTo>
                  <a:lnTo>
                    <a:pt x="17739380" y="606317"/>
                  </a:lnTo>
                  <a:lnTo>
                    <a:pt x="17475390" y="698895"/>
                  </a:lnTo>
                  <a:close/>
                </a:path>
                <a:path w="18143855" h="1524000">
                  <a:moveTo>
                    <a:pt x="18020518" y="916282"/>
                  </a:moveTo>
                  <a:lnTo>
                    <a:pt x="17739380" y="606317"/>
                  </a:lnTo>
                  <a:lnTo>
                    <a:pt x="18143496" y="598473"/>
                  </a:lnTo>
                  <a:lnTo>
                    <a:pt x="18143496" y="684513"/>
                  </a:lnTo>
                  <a:lnTo>
                    <a:pt x="18020518" y="916282"/>
                  </a:lnTo>
                  <a:close/>
                </a:path>
                <a:path w="18143855" h="1524000">
                  <a:moveTo>
                    <a:pt x="12379114" y="931459"/>
                  </a:moveTo>
                  <a:lnTo>
                    <a:pt x="12162102" y="748727"/>
                  </a:lnTo>
                  <a:lnTo>
                    <a:pt x="16938806" y="656005"/>
                  </a:lnTo>
                  <a:lnTo>
                    <a:pt x="16648129" y="714953"/>
                  </a:lnTo>
                  <a:lnTo>
                    <a:pt x="16558120" y="817420"/>
                  </a:lnTo>
                  <a:lnTo>
                    <a:pt x="12638760" y="893501"/>
                  </a:lnTo>
                  <a:lnTo>
                    <a:pt x="12379114" y="931459"/>
                  </a:lnTo>
                  <a:close/>
                </a:path>
                <a:path w="18143855" h="1524000">
                  <a:moveTo>
                    <a:pt x="10514641" y="1207904"/>
                  </a:moveTo>
                  <a:lnTo>
                    <a:pt x="10191277" y="1000459"/>
                  </a:lnTo>
                  <a:lnTo>
                    <a:pt x="9975059" y="871266"/>
                  </a:lnTo>
                  <a:lnTo>
                    <a:pt x="9548046" y="879555"/>
                  </a:lnTo>
                  <a:lnTo>
                    <a:pt x="9218155" y="841986"/>
                  </a:lnTo>
                  <a:lnTo>
                    <a:pt x="12118270" y="785690"/>
                  </a:lnTo>
                  <a:lnTo>
                    <a:pt x="12030010" y="860117"/>
                  </a:lnTo>
                  <a:lnTo>
                    <a:pt x="11139038" y="877412"/>
                  </a:lnTo>
                  <a:lnTo>
                    <a:pt x="10805155" y="988543"/>
                  </a:lnTo>
                  <a:lnTo>
                    <a:pt x="10514641" y="1207904"/>
                  </a:lnTo>
                  <a:close/>
                </a:path>
                <a:path w="18143855" h="1524000">
                  <a:moveTo>
                    <a:pt x="8883473" y="1025846"/>
                  </a:moveTo>
                  <a:lnTo>
                    <a:pt x="8507921" y="926521"/>
                  </a:lnTo>
                  <a:lnTo>
                    <a:pt x="9084652" y="915326"/>
                  </a:lnTo>
                  <a:lnTo>
                    <a:pt x="8883473" y="1025846"/>
                  </a:lnTo>
                  <a:close/>
                </a:path>
                <a:path w="18143855" h="1524000">
                  <a:moveTo>
                    <a:pt x="11859751" y="1003692"/>
                  </a:moveTo>
                  <a:lnTo>
                    <a:pt x="11575346" y="905055"/>
                  </a:lnTo>
                  <a:lnTo>
                    <a:pt x="11139038" y="877412"/>
                  </a:lnTo>
                  <a:lnTo>
                    <a:pt x="12030010" y="860117"/>
                  </a:lnTo>
                  <a:lnTo>
                    <a:pt x="11859751" y="1003692"/>
                  </a:lnTo>
                  <a:close/>
                </a:path>
                <a:path w="18143855" h="1524000">
                  <a:moveTo>
                    <a:pt x="13618089" y="1523515"/>
                  </a:moveTo>
                  <a:lnTo>
                    <a:pt x="13293152" y="1235034"/>
                  </a:lnTo>
                  <a:lnTo>
                    <a:pt x="12878155" y="1052461"/>
                  </a:lnTo>
                  <a:lnTo>
                    <a:pt x="12638760" y="893501"/>
                  </a:lnTo>
                  <a:lnTo>
                    <a:pt x="16558120" y="817420"/>
                  </a:lnTo>
                  <a:lnTo>
                    <a:pt x="16391935" y="1006607"/>
                  </a:lnTo>
                  <a:lnTo>
                    <a:pt x="16113086" y="1180295"/>
                  </a:lnTo>
                  <a:lnTo>
                    <a:pt x="14092668" y="1219514"/>
                  </a:lnTo>
                  <a:lnTo>
                    <a:pt x="13618089" y="1523515"/>
                  </a:lnTo>
                  <a:close/>
                </a:path>
                <a:path w="18143855" h="1524000">
                  <a:moveTo>
                    <a:pt x="14459002" y="1324914"/>
                  </a:moveTo>
                  <a:lnTo>
                    <a:pt x="14092664" y="1219515"/>
                  </a:lnTo>
                  <a:lnTo>
                    <a:pt x="16113086" y="1180295"/>
                  </a:lnTo>
                  <a:lnTo>
                    <a:pt x="16070345" y="1206918"/>
                  </a:lnTo>
                  <a:lnTo>
                    <a:pt x="14841611" y="1230769"/>
                  </a:lnTo>
                  <a:lnTo>
                    <a:pt x="14459002" y="1324914"/>
                  </a:lnTo>
                  <a:close/>
                </a:path>
                <a:path w="18143855" h="1524000">
                  <a:moveTo>
                    <a:pt x="15785124" y="1502210"/>
                  </a:moveTo>
                  <a:lnTo>
                    <a:pt x="15761363" y="1502672"/>
                  </a:lnTo>
                  <a:lnTo>
                    <a:pt x="15218959" y="1410144"/>
                  </a:lnTo>
                  <a:lnTo>
                    <a:pt x="14841606" y="1230769"/>
                  </a:lnTo>
                  <a:lnTo>
                    <a:pt x="16070345" y="1206918"/>
                  </a:lnTo>
                  <a:lnTo>
                    <a:pt x="15785124" y="150221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18288000" cy="1440180"/>
            </a:xfrm>
            <a:custGeom>
              <a:avLst/>
              <a:gdLst/>
              <a:ahLst/>
              <a:cxnLst/>
              <a:rect l="l" t="t" r="r" b="b"/>
              <a:pathLst>
                <a:path w="18288000" h="1440180">
                  <a:moveTo>
                    <a:pt x="362060" y="1134614"/>
                  </a:moveTo>
                  <a:lnTo>
                    <a:pt x="0" y="972663"/>
                  </a:lnTo>
                  <a:lnTo>
                    <a:pt x="0" y="0"/>
                  </a:lnTo>
                  <a:lnTo>
                    <a:pt x="18287999" y="0"/>
                  </a:lnTo>
                  <a:lnTo>
                    <a:pt x="18287999" y="129270"/>
                  </a:lnTo>
                  <a:lnTo>
                    <a:pt x="1601123" y="453186"/>
                  </a:lnTo>
                  <a:lnTo>
                    <a:pt x="1511815" y="525669"/>
                  </a:lnTo>
                  <a:lnTo>
                    <a:pt x="1370966" y="651477"/>
                  </a:lnTo>
                  <a:lnTo>
                    <a:pt x="1240816" y="770812"/>
                  </a:lnTo>
                  <a:lnTo>
                    <a:pt x="1183601" y="823879"/>
                  </a:lnTo>
                  <a:lnTo>
                    <a:pt x="704876" y="914238"/>
                  </a:lnTo>
                  <a:lnTo>
                    <a:pt x="362060" y="1134614"/>
                  </a:lnTo>
                  <a:close/>
                </a:path>
                <a:path w="18288000" h="1440180">
                  <a:moveTo>
                    <a:pt x="2005686" y="541139"/>
                  </a:moveTo>
                  <a:lnTo>
                    <a:pt x="1950497" y="522542"/>
                  </a:lnTo>
                  <a:lnTo>
                    <a:pt x="1824801" y="484218"/>
                  </a:lnTo>
                  <a:lnTo>
                    <a:pt x="1688407" y="452367"/>
                  </a:lnTo>
                  <a:lnTo>
                    <a:pt x="1601123" y="453186"/>
                  </a:lnTo>
                  <a:lnTo>
                    <a:pt x="18287999" y="129270"/>
                  </a:lnTo>
                  <a:lnTo>
                    <a:pt x="18287999" y="145729"/>
                  </a:lnTo>
                  <a:lnTo>
                    <a:pt x="4698579" y="409519"/>
                  </a:lnTo>
                  <a:lnTo>
                    <a:pt x="4688344" y="420526"/>
                  </a:lnTo>
                  <a:lnTo>
                    <a:pt x="2379067" y="465353"/>
                  </a:lnTo>
                  <a:lnTo>
                    <a:pt x="2005686" y="541139"/>
                  </a:lnTo>
                  <a:close/>
                </a:path>
                <a:path w="18288000" h="1440180">
                  <a:moveTo>
                    <a:pt x="5075936" y="589138"/>
                  </a:moveTo>
                  <a:lnTo>
                    <a:pt x="4698579" y="409519"/>
                  </a:lnTo>
                  <a:lnTo>
                    <a:pt x="18287999" y="145729"/>
                  </a:lnTo>
                  <a:lnTo>
                    <a:pt x="18287999" y="172506"/>
                  </a:lnTo>
                  <a:lnTo>
                    <a:pt x="5901071" y="412954"/>
                  </a:lnTo>
                  <a:lnTo>
                    <a:pt x="5075936" y="589138"/>
                  </a:lnTo>
                  <a:close/>
                </a:path>
                <a:path w="18288000" h="1440180">
                  <a:moveTo>
                    <a:pt x="3453113" y="887667"/>
                  </a:moveTo>
                  <a:lnTo>
                    <a:pt x="3029775" y="591763"/>
                  </a:lnTo>
                  <a:lnTo>
                    <a:pt x="2549477" y="601086"/>
                  </a:lnTo>
                  <a:lnTo>
                    <a:pt x="2379067" y="465353"/>
                  </a:lnTo>
                  <a:lnTo>
                    <a:pt x="4688344" y="420526"/>
                  </a:lnTo>
                  <a:lnTo>
                    <a:pt x="4597386" y="518343"/>
                  </a:lnTo>
                  <a:lnTo>
                    <a:pt x="4140305" y="527216"/>
                  </a:lnTo>
                  <a:lnTo>
                    <a:pt x="3963862" y="764014"/>
                  </a:lnTo>
                  <a:lnTo>
                    <a:pt x="3453113" y="887667"/>
                  </a:lnTo>
                  <a:close/>
                </a:path>
                <a:path w="18288000" h="1440180">
                  <a:moveTo>
                    <a:pt x="6224949" y="646918"/>
                  </a:moveTo>
                  <a:lnTo>
                    <a:pt x="5901071" y="412954"/>
                  </a:lnTo>
                  <a:lnTo>
                    <a:pt x="18287999" y="172506"/>
                  </a:lnTo>
                  <a:lnTo>
                    <a:pt x="18287999" y="279367"/>
                  </a:lnTo>
                  <a:lnTo>
                    <a:pt x="6595844" y="506328"/>
                  </a:lnTo>
                  <a:lnTo>
                    <a:pt x="6224949" y="646918"/>
                  </a:lnTo>
                  <a:close/>
                </a:path>
                <a:path w="18288000" h="1440180">
                  <a:moveTo>
                    <a:pt x="4495496" y="627919"/>
                  </a:moveTo>
                  <a:lnTo>
                    <a:pt x="4140305" y="527216"/>
                  </a:lnTo>
                  <a:lnTo>
                    <a:pt x="4597386" y="518343"/>
                  </a:lnTo>
                  <a:lnTo>
                    <a:pt x="4495496" y="627919"/>
                  </a:lnTo>
                  <a:close/>
                </a:path>
                <a:path w="18288000" h="1440180">
                  <a:moveTo>
                    <a:pt x="7957495" y="1040238"/>
                  </a:moveTo>
                  <a:lnTo>
                    <a:pt x="7573253" y="910866"/>
                  </a:lnTo>
                  <a:lnTo>
                    <a:pt x="7374186" y="678164"/>
                  </a:lnTo>
                  <a:lnTo>
                    <a:pt x="6972384" y="605879"/>
                  </a:lnTo>
                  <a:lnTo>
                    <a:pt x="6595844" y="506328"/>
                  </a:lnTo>
                  <a:lnTo>
                    <a:pt x="18287999" y="279367"/>
                  </a:lnTo>
                  <a:lnTo>
                    <a:pt x="18287999" y="512493"/>
                  </a:lnTo>
                  <a:lnTo>
                    <a:pt x="17009283" y="537315"/>
                  </a:lnTo>
                  <a:lnTo>
                    <a:pt x="16824419" y="574805"/>
                  </a:lnTo>
                  <a:lnTo>
                    <a:pt x="12046613" y="667549"/>
                  </a:lnTo>
                  <a:lnTo>
                    <a:pt x="12002780" y="704512"/>
                  </a:lnTo>
                  <a:lnTo>
                    <a:pt x="9102174" y="760816"/>
                  </a:lnTo>
                  <a:lnTo>
                    <a:pt x="8968770" y="834155"/>
                  </a:lnTo>
                  <a:lnTo>
                    <a:pt x="8391940" y="845352"/>
                  </a:lnTo>
                  <a:lnTo>
                    <a:pt x="7957495" y="1040238"/>
                  </a:lnTo>
                  <a:close/>
                </a:path>
                <a:path w="18288000" h="1440180">
                  <a:moveTo>
                    <a:pt x="17359908" y="617962"/>
                  </a:moveTo>
                  <a:lnTo>
                    <a:pt x="17009283" y="537315"/>
                  </a:lnTo>
                  <a:lnTo>
                    <a:pt x="17623652" y="525389"/>
                  </a:lnTo>
                  <a:lnTo>
                    <a:pt x="17359908" y="617962"/>
                  </a:lnTo>
                  <a:close/>
                </a:path>
                <a:path w="18288000" h="1440180">
                  <a:moveTo>
                    <a:pt x="18287999" y="936264"/>
                  </a:moveTo>
                  <a:lnTo>
                    <a:pt x="17953236" y="926780"/>
                  </a:lnTo>
                  <a:lnTo>
                    <a:pt x="17623652" y="525389"/>
                  </a:lnTo>
                  <a:lnTo>
                    <a:pt x="18287999" y="512493"/>
                  </a:lnTo>
                  <a:lnTo>
                    <a:pt x="18287999" y="936264"/>
                  </a:lnTo>
                  <a:close/>
                </a:path>
                <a:path w="18288000" h="1440180">
                  <a:moveTo>
                    <a:pt x="12263870" y="850275"/>
                  </a:moveTo>
                  <a:lnTo>
                    <a:pt x="12046613" y="667549"/>
                  </a:lnTo>
                  <a:lnTo>
                    <a:pt x="16824419" y="574805"/>
                  </a:lnTo>
                  <a:lnTo>
                    <a:pt x="16532401" y="634025"/>
                  </a:lnTo>
                  <a:lnTo>
                    <a:pt x="16443575" y="735241"/>
                  </a:lnTo>
                  <a:lnTo>
                    <a:pt x="12522760" y="811349"/>
                  </a:lnTo>
                  <a:lnTo>
                    <a:pt x="12263870" y="850275"/>
                  </a:lnTo>
                  <a:close/>
                </a:path>
                <a:path w="18288000" h="1440180">
                  <a:moveTo>
                    <a:pt x="10400379" y="1126700"/>
                  </a:moveTo>
                  <a:lnTo>
                    <a:pt x="10075788" y="919280"/>
                  </a:lnTo>
                  <a:lnTo>
                    <a:pt x="9859815" y="790081"/>
                  </a:lnTo>
                  <a:lnTo>
                    <a:pt x="9432557" y="798375"/>
                  </a:lnTo>
                  <a:lnTo>
                    <a:pt x="9102174" y="760816"/>
                  </a:lnTo>
                  <a:lnTo>
                    <a:pt x="12002780" y="704512"/>
                  </a:lnTo>
                  <a:lnTo>
                    <a:pt x="11914819" y="778687"/>
                  </a:lnTo>
                  <a:lnTo>
                    <a:pt x="11023544" y="795988"/>
                  </a:lnTo>
                  <a:lnTo>
                    <a:pt x="10689666" y="907364"/>
                  </a:lnTo>
                  <a:lnTo>
                    <a:pt x="10400379" y="1126700"/>
                  </a:lnTo>
                  <a:close/>
                </a:path>
                <a:path w="18288000" h="1440180">
                  <a:moveTo>
                    <a:pt x="8767739" y="944671"/>
                  </a:moveTo>
                  <a:lnTo>
                    <a:pt x="8391940" y="845352"/>
                  </a:lnTo>
                  <a:lnTo>
                    <a:pt x="8968770" y="834155"/>
                  </a:lnTo>
                  <a:lnTo>
                    <a:pt x="8767739" y="944671"/>
                  </a:lnTo>
                  <a:close/>
                </a:path>
                <a:path w="18288000" h="1440180">
                  <a:moveTo>
                    <a:pt x="11744262" y="922513"/>
                  </a:moveTo>
                  <a:lnTo>
                    <a:pt x="11459857" y="823876"/>
                  </a:lnTo>
                  <a:lnTo>
                    <a:pt x="11023544" y="795988"/>
                  </a:lnTo>
                  <a:lnTo>
                    <a:pt x="11914819" y="778687"/>
                  </a:lnTo>
                  <a:lnTo>
                    <a:pt x="11744262" y="922513"/>
                  </a:lnTo>
                  <a:close/>
                </a:path>
                <a:path w="18288000" h="1440180">
                  <a:moveTo>
                    <a:pt x="13502310" y="1440130"/>
                  </a:moveTo>
                  <a:lnTo>
                    <a:pt x="13177397" y="1152878"/>
                  </a:lnTo>
                  <a:lnTo>
                    <a:pt x="12762154" y="970309"/>
                  </a:lnTo>
                  <a:lnTo>
                    <a:pt x="12522760" y="811349"/>
                  </a:lnTo>
                  <a:lnTo>
                    <a:pt x="16443575" y="735241"/>
                  </a:lnTo>
                  <a:lnTo>
                    <a:pt x="16276451" y="925674"/>
                  </a:lnTo>
                  <a:lnTo>
                    <a:pt x="15999072" y="1098105"/>
                  </a:lnTo>
                  <a:lnTo>
                    <a:pt x="13976911" y="1137358"/>
                  </a:lnTo>
                  <a:lnTo>
                    <a:pt x="13502310" y="1440130"/>
                  </a:lnTo>
                  <a:close/>
                </a:path>
                <a:path w="18288000" h="1440180">
                  <a:moveTo>
                    <a:pt x="14342283" y="1243759"/>
                  </a:moveTo>
                  <a:lnTo>
                    <a:pt x="13976911" y="1137358"/>
                  </a:lnTo>
                  <a:lnTo>
                    <a:pt x="15999072" y="1098105"/>
                  </a:lnTo>
                  <a:lnTo>
                    <a:pt x="15954611" y="1125745"/>
                  </a:lnTo>
                  <a:lnTo>
                    <a:pt x="15953647" y="1126746"/>
                  </a:lnTo>
                  <a:lnTo>
                    <a:pt x="14725891" y="1150579"/>
                  </a:lnTo>
                  <a:lnTo>
                    <a:pt x="14342283" y="1243759"/>
                  </a:lnTo>
                  <a:close/>
                </a:path>
                <a:path w="18288000" h="1440180">
                  <a:moveTo>
                    <a:pt x="15665669" y="1426141"/>
                  </a:moveTo>
                  <a:lnTo>
                    <a:pt x="15103002" y="1330202"/>
                  </a:lnTo>
                  <a:lnTo>
                    <a:pt x="14725891" y="1150579"/>
                  </a:lnTo>
                  <a:lnTo>
                    <a:pt x="15953647" y="1126746"/>
                  </a:lnTo>
                  <a:lnTo>
                    <a:pt x="15665669" y="142614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18288000" cy="908685"/>
            </a:xfrm>
            <a:custGeom>
              <a:avLst/>
              <a:gdLst/>
              <a:ahLst/>
              <a:cxnLst/>
              <a:rect l="l" t="t" r="r" b="b"/>
              <a:pathLst>
                <a:path w="18288000" h="908685">
                  <a:moveTo>
                    <a:pt x="761760" y="630384"/>
                  </a:moveTo>
                  <a:lnTo>
                    <a:pt x="216620" y="576850"/>
                  </a:lnTo>
                  <a:lnTo>
                    <a:pt x="0" y="298497"/>
                  </a:lnTo>
                  <a:lnTo>
                    <a:pt x="0" y="0"/>
                  </a:lnTo>
                  <a:lnTo>
                    <a:pt x="9280385" y="0"/>
                  </a:lnTo>
                  <a:lnTo>
                    <a:pt x="4791071" y="87143"/>
                  </a:lnTo>
                  <a:lnTo>
                    <a:pt x="4642618" y="156351"/>
                  </a:lnTo>
                  <a:lnTo>
                    <a:pt x="1959188" y="208440"/>
                  </a:lnTo>
                  <a:lnTo>
                    <a:pt x="1910928" y="221145"/>
                  </a:lnTo>
                  <a:lnTo>
                    <a:pt x="1800421" y="251687"/>
                  </a:lnTo>
                  <a:lnTo>
                    <a:pt x="1679077" y="288703"/>
                  </a:lnTo>
                  <a:lnTo>
                    <a:pt x="1598309" y="320832"/>
                  </a:lnTo>
                  <a:lnTo>
                    <a:pt x="1493687" y="354038"/>
                  </a:lnTo>
                  <a:lnTo>
                    <a:pt x="1319868" y="393424"/>
                  </a:lnTo>
                  <a:lnTo>
                    <a:pt x="1156885" y="426335"/>
                  </a:lnTo>
                  <a:lnTo>
                    <a:pt x="1084772" y="440118"/>
                  </a:lnTo>
                  <a:lnTo>
                    <a:pt x="761760" y="630384"/>
                  </a:lnTo>
                  <a:close/>
                </a:path>
                <a:path w="18288000" h="908685">
                  <a:moveTo>
                    <a:pt x="5036649" y="336875"/>
                  </a:moveTo>
                  <a:lnTo>
                    <a:pt x="4791071" y="87143"/>
                  </a:lnTo>
                  <a:lnTo>
                    <a:pt x="9280385" y="0"/>
                  </a:lnTo>
                  <a:lnTo>
                    <a:pt x="15608005" y="0"/>
                  </a:lnTo>
                  <a:lnTo>
                    <a:pt x="9992017" y="109014"/>
                  </a:lnTo>
                  <a:lnTo>
                    <a:pt x="9991894" y="109261"/>
                  </a:lnTo>
                  <a:lnTo>
                    <a:pt x="5777136" y="191076"/>
                  </a:lnTo>
                  <a:lnTo>
                    <a:pt x="5637414" y="214945"/>
                  </a:lnTo>
                  <a:lnTo>
                    <a:pt x="5036649" y="336875"/>
                  </a:lnTo>
                  <a:close/>
                </a:path>
                <a:path w="18288000" h="908685">
                  <a:moveTo>
                    <a:pt x="2546927" y="469710"/>
                  </a:moveTo>
                  <a:lnTo>
                    <a:pt x="2376517" y="333977"/>
                  </a:lnTo>
                  <a:lnTo>
                    <a:pt x="1959188" y="208440"/>
                  </a:lnTo>
                  <a:lnTo>
                    <a:pt x="4642618" y="156351"/>
                  </a:lnTo>
                  <a:lnTo>
                    <a:pt x="4631619" y="161479"/>
                  </a:lnTo>
                  <a:lnTo>
                    <a:pt x="3022029" y="192723"/>
                  </a:lnTo>
                  <a:lnTo>
                    <a:pt x="2546927" y="469710"/>
                  </a:lnTo>
                  <a:close/>
                </a:path>
                <a:path w="18288000" h="908685">
                  <a:moveTo>
                    <a:pt x="3594700" y="588904"/>
                  </a:moveTo>
                  <a:lnTo>
                    <a:pt x="3022029" y="192723"/>
                  </a:lnTo>
                  <a:lnTo>
                    <a:pt x="4631619" y="161479"/>
                  </a:lnTo>
                  <a:lnTo>
                    <a:pt x="4487013" y="228893"/>
                  </a:lnTo>
                  <a:lnTo>
                    <a:pt x="4126427" y="293130"/>
                  </a:lnTo>
                  <a:lnTo>
                    <a:pt x="3955871" y="364979"/>
                  </a:lnTo>
                  <a:lnTo>
                    <a:pt x="3594700" y="588904"/>
                  </a:lnTo>
                  <a:close/>
                </a:path>
                <a:path w="18288000" h="908685">
                  <a:moveTo>
                    <a:pt x="10522131" y="451485"/>
                  </a:moveTo>
                  <a:lnTo>
                    <a:pt x="9992017" y="109014"/>
                  </a:lnTo>
                  <a:lnTo>
                    <a:pt x="15608005" y="0"/>
                  </a:lnTo>
                  <a:lnTo>
                    <a:pt x="16316724" y="0"/>
                  </a:lnTo>
                  <a:lnTo>
                    <a:pt x="12270507" y="78542"/>
                  </a:lnTo>
                  <a:lnTo>
                    <a:pt x="12023857" y="121595"/>
                  </a:lnTo>
                  <a:lnTo>
                    <a:pt x="12023531" y="121602"/>
                  </a:lnTo>
                  <a:lnTo>
                    <a:pt x="11838165" y="380984"/>
                  </a:lnTo>
                  <a:lnTo>
                    <a:pt x="11015799" y="396947"/>
                  </a:lnTo>
                  <a:lnTo>
                    <a:pt x="10522131" y="451485"/>
                  </a:lnTo>
                  <a:close/>
                </a:path>
                <a:path w="18288000" h="908685">
                  <a:moveTo>
                    <a:pt x="6217594" y="318619"/>
                  </a:moveTo>
                  <a:lnTo>
                    <a:pt x="6156780" y="298328"/>
                  </a:lnTo>
                  <a:lnTo>
                    <a:pt x="6018718" y="253880"/>
                  </a:lnTo>
                  <a:lnTo>
                    <a:pt x="5869979" y="209916"/>
                  </a:lnTo>
                  <a:lnTo>
                    <a:pt x="5777136" y="191076"/>
                  </a:lnTo>
                  <a:lnTo>
                    <a:pt x="9991894" y="109261"/>
                  </a:lnTo>
                  <a:lnTo>
                    <a:pt x="9968015" y="157382"/>
                  </a:lnTo>
                  <a:lnTo>
                    <a:pt x="6540497" y="223915"/>
                  </a:lnTo>
                  <a:lnTo>
                    <a:pt x="6217594" y="318619"/>
                  </a:lnTo>
                  <a:close/>
                </a:path>
                <a:path w="18288000" h="908685">
                  <a:moveTo>
                    <a:pt x="13455143" y="908465"/>
                  </a:moveTo>
                  <a:lnTo>
                    <a:pt x="13181799" y="632986"/>
                  </a:lnTo>
                  <a:lnTo>
                    <a:pt x="12755146" y="571256"/>
                  </a:lnTo>
                  <a:lnTo>
                    <a:pt x="12515746" y="412050"/>
                  </a:lnTo>
                  <a:lnTo>
                    <a:pt x="12270507" y="78542"/>
                  </a:lnTo>
                  <a:lnTo>
                    <a:pt x="16316724" y="0"/>
                  </a:lnTo>
                  <a:lnTo>
                    <a:pt x="18287999" y="0"/>
                  </a:lnTo>
                  <a:lnTo>
                    <a:pt x="18287999" y="25113"/>
                  </a:lnTo>
                  <a:lnTo>
                    <a:pt x="18287999" y="28552"/>
                  </a:lnTo>
                  <a:lnTo>
                    <a:pt x="16647768" y="60391"/>
                  </a:lnTo>
                  <a:lnTo>
                    <a:pt x="16267460" y="525922"/>
                  </a:lnTo>
                  <a:lnTo>
                    <a:pt x="16112796" y="583214"/>
                  </a:lnTo>
                  <a:lnTo>
                    <a:pt x="13862114" y="626903"/>
                  </a:lnTo>
                  <a:lnTo>
                    <a:pt x="13455143" y="908465"/>
                  </a:lnTo>
                  <a:close/>
                </a:path>
                <a:path w="18288000" h="908685">
                  <a:moveTo>
                    <a:pt x="7948520" y="641221"/>
                  </a:moveTo>
                  <a:lnTo>
                    <a:pt x="7848336" y="629558"/>
                  </a:lnTo>
                  <a:lnTo>
                    <a:pt x="7720714" y="584137"/>
                  </a:lnTo>
                  <a:lnTo>
                    <a:pt x="7610934" y="534914"/>
                  </a:lnTo>
                  <a:lnTo>
                    <a:pt x="7564279" y="511849"/>
                  </a:lnTo>
                  <a:lnTo>
                    <a:pt x="7524941" y="488726"/>
                  </a:lnTo>
                  <a:lnTo>
                    <a:pt x="7433951" y="437980"/>
                  </a:lnTo>
                  <a:lnTo>
                    <a:pt x="7332642" y="387940"/>
                  </a:lnTo>
                  <a:lnTo>
                    <a:pt x="7261279" y="366406"/>
                  </a:lnTo>
                  <a:lnTo>
                    <a:pt x="7227422" y="366262"/>
                  </a:lnTo>
                  <a:lnTo>
                    <a:pt x="7178629" y="363976"/>
                  </a:lnTo>
                  <a:lnTo>
                    <a:pt x="7002322" y="352773"/>
                  </a:lnTo>
                  <a:lnTo>
                    <a:pt x="6953469" y="350427"/>
                  </a:lnTo>
                  <a:lnTo>
                    <a:pt x="6919520" y="350194"/>
                  </a:lnTo>
                  <a:lnTo>
                    <a:pt x="6836173" y="331553"/>
                  </a:lnTo>
                  <a:lnTo>
                    <a:pt x="6708564" y="288024"/>
                  </a:lnTo>
                  <a:lnTo>
                    <a:pt x="6591678" y="244010"/>
                  </a:lnTo>
                  <a:lnTo>
                    <a:pt x="6540497" y="223915"/>
                  </a:lnTo>
                  <a:lnTo>
                    <a:pt x="9968015" y="157382"/>
                  </a:lnTo>
                  <a:lnTo>
                    <a:pt x="9874225" y="346393"/>
                  </a:lnTo>
                  <a:lnTo>
                    <a:pt x="9093196" y="361554"/>
                  </a:lnTo>
                  <a:lnTo>
                    <a:pt x="8801490" y="616891"/>
                  </a:lnTo>
                  <a:lnTo>
                    <a:pt x="8052625" y="631427"/>
                  </a:lnTo>
                  <a:lnTo>
                    <a:pt x="7948520" y="641221"/>
                  </a:lnTo>
                  <a:close/>
                </a:path>
                <a:path w="18288000" h="908685">
                  <a:moveTo>
                    <a:pt x="17273097" y="334688"/>
                  </a:moveTo>
                  <a:lnTo>
                    <a:pt x="17000290" y="137563"/>
                  </a:lnTo>
                  <a:lnTo>
                    <a:pt x="16647768" y="60391"/>
                  </a:lnTo>
                  <a:lnTo>
                    <a:pt x="18287999" y="28552"/>
                  </a:lnTo>
                  <a:lnTo>
                    <a:pt x="18287999" y="106179"/>
                  </a:lnTo>
                  <a:lnTo>
                    <a:pt x="18287999" y="112567"/>
                  </a:lnTo>
                  <a:lnTo>
                    <a:pt x="17614660" y="125637"/>
                  </a:lnTo>
                  <a:lnTo>
                    <a:pt x="17273097" y="334688"/>
                  </a:lnTo>
                  <a:close/>
                </a:path>
                <a:path w="18288000" h="908685">
                  <a:moveTo>
                    <a:pt x="17950583" y="385407"/>
                  </a:moveTo>
                  <a:lnTo>
                    <a:pt x="17614660" y="125637"/>
                  </a:lnTo>
                  <a:lnTo>
                    <a:pt x="18287999" y="112567"/>
                  </a:lnTo>
                  <a:lnTo>
                    <a:pt x="18287999" y="290175"/>
                  </a:lnTo>
                  <a:lnTo>
                    <a:pt x="18287999" y="292424"/>
                  </a:lnTo>
                  <a:lnTo>
                    <a:pt x="17950583" y="385407"/>
                  </a:lnTo>
                  <a:close/>
                </a:path>
                <a:path w="18288000" h="908685">
                  <a:moveTo>
                    <a:pt x="9852070" y="391041"/>
                  </a:moveTo>
                  <a:lnTo>
                    <a:pt x="9423338" y="399363"/>
                  </a:lnTo>
                  <a:lnTo>
                    <a:pt x="9093196" y="361554"/>
                  </a:lnTo>
                  <a:lnTo>
                    <a:pt x="9874225" y="346393"/>
                  </a:lnTo>
                  <a:lnTo>
                    <a:pt x="9852070" y="391041"/>
                  </a:lnTo>
                  <a:close/>
                </a:path>
                <a:path w="18288000" h="908685">
                  <a:moveTo>
                    <a:pt x="11736512" y="523228"/>
                  </a:moveTo>
                  <a:lnTo>
                    <a:pt x="11452112" y="424835"/>
                  </a:lnTo>
                  <a:lnTo>
                    <a:pt x="11015799" y="396947"/>
                  </a:lnTo>
                  <a:lnTo>
                    <a:pt x="11838165" y="380984"/>
                  </a:lnTo>
                  <a:lnTo>
                    <a:pt x="11736512" y="523228"/>
                  </a:lnTo>
                  <a:close/>
                </a:path>
                <a:path w="18288000" h="908685">
                  <a:moveTo>
                    <a:pt x="8760837" y="652475"/>
                  </a:moveTo>
                  <a:lnTo>
                    <a:pt x="8357854" y="633275"/>
                  </a:lnTo>
                  <a:lnTo>
                    <a:pt x="8307278" y="631666"/>
                  </a:lnTo>
                  <a:lnTo>
                    <a:pt x="8188873" y="629646"/>
                  </a:lnTo>
                  <a:lnTo>
                    <a:pt x="8052625" y="631427"/>
                  </a:lnTo>
                  <a:lnTo>
                    <a:pt x="8801490" y="616891"/>
                  </a:lnTo>
                  <a:lnTo>
                    <a:pt x="8760837" y="652475"/>
                  </a:lnTo>
                  <a:close/>
                </a:path>
                <a:path w="18288000" h="908685">
                  <a:moveTo>
                    <a:pt x="14335506" y="843962"/>
                  </a:moveTo>
                  <a:lnTo>
                    <a:pt x="13862114" y="626903"/>
                  </a:lnTo>
                  <a:lnTo>
                    <a:pt x="16112796" y="583214"/>
                  </a:lnTo>
                  <a:lnTo>
                    <a:pt x="16047011" y="607582"/>
                  </a:lnTo>
                  <a:lnTo>
                    <a:pt x="14791973" y="631945"/>
                  </a:lnTo>
                  <a:lnTo>
                    <a:pt x="14335506" y="843962"/>
                  </a:lnTo>
                  <a:close/>
                </a:path>
                <a:path w="18288000" h="908685">
                  <a:moveTo>
                    <a:pt x="15550493" y="820378"/>
                  </a:moveTo>
                  <a:lnTo>
                    <a:pt x="15019022" y="813007"/>
                  </a:lnTo>
                  <a:lnTo>
                    <a:pt x="14791973" y="631945"/>
                  </a:lnTo>
                  <a:lnTo>
                    <a:pt x="16047011" y="607582"/>
                  </a:lnTo>
                  <a:lnTo>
                    <a:pt x="15854555" y="678874"/>
                  </a:lnTo>
                  <a:lnTo>
                    <a:pt x="15550493" y="820378"/>
                  </a:lnTo>
                  <a:close/>
                </a:path>
              </a:pathLst>
            </a:custGeom>
            <a:solidFill>
              <a:srgbClr val="FFD04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38625" y="1283944"/>
              <a:ext cx="13611224" cy="900305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524000"/>
            <a:chOff x="0" y="0"/>
            <a:chExt cx="18288000" cy="1524000"/>
          </a:xfrm>
        </p:grpSpPr>
        <p:sp>
          <p:nvSpPr>
            <p:cNvPr id="3" name="object 3"/>
            <p:cNvSpPr/>
            <p:nvPr/>
          </p:nvSpPr>
          <p:spPr>
            <a:xfrm>
              <a:off x="144503" y="0"/>
              <a:ext cx="18143855" cy="1524000"/>
            </a:xfrm>
            <a:custGeom>
              <a:avLst/>
              <a:gdLst/>
              <a:ahLst/>
              <a:cxnLst/>
              <a:rect l="l" t="t" r="r" b="b"/>
              <a:pathLst>
                <a:path w="18143855" h="1524000">
                  <a:moveTo>
                    <a:pt x="477549" y="1215792"/>
                  </a:moveTo>
                  <a:lnTo>
                    <a:pt x="19628" y="1011206"/>
                  </a:lnTo>
                  <a:lnTo>
                    <a:pt x="0" y="0"/>
                  </a:lnTo>
                  <a:lnTo>
                    <a:pt x="18102248" y="0"/>
                  </a:lnTo>
                  <a:lnTo>
                    <a:pt x="18143496" y="82866"/>
                  </a:lnTo>
                  <a:lnTo>
                    <a:pt x="18143496" y="216479"/>
                  </a:lnTo>
                  <a:lnTo>
                    <a:pt x="1717123" y="535338"/>
                  </a:lnTo>
                  <a:lnTo>
                    <a:pt x="1627674" y="607861"/>
                  </a:lnTo>
                  <a:lnTo>
                    <a:pt x="1486754" y="733755"/>
                  </a:lnTo>
                  <a:lnTo>
                    <a:pt x="1356578" y="853175"/>
                  </a:lnTo>
                  <a:lnTo>
                    <a:pt x="1299360" y="906281"/>
                  </a:lnTo>
                  <a:lnTo>
                    <a:pt x="820371" y="995663"/>
                  </a:lnTo>
                  <a:lnTo>
                    <a:pt x="477549" y="1215792"/>
                  </a:lnTo>
                  <a:close/>
                </a:path>
                <a:path w="18143855" h="1524000">
                  <a:moveTo>
                    <a:pt x="2121932" y="623285"/>
                  </a:moveTo>
                  <a:lnTo>
                    <a:pt x="2066738" y="604689"/>
                  </a:lnTo>
                  <a:lnTo>
                    <a:pt x="1941016" y="566366"/>
                  </a:lnTo>
                  <a:lnTo>
                    <a:pt x="1804549" y="534516"/>
                  </a:lnTo>
                  <a:lnTo>
                    <a:pt x="1717123" y="535338"/>
                  </a:lnTo>
                  <a:lnTo>
                    <a:pt x="18143496" y="216479"/>
                  </a:lnTo>
                  <a:lnTo>
                    <a:pt x="18143496" y="232200"/>
                  </a:lnTo>
                  <a:lnTo>
                    <a:pt x="4816038" y="490905"/>
                  </a:lnTo>
                  <a:lnTo>
                    <a:pt x="4805092" y="502663"/>
                  </a:lnTo>
                  <a:lnTo>
                    <a:pt x="2495313" y="547499"/>
                  </a:lnTo>
                  <a:lnTo>
                    <a:pt x="2121932" y="623285"/>
                  </a:lnTo>
                  <a:close/>
                </a:path>
                <a:path w="18143855" h="1524000">
                  <a:moveTo>
                    <a:pt x="5193389" y="670279"/>
                  </a:moveTo>
                  <a:lnTo>
                    <a:pt x="4816038" y="490905"/>
                  </a:lnTo>
                  <a:lnTo>
                    <a:pt x="18143496" y="232200"/>
                  </a:lnTo>
                  <a:lnTo>
                    <a:pt x="18143496" y="258732"/>
                  </a:lnTo>
                  <a:lnTo>
                    <a:pt x="6017543" y="494113"/>
                  </a:lnTo>
                  <a:lnTo>
                    <a:pt x="5193389" y="670279"/>
                  </a:lnTo>
                  <a:close/>
                </a:path>
                <a:path w="18143855" h="1524000">
                  <a:moveTo>
                    <a:pt x="3569359" y="969814"/>
                  </a:moveTo>
                  <a:lnTo>
                    <a:pt x="3146020" y="673910"/>
                  </a:lnTo>
                  <a:lnTo>
                    <a:pt x="2665722" y="683233"/>
                  </a:lnTo>
                  <a:lnTo>
                    <a:pt x="2495313" y="547499"/>
                  </a:lnTo>
                  <a:lnTo>
                    <a:pt x="4805092" y="502663"/>
                  </a:lnTo>
                  <a:lnTo>
                    <a:pt x="4714959" y="599482"/>
                  </a:lnTo>
                  <a:lnTo>
                    <a:pt x="4257759" y="608357"/>
                  </a:lnTo>
                  <a:lnTo>
                    <a:pt x="4081316" y="845155"/>
                  </a:lnTo>
                  <a:lnTo>
                    <a:pt x="3569359" y="969814"/>
                  </a:lnTo>
                  <a:close/>
                </a:path>
                <a:path w="18143855" h="1524000">
                  <a:moveTo>
                    <a:pt x="6341427" y="728324"/>
                  </a:moveTo>
                  <a:lnTo>
                    <a:pt x="6017543" y="494113"/>
                  </a:lnTo>
                  <a:lnTo>
                    <a:pt x="18143496" y="258732"/>
                  </a:lnTo>
                  <a:lnTo>
                    <a:pt x="18143496" y="365592"/>
                  </a:lnTo>
                  <a:lnTo>
                    <a:pt x="6712562" y="587483"/>
                  </a:lnTo>
                  <a:lnTo>
                    <a:pt x="6341427" y="728324"/>
                  </a:lnTo>
                  <a:close/>
                </a:path>
                <a:path w="18143855" h="1524000">
                  <a:moveTo>
                    <a:pt x="4612949" y="709059"/>
                  </a:moveTo>
                  <a:lnTo>
                    <a:pt x="4257759" y="608357"/>
                  </a:lnTo>
                  <a:lnTo>
                    <a:pt x="4714959" y="599482"/>
                  </a:lnTo>
                  <a:lnTo>
                    <a:pt x="4612949" y="709059"/>
                  </a:lnTo>
                  <a:close/>
                </a:path>
                <a:path w="18143855" h="1524000">
                  <a:moveTo>
                    <a:pt x="8073230" y="1121412"/>
                  </a:moveTo>
                  <a:lnTo>
                    <a:pt x="7689239" y="992281"/>
                  </a:lnTo>
                  <a:lnTo>
                    <a:pt x="7490167" y="759333"/>
                  </a:lnTo>
                  <a:lnTo>
                    <a:pt x="7088119" y="687053"/>
                  </a:lnTo>
                  <a:lnTo>
                    <a:pt x="6712562" y="587483"/>
                  </a:lnTo>
                  <a:lnTo>
                    <a:pt x="18143496" y="365592"/>
                  </a:lnTo>
                  <a:lnTo>
                    <a:pt x="18143496" y="598473"/>
                  </a:lnTo>
                  <a:lnTo>
                    <a:pt x="17125011" y="618243"/>
                  </a:lnTo>
                  <a:lnTo>
                    <a:pt x="16938806" y="656005"/>
                  </a:lnTo>
                  <a:lnTo>
                    <a:pt x="12162102" y="748727"/>
                  </a:lnTo>
                  <a:lnTo>
                    <a:pt x="12118270" y="785690"/>
                  </a:lnTo>
                  <a:lnTo>
                    <a:pt x="9218155" y="841986"/>
                  </a:lnTo>
                  <a:lnTo>
                    <a:pt x="9084652" y="915326"/>
                  </a:lnTo>
                  <a:lnTo>
                    <a:pt x="8507921" y="926521"/>
                  </a:lnTo>
                  <a:lnTo>
                    <a:pt x="8073230" y="1121412"/>
                  </a:lnTo>
                  <a:close/>
                </a:path>
                <a:path w="18143855" h="1524000">
                  <a:moveTo>
                    <a:pt x="17475390" y="698895"/>
                  </a:moveTo>
                  <a:lnTo>
                    <a:pt x="17125011" y="618243"/>
                  </a:lnTo>
                  <a:lnTo>
                    <a:pt x="17739380" y="606317"/>
                  </a:lnTo>
                  <a:lnTo>
                    <a:pt x="17475390" y="698895"/>
                  </a:lnTo>
                  <a:close/>
                </a:path>
                <a:path w="18143855" h="1524000">
                  <a:moveTo>
                    <a:pt x="18020518" y="916282"/>
                  </a:moveTo>
                  <a:lnTo>
                    <a:pt x="17739380" y="606317"/>
                  </a:lnTo>
                  <a:lnTo>
                    <a:pt x="18143496" y="598473"/>
                  </a:lnTo>
                  <a:lnTo>
                    <a:pt x="18143496" y="684513"/>
                  </a:lnTo>
                  <a:lnTo>
                    <a:pt x="18020518" y="916282"/>
                  </a:lnTo>
                  <a:close/>
                </a:path>
                <a:path w="18143855" h="1524000">
                  <a:moveTo>
                    <a:pt x="12379114" y="931459"/>
                  </a:moveTo>
                  <a:lnTo>
                    <a:pt x="12162102" y="748727"/>
                  </a:lnTo>
                  <a:lnTo>
                    <a:pt x="16938806" y="656005"/>
                  </a:lnTo>
                  <a:lnTo>
                    <a:pt x="16648129" y="714953"/>
                  </a:lnTo>
                  <a:lnTo>
                    <a:pt x="16558120" y="817420"/>
                  </a:lnTo>
                  <a:lnTo>
                    <a:pt x="12638760" y="893501"/>
                  </a:lnTo>
                  <a:lnTo>
                    <a:pt x="12379114" y="931459"/>
                  </a:lnTo>
                  <a:close/>
                </a:path>
                <a:path w="18143855" h="1524000">
                  <a:moveTo>
                    <a:pt x="10514641" y="1207904"/>
                  </a:moveTo>
                  <a:lnTo>
                    <a:pt x="10191277" y="1000459"/>
                  </a:lnTo>
                  <a:lnTo>
                    <a:pt x="9975059" y="871266"/>
                  </a:lnTo>
                  <a:lnTo>
                    <a:pt x="9548046" y="879555"/>
                  </a:lnTo>
                  <a:lnTo>
                    <a:pt x="9218155" y="841986"/>
                  </a:lnTo>
                  <a:lnTo>
                    <a:pt x="12118270" y="785690"/>
                  </a:lnTo>
                  <a:lnTo>
                    <a:pt x="12030010" y="860117"/>
                  </a:lnTo>
                  <a:lnTo>
                    <a:pt x="11139038" y="877412"/>
                  </a:lnTo>
                  <a:lnTo>
                    <a:pt x="10805155" y="988543"/>
                  </a:lnTo>
                  <a:lnTo>
                    <a:pt x="10514641" y="1207904"/>
                  </a:lnTo>
                  <a:close/>
                </a:path>
                <a:path w="18143855" h="1524000">
                  <a:moveTo>
                    <a:pt x="8883473" y="1025846"/>
                  </a:moveTo>
                  <a:lnTo>
                    <a:pt x="8507921" y="926521"/>
                  </a:lnTo>
                  <a:lnTo>
                    <a:pt x="9084652" y="915326"/>
                  </a:lnTo>
                  <a:lnTo>
                    <a:pt x="8883473" y="1025846"/>
                  </a:lnTo>
                  <a:close/>
                </a:path>
                <a:path w="18143855" h="1524000">
                  <a:moveTo>
                    <a:pt x="11859751" y="1003692"/>
                  </a:moveTo>
                  <a:lnTo>
                    <a:pt x="11575346" y="905055"/>
                  </a:lnTo>
                  <a:lnTo>
                    <a:pt x="11139038" y="877412"/>
                  </a:lnTo>
                  <a:lnTo>
                    <a:pt x="12030010" y="860117"/>
                  </a:lnTo>
                  <a:lnTo>
                    <a:pt x="11859751" y="1003692"/>
                  </a:lnTo>
                  <a:close/>
                </a:path>
                <a:path w="18143855" h="1524000">
                  <a:moveTo>
                    <a:pt x="13618089" y="1523515"/>
                  </a:moveTo>
                  <a:lnTo>
                    <a:pt x="13293152" y="1235034"/>
                  </a:lnTo>
                  <a:lnTo>
                    <a:pt x="12878155" y="1052461"/>
                  </a:lnTo>
                  <a:lnTo>
                    <a:pt x="12638760" y="893501"/>
                  </a:lnTo>
                  <a:lnTo>
                    <a:pt x="16558120" y="817420"/>
                  </a:lnTo>
                  <a:lnTo>
                    <a:pt x="16391935" y="1006607"/>
                  </a:lnTo>
                  <a:lnTo>
                    <a:pt x="16113086" y="1180295"/>
                  </a:lnTo>
                  <a:lnTo>
                    <a:pt x="14092668" y="1219514"/>
                  </a:lnTo>
                  <a:lnTo>
                    <a:pt x="13618089" y="1523515"/>
                  </a:lnTo>
                  <a:close/>
                </a:path>
                <a:path w="18143855" h="1524000">
                  <a:moveTo>
                    <a:pt x="14459002" y="1324914"/>
                  </a:moveTo>
                  <a:lnTo>
                    <a:pt x="14092664" y="1219515"/>
                  </a:lnTo>
                  <a:lnTo>
                    <a:pt x="16113086" y="1180295"/>
                  </a:lnTo>
                  <a:lnTo>
                    <a:pt x="16070345" y="1206918"/>
                  </a:lnTo>
                  <a:lnTo>
                    <a:pt x="14841611" y="1230769"/>
                  </a:lnTo>
                  <a:lnTo>
                    <a:pt x="14459002" y="1324914"/>
                  </a:lnTo>
                  <a:close/>
                </a:path>
                <a:path w="18143855" h="1524000">
                  <a:moveTo>
                    <a:pt x="15785124" y="1502210"/>
                  </a:moveTo>
                  <a:lnTo>
                    <a:pt x="15761363" y="1502672"/>
                  </a:lnTo>
                  <a:lnTo>
                    <a:pt x="15218959" y="1410144"/>
                  </a:lnTo>
                  <a:lnTo>
                    <a:pt x="14841606" y="1230769"/>
                  </a:lnTo>
                  <a:lnTo>
                    <a:pt x="16070345" y="1206918"/>
                  </a:lnTo>
                  <a:lnTo>
                    <a:pt x="15785124" y="150221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18288000" cy="1440180"/>
            </a:xfrm>
            <a:custGeom>
              <a:avLst/>
              <a:gdLst/>
              <a:ahLst/>
              <a:cxnLst/>
              <a:rect l="l" t="t" r="r" b="b"/>
              <a:pathLst>
                <a:path w="18288000" h="1440180">
                  <a:moveTo>
                    <a:pt x="362060" y="1134614"/>
                  </a:moveTo>
                  <a:lnTo>
                    <a:pt x="0" y="972663"/>
                  </a:lnTo>
                  <a:lnTo>
                    <a:pt x="0" y="0"/>
                  </a:lnTo>
                  <a:lnTo>
                    <a:pt x="18287999" y="0"/>
                  </a:lnTo>
                  <a:lnTo>
                    <a:pt x="18287999" y="129270"/>
                  </a:lnTo>
                  <a:lnTo>
                    <a:pt x="1601123" y="453186"/>
                  </a:lnTo>
                  <a:lnTo>
                    <a:pt x="1511815" y="525669"/>
                  </a:lnTo>
                  <a:lnTo>
                    <a:pt x="1370966" y="651477"/>
                  </a:lnTo>
                  <a:lnTo>
                    <a:pt x="1240816" y="770812"/>
                  </a:lnTo>
                  <a:lnTo>
                    <a:pt x="1183601" y="823879"/>
                  </a:lnTo>
                  <a:lnTo>
                    <a:pt x="704876" y="914238"/>
                  </a:lnTo>
                  <a:lnTo>
                    <a:pt x="362060" y="1134614"/>
                  </a:lnTo>
                  <a:close/>
                </a:path>
                <a:path w="18288000" h="1440180">
                  <a:moveTo>
                    <a:pt x="2005686" y="541139"/>
                  </a:moveTo>
                  <a:lnTo>
                    <a:pt x="1950497" y="522542"/>
                  </a:lnTo>
                  <a:lnTo>
                    <a:pt x="1824801" y="484218"/>
                  </a:lnTo>
                  <a:lnTo>
                    <a:pt x="1688407" y="452367"/>
                  </a:lnTo>
                  <a:lnTo>
                    <a:pt x="1601123" y="453186"/>
                  </a:lnTo>
                  <a:lnTo>
                    <a:pt x="18287999" y="129270"/>
                  </a:lnTo>
                  <a:lnTo>
                    <a:pt x="18287999" y="145729"/>
                  </a:lnTo>
                  <a:lnTo>
                    <a:pt x="4698579" y="409519"/>
                  </a:lnTo>
                  <a:lnTo>
                    <a:pt x="4688344" y="420526"/>
                  </a:lnTo>
                  <a:lnTo>
                    <a:pt x="2379067" y="465353"/>
                  </a:lnTo>
                  <a:lnTo>
                    <a:pt x="2005686" y="541139"/>
                  </a:lnTo>
                  <a:close/>
                </a:path>
                <a:path w="18288000" h="1440180">
                  <a:moveTo>
                    <a:pt x="5075936" y="589138"/>
                  </a:moveTo>
                  <a:lnTo>
                    <a:pt x="4698579" y="409519"/>
                  </a:lnTo>
                  <a:lnTo>
                    <a:pt x="18287999" y="145729"/>
                  </a:lnTo>
                  <a:lnTo>
                    <a:pt x="18287999" y="172506"/>
                  </a:lnTo>
                  <a:lnTo>
                    <a:pt x="5901071" y="412954"/>
                  </a:lnTo>
                  <a:lnTo>
                    <a:pt x="5075936" y="589138"/>
                  </a:lnTo>
                  <a:close/>
                </a:path>
                <a:path w="18288000" h="1440180">
                  <a:moveTo>
                    <a:pt x="3453113" y="887667"/>
                  </a:moveTo>
                  <a:lnTo>
                    <a:pt x="3029775" y="591763"/>
                  </a:lnTo>
                  <a:lnTo>
                    <a:pt x="2549477" y="601086"/>
                  </a:lnTo>
                  <a:lnTo>
                    <a:pt x="2379067" y="465353"/>
                  </a:lnTo>
                  <a:lnTo>
                    <a:pt x="4688344" y="420526"/>
                  </a:lnTo>
                  <a:lnTo>
                    <a:pt x="4597386" y="518343"/>
                  </a:lnTo>
                  <a:lnTo>
                    <a:pt x="4140305" y="527216"/>
                  </a:lnTo>
                  <a:lnTo>
                    <a:pt x="3963862" y="764014"/>
                  </a:lnTo>
                  <a:lnTo>
                    <a:pt x="3453113" y="887667"/>
                  </a:lnTo>
                  <a:close/>
                </a:path>
                <a:path w="18288000" h="1440180">
                  <a:moveTo>
                    <a:pt x="6224949" y="646918"/>
                  </a:moveTo>
                  <a:lnTo>
                    <a:pt x="5901071" y="412954"/>
                  </a:lnTo>
                  <a:lnTo>
                    <a:pt x="18287999" y="172506"/>
                  </a:lnTo>
                  <a:lnTo>
                    <a:pt x="18287999" y="279367"/>
                  </a:lnTo>
                  <a:lnTo>
                    <a:pt x="6595844" y="506328"/>
                  </a:lnTo>
                  <a:lnTo>
                    <a:pt x="6224949" y="646918"/>
                  </a:lnTo>
                  <a:close/>
                </a:path>
                <a:path w="18288000" h="1440180">
                  <a:moveTo>
                    <a:pt x="4495496" y="627919"/>
                  </a:moveTo>
                  <a:lnTo>
                    <a:pt x="4140305" y="527216"/>
                  </a:lnTo>
                  <a:lnTo>
                    <a:pt x="4597386" y="518343"/>
                  </a:lnTo>
                  <a:lnTo>
                    <a:pt x="4495496" y="627919"/>
                  </a:lnTo>
                  <a:close/>
                </a:path>
                <a:path w="18288000" h="1440180">
                  <a:moveTo>
                    <a:pt x="7957495" y="1040238"/>
                  </a:moveTo>
                  <a:lnTo>
                    <a:pt x="7573253" y="910866"/>
                  </a:lnTo>
                  <a:lnTo>
                    <a:pt x="7374186" y="678164"/>
                  </a:lnTo>
                  <a:lnTo>
                    <a:pt x="6972384" y="605879"/>
                  </a:lnTo>
                  <a:lnTo>
                    <a:pt x="6595844" y="506328"/>
                  </a:lnTo>
                  <a:lnTo>
                    <a:pt x="18287999" y="279367"/>
                  </a:lnTo>
                  <a:lnTo>
                    <a:pt x="18287999" y="512493"/>
                  </a:lnTo>
                  <a:lnTo>
                    <a:pt x="17009283" y="537315"/>
                  </a:lnTo>
                  <a:lnTo>
                    <a:pt x="16824419" y="574805"/>
                  </a:lnTo>
                  <a:lnTo>
                    <a:pt x="12046613" y="667549"/>
                  </a:lnTo>
                  <a:lnTo>
                    <a:pt x="12002780" y="704512"/>
                  </a:lnTo>
                  <a:lnTo>
                    <a:pt x="9102174" y="760816"/>
                  </a:lnTo>
                  <a:lnTo>
                    <a:pt x="8968770" y="834155"/>
                  </a:lnTo>
                  <a:lnTo>
                    <a:pt x="8391940" y="845352"/>
                  </a:lnTo>
                  <a:lnTo>
                    <a:pt x="7957495" y="1040238"/>
                  </a:lnTo>
                  <a:close/>
                </a:path>
                <a:path w="18288000" h="1440180">
                  <a:moveTo>
                    <a:pt x="17359908" y="617962"/>
                  </a:moveTo>
                  <a:lnTo>
                    <a:pt x="17009283" y="537315"/>
                  </a:lnTo>
                  <a:lnTo>
                    <a:pt x="17623652" y="525389"/>
                  </a:lnTo>
                  <a:lnTo>
                    <a:pt x="17359908" y="617962"/>
                  </a:lnTo>
                  <a:close/>
                </a:path>
                <a:path w="18288000" h="1440180">
                  <a:moveTo>
                    <a:pt x="18287999" y="936264"/>
                  </a:moveTo>
                  <a:lnTo>
                    <a:pt x="17953236" y="926780"/>
                  </a:lnTo>
                  <a:lnTo>
                    <a:pt x="17623652" y="525389"/>
                  </a:lnTo>
                  <a:lnTo>
                    <a:pt x="18287999" y="512493"/>
                  </a:lnTo>
                  <a:lnTo>
                    <a:pt x="18287999" y="936264"/>
                  </a:lnTo>
                  <a:close/>
                </a:path>
                <a:path w="18288000" h="1440180">
                  <a:moveTo>
                    <a:pt x="12263870" y="850275"/>
                  </a:moveTo>
                  <a:lnTo>
                    <a:pt x="12046613" y="667549"/>
                  </a:lnTo>
                  <a:lnTo>
                    <a:pt x="16824419" y="574805"/>
                  </a:lnTo>
                  <a:lnTo>
                    <a:pt x="16532401" y="634025"/>
                  </a:lnTo>
                  <a:lnTo>
                    <a:pt x="16443575" y="735241"/>
                  </a:lnTo>
                  <a:lnTo>
                    <a:pt x="12522760" y="811349"/>
                  </a:lnTo>
                  <a:lnTo>
                    <a:pt x="12263870" y="850275"/>
                  </a:lnTo>
                  <a:close/>
                </a:path>
                <a:path w="18288000" h="1440180">
                  <a:moveTo>
                    <a:pt x="10400379" y="1126700"/>
                  </a:moveTo>
                  <a:lnTo>
                    <a:pt x="10075788" y="919280"/>
                  </a:lnTo>
                  <a:lnTo>
                    <a:pt x="9859815" y="790081"/>
                  </a:lnTo>
                  <a:lnTo>
                    <a:pt x="9432557" y="798375"/>
                  </a:lnTo>
                  <a:lnTo>
                    <a:pt x="9102174" y="760816"/>
                  </a:lnTo>
                  <a:lnTo>
                    <a:pt x="12002780" y="704512"/>
                  </a:lnTo>
                  <a:lnTo>
                    <a:pt x="11914819" y="778687"/>
                  </a:lnTo>
                  <a:lnTo>
                    <a:pt x="11023544" y="795988"/>
                  </a:lnTo>
                  <a:lnTo>
                    <a:pt x="10689666" y="907364"/>
                  </a:lnTo>
                  <a:lnTo>
                    <a:pt x="10400379" y="1126700"/>
                  </a:lnTo>
                  <a:close/>
                </a:path>
                <a:path w="18288000" h="1440180">
                  <a:moveTo>
                    <a:pt x="8767739" y="944671"/>
                  </a:moveTo>
                  <a:lnTo>
                    <a:pt x="8391940" y="845352"/>
                  </a:lnTo>
                  <a:lnTo>
                    <a:pt x="8968770" y="834155"/>
                  </a:lnTo>
                  <a:lnTo>
                    <a:pt x="8767739" y="944671"/>
                  </a:lnTo>
                  <a:close/>
                </a:path>
                <a:path w="18288000" h="1440180">
                  <a:moveTo>
                    <a:pt x="11744262" y="922513"/>
                  </a:moveTo>
                  <a:lnTo>
                    <a:pt x="11459857" y="823876"/>
                  </a:lnTo>
                  <a:lnTo>
                    <a:pt x="11023544" y="795988"/>
                  </a:lnTo>
                  <a:lnTo>
                    <a:pt x="11914819" y="778687"/>
                  </a:lnTo>
                  <a:lnTo>
                    <a:pt x="11744262" y="922513"/>
                  </a:lnTo>
                  <a:close/>
                </a:path>
                <a:path w="18288000" h="1440180">
                  <a:moveTo>
                    <a:pt x="13502310" y="1440130"/>
                  </a:moveTo>
                  <a:lnTo>
                    <a:pt x="13177397" y="1152878"/>
                  </a:lnTo>
                  <a:lnTo>
                    <a:pt x="12762154" y="970309"/>
                  </a:lnTo>
                  <a:lnTo>
                    <a:pt x="12522760" y="811349"/>
                  </a:lnTo>
                  <a:lnTo>
                    <a:pt x="16443575" y="735241"/>
                  </a:lnTo>
                  <a:lnTo>
                    <a:pt x="16276451" y="925674"/>
                  </a:lnTo>
                  <a:lnTo>
                    <a:pt x="15999072" y="1098105"/>
                  </a:lnTo>
                  <a:lnTo>
                    <a:pt x="13976911" y="1137358"/>
                  </a:lnTo>
                  <a:lnTo>
                    <a:pt x="13502310" y="1440130"/>
                  </a:lnTo>
                  <a:close/>
                </a:path>
                <a:path w="18288000" h="1440180">
                  <a:moveTo>
                    <a:pt x="14342283" y="1243759"/>
                  </a:moveTo>
                  <a:lnTo>
                    <a:pt x="13976911" y="1137358"/>
                  </a:lnTo>
                  <a:lnTo>
                    <a:pt x="15999072" y="1098105"/>
                  </a:lnTo>
                  <a:lnTo>
                    <a:pt x="15954611" y="1125745"/>
                  </a:lnTo>
                  <a:lnTo>
                    <a:pt x="15953647" y="1126746"/>
                  </a:lnTo>
                  <a:lnTo>
                    <a:pt x="14725891" y="1150579"/>
                  </a:lnTo>
                  <a:lnTo>
                    <a:pt x="14342283" y="1243759"/>
                  </a:lnTo>
                  <a:close/>
                </a:path>
                <a:path w="18288000" h="1440180">
                  <a:moveTo>
                    <a:pt x="15665669" y="1426141"/>
                  </a:moveTo>
                  <a:lnTo>
                    <a:pt x="15103002" y="1330202"/>
                  </a:lnTo>
                  <a:lnTo>
                    <a:pt x="14725891" y="1150579"/>
                  </a:lnTo>
                  <a:lnTo>
                    <a:pt x="15953647" y="1126746"/>
                  </a:lnTo>
                  <a:lnTo>
                    <a:pt x="15665669" y="142614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18288000" cy="908685"/>
            </a:xfrm>
            <a:custGeom>
              <a:avLst/>
              <a:gdLst/>
              <a:ahLst/>
              <a:cxnLst/>
              <a:rect l="l" t="t" r="r" b="b"/>
              <a:pathLst>
                <a:path w="18288000" h="908685">
                  <a:moveTo>
                    <a:pt x="761760" y="630384"/>
                  </a:moveTo>
                  <a:lnTo>
                    <a:pt x="216620" y="576850"/>
                  </a:lnTo>
                  <a:lnTo>
                    <a:pt x="0" y="298497"/>
                  </a:lnTo>
                  <a:lnTo>
                    <a:pt x="0" y="0"/>
                  </a:lnTo>
                  <a:lnTo>
                    <a:pt x="9280385" y="0"/>
                  </a:lnTo>
                  <a:lnTo>
                    <a:pt x="4791071" y="87143"/>
                  </a:lnTo>
                  <a:lnTo>
                    <a:pt x="4642618" y="156351"/>
                  </a:lnTo>
                  <a:lnTo>
                    <a:pt x="1959188" y="208440"/>
                  </a:lnTo>
                  <a:lnTo>
                    <a:pt x="1910928" y="221145"/>
                  </a:lnTo>
                  <a:lnTo>
                    <a:pt x="1800421" y="251687"/>
                  </a:lnTo>
                  <a:lnTo>
                    <a:pt x="1679077" y="288703"/>
                  </a:lnTo>
                  <a:lnTo>
                    <a:pt x="1598309" y="320832"/>
                  </a:lnTo>
                  <a:lnTo>
                    <a:pt x="1493687" y="354038"/>
                  </a:lnTo>
                  <a:lnTo>
                    <a:pt x="1319868" y="393424"/>
                  </a:lnTo>
                  <a:lnTo>
                    <a:pt x="1156885" y="426335"/>
                  </a:lnTo>
                  <a:lnTo>
                    <a:pt x="1084772" y="440118"/>
                  </a:lnTo>
                  <a:lnTo>
                    <a:pt x="761760" y="630384"/>
                  </a:lnTo>
                  <a:close/>
                </a:path>
                <a:path w="18288000" h="908685">
                  <a:moveTo>
                    <a:pt x="5036649" y="336875"/>
                  </a:moveTo>
                  <a:lnTo>
                    <a:pt x="4791071" y="87143"/>
                  </a:lnTo>
                  <a:lnTo>
                    <a:pt x="9280385" y="0"/>
                  </a:lnTo>
                  <a:lnTo>
                    <a:pt x="15608005" y="0"/>
                  </a:lnTo>
                  <a:lnTo>
                    <a:pt x="9992017" y="109014"/>
                  </a:lnTo>
                  <a:lnTo>
                    <a:pt x="9991894" y="109261"/>
                  </a:lnTo>
                  <a:lnTo>
                    <a:pt x="5777136" y="191076"/>
                  </a:lnTo>
                  <a:lnTo>
                    <a:pt x="5637414" y="214945"/>
                  </a:lnTo>
                  <a:lnTo>
                    <a:pt x="5036649" y="336875"/>
                  </a:lnTo>
                  <a:close/>
                </a:path>
                <a:path w="18288000" h="908685">
                  <a:moveTo>
                    <a:pt x="2546927" y="469710"/>
                  </a:moveTo>
                  <a:lnTo>
                    <a:pt x="2376517" y="333977"/>
                  </a:lnTo>
                  <a:lnTo>
                    <a:pt x="1959188" y="208440"/>
                  </a:lnTo>
                  <a:lnTo>
                    <a:pt x="4642618" y="156351"/>
                  </a:lnTo>
                  <a:lnTo>
                    <a:pt x="4631619" y="161479"/>
                  </a:lnTo>
                  <a:lnTo>
                    <a:pt x="3022029" y="192723"/>
                  </a:lnTo>
                  <a:lnTo>
                    <a:pt x="2546927" y="469710"/>
                  </a:lnTo>
                  <a:close/>
                </a:path>
                <a:path w="18288000" h="908685">
                  <a:moveTo>
                    <a:pt x="3594700" y="588904"/>
                  </a:moveTo>
                  <a:lnTo>
                    <a:pt x="3022029" y="192723"/>
                  </a:lnTo>
                  <a:lnTo>
                    <a:pt x="4631619" y="161479"/>
                  </a:lnTo>
                  <a:lnTo>
                    <a:pt x="4487013" y="228893"/>
                  </a:lnTo>
                  <a:lnTo>
                    <a:pt x="4126427" y="293130"/>
                  </a:lnTo>
                  <a:lnTo>
                    <a:pt x="3955871" y="364979"/>
                  </a:lnTo>
                  <a:lnTo>
                    <a:pt x="3594700" y="588904"/>
                  </a:lnTo>
                  <a:close/>
                </a:path>
                <a:path w="18288000" h="908685">
                  <a:moveTo>
                    <a:pt x="10522131" y="451485"/>
                  </a:moveTo>
                  <a:lnTo>
                    <a:pt x="9992017" y="109014"/>
                  </a:lnTo>
                  <a:lnTo>
                    <a:pt x="15608005" y="0"/>
                  </a:lnTo>
                  <a:lnTo>
                    <a:pt x="16316724" y="0"/>
                  </a:lnTo>
                  <a:lnTo>
                    <a:pt x="12270507" y="78542"/>
                  </a:lnTo>
                  <a:lnTo>
                    <a:pt x="12023857" y="121595"/>
                  </a:lnTo>
                  <a:lnTo>
                    <a:pt x="12023531" y="121602"/>
                  </a:lnTo>
                  <a:lnTo>
                    <a:pt x="11838165" y="380984"/>
                  </a:lnTo>
                  <a:lnTo>
                    <a:pt x="11015799" y="396947"/>
                  </a:lnTo>
                  <a:lnTo>
                    <a:pt x="10522131" y="451485"/>
                  </a:lnTo>
                  <a:close/>
                </a:path>
                <a:path w="18288000" h="908685">
                  <a:moveTo>
                    <a:pt x="6217594" y="318619"/>
                  </a:moveTo>
                  <a:lnTo>
                    <a:pt x="6156780" y="298328"/>
                  </a:lnTo>
                  <a:lnTo>
                    <a:pt x="6018718" y="253880"/>
                  </a:lnTo>
                  <a:lnTo>
                    <a:pt x="5869979" y="209916"/>
                  </a:lnTo>
                  <a:lnTo>
                    <a:pt x="5777136" y="191076"/>
                  </a:lnTo>
                  <a:lnTo>
                    <a:pt x="9991894" y="109261"/>
                  </a:lnTo>
                  <a:lnTo>
                    <a:pt x="9968015" y="157382"/>
                  </a:lnTo>
                  <a:lnTo>
                    <a:pt x="6540497" y="223915"/>
                  </a:lnTo>
                  <a:lnTo>
                    <a:pt x="6217594" y="318619"/>
                  </a:lnTo>
                  <a:close/>
                </a:path>
                <a:path w="18288000" h="908685">
                  <a:moveTo>
                    <a:pt x="13455143" y="908465"/>
                  </a:moveTo>
                  <a:lnTo>
                    <a:pt x="13181799" y="632986"/>
                  </a:lnTo>
                  <a:lnTo>
                    <a:pt x="12755146" y="571256"/>
                  </a:lnTo>
                  <a:lnTo>
                    <a:pt x="12515746" y="412050"/>
                  </a:lnTo>
                  <a:lnTo>
                    <a:pt x="12270507" y="78542"/>
                  </a:lnTo>
                  <a:lnTo>
                    <a:pt x="16316724" y="0"/>
                  </a:lnTo>
                  <a:lnTo>
                    <a:pt x="18287999" y="0"/>
                  </a:lnTo>
                  <a:lnTo>
                    <a:pt x="18287999" y="25113"/>
                  </a:lnTo>
                  <a:lnTo>
                    <a:pt x="18287999" y="28552"/>
                  </a:lnTo>
                  <a:lnTo>
                    <a:pt x="16647768" y="60391"/>
                  </a:lnTo>
                  <a:lnTo>
                    <a:pt x="16267460" y="525922"/>
                  </a:lnTo>
                  <a:lnTo>
                    <a:pt x="16112796" y="583214"/>
                  </a:lnTo>
                  <a:lnTo>
                    <a:pt x="13862114" y="626903"/>
                  </a:lnTo>
                  <a:lnTo>
                    <a:pt x="13455143" y="908465"/>
                  </a:lnTo>
                  <a:close/>
                </a:path>
                <a:path w="18288000" h="908685">
                  <a:moveTo>
                    <a:pt x="7948520" y="641221"/>
                  </a:moveTo>
                  <a:lnTo>
                    <a:pt x="7848336" y="629558"/>
                  </a:lnTo>
                  <a:lnTo>
                    <a:pt x="7720714" y="584137"/>
                  </a:lnTo>
                  <a:lnTo>
                    <a:pt x="7610934" y="534914"/>
                  </a:lnTo>
                  <a:lnTo>
                    <a:pt x="7564279" y="511849"/>
                  </a:lnTo>
                  <a:lnTo>
                    <a:pt x="7524941" y="488726"/>
                  </a:lnTo>
                  <a:lnTo>
                    <a:pt x="7433951" y="437980"/>
                  </a:lnTo>
                  <a:lnTo>
                    <a:pt x="7332642" y="387940"/>
                  </a:lnTo>
                  <a:lnTo>
                    <a:pt x="7261279" y="366406"/>
                  </a:lnTo>
                  <a:lnTo>
                    <a:pt x="7227422" y="366262"/>
                  </a:lnTo>
                  <a:lnTo>
                    <a:pt x="7178629" y="363976"/>
                  </a:lnTo>
                  <a:lnTo>
                    <a:pt x="7002322" y="352773"/>
                  </a:lnTo>
                  <a:lnTo>
                    <a:pt x="6953469" y="350427"/>
                  </a:lnTo>
                  <a:lnTo>
                    <a:pt x="6919520" y="350194"/>
                  </a:lnTo>
                  <a:lnTo>
                    <a:pt x="6836173" y="331553"/>
                  </a:lnTo>
                  <a:lnTo>
                    <a:pt x="6708564" y="288024"/>
                  </a:lnTo>
                  <a:lnTo>
                    <a:pt x="6591678" y="244010"/>
                  </a:lnTo>
                  <a:lnTo>
                    <a:pt x="6540497" y="223915"/>
                  </a:lnTo>
                  <a:lnTo>
                    <a:pt x="9968015" y="157382"/>
                  </a:lnTo>
                  <a:lnTo>
                    <a:pt x="9874225" y="346393"/>
                  </a:lnTo>
                  <a:lnTo>
                    <a:pt x="9093196" y="361554"/>
                  </a:lnTo>
                  <a:lnTo>
                    <a:pt x="8801490" y="616891"/>
                  </a:lnTo>
                  <a:lnTo>
                    <a:pt x="8052625" y="631427"/>
                  </a:lnTo>
                  <a:lnTo>
                    <a:pt x="7948520" y="641221"/>
                  </a:lnTo>
                  <a:close/>
                </a:path>
                <a:path w="18288000" h="908685">
                  <a:moveTo>
                    <a:pt x="17273097" y="334688"/>
                  </a:moveTo>
                  <a:lnTo>
                    <a:pt x="17000290" y="137563"/>
                  </a:lnTo>
                  <a:lnTo>
                    <a:pt x="16647768" y="60391"/>
                  </a:lnTo>
                  <a:lnTo>
                    <a:pt x="18287999" y="28552"/>
                  </a:lnTo>
                  <a:lnTo>
                    <a:pt x="18287999" y="106179"/>
                  </a:lnTo>
                  <a:lnTo>
                    <a:pt x="18287999" y="112567"/>
                  </a:lnTo>
                  <a:lnTo>
                    <a:pt x="17614660" y="125637"/>
                  </a:lnTo>
                  <a:lnTo>
                    <a:pt x="17273097" y="334688"/>
                  </a:lnTo>
                  <a:close/>
                </a:path>
                <a:path w="18288000" h="908685">
                  <a:moveTo>
                    <a:pt x="17950583" y="385407"/>
                  </a:moveTo>
                  <a:lnTo>
                    <a:pt x="17614660" y="125637"/>
                  </a:lnTo>
                  <a:lnTo>
                    <a:pt x="18287999" y="112567"/>
                  </a:lnTo>
                  <a:lnTo>
                    <a:pt x="18287999" y="290175"/>
                  </a:lnTo>
                  <a:lnTo>
                    <a:pt x="18287999" y="292424"/>
                  </a:lnTo>
                  <a:lnTo>
                    <a:pt x="17950583" y="385407"/>
                  </a:lnTo>
                  <a:close/>
                </a:path>
                <a:path w="18288000" h="908685">
                  <a:moveTo>
                    <a:pt x="9852070" y="391041"/>
                  </a:moveTo>
                  <a:lnTo>
                    <a:pt x="9423338" y="399363"/>
                  </a:lnTo>
                  <a:lnTo>
                    <a:pt x="9093196" y="361554"/>
                  </a:lnTo>
                  <a:lnTo>
                    <a:pt x="9874225" y="346393"/>
                  </a:lnTo>
                  <a:lnTo>
                    <a:pt x="9852070" y="391041"/>
                  </a:lnTo>
                  <a:close/>
                </a:path>
                <a:path w="18288000" h="908685">
                  <a:moveTo>
                    <a:pt x="11736512" y="523228"/>
                  </a:moveTo>
                  <a:lnTo>
                    <a:pt x="11452112" y="424835"/>
                  </a:lnTo>
                  <a:lnTo>
                    <a:pt x="11015799" y="396947"/>
                  </a:lnTo>
                  <a:lnTo>
                    <a:pt x="11838165" y="380984"/>
                  </a:lnTo>
                  <a:lnTo>
                    <a:pt x="11736512" y="523228"/>
                  </a:lnTo>
                  <a:close/>
                </a:path>
                <a:path w="18288000" h="908685">
                  <a:moveTo>
                    <a:pt x="8760837" y="652475"/>
                  </a:moveTo>
                  <a:lnTo>
                    <a:pt x="8357854" y="633275"/>
                  </a:lnTo>
                  <a:lnTo>
                    <a:pt x="8307278" y="631666"/>
                  </a:lnTo>
                  <a:lnTo>
                    <a:pt x="8188873" y="629646"/>
                  </a:lnTo>
                  <a:lnTo>
                    <a:pt x="8052625" y="631427"/>
                  </a:lnTo>
                  <a:lnTo>
                    <a:pt x="8801490" y="616891"/>
                  </a:lnTo>
                  <a:lnTo>
                    <a:pt x="8760837" y="652475"/>
                  </a:lnTo>
                  <a:close/>
                </a:path>
                <a:path w="18288000" h="908685">
                  <a:moveTo>
                    <a:pt x="14335506" y="843962"/>
                  </a:moveTo>
                  <a:lnTo>
                    <a:pt x="13862114" y="626903"/>
                  </a:lnTo>
                  <a:lnTo>
                    <a:pt x="16112796" y="583214"/>
                  </a:lnTo>
                  <a:lnTo>
                    <a:pt x="16047011" y="607582"/>
                  </a:lnTo>
                  <a:lnTo>
                    <a:pt x="14791973" y="631945"/>
                  </a:lnTo>
                  <a:lnTo>
                    <a:pt x="14335506" y="843962"/>
                  </a:lnTo>
                  <a:close/>
                </a:path>
                <a:path w="18288000" h="908685">
                  <a:moveTo>
                    <a:pt x="15550493" y="820378"/>
                  </a:moveTo>
                  <a:lnTo>
                    <a:pt x="15019022" y="813007"/>
                  </a:lnTo>
                  <a:lnTo>
                    <a:pt x="14791973" y="631945"/>
                  </a:lnTo>
                  <a:lnTo>
                    <a:pt x="16047011" y="607582"/>
                  </a:lnTo>
                  <a:lnTo>
                    <a:pt x="15854555" y="678874"/>
                  </a:lnTo>
                  <a:lnTo>
                    <a:pt x="15550493" y="820378"/>
                  </a:lnTo>
                  <a:close/>
                </a:path>
              </a:pathLst>
            </a:custGeom>
            <a:solidFill>
              <a:srgbClr val="FFD04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016000" y="1590742"/>
            <a:ext cx="7298055" cy="7874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000" b="0">
                <a:solidFill>
                  <a:srgbClr val="5460A8"/>
                </a:solidFill>
                <a:latin typeface="Comic Sans MS"/>
                <a:cs typeface="Comic Sans MS"/>
              </a:rPr>
              <a:t>SECURITY</a:t>
            </a:r>
            <a:r>
              <a:rPr dirty="0" sz="5000" spc="-170" b="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5000" spc="-10" b="0">
                <a:solidFill>
                  <a:srgbClr val="5460A8"/>
                </a:solidFill>
                <a:latin typeface="Comic Sans MS"/>
                <a:cs typeface="Comic Sans MS"/>
              </a:rPr>
              <a:t>INCIDENTS</a:t>
            </a:r>
            <a:endParaRPr sz="5000">
              <a:latin typeface="Comic Sans MS"/>
              <a:cs typeface="Comic Sans MS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29729" y="2912235"/>
            <a:ext cx="104775" cy="10477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382389" y="2717284"/>
            <a:ext cx="8719820" cy="74453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16500"/>
              </a:lnSpc>
              <a:spcBef>
                <a:spcPts val="100"/>
              </a:spcBef>
            </a:pPr>
            <a:r>
              <a:rPr dirty="0" sz="2200">
                <a:solidFill>
                  <a:srgbClr val="333433"/>
                </a:solidFill>
                <a:latin typeface="Comic Sans MS"/>
                <a:cs typeface="Comic Sans MS"/>
              </a:rPr>
              <a:t>A</a:t>
            </a:r>
            <a:r>
              <a:rPr dirty="0" sz="2200" spc="38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200">
                <a:solidFill>
                  <a:srgbClr val="333433"/>
                </a:solidFill>
                <a:latin typeface="Comic Sans MS"/>
                <a:cs typeface="Comic Sans MS"/>
              </a:rPr>
              <a:t>security</a:t>
            </a:r>
            <a:r>
              <a:rPr dirty="0" sz="2200" spc="38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200">
                <a:solidFill>
                  <a:srgbClr val="333433"/>
                </a:solidFill>
                <a:latin typeface="Comic Sans MS"/>
                <a:cs typeface="Comic Sans MS"/>
              </a:rPr>
              <a:t>incident,</a:t>
            </a:r>
            <a:r>
              <a:rPr dirty="0" sz="2200" spc="38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200">
                <a:solidFill>
                  <a:srgbClr val="333433"/>
                </a:solidFill>
                <a:latin typeface="Comic Sans MS"/>
                <a:cs typeface="Comic Sans MS"/>
              </a:rPr>
              <a:t>or</a:t>
            </a:r>
            <a:r>
              <a:rPr dirty="0" sz="2200" spc="38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200">
                <a:solidFill>
                  <a:srgbClr val="333433"/>
                </a:solidFill>
                <a:latin typeface="Comic Sans MS"/>
                <a:cs typeface="Comic Sans MS"/>
              </a:rPr>
              <a:t>security</a:t>
            </a:r>
            <a:r>
              <a:rPr dirty="0" sz="2200" spc="38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200">
                <a:solidFill>
                  <a:srgbClr val="333433"/>
                </a:solidFill>
                <a:latin typeface="Comic Sans MS"/>
                <a:cs typeface="Comic Sans MS"/>
              </a:rPr>
              <a:t>event,</a:t>
            </a:r>
            <a:r>
              <a:rPr dirty="0" sz="2200" spc="39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200">
                <a:solidFill>
                  <a:srgbClr val="333433"/>
                </a:solidFill>
                <a:latin typeface="Comic Sans MS"/>
                <a:cs typeface="Comic Sans MS"/>
              </a:rPr>
              <a:t>is</a:t>
            </a:r>
            <a:r>
              <a:rPr dirty="0" sz="2200" spc="38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200">
                <a:solidFill>
                  <a:srgbClr val="333433"/>
                </a:solidFill>
                <a:latin typeface="Comic Sans MS"/>
                <a:cs typeface="Comic Sans MS"/>
              </a:rPr>
              <a:t>any</a:t>
            </a:r>
            <a:r>
              <a:rPr dirty="0" sz="2200" spc="38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200">
                <a:solidFill>
                  <a:srgbClr val="333433"/>
                </a:solidFill>
                <a:latin typeface="Comic Sans MS"/>
                <a:cs typeface="Comic Sans MS"/>
              </a:rPr>
              <a:t>digital</a:t>
            </a:r>
            <a:r>
              <a:rPr dirty="0" sz="2200" spc="38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200">
                <a:solidFill>
                  <a:srgbClr val="333433"/>
                </a:solidFill>
                <a:latin typeface="Comic Sans MS"/>
                <a:cs typeface="Comic Sans MS"/>
              </a:rPr>
              <a:t>or</a:t>
            </a:r>
            <a:r>
              <a:rPr dirty="0" sz="2200" spc="38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200" spc="-10">
                <a:solidFill>
                  <a:srgbClr val="333433"/>
                </a:solidFill>
                <a:latin typeface="Comic Sans MS"/>
                <a:cs typeface="Comic Sans MS"/>
              </a:rPr>
              <a:t>physical </a:t>
            </a:r>
            <a:r>
              <a:rPr dirty="0" sz="2200">
                <a:solidFill>
                  <a:srgbClr val="333433"/>
                </a:solidFill>
                <a:latin typeface="Comic Sans MS"/>
                <a:cs typeface="Comic Sans MS"/>
              </a:rPr>
              <a:t>breach</a:t>
            </a:r>
            <a:r>
              <a:rPr dirty="0" sz="2200" spc="3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200">
                <a:solidFill>
                  <a:srgbClr val="333433"/>
                </a:solidFill>
                <a:latin typeface="Comic Sans MS"/>
                <a:cs typeface="Comic Sans MS"/>
              </a:rPr>
              <a:t>that</a:t>
            </a:r>
            <a:r>
              <a:rPr dirty="0" sz="2200" spc="5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200">
                <a:solidFill>
                  <a:srgbClr val="333433"/>
                </a:solidFill>
                <a:latin typeface="Comic Sans MS"/>
                <a:cs typeface="Comic Sans MS"/>
              </a:rPr>
              <a:t>threatens</a:t>
            </a:r>
            <a:r>
              <a:rPr dirty="0" sz="2200" spc="5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200">
                <a:solidFill>
                  <a:srgbClr val="333433"/>
                </a:solidFill>
                <a:latin typeface="Comic Sans MS"/>
                <a:cs typeface="Comic Sans MS"/>
              </a:rPr>
              <a:t>the</a:t>
            </a:r>
            <a:r>
              <a:rPr dirty="0" sz="2200" spc="4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200">
                <a:solidFill>
                  <a:srgbClr val="333433"/>
                </a:solidFill>
                <a:latin typeface="Comic Sans MS"/>
                <a:cs typeface="Comic Sans MS"/>
              </a:rPr>
              <a:t>confidentiality,</a:t>
            </a:r>
            <a:r>
              <a:rPr dirty="0" sz="2200" spc="5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200">
                <a:solidFill>
                  <a:srgbClr val="333433"/>
                </a:solidFill>
                <a:latin typeface="Comic Sans MS"/>
                <a:cs typeface="Comic Sans MS"/>
              </a:rPr>
              <a:t>integrity</a:t>
            </a:r>
            <a:r>
              <a:rPr dirty="0" sz="2200" spc="5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200">
                <a:solidFill>
                  <a:srgbClr val="333433"/>
                </a:solidFill>
                <a:latin typeface="Comic Sans MS"/>
                <a:cs typeface="Comic Sans MS"/>
              </a:rPr>
              <a:t>or</a:t>
            </a:r>
            <a:r>
              <a:rPr dirty="0" sz="2200" spc="5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200" spc="-10">
                <a:solidFill>
                  <a:srgbClr val="333433"/>
                </a:solidFill>
                <a:latin typeface="Comic Sans MS"/>
                <a:cs typeface="Comic Sans MS"/>
              </a:rPr>
              <a:t>availability </a:t>
            </a:r>
            <a:r>
              <a:rPr dirty="0" sz="2200">
                <a:solidFill>
                  <a:srgbClr val="333433"/>
                </a:solidFill>
                <a:latin typeface="Comic Sans MS"/>
                <a:cs typeface="Comic Sans MS"/>
              </a:rPr>
              <a:t>of</a:t>
            </a:r>
            <a:r>
              <a:rPr dirty="0" sz="2200" spc="-8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200">
                <a:solidFill>
                  <a:srgbClr val="333433"/>
                </a:solidFill>
                <a:latin typeface="Comic Sans MS"/>
                <a:cs typeface="Comic Sans MS"/>
              </a:rPr>
              <a:t>an</a:t>
            </a:r>
            <a:r>
              <a:rPr dirty="0" sz="2200" spc="-7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200">
                <a:solidFill>
                  <a:srgbClr val="333433"/>
                </a:solidFill>
                <a:latin typeface="Comic Sans MS"/>
                <a:cs typeface="Comic Sans MS"/>
              </a:rPr>
              <a:t>organization’s</a:t>
            </a:r>
            <a:r>
              <a:rPr dirty="0" sz="2200" spc="-7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200">
                <a:solidFill>
                  <a:srgbClr val="333433"/>
                </a:solidFill>
                <a:latin typeface="Comic Sans MS"/>
                <a:cs typeface="Comic Sans MS"/>
              </a:rPr>
              <a:t>information</a:t>
            </a:r>
            <a:r>
              <a:rPr dirty="0" sz="2200" spc="-6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200">
                <a:solidFill>
                  <a:srgbClr val="333433"/>
                </a:solidFill>
                <a:latin typeface="Comic Sans MS"/>
                <a:cs typeface="Comic Sans MS"/>
              </a:rPr>
              <a:t>systems</a:t>
            </a:r>
            <a:r>
              <a:rPr dirty="0" sz="2200" spc="-7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200">
                <a:solidFill>
                  <a:srgbClr val="333433"/>
                </a:solidFill>
                <a:latin typeface="Comic Sans MS"/>
                <a:cs typeface="Comic Sans MS"/>
              </a:rPr>
              <a:t>or</a:t>
            </a:r>
            <a:r>
              <a:rPr dirty="0" sz="2200" spc="-7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200">
                <a:solidFill>
                  <a:srgbClr val="333433"/>
                </a:solidFill>
                <a:latin typeface="Comic Sans MS"/>
                <a:cs typeface="Comic Sans MS"/>
              </a:rPr>
              <a:t>sensitive</a:t>
            </a:r>
            <a:r>
              <a:rPr dirty="0" sz="2200" spc="-6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200" spc="-10">
                <a:solidFill>
                  <a:srgbClr val="333433"/>
                </a:solidFill>
                <a:latin typeface="Comic Sans MS"/>
                <a:cs typeface="Comic Sans MS"/>
              </a:rPr>
              <a:t>data.</a:t>
            </a:r>
            <a:endParaRPr sz="220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200">
              <a:latin typeface="Comic Sans MS"/>
              <a:cs typeface="Comic Sans MS"/>
            </a:endParaRPr>
          </a:p>
          <a:p>
            <a:pPr algn="just" marL="12700" marR="5080">
              <a:lnSpc>
                <a:spcPct val="116500"/>
              </a:lnSpc>
            </a:pPr>
            <a:r>
              <a:rPr dirty="0" sz="2200">
                <a:solidFill>
                  <a:srgbClr val="333433"/>
                </a:solidFill>
                <a:latin typeface="Comic Sans MS"/>
                <a:cs typeface="Comic Sans MS"/>
              </a:rPr>
              <a:t>Security</a:t>
            </a:r>
            <a:r>
              <a:rPr dirty="0" sz="2200" spc="-25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200">
                <a:solidFill>
                  <a:srgbClr val="333433"/>
                </a:solidFill>
                <a:latin typeface="Comic Sans MS"/>
                <a:cs typeface="Comic Sans MS"/>
              </a:rPr>
              <a:t>incidents</a:t>
            </a:r>
            <a:r>
              <a:rPr dirty="0" sz="2200" spc="-2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200">
                <a:solidFill>
                  <a:srgbClr val="333433"/>
                </a:solidFill>
                <a:latin typeface="Comic Sans MS"/>
                <a:cs typeface="Comic Sans MS"/>
              </a:rPr>
              <a:t>can</a:t>
            </a:r>
            <a:r>
              <a:rPr dirty="0" sz="2200" spc="-25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200">
                <a:solidFill>
                  <a:srgbClr val="333433"/>
                </a:solidFill>
                <a:latin typeface="Comic Sans MS"/>
                <a:cs typeface="Comic Sans MS"/>
              </a:rPr>
              <a:t>range</a:t>
            </a:r>
            <a:r>
              <a:rPr dirty="0" sz="2200" spc="-2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200">
                <a:solidFill>
                  <a:srgbClr val="333433"/>
                </a:solidFill>
                <a:latin typeface="Comic Sans MS"/>
                <a:cs typeface="Comic Sans MS"/>
              </a:rPr>
              <a:t>from</a:t>
            </a:r>
            <a:r>
              <a:rPr dirty="0" sz="2200" spc="-25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200">
                <a:solidFill>
                  <a:srgbClr val="333433"/>
                </a:solidFill>
                <a:latin typeface="Comic Sans MS"/>
                <a:cs typeface="Comic Sans MS"/>
              </a:rPr>
              <a:t>intentional</a:t>
            </a:r>
            <a:r>
              <a:rPr dirty="0" sz="2200" spc="-2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200">
                <a:solidFill>
                  <a:srgbClr val="333433"/>
                </a:solidFill>
                <a:latin typeface="Comic Sans MS"/>
                <a:cs typeface="Comic Sans MS"/>
              </a:rPr>
              <a:t>cyberattacks</a:t>
            </a:r>
            <a:r>
              <a:rPr dirty="0" sz="2200" spc="-2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200" spc="-25">
                <a:solidFill>
                  <a:srgbClr val="333433"/>
                </a:solidFill>
                <a:latin typeface="Comic Sans MS"/>
                <a:cs typeface="Comic Sans MS"/>
              </a:rPr>
              <a:t>by </a:t>
            </a:r>
            <a:r>
              <a:rPr dirty="0" sz="2200">
                <a:solidFill>
                  <a:srgbClr val="333433"/>
                </a:solidFill>
                <a:latin typeface="Comic Sans MS"/>
                <a:cs typeface="Comic Sans MS"/>
              </a:rPr>
              <a:t>hackers</a:t>
            </a:r>
            <a:r>
              <a:rPr dirty="0" sz="2200" spc="37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200">
                <a:solidFill>
                  <a:srgbClr val="333433"/>
                </a:solidFill>
                <a:latin typeface="Comic Sans MS"/>
                <a:cs typeface="Comic Sans MS"/>
              </a:rPr>
              <a:t>or</a:t>
            </a:r>
            <a:r>
              <a:rPr dirty="0" sz="2200" spc="37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200">
                <a:solidFill>
                  <a:srgbClr val="333433"/>
                </a:solidFill>
                <a:latin typeface="Comic Sans MS"/>
                <a:cs typeface="Comic Sans MS"/>
              </a:rPr>
              <a:t>unauthorized</a:t>
            </a:r>
            <a:r>
              <a:rPr dirty="0" sz="2200" spc="37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200">
                <a:solidFill>
                  <a:srgbClr val="333433"/>
                </a:solidFill>
                <a:latin typeface="Comic Sans MS"/>
                <a:cs typeface="Comic Sans MS"/>
              </a:rPr>
              <a:t>users,</a:t>
            </a:r>
            <a:r>
              <a:rPr dirty="0" sz="2200" spc="37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200">
                <a:solidFill>
                  <a:srgbClr val="333433"/>
                </a:solidFill>
                <a:latin typeface="Comic Sans MS"/>
                <a:cs typeface="Comic Sans MS"/>
              </a:rPr>
              <a:t>to</a:t>
            </a:r>
            <a:r>
              <a:rPr dirty="0" sz="2200" spc="37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200">
                <a:solidFill>
                  <a:srgbClr val="333433"/>
                </a:solidFill>
                <a:latin typeface="Comic Sans MS"/>
                <a:cs typeface="Comic Sans MS"/>
              </a:rPr>
              <a:t>unintentional</a:t>
            </a:r>
            <a:r>
              <a:rPr dirty="0" sz="2200" spc="37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200">
                <a:solidFill>
                  <a:srgbClr val="333433"/>
                </a:solidFill>
                <a:latin typeface="Comic Sans MS"/>
                <a:cs typeface="Comic Sans MS"/>
              </a:rPr>
              <a:t>violations</a:t>
            </a:r>
            <a:r>
              <a:rPr dirty="0" sz="2200" spc="37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200">
                <a:solidFill>
                  <a:srgbClr val="333433"/>
                </a:solidFill>
                <a:latin typeface="Comic Sans MS"/>
                <a:cs typeface="Comic Sans MS"/>
              </a:rPr>
              <a:t>of</a:t>
            </a:r>
            <a:r>
              <a:rPr dirty="0" sz="2200" spc="37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200" spc="-25">
                <a:solidFill>
                  <a:srgbClr val="333433"/>
                </a:solidFill>
                <a:latin typeface="Comic Sans MS"/>
                <a:cs typeface="Comic Sans MS"/>
              </a:rPr>
              <a:t>IT </a:t>
            </a:r>
            <a:r>
              <a:rPr dirty="0" sz="2200">
                <a:solidFill>
                  <a:srgbClr val="333433"/>
                </a:solidFill>
                <a:latin typeface="Comic Sans MS"/>
                <a:cs typeface="Comic Sans MS"/>
              </a:rPr>
              <a:t>security</a:t>
            </a:r>
            <a:r>
              <a:rPr dirty="0" sz="2200" spc="-7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200">
                <a:solidFill>
                  <a:srgbClr val="333433"/>
                </a:solidFill>
                <a:latin typeface="Comic Sans MS"/>
                <a:cs typeface="Comic Sans MS"/>
              </a:rPr>
              <a:t>policy</a:t>
            </a:r>
            <a:r>
              <a:rPr dirty="0" sz="2200" spc="-7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200">
                <a:solidFill>
                  <a:srgbClr val="333433"/>
                </a:solidFill>
                <a:latin typeface="Comic Sans MS"/>
                <a:cs typeface="Comic Sans MS"/>
              </a:rPr>
              <a:t>by</a:t>
            </a:r>
            <a:r>
              <a:rPr dirty="0" sz="2200" spc="-6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200">
                <a:solidFill>
                  <a:srgbClr val="333433"/>
                </a:solidFill>
                <a:latin typeface="Comic Sans MS"/>
                <a:cs typeface="Comic Sans MS"/>
              </a:rPr>
              <a:t>legitimate</a:t>
            </a:r>
            <a:r>
              <a:rPr dirty="0" sz="2200" spc="-7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200">
                <a:solidFill>
                  <a:srgbClr val="333433"/>
                </a:solidFill>
                <a:latin typeface="Comic Sans MS"/>
                <a:cs typeface="Comic Sans MS"/>
              </a:rPr>
              <a:t>authorized</a:t>
            </a:r>
            <a:r>
              <a:rPr dirty="0" sz="2200" spc="-7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200" spc="-10">
                <a:solidFill>
                  <a:srgbClr val="333433"/>
                </a:solidFill>
                <a:latin typeface="Comic Sans MS"/>
                <a:cs typeface="Comic Sans MS"/>
              </a:rPr>
              <a:t>users.</a:t>
            </a:r>
            <a:endParaRPr sz="220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  <a:spcBef>
                <a:spcPts val="180"/>
              </a:spcBef>
            </a:pPr>
            <a:endParaRPr sz="2200">
              <a:latin typeface="Comic Sans MS"/>
              <a:cs typeface="Comic Sans MS"/>
            </a:endParaRPr>
          </a:p>
          <a:p>
            <a:pPr algn="just" marL="12700" marR="5080">
              <a:lnSpc>
                <a:spcPts val="3080"/>
              </a:lnSpc>
            </a:pPr>
            <a:r>
              <a:rPr dirty="0" sz="2200">
                <a:solidFill>
                  <a:srgbClr val="333433"/>
                </a:solidFill>
                <a:latin typeface="Comic Sans MS"/>
                <a:cs typeface="Comic Sans MS"/>
              </a:rPr>
              <a:t>A</a:t>
            </a:r>
            <a:r>
              <a:rPr dirty="0" sz="2200" spc="14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200">
                <a:solidFill>
                  <a:srgbClr val="333433"/>
                </a:solidFill>
                <a:latin typeface="Comic Sans MS"/>
                <a:cs typeface="Comic Sans MS"/>
              </a:rPr>
              <a:t>cyber</a:t>
            </a:r>
            <a:r>
              <a:rPr dirty="0" sz="2200" spc="18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200">
                <a:solidFill>
                  <a:srgbClr val="333433"/>
                </a:solidFill>
                <a:latin typeface="Comic Sans MS"/>
                <a:cs typeface="Comic Sans MS"/>
              </a:rPr>
              <a:t>incident</a:t>
            </a:r>
            <a:r>
              <a:rPr dirty="0" sz="2200" spc="18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200">
                <a:solidFill>
                  <a:srgbClr val="333433"/>
                </a:solidFill>
                <a:latin typeface="Comic Sans MS"/>
                <a:cs typeface="Comic Sans MS"/>
              </a:rPr>
              <a:t>refers</a:t>
            </a:r>
            <a:r>
              <a:rPr dirty="0" sz="2200" spc="18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200">
                <a:solidFill>
                  <a:srgbClr val="333433"/>
                </a:solidFill>
                <a:latin typeface="Comic Sans MS"/>
                <a:cs typeface="Comic Sans MS"/>
              </a:rPr>
              <a:t>to</a:t>
            </a:r>
            <a:r>
              <a:rPr dirty="0" sz="2200" spc="18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200">
                <a:solidFill>
                  <a:srgbClr val="333433"/>
                </a:solidFill>
                <a:latin typeface="Comic Sans MS"/>
                <a:cs typeface="Comic Sans MS"/>
              </a:rPr>
              <a:t>any</a:t>
            </a:r>
            <a:r>
              <a:rPr dirty="0" sz="2200" spc="18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700" spc="-265" b="1">
                <a:solidFill>
                  <a:srgbClr val="333433"/>
                </a:solidFill>
                <a:latin typeface="Comic Sans MS"/>
                <a:cs typeface="Comic Sans MS"/>
              </a:rPr>
              <a:t>unauthorised</a:t>
            </a:r>
            <a:r>
              <a:rPr dirty="0" sz="2700" spc="-3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700" spc="-290" b="1">
                <a:solidFill>
                  <a:srgbClr val="333433"/>
                </a:solidFill>
                <a:latin typeface="Comic Sans MS"/>
                <a:cs typeface="Comic Sans MS"/>
              </a:rPr>
              <a:t>attempt</a:t>
            </a:r>
            <a:r>
              <a:rPr dirty="0" sz="2700" spc="-5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700" spc="-260" b="1">
                <a:solidFill>
                  <a:srgbClr val="333433"/>
                </a:solidFill>
                <a:latin typeface="Comic Sans MS"/>
                <a:cs typeface="Comic Sans MS"/>
              </a:rPr>
              <a:t>to</a:t>
            </a:r>
            <a:r>
              <a:rPr dirty="0" sz="2700" spc="-35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700" spc="-275" b="1">
                <a:solidFill>
                  <a:srgbClr val="333433"/>
                </a:solidFill>
                <a:latin typeface="Comic Sans MS"/>
                <a:cs typeface="Comic Sans MS"/>
              </a:rPr>
              <a:t>access, </a:t>
            </a:r>
            <a:r>
              <a:rPr dirty="0" sz="2700" spc="-254" b="1">
                <a:solidFill>
                  <a:srgbClr val="333433"/>
                </a:solidFill>
                <a:latin typeface="Comic Sans MS"/>
                <a:cs typeface="Comic Sans MS"/>
              </a:rPr>
              <a:t>disrupt</a:t>
            </a:r>
            <a:r>
              <a:rPr dirty="0" sz="2700" spc="-204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700" spc="-265" b="1">
                <a:solidFill>
                  <a:srgbClr val="333433"/>
                </a:solidFill>
                <a:latin typeface="Comic Sans MS"/>
                <a:cs typeface="Comic Sans MS"/>
              </a:rPr>
              <a:t>or</a:t>
            </a:r>
            <a:r>
              <a:rPr dirty="0" sz="2700" spc="-204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700" spc="-285" b="1">
                <a:solidFill>
                  <a:srgbClr val="333433"/>
                </a:solidFill>
                <a:latin typeface="Comic Sans MS"/>
                <a:cs typeface="Comic Sans MS"/>
              </a:rPr>
              <a:t>compromise</a:t>
            </a:r>
            <a:r>
              <a:rPr dirty="0" sz="2700" spc="-20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700" spc="-280" b="1">
                <a:solidFill>
                  <a:srgbClr val="333433"/>
                </a:solidFill>
                <a:latin typeface="Comic Sans MS"/>
                <a:cs typeface="Comic Sans MS"/>
              </a:rPr>
              <a:t>systems,</a:t>
            </a:r>
            <a:r>
              <a:rPr dirty="0" sz="2700" spc="-204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700" spc="-280" b="1">
                <a:solidFill>
                  <a:srgbClr val="333433"/>
                </a:solidFill>
                <a:latin typeface="Comic Sans MS"/>
                <a:cs typeface="Comic Sans MS"/>
              </a:rPr>
              <a:t>networks</a:t>
            </a:r>
            <a:r>
              <a:rPr dirty="0" sz="2700" spc="-20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700" spc="-265" b="1">
                <a:solidFill>
                  <a:srgbClr val="333433"/>
                </a:solidFill>
                <a:latin typeface="Comic Sans MS"/>
                <a:cs typeface="Comic Sans MS"/>
              </a:rPr>
              <a:t>or</a:t>
            </a:r>
            <a:r>
              <a:rPr dirty="0" sz="2700" spc="-204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700" spc="-285" b="1">
                <a:solidFill>
                  <a:srgbClr val="333433"/>
                </a:solidFill>
                <a:latin typeface="Comic Sans MS"/>
                <a:cs typeface="Comic Sans MS"/>
              </a:rPr>
              <a:t>data.</a:t>
            </a:r>
            <a:endParaRPr sz="270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</a:pPr>
            <a:endParaRPr sz="2200">
              <a:latin typeface="Comic Sans MS"/>
              <a:cs typeface="Comic Sans MS"/>
            </a:endParaRPr>
          </a:p>
          <a:p>
            <a:pPr algn="just" marL="12700" marR="5080">
              <a:lnSpc>
                <a:spcPts val="3080"/>
              </a:lnSpc>
            </a:pPr>
            <a:r>
              <a:rPr dirty="0" sz="2200">
                <a:solidFill>
                  <a:srgbClr val="333433"/>
                </a:solidFill>
                <a:latin typeface="Comic Sans MS"/>
                <a:cs typeface="Comic Sans MS"/>
              </a:rPr>
              <a:t>A  </a:t>
            </a:r>
            <a:r>
              <a:rPr dirty="0" sz="2700" spc="-290" b="1">
                <a:solidFill>
                  <a:srgbClr val="333433"/>
                </a:solidFill>
                <a:latin typeface="Comic Sans MS"/>
                <a:cs typeface="Comic Sans MS"/>
              </a:rPr>
              <a:t>computer</a:t>
            </a:r>
            <a:r>
              <a:rPr dirty="0" sz="2700" spc="44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700" spc="-160" b="1">
                <a:solidFill>
                  <a:srgbClr val="333433"/>
                </a:solidFill>
                <a:latin typeface="Comic Sans MS"/>
                <a:cs typeface="Comic Sans MS"/>
              </a:rPr>
              <a:t>incident</a:t>
            </a:r>
            <a:r>
              <a:rPr dirty="0" sz="2700" spc="43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200">
                <a:solidFill>
                  <a:srgbClr val="333433"/>
                </a:solidFill>
                <a:latin typeface="Comic Sans MS"/>
                <a:cs typeface="Comic Sans MS"/>
              </a:rPr>
              <a:t>is</a:t>
            </a:r>
            <a:r>
              <a:rPr dirty="0" sz="2200" spc="5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200">
                <a:solidFill>
                  <a:srgbClr val="333433"/>
                </a:solidFill>
                <a:latin typeface="Comic Sans MS"/>
                <a:cs typeface="Comic Sans MS"/>
              </a:rPr>
              <a:t>any</a:t>
            </a:r>
            <a:r>
              <a:rPr dirty="0" sz="2200" spc="5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200">
                <a:solidFill>
                  <a:srgbClr val="333433"/>
                </a:solidFill>
                <a:latin typeface="Comic Sans MS"/>
                <a:cs typeface="Comic Sans MS"/>
              </a:rPr>
              <a:t>action</a:t>
            </a:r>
            <a:r>
              <a:rPr dirty="0" sz="2200" spc="5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200">
                <a:solidFill>
                  <a:srgbClr val="333433"/>
                </a:solidFill>
                <a:latin typeface="Comic Sans MS"/>
                <a:cs typeface="Comic Sans MS"/>
              </a:rPr>
              <a:t>or</a:t>
            </a:r>
            <a:r>
              <a:rPr dirty="0" sz="2200" spc="5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200">
                <a:solidFill>
                  <a:srgbClr val="333433"/>
                </a:solidFill>
                <a:latin typeface="Comic Sans MS"/>
                <a:cs typeface="Comic Sans MS"/>
              </a:rPr>
              <a:t>actitvity,</a:t>
            </a:r>
            <a:r>
              <a:rPr dirty="0" sz="2200" spc="5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200">
                <a:solidFill>
                  <a:srgbClr val="333433"/>
                </a:solidFill>
                <a:latin typeface="Comic Sans MS"/>
                <a:cs typeface="Comic Sans MS"/>
              </a:rPr>
              <a:t>accidental  </a:t>
            </a:r>
            <a:r>
              <a:rPr dirty="0" sz="2200" spc="-25">
                <a:solidFill>
                  <a:srgbClr val="333433"/>
                </a:solidFill>
                <a:latin typeface="Comic Sans MS"/>
                <a:cs typeface="Comic Sans MS"/>
              </a:rPr>
              <a:t>or </a:t>
            </a:r>
            <a:r>
              <a:rPr dirty="0" sz="2200">
                <a:solidFill>
                  <a:srgbClr val="333433"/>
                </a:solidFill>
                <a:latin typeface="Comic Sans MS"/>
                <a:cs typeface="Comic Sans MS"/>
              </a:rPr>
              <a:t>deliberate</a:t>
            </a:r>
            <a:r>
              <a:rPr dirty="0" sz="2200" spc="44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200">
                <a:solidFill>
                  <a:srgbClr val="333433"/>
                </a:solidFill>
                <a:latin typeface="Comic Sans MS"/>
                <a:cs typeface="Comic Sans MS"/>
              </a:rPr>
              <a:t>that</a:t>
            </a:r>
            <a:r>
              <a:rPr dirty="0" sz="2200" spc="44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200">
                <a:solidFill>
                  <a:srgbClr val="333433"/>
                </a:solidFill>
                <a:latin typeface="Comic Sans MS"/>
                <a:cs typeface="Comic Sans MS"/>
              </a:rPr>
              <a:t>compromises</a:t>
            </a:r>
            <a:r>
              <a:rPr dirty="0" sz="2200" spc="44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200">
                <a:solidFill>
                  <a:srgbClr val="333433"/>
                </a:solidFill>
                <a:latin typeface="Comic Sans MS"/>
                <a:cs typeface="Comic Sans MS"/>
              </a:rPr>
              <a:t>the</a:t>
            </a:r>
            <a:r>
              <a:rPr dirty="0" sz="2200" spc="44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700" spc="-204" b="1">
                <a:solidFill>
                  <a:srgbClr val="333433"/>
                </a:solidFill>
                <a:latin typeface="Comic Sans MS"/>
                <a:cs typeface="Comic Sans MS"/>
              </a:rPr>
              <a:t>Confidentiality</a:t>
            </a:r>
            <a:r>
              <a:rPr dirty="0" sz="2200" spc="-204">
                <a:solidFill>
                  <a:srgbClr val="333433"/>
                </a:solidFill>
                <a:latin typeface="Comic Sans MS"/>
                <a:cs typeface="Comic Sans MS"/>
              </a:rPr>
              <a:t>,</a:t>
            </a:r>
            <a:r>
              <a:rPr dirty="0" sz="2200" spc="44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700" spc="-260" b="1">
                <a:solidFill>
                  <a:srgbClr val="333433"/>
                </a:solidFill>
                <a:latin typeface="Comic Sans MS"/>
                <a:cs typeface="Comic Sans MS"/>
              </a:rPr>
              <a:t>Integrity</a:t>
            </a:r>
            <a:r>
              <a:rPr dirty="0" sz="2700" spc="200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200" spc="-25">
                <a:solidFill>
                  <a:srgbClr val="333433"/>
                </a:solidFill>
                <a:latin typeface="Comic Sans MS"/>
                <a:cs typeface="Comic Sans MS"/>
              </a:rPr>
              <a:t>and </a:t>
            </a:r>
            <a:r>
              <a:rPr dirty="0" sz="2700" spc="-245" b="1">
                <a:solidFill>
                  <a:srgbClr val="333433"/>
                </a:solidFill>
                <a:latin typeface="Comic Sans MS"/>
                <a:cs typeface="Comic Sans MS"/>
              </a:rPr>
              <a:t>Availablity</a:t>
            </a:r>
            <a:r>
              <a:rPr dirty="0" sz="2700" spc="-509" b="1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200">
                <a:solidFill>
                  <a:srgbClr val="333433"/>
                </a:solidFill>
                <a:latin typeface="Comic Sans MS"/>
                <a:cs typeface="Comic Sans MS"/>
              </a:rPr>
              <a:t>of</a:t>
            </a:r>
            <a:r>
              <a:rPr dirty="0" sz="2200" spc="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200">
                <a:solidFill>
                  <a:srgbClr val="333433"/>
                </a:solidFill>
                <a:latin typeface="Comic Sans MS"/>
                <a:cs typeface="Comic Sans MS"/>
              </a:rPr>
              <a:t>data</a:t>
            </a:r>
            <a:r>
              <a:rPr dirty="0" sz="2200" spc="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200">
                <a:solidFill>
                  <a:srgbClr val="333433"/>
                </a:solidFill>
                <a:latin typeface="Comic Sans MS"/>
                <a:cs typeface="Comic Sans MS"/>
              </a:rPr>
              <a:t>and </a:t>
            </a:r>
            <a:r>
              <a:rPr dirty="0" sz="2200" spc="-10">
                <a:solidFill>
                  <a:srgbClr val="333433"/>
                </a:solidFill>
                <a:latin typeface="Comic Sans MS"/>
                <a:cs typeface="Comic Sans MS"/>
              </a:rPr>
              <a:t>information.</a:t>
            </a:r>
            <a:endParaRPr sz="2200">
              <a:latin typeface="Comic Sans MS"/>
              <a:cs typeface="Comic Sans MS"/>
            </a:endParaRPr>
          </a:p>
          <a:p>
            <a:pPr algn="just" marL="12700" marR="5080">
              <a:lnSpc>
                <a:spcPct val="116500"/>
              </a:lnSpc>
              <a:spcBef>
                <a:spcPts val="2890"/>
              </a:spcBef>
            </a:pPr>
            <a:r>
              <a:rPr dirty="0" sz="2200">
                <a:solidFill>
                  <a:srgbClr val="333433"/>
                </a:solidFill>
                <a:latin typeface="Comic Sans MS"/>
                <a:cs typeface="Comic Sans MS"/>
              </a:rPr>
              <a:t>Involving</a:t>
            </a:r>
            <a:r>
              <a:rPr dirty="0" sz="2200" spc="280">
                <a:solidFill>
                  <a:srgbClr val="333433"/>
                </a:solidFill>
                <a:latin typeface="Comic Sans MS"/>
                <a:cs typeface="Comic Sans MS"/>
              </a:rPr>
              <a:t>   </a:t>
            </a:r>
            <a:r>
              <a:rPr dirty="0" sz="2200">
                <a:solidFill>
                  <a:srgbClr val="333433"/>
                </a:solidFill>
                <a:latin typeface="Comic Sans MS"/>
                <a:cs typeface="Comic Sans MS"/>
              </a:rPr>
              <a:t>actual</a:t>
            </a:r>
            <a:r>
              <a:rPr dirty="0" sz="2200" spc="285">
                <a:solidFill>
                  <a:srgbClr val="333433"/>
                </a:solidFill>
                <a:latin typeface="Comic Sans MS"/>
                <a:cs typeface="Comic Sans MS"/>
              </a:rPr>
              <a:t>   </a:t>
            </a:r>
            <a:r>
              <a:rPr dirty="0" sz="2200">
                <a:solidFill>
                  <a:srgbClr val="333433"/>
                </a:solidFill>
                <a:latin typeface="Comic Sans MS"/>
                <a:cs typeface="Comic Sans MS"/>
              </a:rPr>
              <a:t>or</a:t>
            </a:r>
            <a:r>
              <a:rPr dirty="0" sz="2200" spc="285">
                <a:solidFill>
                  <a:srgbClr val="333433"/>
                </a:solidFill>
                <a:latin typeface="Comic Sans MS"/>
                <a:cs typeface="Comic Sans MS"/>
              </a:rPr>
              <a:t>   </a:t>
            </a:r>
            <a:r>
              <a:rPr dirty="0" sz="2200">
                <a:solidFill>
                  <a:srgbClr val="333433"/>
                </a:solidFill>
                <a:latin typeface="Comic Sans MS"/>
                <a:cs typeface="Comic Sans MS"/>
              </a:rPr>
              <a:t>potential</a:t>
            </a:r>
            <a:r>
              <a:rPr dirty="0" sz="2200" spc="280">
                <a:solidFill>
                  <a:srgbClr val="333433"/>
                </a:solidFill>
                <a:latin typeface="Comic Sans MS"/>
                <a:cs typeface="Comic Sans MS"/>
              </a:rPr>
              <a:t>   </a:t>
            </a:r>
            <a:r>
              <a:rPr dirty="0" sz="2200">
                <a:solidFill>
                  <a:srgbClr val="333433"/>
                </a:solidFill>
                <a:latin typeface="Comic Sans MS"/>
                <a:cs typeface="Comic Sans MS"/>
              </a:rPr>
              <a:t>compromise</a:t>
            </a:r>
            <a:r>
              <a:rPr dirty="0" sz="2200" spc="285">
                <a:solidFill>
                  <a:srgbClr val="333433"/>
                </a:solidFill>
                <a:latin typeface="Comic Sans MS"/>
                <a:cs typeface="Comic Sans MS"/>
              </a:rPr>
              <a:t>   </a:t>
            </a:r>
            <a:r>
              <a:rPr dirty="0" sz="2200">
                <a:solidFill>
                  <a:srgbClr val="333433"/>
                </a:solidFill>
                <a:latin typeface="Comic Sans MS"/>
                <a:cs typeface="Comic Sans MS"/>
              </a:rPr>
              <a:t>like</a:t>
            </a:r>
            <a:r>
              <a:rPr dirty="0" sz="2200" spc="285">
                <a:solidFill>
                  <a:srgbClr val="333433"/>
                </a:solidFill>
                <a:latin typeface="Comic Sans MS"/>
                <a:cs typeface="Comic Sans MS"/>
              </a:rPr>
              <a:t>   </a:t>
            </a:r>
            <a:r>
              <a:rPr dirty="0" sz="2200" spc="-10">
                <a:solidFill>
                  <a:srgbClr val="333433"/>
                </a:solidFill>
                <a:latin typeface="Comic Sans MS"/>
                <a:cs typeface="Comic Sans MS"/>
              </a:rPr>
              <a:t>malware, </a:t>
            </a:r>
            <a:r>
              <a:rPr dirty="0" sz="2200">
                <a:solidFill>
                  <a:srgbClr val="333433"/>
                </a:solidFill>
                <a:latin typeface="Comic Sans MS"/>
                <a:cs typeface="Comic Sans MS"/>
              </a:rPr>
              <a:t>unauthorized</a:t>
            </a:r>
            <a:r>
              <a:rPr dirty="0" sz="2200" spc="-1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200">
                <a:solidFill>
                  <a:srgbClr val="333433"/>
                </a:solidFill>
                <a:latin typeface="Comic Sans MS"/>
                <a:cs typeface="Comic Sans MS"/>
              </a:rPr>
              <a:t>access,</a:t>
            </a:r>
            <a:r>
              <a:rPr dirty="0" sz="2200" spc="-1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200">
                <a:solidFill>
                  <a:srgbClr val="333433"/>
                </a:solidFill>
                <a:latin typeface="Comic Sans MS"/>
                <a:cs typeface="Comic Sans MS"/>
              </a:rPr>
              <a:t>or</a:t>
            </a:r>
            <a:r>
              <a:rPr dirty="0" sz="2200" spc="-1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200">
                <a:solidFill>
                  <a:srgbClr val="333433"/>
                </a:solidFill>
                <a:latin typeface="Comic Sans MS"/>
                <a:cs typeface="Comic Sans MS"/>
              </a:rPr>
              <a:t>data</a:t>
            </a:r>
            <a:r>
              <a:rPr dirty="0" sz="2200" spc="-1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200">
                <a:solidFill>
                  <a:srgbClr val="333433"/>
                </a:solidFill>
                <a:latin typeface="Comic Sans MS"/>
                <a:cs typeface="Comic Sans MS"/>
              </a:rPr>
              <a:t>breaches,</a:t>
            </a:r>
            <a:r>
              <a:rPr dirty="0" sz="2200" spc="-1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200">
                <a:solidFill>
                  <a:srgbClr val="333433"/>
                </a:solidFill>
                <a:latin typeface="Comic Sans MS"/>
                <a:cs typeface="Comic Sans MS"/>
              </a:rPr>
              <a:t>requiring</a:t>
            </a:r>
            <a:r>
              <a:rPr dirty="0" sz="2200" spc="-10">
                <a:solidFill>
                  <a:srgbClr val="333433"/>
                </a:solidFill>
                <a:latin typeface="Comic Sans MS"/>
                <a:cs typeface="Comic Sans MS"/>
              </a:rPr>
              <a:t>  </a:t>
            </a:r>
            <a:r>
              <a:rPr dirty="0" sz="2200">
                <a:solidFill>
                  <a:srgbClr val="333433"/>
                </a:solidFill>
                <a:latin typeface="Comic Sans MS"/>
                <a:cs typeface="Comic Sans MS"/>
              </a:rPr>
              <a:t>a</a:t>
            </a:r>
            <a:r>
              <a:rPr dirty="0" sz="2200" spc="-10">
                <a:solidFill>
                  <a:srgbClr val="333433"/>
                </a:solidFill>
                <a:latin typeface="Comic Sans MS"/>
                <a:cs typeface="Comic Sans MS"/>
              </a:rPr>
              <a:t>  structured </a:t>
            </a:r>
            <a:r>
              <a:rPr dirty="0" sz="2200">
                <a:solidFill>
                  <a:srgbClr val="333433"/>
                </a:solidFill>
                <a:latin typeface="Comic Sans MS"/>
                <a:cs typeface="Comic Sans MS"/>
              </a:rPr>
              <a:t>incident</a:t>
            </a:r>
            <a:r>
              <a:rPr dirty="0" sz="2200" spc="40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200">
                <a:solidFill>
                  <a:srgbClr val="333433"/>
                </a:solidFill>
                <a:latin typeface="Comic Sans MS"/>
                <a:cs typeface="Comic Sans MS"/>
              </a:rPr>
              <a:t>response</a:t>
            </a:r>
            <a:r>
              <a:rPr dirty="0" sz="2200" spc="40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200">
                <a:solidFill>
                  <a:srgbClr val="333433"/>
                </a:solidFill>
                <a:latin typeface="Comic Sans MS"/>
                <a:cs typeface="Comic Sans MS"/>
              </a:rPr>
              <a:t>to</a:t>
            </a:r>
            <a:r>
              <a:rPr dirty="0" sz="2200" spc="40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200">
                <a:solidFill>
                  <a:srgbClr val="333433"/>
                </a:solidFill>
                <a:latin typeface="Comic Sans MS"/>
                <a:cs typeface="Comic Sans MS"/>
              </a:rPr>
              <a:t>detect,</a:t>
            </a:r>
            <a:r>
              <a:rPr dirty="0" sz="2200" spc="40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200">
                <a:solidFill>
                  <a:srgbClr val="333433"/>
                </a:solidFill>
                <a:latin typeface="Comic Sans MS"/>
                <a:cs typeface="Comic Sans MS"/>
              </a:rPr>
              <a:t>analyze,</a:t>
            </a:r>
            <a:r>
              <a:rPr dirty="0" sz="2200" spc="40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200">
                <a:solidFill>
                  <a:srgbClr val="333433"/>
                </a:solidFill>
                <a:latin typeface="Comic Sans MS"/>
                <a:cs typeface="Comic Sans MS"/>
              </a:rPr>
              <a:t>contain,</a:t>
            </a:r>
            <a:r>
              <a:rPr dirty="0" sz="2200" spc="40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200">
                <a:solidFill>
                  <a:srgbClr val="333433"/>
                </a:solidFill>
                <a:latin typeface="Comic Sans MS"/>
                <a:cs typeface="Comic Sans MS"/>
              </a:rPr>
              <a:t>and</a:t>
            </a:r>
            <a:r>
              <a:rPr dirty="0" sz="2200" spc="40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200">
                <a:solidFill>
                  <a:srgbClr val="333433"/>
                </a:solidFill>
                <a:latin typeface="Comic Sans MS"/>
                <a:cs typeface="Comic Sans MS"/>
              </a:rPr>
              <a:t>recover</a:t>
            </a:r>
            <a:r>
              <a:rPr dirty="0" sz="2200" spc="40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200" spc="-20">
                <a:solidFill>
                  <a:srgbClr val="333433"/>
                </a:solidFill>
                <a:latin typeface="Comic Sans MS"/>
                <a:cs typeface="Comic Sans MS"/>
              </a:rPr>
              <a:t>from </a:t>
            </a:r>
            <a:r>
              <a:rPr dirty="0" sz="2200">
                <a:solidFill>
                  <a:srgbClr val="333433"/>
                </a:solidFill>
                <a:latin typeface="Comic Sans MS"/>
                <a:cs typeface="Comic Sans MS"/>
              </a:rPr>
              <a:t>the</a:t>
            </a:r>
            <a:r>
              <a:rPr dirty="0" sz="2200" spc="-6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200">
                <a:solidFill>
                  <a:srgbClr val="333433"/>
                </a:solidFill>
                <a:latin typeface="Comic Sans MS"/>
                <a:cs typeface="Comic Sans MS"/>
              </a:rPr>
              <a:t>attack,</a:t>
            </a:r>
            <a:r>
              <a:rPr dirty="0" sz="2200" spc="-6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200">
                <a:solidFill>
                  <a:srgbClr val="333433"/>
                </a:solidFill>
                <a:latin typeface="Comic Sans MS"/>
                <a:cs typeface="Comic Sans MS"/>
              </a:rPr>
              <a:t>ultimately</a:t>
            </a:r>
            <a:r>
              <a:rPr dirty="0" sz="2200" spc="-6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200">
                <a:solidFill>
                  <a:srgbClr val="333433"/>
                </a:solidFill>
                <a:latin typeface="Comic Sans MS"/>
                <a:cs typeface="Comic Sans MS"/>
              </a:rPr>
              <a:t>learning</a:t>
            </a:r>
            <a:r>
              <a:rPr dirty="0" sz="2200" spc="-5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200">
                <a:solidFill>
                  <a:srgbClr val="333433"/>
                </a:solidFill>
                <a:latin typeface="Comic Sans MS"/>
                <a:cs typeface="Comic Sans MS"/>
              </a:rPr>
              <a:t>to</a:t>
            </a:r>
            <a:r>
              <a:rPr dirty="0" sz="2200" spc="-6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200">
                <a:solidFill>
                  <a:srgbClr val="333433"/>
                </a:solidFill>
                <a:latin typeface="Comic Sans MS"/>
                <a:cs typeface="Comic Sans MS"/>
              </a:rPr>
              <a:t>prevent</a:t>
            </a:r>
            <a:r>
              <a:rPr dirty="0" sz="2200" spc="-60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200">
                <a:solidFill>
                  <a:srgbClr val="333433"/>
                </a:solidFill>
                <a:latin typeface="Comic Sans MS"/>
                <a:cs typeface="Comic Sans MS"/>
              </a:rPr>
              <a:t>future</a:t>
            </a:r>
            <a:r>
              <a:rPr dirty="0" sz="2200" spc="-55">
                <a:solidFill>
                  <a:srgbClr val="333433"/>
                </a:solidFill>
                <a:latin typeface="Comic Sans MS"/>
                <a:cs typeface="Comic Sans MS"/>
              </a:rPr>
              <a:t> </a:t>
            </a:r>
            <a:r>
              <a:rPr dirty="0" sz="2200" spc="-10">
                <a:solidFill>
                  <a:srgbClr val="333433"/>
                </a:solidFill>
                <a:latin typeface="Comic Sans MS"/>
                <a:cs typeface="Comic Sans MS"/>
              </a:rPr>
              <a:t>occurrences.</a:t>
            </a:r>
            <a:endParaRPr sz="2200">
              <a:latin typeface="Comic Sans MS"/>
              <a:cs typeface="Comic Sans MS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29729" y="4474335"/>
            <a:ext cx="104775" cy="10477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29729" y="6036435"/>
            <a:ext cx="104775" cy="10477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29729" y="7208010"/>
            <a:ext cx="104775" cy="10477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29729" y="8770110"/>
            <a:ext cx="104775" cy="104774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349571" y="3477472"/>
            <a:ext cx="7829549" cy="4276724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524000"/>
            <a:chOff x="0" y="0"/>
            <a:chExt cx="18288000" cy="1524000"/>
          </a:xfrm>
        </p:grpSpPr>
        <p:sp>
          <p:nvSpPr>
            <p:cNvPr id="3" name="object 3"/>
            <p:cNvSpPr/>
            <p:nvPr/>
          </p:nvSpPr>
          <p:spPr>
            <a:xfrm>
              <a:off x="144503" y="0"/>
              <a:ext cx="18143855" cy="1524000"/>
            </a:xfrm>
            <a:custGeom>
              <a:avLst/>
              <a:gdLst/>
              <a:ahLst/>
              <a:cxnLst/>
              <a:rect l="l" t="t" r="r" b="b"/>
              <a:pathLst>
                <a:path w="18143855" h="1524000">
                  <a:moveTo>
                    <a:pt x="477549" y="1215792"/>
                  </a:moveTo>
                  <a:lnTo>
                    <a:pt x="19628" y="1011206"/>
                  </a:lnTo>
                  <a:lnTo>
                    <a:pt x="0" y="0"/>
                  </a:lnTo>
                  <a:lnTo>
                    <a:pt x="18102248" y="0"/>
                  </a:lnTo>
                  <a:lnTo>
                    <a:pt x="18143496" y="82866"/>
                  </a:lnTo>
                  <a:lnTo>
                    <a:pt x="18143496" y="216479"/>
                  </a:lnTo>
                  <a:lnTo>
                    <a:pt x="1717123" y="535338"/>
                  </a:lnTo>
                  <a:lnTo>
                    <a:pt x="1627674" y="607861"/>
                  </a:lnTo>
                  <a:lnTo>
                    <a:pt x="1486754" y="733755"/>
                  </a:lnTo>
                  <a:lnTo>
                    <a:pt x="1356578" y="853175"/>
                  </a:lnTo>
                  <a:lnTo>
                    <a:pt x="1299360" y="906281"/>
                  </a:lnTo>
                  <a:lnTo>
                    <a:pt x="820371" y="995663"/>
                  </a:lnTo>
                  <a:lnTo>
                    <a:pt x="477549" y="1215792"/>
                  </a:lnTo>
                  <a:close/>
                </a:path>
                <a:path w="18143855" h="1524000">
                  <a:moveTo>
                    <a:pt x="2121932" y="623285"/>
                  </a:moveTo>
                  <a:lnTo>
                    <a:pt x="2066738" y="604689"/>
                  </a:lnTo>
                  <a:lnTo>
                    <a:pt x="1941016" y="566366"/>
                  </a:lnTo>
                  <a:lnTo>
                    <a:pt x="1804549" y="534516"/>
                  </a:lnTo>
                  <a:lnTo>
                    <a:pt x="1717123" y="535338"/>
                  </a:lnTo>
                  <a:lnTo>
                    <a:pt x="18143496" y="216479"/>
                  </a:lnTo>
                  <a:lnTo>
                    <a:pt x="18143496" y="232200"/>
                  </a:lnTo>
                  <a:lnTo>
                    <a:pt x="4816038" y="490905"/>
                  </a:lnTo>
                  <a:lnTo>
                    <a:pt x="4805092" y="502663"/>
                  </a:lnTo>
                  <a:lnTo>
                    <a:pt x="2495313" y="547499"/>
                  </a:lnTo>
                  <a:lnTo>
                    <a:pt x="2121932" y="623285"/>
                  </a:lnTo>
                  <a:close/>
                </a:path>
                <a:path w="18143855" h="1524000">
                  <a:moveTo>
                    <a:pt x="5193389" y="670279"/>
                  </a:moveTo>
                  <a:lnTo>
                    <a:pt x="4816038" y="490905"/>
                  </a:lnTo>
                  <a:lnTo>
                    <a:pt x="18143496" y="232200"/>
                  </a:lnTo>
                  <a:lnTo>
                    <a:pt x="18143496" y="258732"/>
                  </a:lnTo>
                  <a:lnTo>
                    <a:pt x="6017543" y="494113"/>
                  </a:lnTo>
                  <a:lnTo>
                    <a:pt x="5193389" y="670279"/>
                  </a:lnTo>
                  <a:close/>
                </a:path>
                <a:path w="18143855" h="1524000">
                  <a:moveTo>
                    <a:pt x="3569359" y="969814"/>
                  </a:moveTo>
                  <a:lnTo>
                    <a:pt x="3146020" y="673910"/>
                  </a:lnTo>
                  <a:lnTo>
                    <a:pt x="2665722" y="683233"/>
                  </a:lnTo>
                  <a:lnTo>
                    <a:pt x="2495313" y="547499"/>
                  </a:lnTo>
                  <a:lnTo>
                    <a:pt x="4805092" y="502663"/>
                  </a:lnTo>
                  <a:lnTo>
                    <a:pt x="4714959" y="599482"/>
                  </a:lnTo>
                  <a:lnTo>
                    <a:pt x="4257759" y="608357"/>
                  </a:lnTo>
                  <a:lnTo>
                    <a:pt x="4081316" y="845155"/>
                  </a:lnTo>
                  <a:lnTo>
                    <a:pt x="3569359" y="969814"/>
                  </a:lnTo>
                  <a:close/>
                </a:path>
                <a:path w="18143855" h="1524000">
                  <a:moveTo>
                    <a:pt x="6341427" y="728324"/>
                  </a:moveTo>
                  <a:lnTo>
                    <a:pt x="6017543" y="494113"/>
                  </a:lnTo>
                  <a:lnTo>
                    <a:pt x="18143496" y="258732"/>
                  </a:lnTo>
                  <a:lnTo>
                    <a:pt x="18143496" y="365592"/>
                  </a:lnTo>
                  <a:lnTo>
                    <a:pt x="6712562" y="587483"/>
                  </a:lnTo>
                  <a:lnTo>
                    <a:pt x="6341427" y="728324"/>
                  </a:lnTo>
                  <a:close/>
                </a:path>
                <a:path w="18143855" h="1524000">
                  <a:moveTo>
                    <a:pt x="4612949" y="709059"/>
                  </a:moveTo>
                  <a:lnTo>
                    <a:pt x="4257759" y="608357"/>
                  </a:lnTo>
                  <a:lnTo>
                    <a:pt x="4714959" y="599482"/>
                  </a:lnTo>
                  <a:lnTo>
                    <a:pt x="4612949" y="709059"/>
                  </a:lnTo>
                  <a:close/>
                </a:path>
                <a:path w="18143855" h="1524000">
                  <a:moveTo>
                    <a:pt x="8073230" y="1121412"/>
                  </a:moveTo>
                  <a:lnTo>
                    <a:pt x="7689239" y="992281"/>
                  </a:lnTo>
                  <a:lnTo>
                    <a:pt x="7490167" y="759333"/>
                  </a:lnTo>
                  <a:lnTo>
                    <a:pt x="7088119" y="687053"/>
                  </a:lnTo>
                  <a:lnTo>
                    <a:pt x="6712562" y="587483"/>
                  </a:lnTo>
                  <a:lnTo>
                    <a:pt x="18143496" y="365592"/>
                  </a:lnTo>
                  <a:lnTo>
                    <a:pt x="18143496" y="598473"/>
                  </a:lnTo>
                  <a:lnTo>
                    <a:pt x="17125011" y="618243"/>
                  </a:lnTo>
                  <a:lnTo>
                    <a:pt x="16938806" y="656005"/>
                  </a:lnTo>
                  <a:lnTo>
                    <a:pt x="12162102" y="748727"/>
                  </a:lnTo>
                  <a:lnTo>
                    <a:pt x="12118270" y="785690"/>
                  </a:lnTo>
                  <a:lnTo>
                    <a:pt x="9218155" y="841986"/>
                  </a:lnTo>
                  <a:lnTo>
                    <a:pt x="9084652" y="915326"/>
                  </a:lnTo>
                  <a:lnTo>
                    <a:pt x="8507921" y="926521"/>
                  </a:lnTo>
                  <a:lnTo>
                    <a:pt x="8073230" y="1121412"/>
                  </a:lnTo>
                  <a:close/>
                </a:path>
                <a:path w="18143855" h="1524000">
                  <a:moveTo>
                    <a:pt x="17475390" y="698895"/>
                  </a:moveTo>
                  <a:lnTo>
                    <a:pt x="17125011" y="618243"/>
                  </a:lnTo>
                  <a:lnTo>
                    <a:pt x="17739380" y="606317"/>
                  </a:lnTo>
                  <a:lnTo>
                    <a:pt x="17475390" y="698895"/>
                  </a:lnTo>
                  <a:close/>
                </a:path>
                <a:path w="18143855" h="1524000">
                  <a:moveTo>
                    <a:pt x="18020518" y="916282"/>
                  </a:moveTo>
                  <a:lnTo>
                    <a:pt x="17739380" y="606317"/>
                  </a:lnTo>
                  <a:lnTo>
                    <a:pt x="18143496" y="598473"/>
                  </a:lnTo>
                  <a:lnTo>
                    <a:pt x="18143496" y="684513"/>
                  </a:lnTo>
                  <a:lnTo>
                    <a:pt x="18020518" y="916282"/>
                  </a:lnTo>
                  <a:close/>
                </a:path>
                <a:path w="18143855" h="1524000">
                  <a:moveTo>
                    <a:pt x="12379114" y="931459"/>
                  </a:moveTo>
                  <a:lnTo>
                    <a:pt x="12162102" y="748727"/>
                  </a:lnTo>
                  <a:lnTo>
                    <a:pt x="16938806" y="656005"/>
                  </a:lnTo>
                  <a:lnTo>
                    <a:pt x="16648129" y="714953"/>
                  </a:lnTo>
                  <a:lnTo>
                    <a:pt x="16558120" y="817420"/>
                  </a:lnTo>
                  <a:lnTo>
                    <a:pt x="12638760" y="893501"/>
                  </a:lnTo>
                  <a:lnTo>
                    <a:pt x="12379114" y="931459"/>
                  </a:lnTo>
                  <a:close/>
                </a:path>
                <a:path w="18143855" h="1524000">
                  <a:moveTo>
                    <a:pt x="10514641" y="1207904"/>
                  </a:moveTo>
                  <a:lnTo>
                    <a:pt x="10191277" y="1000459"/>
                  </a:lnTo>
                  <a:lnTo>
                    <a:pt x="9975059" y="871266"/>
                  </a:lnTo>
                  <a:lnTo>
                    <a:pt x="9548046" y="879555"/>
                  </a:lnTo>
                  <a:lnTo>
                    <a:pt x="9218155" y="841986"/>
                  </a:lnTo>
                  <a:lnTo>
                    <a:pt x="12118270" y="785690"/>
                  </a:lnTo>
                  <a:lnTo>
                    <a:pt x="12030010" y="860117"/>
                  </a:lnTo>
                  <a:lnTo>
                    <a:pt x="11139038" y="877412"/>
                  </a:lnTo>
                  <a:lnTo>
                    <a:pt x="10805155" y="988543"/>
                  </a:lnTo>
                  <a:lnTo>
                    <a:pt x="10514641" y="1207904"/>
                  </a:lnTo>
                  <a:close/>
                </a:path>
                <a:path w="18143855" h="1524000">
                  <a:moveTo>
                    <a:pt x="8883473" y="1025846"/>
                  </a:moveTo>
                  <a:lnTo>
                    <a:pt x="8507921" y="926521"/>
                  </a:lnTo>
                  <a:lnTo>
                    <a:pt x="9084652" y="915326"/>
                  </a:lnTo>
                  <a:lnTo>
                    <a:pt x="8883473" y="1025846"/>
                  </a:lnTo>
                  <a:close/>
                </a:path>
                <a:path w="18143855" h="1524000">
                  <a:moveTo>
                    <a:pt x="11859751" y="1003692"/>
                  </a:moveTo>
                  <a:lnTo>
                    <a:pt x="11575346" y="905055"/>
                  </a:lnTo>
                  <a:lnTo>
                    <a:pt x="11139038" y="877412"/>
                  </a:lnTo>
                  <a:lnTo>
                    <a:pt x="12030010" y="860117"/>
                  </a:lnTo>
                  <a:lnTo>
                    <a:pt x="11859751" y="1003692"/>
                  </a:lnTo>
                  <a:close/>
                </a:path>
                <a:path w="18143855" h="1524000">
                  <a:moveTo>
                    <a:pt x="13618089" y="1523515"/>
                  </a:moveTo>
                  <a:lnTo>
                    <a:pt x="13293152" y="1235034"/>
                  </a:lnTo>
                  <a:lnTo>
                    <a:pt x="12878155" y="1052461"/>
                  </a:lnTo>
                  <a:lnTo>
                    <a:pt x="12638760" y="893501"/>
                  </a:lnTo>
                  <a:lnTo>
                    <a:pt x="16558120" y="817420"/>
                  </a:lnTo>
                  <a:lnTo>
                    <a:pt x="16391935" y="1006607"/>
                  </a:lnTo>
                  <a:lnTo>
                    <a:pt x="16113086" y="1180295"/>
                  </a:lnTo>
                  <a:lnTo>
                    <a:pt x="14092668" y="1219514"/>
                  </a:lnTo>
                  <a:lnTo>
                    <a:pt x="13618089" y="1523515"/>
                  </a:lnTo>
                  <a:close/>
                </a:path>
                <a:path w="18143855" h="1524000">
                  <a:moveTo>
                    <a:pt x="14459002" y="1324914"/>
                  </a:moveTo>
                  <a:lnTo>
                    <a:pt x="14092664" y="1219515"/>
                  </a:lnTo>
                  <a:lnTo>
                    <a:pt x="16113086" y="1180295"/>
                  </a:lnTo>
                  <a:lnTo>
                    <a:pt x="16070345" y="1206918"/>
                  </a:lnTo>
                  <a:lnTo>
                    <a:pt x="14841611" y="1230769"/>
                  </a:lnTo>
                  <a:lnTo>
                    <a:pt x="14459002" y="1324914"/>
                  </a:lnTo>
                  <a:close/>
                </a:path>
                <a:path w="18143855" h="1524000">
                  <a:moveTo>
                    <a:pt x="15785124" y="1502210"/>
                  </a:moveTo>
                  <a:lnTo>
                    <a:pt x="15761363" y="1502672"/>
                  </a:lnTo>
                  <a:lnTo>
                    <a:pt x="15218959" y="1410144"/>
                  </a:lnTo>
                  <a:lnTo>
                    <a:pt x="14841606" y="1230769"/>
                  </a:lnTo>
                  <a:lnTo>
                    <a:pt x="16070345" y="1206918"/>
                  </a:lnTo>
                  <a:lnTo>
                    <a:pt x="15785124" y="150221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18288000" cy="1440180"/>
            </a:xfrm>
            <a:custGeom>
              <a:avLst/>
              <a:gdLst/>
              <a:ahLst/>
              <a:cxnLst/>
              <a:rect l="l" t="t" r="r" b="b"/>
              <a:pathLst>
                <a:path w="18288000" h="1440180">
                  <a:moveTo>
                    <a:pt x="362060" y="1134614"/>
                  </a:moveTo>
                  <a:lnTo>
                    <a:pt x="0" y="972663"/>
                  </a:lnTo>
                  <a:lnTo>
                    <a:pt x="0" y="0"/>
                  </a:lnTo>
                  <a:lnTo>
                    <a:pt x="18287999" y="0"/>
                  </a:lnTo>
                  <a:lnTo>
                    <a:pt x="18287999" y="129270"/>
                  </a:lnTo>
                  <a:lnTo>
                    <a:pt x="1601123" y="453186"/>
                  </a:lnTo>
                  <a:lnTo>
                    <a:pt x="1511815" y="525669"/>
                  </a:lnTo>
                  <a:lnTo>
                    <a:pt x="1370966" y="651477"/>
                  </a:lnTo>
                  <a:lnTo>
                    <a:pt x="1240816" y="770812"/>
                  </a:lnTo>
                  <a:lnTo>
                    <a:pt x="1183601" y="823879"/>
                  </a:lnTo>
                  <a:lnTo>
                    <a:pt x="704876" y="914238"/>
                  </a:lnTo>
                  <a:lnTo>
                    <a:pt x="362060" y="1134614"/>
                  </a:lnTo>
                  <a:close/>
                </a:path>
                <a:path w="18288000" h="1440180">
                  <a:moveTo>
                    <a:pt x="2005686" y="541139"/>
                  </a:moveTo>
                  <a:lnTo>
                    <a:pt x="1950497" y="522542"/>
                  </a:lnTo>
                  <a:lnTo>
                    <a:pt x="1824801" y="484218"/>
                  </a:lnTo>
                  <a:lnTo>
                    <a:pt x="1688407" y="452367"/>
                  </a:lnTo>
                  <a:lnTo>
                    <a:pt x="1601123" y="453186"/>
                  </a:lnTo>
                  <a:lnTo>
                    <a:pt x="18287999" y="129270"/>
                  </a:lnTo>
                  <a:lnTo>
                    <a:pt x="18287999" y="145729"/>
                  </a:lnTo>
                  <a:lnTo>
                    <a:pt x="4698579" y="409519"/>
                  </a:lnTo>
                  <a:lnTo>
                    <a:pt x="4688344" y="420526"/>
                  </a:lnTo>
                  <a:lnTo>
                    <a:pt x="2379067" y="465353"/>
                  </a:lnTo>
                  <a:lnTo>
                    <a:pt x="2005686" y="541139"/>
                  </a:lnTo>
                  <a:close/>
                </a:path>
                <a:path w="18288000" h="1440180">
                  <a:moveTo>
                    <a:pt x="5075936" y="589138"/>
                  </a:moveTo>
                  <a:lnTo>
                    <a:pt x="4698579" y="409519"/>
                  </a:lnTo>
                  <a:lnTo>
                    <a:pt x="18287999" y="145729"/>
                  </a:lnTo>
                  <a:lnTo>
                    <a:pt x="18287999" y="172506"/>
                  </a:lnTo>
                  <a:lnTo>
                    <a:pt x="5901071" y="412954"/>
                  </a:lnTo>
                  <a:lnTo>
                    <a:pt x="5075936" y="589138"/>
                  </a:lnTo>
                  <a:close/>
                </a:path>
                <a:path w="18288000" h="1440180">
                  <a:moveTo>
                    <a:pt x="3453113" y="887667"/>
                  </a:moveTo>
                  <a:lnTo>
                    <a:pt x="3029775" y="591763"/>
                  </a:lnTo>
                  <a:lnTo>
                    <a:pt x="2549477" y="601086"/>
                  </a:lnTo>
                  <a:lnTo>
                    <a:pt x="2379067" y="465353"/>
                  </a:lnTo>
                  <a:lnTo>
                    <a:pt x="4688344" y="420526"/>
                  </a:lnTo>
                  <a:lnTo>
                    <a:pt x="4597386" y="518343"/>
                  </a:lnTo>
                  <a:lnTo>
                    <a:pt x="4140305" y="527216"/>
                  </a:lnTo>
                  <a:lnTo>
                    <a:pt x="3963862" y="764014"/>
                  </a:lnTo>
                  <a:lnTo>
                    <a:pt x="3453113" y="887667"/>
                  </a:lnTo>
                  <a:close/>
                </a:path>
                <a:path w="18288000" h="1440180">
                  <a:moveTo>
                    <a:pt x="6224949" y="646918"/>
                  </a:moveTo>
                  <a:lnTo>
                    <a:pt x="5901071" y="412954"/>
                  </a:lnTo>
                  <a:lnTo>
                    <a:pt x="18287999" y="172506"/>
                  </a:lnTo>
                  <a:lnTo>
                    <a:pt x="18287999" y="279367"/>
                  </a:lnTo>
                  <a:lnTo>
                    <a:pt x="6595844" y="506328"/>
                  </a:lnTo>
                  <a:lnTo>
                    <a:pt x="6224949" y="646918"/>
                  </a:lnTo>
                  <a:close/>
                </a:path>
                <a:path w="18288000" h="1440180">
                  <a:moveTo>
                    <a:pt x="4495496" y="627919"/>
                  </a:moveTo>
                  <a:lnTo>
                    <a:pt x="4140305" y="527216"/>
                  </a:lnTo>
                  <a:lnTo>
                    <a:pt x="4597386" y="518343"/>
                  </a:lnTo>
                  <a:lnTo>
                    <a:pt x="4495496" y="627919"/>
                  </a:lnTo>
                  <a:close/>
                </a:path>
                <a:path w="18288000" h="1440180">
                  <a:moveTo>
                    <a:pt x="7957495" y="1040238"/>
                  </a:moveTo>
                  <a:lnTo>
                    <a:pt x="7573253" y="910866"/>
                  </a:lnTo>
                  <a:lnTo>
                    <a:pt x="7374186" y="678164"/>
                  </a:lnTo>
                  <a:lnTo>
                    <a:pt x="6972384" y="605879"/>
                  </a:lnTo>
                  <a:lnTo>
                    <a:pt x="6595844" y="506328"/>
                  </a:lnTo>
                  <a:lnTo>
                    <a:pt x="18287999" y="279367"/>
                  </a:lnTo>
                  <a:lnTo>
                    <a:pt x="18287999" y="512493"/>
                  </a:lnTo>
                  <a:lnTo>
                    <a:pt x="17009283" y="537315"/>
                  </a:lnTo>
                  <a:lnTo>
                    <a:pt x="16824419" y="574805"/>
                  </a:lnTo>
                  <a:lnTo>
                    <a:pt x="12046613" y="667549"/>
                  </a:lnTo>
                  <a:lnTo>
                    <a:pt x="12002780" y="704512"/>
                  </a:lnTo>
                  <a:lnTo>
                    <a:pt x="9102174" y="760816"/>
                  </a:lnTo>
                  <a:lnTo>
                    <a:pt x="8968770" y="834155"/>
                  </a:lnTo>
                  <a:lnTo>
                    <a:pt x="8391940" y="845352"/>
                  </a:lnTo>
                  <a:lnTo>
                    <a:pt x="7957495" y="1040238"/>
                  </a:lnTo>
                  <a:close/>
                </a:path>
                <a:path w="18288000" h="1440180">
                  <a:moveTo>
                    <a:pt x="17359908" y="617962"/>
                  </a:moveTo>
                  <a:lnTo>
                    <a:pt x="17009283" y="537315"/>
                  </a:lnTo>
                  <a:lnTo>
                    <a:pt x="17623652" y="525389"/>
                  </a:lnTo>
                  <a:lnTo>
                    <a:pt x="17359908" y="617962"/>
                  </a:lnTo>
                  <a:close/>
                </a:path>
                <a:path w="18288000" h="1440180">
                  <a:moveTo>
                    <a:pt x="18287999" y="936264"/>
                  </a:moveTo>
                  <a:lnTo>
                    <a:pt x="17953236" y="926780"/>
                  </a:lnTo>
                  <a:lnTo>
                    <a:pt x="17623652" y="525389"/>
                  </a:lnTo>
                  <a:lnTo>
                    <a:pt x="18287999" y="512493"/>
                  </a:lnTo>
                  <a:lnTo>
                    <a:pt x="18287999" y="936264"/>
                  </a:lnTo>
                  <a:close/>
                </a:path>
                <a:path w="18288000" h="1440180">
                  <a:moveTo>
                    <a:pt x="12263870" y="850275"/>
                  </a:moveTo>
                  <a:lnTo>
                    <a:pt x="12046613" y="667549"/>
                  </a:lnTo>
                  <a:lnTo>
                    <a:pt x="16824419" y="574805"/>
                  </a:lnTo>
                  <a:lnTo>
                    <a:pt x="16532401" y="634025"/>
                  </a:lnTo>
                  <a:lnTo>
                    <a:pt x="16443575" y="735241"/>
                  </a:lnTo>
                  <a:lnTo>
                    <a:pt x="12522760" y="811349"/>
                  </a:lnTo>
                  <a:lnTo>
                    <a:pt x="12263870" y="850275"/>
                  </a:lnTo>
                  <a:close/>
                </a:path>
                <a:path w="18288000" h="1440180">
                  <a:moveTo>
                    <a:pt x="10400379" y="1126700"/>
                  </a:moveTo>
                  <a:lnTo>
                    <a:pt x="10075788" y="919280"/>
                  </a:lnTo>
                  <a:lnTo>
                    <a:pt x="9859815" y="790081"/>
                  </a:lnTo>
                  <a:lnTo>
                    <a:pt x="9432557" y="798375"/>
                  </a:lnTo>
                  <a:lnTo>
                    <a:pt x="9102174" y="760816"/>
                  </a:lnTo>
                  <a:lnTo>
                    <a:pt x="12002780" y="704512"/>
                  </a:lnTo>
                  <a:lnTo>
                    <a:pt x="11914819" y="778687"/>
                  </a:lnTo>
                  <a:lnTo>
                    <a:pt x="11023544" y="795988"/>
                  </a:lnTo>
                  <a:lnTo>
                    <a:pt x="10689666" y="907364"/>
                  </a:lnTo>
                  <a:lnTo>
                    <a:pt x="10400379" y="1126700"/>
                  </a:lnTo>
                  <a:close/>
                </a:path>
                <a:path w="18288000" h="1440180">
                  <a:moveTo>
                    <a:pt x="8767739" y="944671"/>
                  </a:moveTo>
                  <a:lnTo>
                    <a:pt x="8391940" y="845352"/>
                  </a:lnTo>
                  <a:lnTo>
                    <a:pt x="8968770" y="834155"/>
                  </a:lnTo>
                  <a:lnTo>
                    <a:pt x="8767739" y="944671"/>
                  </a:lnTo>
                  <a:close/>
                </a:path>
                <a:path w="18288000" h="1440180">
                  <a:moveTo>
                    <a:pt x="11744262" y="922513"/>
                  </a:moveTo>
                  <a:lnTo>
                    <a:pt x="11459857" y="823876"/>
                  </a:lnTo>
                  <a:lnTo>
                    <a:pt x="11023544" y="795988"/>
                  </a:lnTo>
                  <a:lnTo>
                    <a:pt x="11914819" y="778687"/>
                  </a:lnTo>
                  <a:lnTo>
                    <a:pt x="11744262" y="922513"/>
                  </a:lnTo>
                  <a:close/>
                </a:path>
                <a:path w="18288000" h="1440180">
                  <a:moveTo>
                    <a:pt x="13502310" y="1440130"/>
                  </a:moveTo>
                  <a:lnTo>
                    <a:pt x="13177397" y="1152878"/>
                  </a:lnTo>
                  <a:lnTo>
                    <a:pt x="12762154" y="970309"/>
                  </a:lnTo>
                  <a:lnTo>
                    <a:pt x="12522760" y="811349"/>
                  </a:lnTo>
                  <a:lnTo>
                    <a:pt x="16443575" y="735241"/>
                  </a:lnTo>
                  <a:lnTo>
                    <a:pt x="16276451" y="925674"/>
                  </a:lnTo>
                  <a:lnTo>
                    <a:pt x="15999072" y="1098105"/>
                  </a:lnTo>
                  <a:lnTo>
                    <a:pt x="13976911" y="1137358"/>
                  </a:lnTo>
                  <a:lnTo>
                    <a:pt x="13502310" y="1440130"/>
                  </a:lnTo>
                  <a:close/>
                </a:path>
                <a:path w="18288000" h="1440180">
                  <a:moveTo>
                    <a:pt x="14342283" y="1243759"/>
                  </a:moveTo>
                  <a:lnTo>
                    <a:pt x="13976911" y="1137358"/>
                  </a:lnTo>
                  <a:lnTo>
                    <a:pt x="15999072" y="1098105"/>
                  </a:lnTo>
                  <a:lnTo>
                    <a:pt x="15954611" y="1125745"/>
                  </a:lnTo>
                  <a:lnTo>
                    <a:pt x="15953647" y="1126746"/>
                  </a:lnTo>
                  <a:lnTo>
                    <a:pt x="14725891" y="1150579"/>
                  </a:lnTo>
                  <a:lnTo>
                    <a:pt x="14342283" y="1243759"/>
                  </a:lnTo>
                  <a:close/>
                </a:path>
                <a:path w="18288000" h="1440180">
                  <a:moveTo>
                    <a:pt x="15665669" y="1426141"/>
                  </a:moveTo>
                  <a:lnTo>
                    <a:pt x="15103002" y="1330202"/>
                  </a:lnTo>
                  <a:lnTo>
                    <a:pt x="14725891" y="1150579"/>
                  </a:lnTo>
                  <a:lnTo>
                    <a:pt x="15953647" y="1126746"/>
                  </a:lnTo>
                  <a:lnTo>
                    <a:pt x="15665669" y="142614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18288000" cy="908685"/>
            </a:xfrm>
            <a:custGeom>
              <a:avLst/>
              <a:gdLst/>
              <a:ahLst/>
              <a:cxnLst/>
              <a:rect l="l" t="t" r="r" b="b"/>
              <a:pathLst>
                <a:path w="18288000" h="908685">
                  <a:moveTo>
                    <a:pt x="761760" y="630384"/>
                  </a:moveTo>
                  <a:lnTo>
                    <a:pt x="216620" y="576850"/>
                  </a:lnTo>
                  <a:lnTo>
                    <a:pt x="0" y="298497"/>
                  </a:lnTo>
                  <a:lnTo>
                    <a:pt x="0" y="0"/>
                  </a:lnTo>
                  <a:lnTo>
                    <a:pt x="9280385" y="0"/>
                  </a:lnTo>
                  <a:lnTo>
                    <a:pt x="4791071" y="87143"/>
                  </a:lnTo>
                  <a:lnTo>
                    <a:pt x="4642618" y="156351"/>
                  </a:lnTo>
                  <a:lnTo>
                    <a:pt x="1959188" y="208440"/>
                  </a:lnTo>
                  <a:lnTo>
                    <a:pt x="1910928" y="221145"/>
                  </a:lnTo>
                  <a:lnTo>
                    <a:pt x="1800421" y="251687"/>
                  </a:lnTo>
                  <a:lnTo>
                    <a:pt x="1679077" y="288703"/>
                  </a:lnTo>
                  <a:lnTo>
                    <a:pt x="1598309" y="320832"/>
                  </a:lnTo>
                  <a:lnTo>
                    <a:pt x="1493687" y="354038"/>
                  </a:lnTo>
                  <a:lnTo>
                    <a:pt x="1319868" y="393424"/>
                  </a:lnTo>
                  <a:lnTo>
                    <a:pt x="1156885" y="426335"/>
                  </a:lnTo>
                  <a:lnTo>
                    <a:pt x="1084772" y="440118"/>
                  </a:lnTo>
                  <a:lnTo>
                    <a:pt x="761760" y="630384"/>
                  </a:lnTo>
                  <a:close/>
                </a:path>
                <a:path w="18288000" h="908685">
                  <a:moveTo>
                    <a:pt x="5036649" y="336875"/>
                  </a:moveTo>
                  <a:lnTo>
                    <a:pt x="4791071" y="87143"/>
                  </a:lnTo>
                  <a:lnTo>
                    <a:pt x="9280385" y="0"/>
                  </a:lnTo>
                  <a:lnTo>
                    <a:pt x="15608005" y="0"/>
                  </a:lnTo>
                  <a:lnTo>
                    <a:pt x="9992017" y="109014"/>
                  </a:lnTo>
                  <a:lnTo>
                    <a:pt x="9991894" y="109261"/>
                  </a:lnTo>
                  <a:lnTo>
                    <a:pt x="5777136" y="191076"/>
                  </a:lnTo>
                  <a:lnTo>
                    <a:pt x="5637414" y="214945"/>
                  </a:lnTo>
                  <a:lnTo>
                    <a:pt x="5036649" y="336875"/>
                  </a:lnTo>
                  <a:close/>
                </a:path>
                <a:path w="18288000" h="908685">
                  <a:moveTo>
                    <a:pt x="2546927" y="469710"/>
                  </a:moveTo>
                  <a:lnTo>
                    <a:pt x="2376517" y="333977"/>
                  </a:lnTo>
                  <a:lnTo>
                    <a:pt x="1959188" y="208440"/>
                  </a:lnTo>
                  <a:lnTo>
                    <a:pt x="4642618" y="156351"/>
                  </a:lnTo>
                  <a:lnTo>
                    <a:pt x="4631619" y="161479"/>
                  </a:lnTo>
                  <a:lnTo>
                    <a:pt x="3022029" y="192723"/>
                  </a:lnTo>
                  <a:lnTo>
                    <a:pt x="2546927" y="469710"/>
                  </a:lnTo>
                  <a:close/>
                </a:path>
                <a:path w="18288000" h="908685">
                  <a:moveTo>
                    <a:pt x="3594700" y="588904"/>
                  </a:moveTo>
                  <a:lnTo>
                    <a:pt x="3022029" y="192723"/>
                  </a:lnTo>
                  <a:lnTo>
                    <a:pt x="4631619" y="161479"/>
                  </a:lnTo>
                  <a:lnTo>
                    <a:pt x="4487013" y="228893"/>
                  </a:lnTo>
                  <a:lnTo>
                    <a:pt x="4126427" y="293130"/>
                  </a:lnTo>
                  <a:lnTo>
                    <a:pt x="3955871" y="364979"/>
                  </a:lnTo>
                  <a:lnTo>
                    <a:pt x="3594700" y="588904"/>
                  </a:lnTo>
                  <a:close/>
                </a:path>
                <a:path w="18288000" h="908685">
                  <a:moveTo>
                    <a:pt x="10522131" y="451485"/>
                  </a:moveTo>
                  <a:lnTo>
                    <a:pt x="9992017" y="109014"/>
                  </a:lnTo>
                  <a:lnTo>
                    <a:pt x="15608005" y="0"/>
                  </a:lnTo>
                  <a:lnTo>
                    <a:pt x="16316724" y="0"/>
                  </a:lnTo>
                  <a:lnTo>
                    <a:pt x="12270507" y="78542"/>
                  </a:lnTo>
                  <a:lnTo>
                    <a:pt x="12023857" y="121595"/>
                  </a:lnTo>
                  <a:lnTo>
                    <a:pt x="12023531" y="121602"/>
                  </a:lnTo>
                  <a:lnTo>
                    <a:pt x="11838165" y="380984"/>
                  </a:lnTo>
                  <a:lnTo>
                    <a:pt x="11015799" y="396947"/>
                  </a:lnTo>
                  <a:lnTo>
                    <a:pt x="10522131" y="451485"/>
                  </a:lnTo>
                  <a:close/>
                </a:path>
                <a:path w="18288000" h="908685">
                  <a:moveTo>
                    <a:pt x="6217594" y="318619"/>
                  </a:moveTo>
                  <a:lnTo>
                    <a:pt x="6156780" y="298328"/>
                  </a:lnTo>
                  <a:lnTo>
                    <a:pt x="6018718" y="253880"/>
                  </a:lnTo>
                  <a:lnTo>
                    <a:pt x="5869979" y="209916"/>
                  </a:lnTo>
                  <a:lnTo>
                    <a:pt x="5777136" y="191076"/>
                  </a:lnTo>
                  <a:lnTo>
                    <a:pt x="9991894" y="109261"/>
                  </a:lnTo>
                  <a:lnTo>
                    <a:pt x="9968015" y="157382"/>
                  </a:lnTo>
                  <a:lnTo>
                    <a:pt x="6540497" y="223915"/>
                  </a:lnTo>
                  <a:lnTo>
                    <a:pt x="6217594" y="318619"/>
                  </a:lnTo>
                  <a:close/>
                </a:path>
                <a:path w="18288000" h="908685">
                  <a:moveTo>
                    <a:pt x="13455143" y="908465"/>
                  </a:moveTo>
                  <a:lnTo>
                    <a:pt x="13181799" y="632986"/>
                  </a:lnTo>
                  <a:lnTo>
                    <a:pt x="12755146" y="571256"/>
                  </a:lnTo>
                  <a:lnTo>
                    <a:pt x="12515746" y="412050"/>
                  </a:lnTo>
                  <a:lnTo>
                    <a:pt x="12270507" y="78542"/>
                  </a:lnTo>
                  <a:lnTo>
                    <a:pt x="16316724" y="0"/>
                  </a:lnTo>
                  <a:lnTo>
                    <a:pt x="18287999" y="0"/>
                  </a:lnTo>
                  <a:lnTo>
                    <a:pt x="18287999" y="25113"/>
                  </a:lnTo>
                  <a:lnTo>
                    <a:pt x="18287999" y="28552"/>
                  </a:lnTo>
                  <a:lnTo>
                    <a:pt x="16647768" y="60391"/>
                  </a:lnTo>
                  <a:lnTo>
                    <a:pt x="16267460" y="525922"/>
                  </a:lnTo>
                  <a:lnTo>
                    <a:pt x="16112796" y="583214"/>
                  </a:lnTo>
                  <a:lnTo>
                    <a:pt x="13862114" y="626903"/>
                  </a:lnTo>
                  <a:lnTo>
                    <a:pt x="13455143" y="908465"/>
                  </a:lnTo>
                  <a:close/>
                </a:path>
                <a:path w="18288000" h="908685">
                  <a:moveTo>
                    <a:pt x="7948520" y="641221"/>
                  </a:moveTo>
                  <a:lnTo>
                    <a:pt x="7848336" y="629558"/>
                  </a:lnTo>
                  <a:lnTo>
                    <a:pt x="7720714" y="584137"/>
                  </a:lnTo>
                  <a:lnTo>
                    <a:pt x="7610934" y="534914"/>
                  </a:lnTo>
                  <a:lnTo>
                    <a:pt x="7564279" y="511849"/>
                  </a:lnTo>
                  <a:lnTo>
                    <a:pt x="7524941" y="488726"/>
                  </a:lnTo>
                  <a:lnTo>
                    <a:pt x="7433951" y="437980"/>
                  </a:lnTo>
                  <a:lnTo>
                    <a:pt x="7332642" y="387940"/>
                  </a:lnTo>
                  <a:lnTo>
                    <a:pt x="7261279" y="366406"/>
                  </a:lnTo>
                  <a:lnTo>
                    <a:pt x="7227422" y="366262"/>
                  </a:lnTo>
                  <a:lnTo>
                    <a:pt x="7178629" y="363976"/>
                  </a:lnTo>
                  <a:lnTo>
                    <a:pt x="7002322" y="352773"/>
                  </a:lnTo>
                  <a:lnTo>
                    <a:pt x="6953469" y="350427"/>
                  </a:lnTo>
                  <a:lnTo>
                    <a:pt x="6919520" y="350194"/>
                  </a:lnTo>
                  <a:lnTo>
                    <a:pt x="6836173" y="331553"/>
                  </a:lnTo>
                  <a:lnTo>
                    <a:pt x="6708564" y="288024"/>
                  </a:lnTo>
                  <a:lnTo>
                    <a:pt x="6591678" y="244010"/>
                  </a:lnTo>
                  <a:lnTo>
                    <a:pt x="6540497" y="223915"/>
                  </a:lnTo>
                  <a:lnTo>
                    <a:pt x="9968015" y="157382"/>
                  </a:lnTo>
                  <a:lnTo>
                    <a:pt x="9874225" y="346393"/>
                  </a:lnTo>
                  <a:lnTo>
                    <a:pt x="9093196" y="361554"/>
                  </a:lnTo>
                  <a:lnTo>
                    <a:pt x="8801490" y="616891"/>
                  </a:lnTo>
                  <a:lnTo>
                    <a:pt x="8052625" y="631427"/>
                  </a:lnTo>
                  <a:lnTo>
                    <a:pt x="7948520" y="641221"/>
                  </a:lnTo>
                  <a:close/>
                </a:path>
                <a:path w="18288000" h="908685">
                  <a:moveTo>
                    <a:pt x="17273097" y="334688"/>
                  </a:moveTo>
                  <a:lnTo>
                    <a:pt x="17000290" y="137563"/>
                  </a:lnTo>
                  <a:lnTo>
                    <a:pt x="16647768" y="60391"/>
                  </a:lnTo>
                  <a:lnTo>
                    <a:pt x="18287999" y="28552"/>
                  </a:lnTo>
                  <a:lnTo>
                    <a:pt x="18287999" y="106179"/>
                  </a:lnTo>
                  <a:lnTo>
                    <a:pt x="18287999" y="112567"/>
                  </a:lnTo>
                  <a:lnTo>
                    <a:pt x="17614660" y="125637"/>
                  </a:lnTo>
                  <a:lnTo>
                    <a:pt x="17273097" y="334688"/>
                  </a:lnTo>
                  <a:close/>
                </a:path>
                <a:path w="18288000" h="908685">
                  <a:moveTo>
                    <a:pt x="17950583" y="385407"/>
                  </a:moveTo>
                  <a:lnTo>
                    <a:pt x="17614660" y="125637"/>
                  </a:lnTo>
                  <a:lnTo>
                    <a:pt x="18287999" y="112567"/>
                  </a:lnTo>
                  <a:lnTo>
                    <a:pt x="18287999" y="290175"/>
                  </a:lnTo>
                  <a:lnTo>
                    <a:pt x="18287999" y="292424"/>
                  </a:lnTo>
                  <a:lnTo>
                    <a:pt x="17950583" y="385407"/>
                  </a:lnTo>
                  <a:close/>
                </a:path>
                <a:path w="18288000" h="908685">
                  <a:moveTo>
                    <a:pt x="9852070" y="391041"/>
                  </a:moveTo>
                  <a:lnTo>
                    <a:pt x="9423338" y="399363"/>
                  </a:lnTo>
                  <a:lnTo>
                    <a:pt x="9093196" y="361554"/>
                  </a:lnTo>
                  <a:lnTo>
                    <a:pt x="9874225" y="346393"/>
                  </a:lnTo>
                  <a:lnTo>
                    <a:pt x="9852070" y="391041"/>
                  </a:lnTo>
                  <a:close/>
                </a:path>
                <a:path w="18288000" h="908685">
                  <a:moveTo>
                    <a:pt x="11736512" y="523228"/>
                  </a:moveTo>
                  <a:lnTo>
                    <a:pt x="11452112" y="424835"/>
                  </a:lnTo>
                  <a:lnTo>
                    <a:pt x="11015799" y="396947"/>
                  </a:lnTo>
                  <a:lnTo>
                    <a:pt x="11838165" y="380984"/>
                  </a:lnTo>
                  <a:lnTo>
                    <a:pt x="11736512" y="523228"/>
                  </a:lnTo>
                  <a:close/>
                </a:path>
                <a:path w="18288000" h="908685">
                  <a:moveTo>
                    <a:pt x="8760837" y="652475"/>
                  </a:moveTo>
                  <a:lnTo>
                    <a:pt x="8357854" y="633275"/>
                  </a:lnTo>
                  <a:lnTo>
                    <a:pt x="8307278" y="631666"/>
                  </a:lnTo>
                  <a:lnTo>
                    <a:pt x="8188873" y="629646"/>
                  </a:lnTo>
                  <a:lnTo>
                    <a:pt x="8052625" y="631427"/>
                  </a:lnTo>
                  <a:lnTo>
                    <a:pt x="8801490" y="616891"/>
                  </a:lnTo>
                  <a:lnTo>
                    <a:pt x="8760837" y="652475"/>
                  </a:lnTo>
                  <a:close/>
                </a:path>
                <a:path w="18288000" h="908685">
                  <a:moveTo>
                    <a:pt x="14335506" y="843962"/>
                  </a:moveTo>
                  <a:lnTo>
                    <a:pt x="13862114" y="626903"/>
                  </a:lnTo>
                  <a:lnTo>
                    <a:pt x="16112796" y="583214"/>
                  </a:lnTo>
                  <a:lnTo>
                    <a:pt x="16047011" y="607582"/>
                  </a:lnTo>
                  <a:lnTo>
                    <a:pt x="14791973" y="631945"/>
                  </a:lnTo>
                  <a:lnTo>
                    <a:pt x="14335506" y="843962"/>
                  </a:lnTo>
                  <a:close/>
                </a:path>
                <a:path w="18288000" h="908685">
                  <a:moveTo>
                    <a:pt x="15550493" y="820378"/>
                  </a:moveTo>
                  <a:lnTo>
                    <a:pt x="15019022" y="813007"/>
                  </a:lnTo>
                  <a:lnTo>
                    <a:pt x="14791973" y="631945"/>
                  </a:lnTo>
                  <a:lnTo>
                    <a:pt x="16047011" y="607582"/>
                  </a:lnTo>
                  <a:lnTo>
                    <a:pt x="15854555" y="678874"/>
                  </a:lnTo>
                  <a:lnTo>
                    <a:pt x="15550493" y="820378"/>
                  </a:lnTo>
                  <a:close/>
                </a:path>
              </a:pathLst>
            </a:custGeom>
            <a:solidFill>
              <a:srgbClr val="FFD04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016000" y="1590742"/>
            <a:ext cx="3028315" cy="7874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000" spc="-10" b="0">
                <a:solidFill>
                  <a:srgbClr val="5460A8"/>
                </a:solidFill>
                <a:latin typeface="Comic Sans MS"/>
                <a:cs typeface="Comic Sans MS"/>
              </a:rPr>
              <a:t>ATTACKS</a:t>
            </a:r>
            <a:endParaRPr sz="5000">
              <a:latin typeface="Comic Sans MS"/>
              <a:cs typeface="Comic Sans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336615" y="1579603"/>
            <a:ext cx="2891790" cy="1299210"/>
          </a:xfrm>
          <a:prstGeom prst="rect">
            <a:avLst/>
          </a:prstGeom>
          <a:solidFill>
            <a:srgbClr val="521225"/>
          </a:solidFill>
        </p:spPr>
        <p:txBody>
          <a:bodyPr wrap="square" lIns="0" tIns="6032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475"/>
              </a:spcBef>
            </a:pPr>
            <a:endParaRPr sz="2500">
              <a:latin typeface="Times New Roman"/>
              <a:cs typeface="Times New Roman"/>
            </a:endParaRPr>
          </a:p>
          <a:p>
            <a:pPr marL="814705">
              <a:lnSpc>
                <a:spcPct val="100000"/>
              </a:lnSpc>
            </a:pPr>
            <a:r>
              <a:rPr dirty="0" sz="2500" spc="-310" b="1">
                <a:solidFill>
                  <a:srgbClr val="FFFFFF"/>
                </a:solidFill>
                <a:latin typeface="Arial"/>
                <a:cs typeface="Arial"/>
              </a:rPr>
              <a:t>ATTACKS</a:t>
            </a:r>
            <a:endParaRPr sz="25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411654" y="3802073"/>
            <a:ext cx="2891155" cy="1535430"/>
          </a:xfrm>
          <a:prstGeom prst="rect">
            <a:avLst/>
          </a:prstGeom>
          <a:solidFill>
            <a:srgbClr val="521225"/>
          </a:solidFill>
        </p:spPr>
        <p:txBody>
          <a:bodyPr wrap="square" lIns="0" tIns="18415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450"/>
              </a:spcBef>
            </a:pPr>
            <a:endParaRPr sz="2500">
              <a:latin typeface="Times New Roman"/>
              <a:cs typeface="Times New Roman"/>
            </a:endParaRPr>
          </a:p>
          <a:p>
            <a:pPr marL="271780">
              <a:lnSpc>
                <a:spcPct val="100000"/>
              </a:lnSpc>
            </a:pPr>
            <a:r>
              <a:rPr dirty="0" sz="2500" spc="-225" b="1">
                <a:solidFill>
                  <a:srgbClr val="FFFFFF"/>
                </a:solidFill>
                <a:latin typeface="Arial"/>
                <a:cs typeface="Arial"/>
              </a:rPr>
              <a:t>ACTIVE</a:t>
            </a:r>
            <a:r>
              <a:rPr dirty="0" sz="25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500" spc="-310" b="1">
                <a:solidFill>
                  <a:srgbClr val="FFFFFF"/>
                </a:solidFill>
                <a:latin typeface="Arial"/>
                <a:cs typeface="Arial"/>
              </a:rPr>
              <a:t>ATTACKS</a:t>
            </a:r>
            <a:endParaRPr sz="25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978026" y="3802073"/>
            <a:ext cx="2795270" cy="1535430"/>
          </a:xfrm>
          <a:prstGeom prst="rect">
            <a:avLst/>
          </a:prstGeom>
          <a:solidFill>
            <a:srgbClr val="521225"/>
          </a:solidFill>
        </p:spPr>
        <p:txBody>
          <a:bodyPr wrap="square" lIns="0" tIns="18415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450"/>
              </a:spcBef>
            </a:pPr>
            <a:endParaRPr sz="2500">
              <a:latin typeface="Times New Roman"/>
              <a:cs typeface="Times New Roman"/>
            </a:endParaRPr>
          </a:p>
          <a:p>
            <a:pPr marL="127635">
              <a:lnSpc>
                <a:spcPct val="100000"/>
              </a:lnSpc>
            </a:pPr>
            <a:r>
              <a:rPr dirty="0" sz="2500" spc="-215" b="1">
                <a:solidFill>
                  <a:srgbClr val="FFFFFF"/>
                </a:solidFill>
                <a:latin typeface="Arial"/>
                <a:cs typeface="Arial"/>
              </a:rPr>
              <a:t>PASSIVE</a:t>
            </a:r>
            <a:r>
              <a:rPr dirty="0" sz="2500" spc="-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500" spc="-310" b="1">
                <a:solidFill>
                  <a:srgbClr val="FFFFFF"/>
                </a:solidFill>
                <a:latin typeface="Arial"/>
                <a:cs typeface="Arial"/>
              </a:rPr>
              <a:t>ATTACKS</a:t>
            </a:r>
            <a:endParaRPr sz="2500">
              <a:latin typeface="Arial"/>
              <a:cs typeface="Arial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5415" y="5611150"/>
            <a:ext cx="7172324" cy="439102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978026" y="5528694"/>
            <a:ext cx="6305549" cy="4324349"/>
          </a:xfrm>
          <a:prstGeom prst="rect">
            <a:avLst/>
          </a:prstGeom>
        </p:spPr>
      </p:pic>
      <p:grpSp>
        <p:nvGrpSpPr>
          <p:cNvPr id="12" name="object 12"/>
          <p:cNvGrpSpPr/>
          <p:nvPr/>
        </p:nvGrpSpPr>
        <p:grpSpPr>
          <a:xfrm>
            <a:off x="7300315" y="2863218"/>
            <a:ext cx="4681855" cy="1719580"/>
            <a:chOff x="7300315" y="2863218"/>
            <a:chExt cx="4681855" cy="1719580"/>
          </a:xfrm>
        </p:grpSpPr>
        <p:sp>
          <p:nvSpPr>
            <p:cNvPr id="13" name="object 13"/>
            <p:cNvSpPr/>
            <p:nvPr/>
          </p:nvSpPr>
          <p:spPr>
            <a:xfrm>
              <a:off x="9771012" y="2863227"/>
              <a:ext cx="2204085" cy="1710055"/>
            </a:xfrm>
            <a:custGeom>
              <a:avLst/>
              <a:gdLst/>
              <a:ahLst/>
              <a:cxnLst/>
              <a:rect l="l" t="t" r="r" b="b"/>
              <a:pathLst>
                <a:path w="2204084" h="1710054">
                  <a:moveTo>
                    <a:pt x="53441" y="23253"/>
                  </a:moveTo>
                  <a:lnTo>
                    <a:pt x="23253" y="0"/>
                  </a:lnTo>
                  <a:lnTo>
                    <a:pt x="0" y="30175"/>
                  </a:lnTo>
                  <a:lnTo>
                    <a:pt x="30187" y="53428"/>
                  </a:lnTo>
                  <a:lnTo>
                    <a:pt x="53441" y="23253"/>
                  </a:lnTo>
                  <a:close/>
                </a:path>
                <a:path w="2204084" h="1710054">
                  <a:moveTo>
                    <a:pt x="113792" y="69761"/>
                  </a:moveTo>
                  <a:lnTo>
                    <a:pt x="83616" y="46507"/>
                  </a:lnTo>
                  <a:lnTo>
                    <a:pt x="60363" y="76682"/>
                  </a:lnTo>
                  <a:lnTo>
                    <a:pt x="90538" y="99936"/>
                  </a:lnTo>
                  <a:lnTo>
                    <a:pt x="113792" y="69761"/>
                  </a:lnTo>
                  <a:close/>
                </a:path>
                <a:path w="2204084" h="1710054">
                  <a:moveTo>
                    <a:pt x="174155" y="116268"/>
                  </a:moveTo>
                  <a:lnTo>
                    <a:pt x="143979" y="93014"/>
                  </a:lnTo>
                  <a:lnTo>
                    <a:pt x="120726" y="123190"/>
                  </a:lnTo>
                  <a:lnTo>
                    <a:pt x="150901" y="146443"/>
                  </a:lnTo>
                  <a:lnTo>
                    <a:pt x="174155" y="116268"/>
                  </a:lnTo>
                  <a:close/>
                </a:path>
                <a:path w="2204084" h="1710054">
                  <a:moveTo>
                    <a:pt x="234518" y="162775"/>
                  </a:moveTo>
                  <a:lnTo>
                    <a:pt x="204343" y="139522"/>
                  </a:lnTo>
                  <a:lnTo>
                    <a:pt x="181089" y="169697"/>
                  </a:lnTo>
                  <a:lnTo>
                    <a:pt x="211264" y="192951"/>
                  </a:lnTo>
                  <a:lnTo>
                    <a:pt x="234518" y="162775"/>
                  </a:lnTo>
                  <a:close/>
                </a:path>
                <a:path w="2204084" h="1710054">
                  <a:moveTo>
                    <a:pt x="294881" y="209283"/>
                  </a:moveTo>
                  <a:lnTo>
                    <a:pt x="264706" y="186029"/>
                  </a:lnTo>
                  <a:lnTo>
                    <a:pt x="241452" y="216204"/>
                  </a:lnTo>
                  <a:lnTo>
                    <a:pt x="271627" y="239458"/>
                  </a:lnTo>
                  <a:lnTo>
                    <a:pt x="294881" y="209283"/>
                  </a:lnTo>
                  <a:close/>
                </a:path>
                <a:path w="2204084" h="1710054">
                  <a:moveTo>
                    <a:pt x="355244" y="255790"/>
                  </a:moveTo>
                  <a:lnTo>
                    <a:pt x="325069" y="232537"/>
                  </a:lnTo>
                  <a:lnTo>
                    <a:pt x="301815" y="262712"/>
                  </a:lnTo>
                  <a:lnTo>
                    <a:pt x="331990" y="285965"/>
                  </a:lnTo>
                  <a:lnTo>
                    <a:pt x="355244" y="255790"/>
                  </a:lnTo>
                  <a:close/>
                </a:path>
                <a:path w="2204084" h="1710054">
                  <a:moveTo>
                    <a:pt x="415607" y="302298"/>
                  </a:moveTo>
                  <a:lnTo>
                    <a:pt x="385419" y="279044"/>
                  </a:lnTo>
                  <a:lnTo>
                    <a:pt x="362165" y="309219"/>
                  </a:lnTo>
                  <a:lnTo>
                    <a:pt x="392353" y="332473"/>
                  </a:lnTo>
                  <a:lnTo>
                    <a:pt x="415607" y="302298"/>
                  </a:lnTo>
                  <a:close/>
                </a:path>
                <a:path w="2204084" h="1710054">
                  <a:moveTo>
                    <a:pt x="475970" y="348805"/>
                  </a:moveTo>
                  <a:lnTo>
                    <a:pt x="445782" y="325551"/>
                  </a:lnTo>
                  <a:lnTo>
                    <a:pt x="422529" y="355727"/>
                  </a:lnTo>
                  <a:lnTo>
                    <a:pt x="452716" y="378980"/>
                  </a:lnTo>
                  <a:lnTo>
                    <a:pt x="475970" y="348805"/>
                  </a:lnTo>
                  <a:close/>
                </a:path>
                <a:path w="2204084" h="1710054">
                  <a:moveTo>
                    <a:pt x="536333" y="395312"/>
                  </a:moveTo>
                  <a:lnTo>
                    <a:pt x="506145" y="372059"/>
                  </a:lnTo>
                  <a:lnTo>
                    <a:pt x="482892" y="402234"/>
                  </a:lnTo>
                  <a:lnTo>
                    <a:pt x="513080" y="425488"/>
                  </a:lnTo>
                  <a:lnTo>
                    <a:pt x="536333" y="395312"/>
                  </a:lnTo>
                  <a:close/>
                </a:path>
                <a:path w="2204084" h="1710054">
                  <a:moveTo>
                    <a:pt x="596684" y="441820"/>
                  </a:moveTo>
                  <a:lnTo>
                    <a:pt x="566508" y="418566"/>
                  </a:lnTo>
                  <a:lnTo>
                    <a:pt x="543255" y="448741"/>
                  </a:lnTo>
                  <a:lnTo>
                    <a:pt x="573430" y="471995"/>
                  </a:lnTo>
                  <a:lnTo>
                    <a:pt x="596684" y="441820"/>
                  </a:lnTo>
                  <a:close/>
                </a:path>
                <a:path w="2204084" h="1710054">
                  <a:moveTo>
                    <a:pt x="657047" y="488327"/>
                  </a:moveTo>
                  <a:lnTo>
                    <a:pt x="626872" y="465074"/>
                  </a:lnTo>
                  <a:lnTo>
                    <a:pt x="603618" y="495249"/>
                  </a:lnTo>
                  <a:lnTo>
                    <a:pt x="633793" y="518502"/>
                  </a:lnTo>
                  <a:lnTo>
                    <a:pt x="657047" y="488327"/>
                  </a:lnTo>
                  <a:close/>
                </a:path>
                <a:path w="2204084" h="1710054">
                  <a:moveTo>
                    <a:pt x="717410" y="534835"/>
                  </a:moveTo>
                  <a:lnTo>
                    <a:pt x="687235" y="511581"/>
                  </a:lnTo>
                  <a:lnTo>
                    <a:pt x="663981" y="541756"/>
                  </a:lnTo>
                  <a:lnTo>
                    <a:pt x="694156" y="565010"/>
                  </a:lnTo>
                  <a:lnTo>
                    <a:pt x="717410" y="534835"/>
                  </a:lnTo>
                  <a:close/>
                </a:path>
                <a:path w="2204084" h="1710054">
                  <a:moveTo>
                    <a:pt x="777773" y="581342"/>
                  </a:moveTo>
                  <a:lnTo>
                    <a:pt x="747598" y="558088"/>
                  </a:lnTo>
                  <a:lnTo>
                    <a:pt x="724344" y="588264"/>
                  </a:lnTo>
                  <a:lnTo>
                    <a:pt x="754519" y="611517"/>
                  </a:lnTo>
                  <a:lnTo>
                    <a:pt x="777773" y="581342"/>
                  </a:lnTo>
                  <a:close/>
                </a:path>
                <a:path w="2204084" h="1710054">
                  <a:moveTo>
                    <a:pt x="838136" y="627849"/>
                  </a:moveTo>
                  <a:lnTo>
                    <a:pt x="807961" y="604596"/>
                  </a:lnTo>
                  <a:lnTo>
                    <a:pt x="784707" y="634771"/>
                  </a:lnTo>
                  <a:lnTo>
                    <a:pt x="814882" y="658025"/>
                  </a:lnTo>
                  <a:lnTo>
                    <a:pt x="838136" y="627849"/>
                  </a:lnTo>
                  <a:close/>
                </a:path>
                <a:path w="2204084" h="1710054">
                  <a:moveTo>
                    <a:pt x="898499" y="674357"/>
                  </a:moveTo>
                  <a:lnTo>
                    <a:pt x="868311" y="651103"/>
                  </a:lnTo>
                  <a:lnTo>
                    <a:pt x="845058" y="681278"/>
                  </a:lnTo>
                  <a:lnTo>
                    <a:pt x="875245" y="704532"/>
                  </a:lnTo>
                  <a:lnTo>
                    <a:pt x="898499" y="674357"/>
                  </a:lnTo>
                  <a:close/>
                </a:path>
                <a:path w="2204084" h="1710054">
                  <a:moveTo>
                    <a:pt x="958862" y="720864"/>
                  </a:moveTo>
                  <a:lnTo>
                    <a:pt x="928674" y="697611"/>
                  </a:lnTo>
                  <a:lnTo>
                    <a:pt x="905421" y="727786"/>
                  </a:lnTo>
                  <a:lnTo>
                    <a:pt x="935609" y="751039"/>
                  </a:lnTo>
                  <a:lnTo>
                    <a:pt x="958862" y="720864"/>
                  </a:lnTo>
                  <a:close/>
                </a:path>
                <a:path w="2204084" h="1710054">
                  <a:moveTo>
                    <a:pt x="1019225" y="767372"/>
                  </a:moveTo>
                  <a:lnTo>
                    <a:pt x="989037" y="744118"/>
                  </a:lnTo>
                  <a:lnTo>
                    <a:pt x="965784" y="774293"/>
                  </a:lnTo>
                  <a:lnTo>
                    <a:pt x="995972" y="797547"/>
                  </a:lnTo>
                  <a:lnTo>
                    <a:pt x="1019225" y="767372"/>
                  </a:lnTo>
                  <a:close/>
                </a:path>
                <a:path w="2204084" h="1710054">
                  <a:moveTo>
                    <a:pt x="1079576" y="813879"/>
                  </a:moveTo>
                  <a:lnTo>
                    <a:pt x="1049401" y="790625"/>
                  </a:lnTo>
                  <a:lnTo>
                    <a:pt x="1026147" y="820801"/>
                  </a:lnTo>
                  <a:lnTo>
                    <a:pt x="1056322" y="844054"/>
                  </a:lnTo>
                  <a:lnTo>
                    <a:pt x="1079576" y="813879"/>
                  </a:lnTo>
                  <a:close/>
                </a:path>
                <a:path w="2204084" h="1710054">
                  <a:moveTo>
                    <a:pt x="1139939" y="860386"/>
                  </a:moveTo>
                  <a:lnTo>
                    <a:pt x="1109764" y="837133"/>
                  </a:lnTo>
                  <a:lnTo>
                    <a:pt x="1086510" y="867308"/>
                  </a:lnTo>
                  <a:lnTo>
                    <a:pt x="1116685" y="890562"/>
                  </a:lnTo>
                  <a:lnTo>
                    <a:pt x="1139939" y="860386"/>
                  </a:lnTo>
                  <a:close/>
                </a:path>
                <a:path w="2204084" h="1710054">
                  <a:moveTo>
                    <a:pt x="1200302" y="906894"/>
                  </a:moveTo>
                  <a:lnTo>
                    <a:pt x="1170127" y="883640"/>
                  </a:lnTo>
                  <a:lnTo>
                    <a:pt x="1146873" y="913815"/>
                  </a:lnTo>
                  <a:lnTo>
                    <a:pt x="1177048" y="937069"/>
                  </a:lnTo>
                  <a:lnTo>
                    <a:pt x="1200302" y="906894"/>
                  </a:lnTo>
                  <a:close/>
                </a:path>
                <a:path w="2204084" h="1710054">
                  <a:moveTo>
                    <a:pt x="1260665" y="953401"/>
                  </a:moveTo>
                  <a:lnTo>
                    <a:pt x="1230490" y="930148"/>
                  </a:lnTo>
                  <a:lnTo>
                    <a:pt x="1207236" y="960323"/>
                  </a:lnTo>
                  <a:lnTo>
                    <a:pt x="1237411" y="983576"/>
                  </a:lnTo>
                  <a:lnTo>
                    <a:pt x="1260665" y="953401"/>
                  </a:lnTo>
                  <a:close/>
                </a:path>
                <a:path w="2204084" h="1710054">
                  <a:moveTo>
                    <a:pt x="1321028" y="999909"/>
                  </a:moveTo>
                  <a:lnTo>
                    <a:pt x="1290853" y="976655"/>
                  </a:lnTo>
                  <a:lnTo>
                    <a:pt x="1267599" y="1006830"/>
                  </a:lnTo>
                  <a:lnTo>
                    <a:pt x="1297774" y="1030084"/>
                  </a:lnTo>
                  <a:lnTo>
                    <a:pt x="1321028" y="999909"/>
                  </a:lnTo>
                  <a:close/>
                </a:path>
                <a:path w="2204084" h="1710054">
                  <a:moveTo>
                    <a:pt x="1381391" y="1046416"/>
                  </a:moveTo>
                  <a:lnTo>
                    <a:pt x="1351203" y="1023162"/>
                  </a:lnTo>
                  <a:lnTo>
                    <a:pt x="1327950" y="1053338"/>
                  </a:lnTo>
                  <a:lnTo>
                    <a:pt x="1358138" y="1076591"/>
                  </a:lnTo>
                  <a:lnTo>
                    <a:pt x="1381391" y="1046416"/>
                  </a:lnTo>
                  <a:close/>
                </a:path>
                <a:path w="2204084" h="1710054">
                  <a:moveTo>
                    <a:pt x="1441754" y="1092923"/>
                  </a:moveTo>
                  <a:lnTo>
                    <a:pt x="1411566" y="1069670"/>
                  </a:lnTo>
                  <a:lnTo>
                    <a:pt x="1388313" y="1099845"/>
                  </a:lnTo>
                  <a:lnTo>
                    <a:pt x="1418501" y="1123099"/>
                  </a:lnTo>
                  <a:lnTo>
                    <a:pt x="1441754" y="1092923"/>
                  </a:lnTo>
                  <a:close/>
                </a:path>
                <a:path w="2204084" h="1710054">
                  <a:moveTo>
                    <a:pt x="1502117" y="1139431"/>
                  </a:moveTo>
                  <a:lnTo>
                    <a:pt x="1471930" y="1116177"/>
                  </a:lnTo>
                  <a:lnTo>
                    <a:pt x="1448676" y="1146352"/>
                  </a:lnTo>
                  <a:lnTo>
                    <a:pt x="1478864" y="1169606"/>
                  </a:lnTo>
                  <a:lnTo>
                    <a:pt x="1502117" y="1139431"/>
                  </a:lnTo>
                  <a:close/>
                </a:path>
                <a:path w="2204084" h="1710054">
                  <a:moveTo>
                    <a:pt x="1562468" y="1185938"/>
                  </a:moveTo>
                  <a:lnTo>
                    <a:pt x="1532293" y="1162685"/>
                  </a:lnTo>
                  <a:lnTo>
                    <a:pt x="1509039" y="1192860"/>
                  </a:lnTo>
                  <a:lnTo>
                    <a:pt x="1539214" y="1216113"/>
                  </a:lnTo>
                  <a:lnTo>
                    <a:pt x="1562468" y="1185938"/>
                  </a:lnTo>
                  <a:close/>
                </a:path>
                <a:path w="2204084" h="1710054">
                  <a:moveTo>
                    <a:pt x="1622831" y="1232446"/>
                  </a:moveTo>
                  <a:lnTo>
                    <a:pt x="1592656" y="1209192"/>
                  </a:lnTo>
                  <a:lnTo>
                    <a:pt x="1569402" y="1239367"/>
                  </a:lnTo>
                  <a:lnTo>
                    <a:pt x="1599577" y="1262621"/>
                  </a:lnTo>
                  <a:lnTo>
                    <a:pt x="1622831" y="1232446"/>
                  </a:lnTo>
                  <a:close/>
                </a:path>
                <a:path w="2204084" h="1710054">
                  <a:moveTo>
                    <a:pt x="1683194" y="1278953"/>
                  </a:moveTo>
                  <a:lnTo>
                    <a:pt x="1653019" y="1255699"/>
                  </a:lnTo>
                  <a:lnTo>
                    <a:pt x="1629765" y="1285875"/>
                  </a:lnTo>
                  <a:lnTo>
                    <a:pt x="1659940" y="1309128"/>
                  </a:lnTo>
                  <a:lnTo>
                    <a:pt x="1683194" y="1278953"/>
                  </a:lnTo>
                  <a:close/>
                </a:path>
                <a:path w="2204084" h="1710054">
                  <a:moveTo>
                    <a:pt x="1743557" y="1325460"/>
                  </a:moveTo>
                  <a:lnTo>
                    <a:pt x="1713382" y="1302207"/>
                  </a:lnTo>
                  <a:lnTo>
                    <a:pt x="1690128" y="1332382"/>
                  </a:lnTo>
                  <a:lnTo>
                    <a:pt x="1720303" y="1355636"/>
                  </a:lnTo>
                  <a:lnTo>
                    <a:pt x="1743557" y="1325460"/>
                  </a:lnTo>
                  <a:close/>
                </a:path>
                <a:path w="2204084" h="1710054">
                  <a:moveTo>
                    <a:pt x="1803920" y="1371955"/>
                  </a:moveTo>
                  <a:lnTo>
                    <a:pt x="1773745" y="1348714"/>
                  </a:lnTo>
                  <a:lnTo>
                    <a:pt x="1750491" y="1378889"/>
                  </a:lnTo>
                  <a:lnTo>
                    <a:pt x="1780667" y="1402143"/>
                  </a:lnTo>
                  <a:lnTo>
                    <a:pt x="1803920" y="1371955"/>
                  </a:lnTo>
                  <a:close/>
                </a:path>
                <a:path w="2204084" h="1710054">
                  <a:moveTo>
                    <a:pt x="1864283" y="1418463"/>
                  </a:moveTo>
                  <a:lnTo>
                    <a:pt x="1834095" y="1395209"/>
                  </a:lnTo>
                  <a:lnTo>
                    <a:pt x="1810842" y="1425397"/>
                  </a:lnTo>
                  <a:lnTo>
                    <a:pt x="1841030" y="1448650"/>
                  </a:lnTo>
                  <a:lnTo>
                    <a:pt x="1864283" y="1418463"/>
                  </a:lnTo>
                  <a:close/>
                </a:path>
                <a:path w="2204084" h="1710054">
                  <a:moveTo>
                    <a:pt x="1924646" y="1464970"/>
                  </a:moveTo>
                  <a:lnTo>
                    <a:pt x="1894459" y="1441716"/>
                  </a:lnTo>
                  <a:lnTo>
                    <a:pt x="1871205" y="1471904"/>
                  </a:lnTo>
                  <a:lnTo>
                    <a:pt x="1901393" y="1495158"/>
                  </a:lnTo>
                  <a:lnTo>
                    <a:pt x="1924646" y="1464970"/>
                  </a:lnTo>
                  <a:close/>
                </a:path>
                <a:path w="2204084" h="1710054">
                  <a:moveTo>
                    <a:pt x="1985010" y="1511477"/>
                  </a:moveTo>
                  <a:lnTo>
                    <a:pt x="1954822" y="1488224"/>
                  </a:lnTo>
                  <a:lnTo>
                    <a:pt x="1931568" y="1518412"/>
                  </a:lnTo>
                  <a:lnTo>
                    <a:pt x="1961756" y="1541665"/>
                  </a:lnTo>
                  <a:lnTo>
                    <a:pt x="1985010" y="1511477"/>
                  </a:lnTo>
                  <a:close/>
                </a:path>
                <a:path w="2204084" h="1710054">
                  <a:moveTo>
                    <a:pt x="2045360" y="1557985"/>
                  </a:moveTo>
                  <a:lnTo>
                    <a:pt x="2015185" y="1534731"/>
                  </a:lnTo>
                  <a:lnTo>
                    <a:pt x="1991931" y="1564919"/>
                  </a:lnTo>
                  <a:lnTo>
                    <a:pt x="2022106" y="1588173"/>
                  </a:lnTo>
                  <a:lnTo>
                    <a:pt x="2045360" y="1557985"/>
                  </a:lnTo>
                  <a:close/>
                </a:path>
                <a:path w="2204084" h="1710054">
                  <a:moveTo>
                    <a:pt x="2105723" y="1604492"/>
                  </a:moveTo>
                  <a:lnTo>
                    <a:pt x="2075548" y="1581238"/>
                  </a:lnTo>
                  <a:lnTo>
                    <a:pt x="2052294" y="1611426"/>
                  </a:lnTo>
                  <a:lnTo>
                    <a:pt x="2082469" y="1634680"/>
                  </a:lnTo>
                  <a:lnTo>
                    <a:pt x="2105723" y="1604492"/>
                  </a:lnTo>
                  <a:close/>
                </a:path>
                <a:path w="2204084" h="1710054">
                  <a:moveTo>
                    <a:pt x="2166086" y="1651000"/>
                  </a:moveTo>
                  <a:lnTo>
                    <a:pt x="2135911" y="1627746"/>
                  </a:lnTo>
                  <a:lnTo>
                    <a:pt x="2112657" y="1657934"/>
                  </a:lnTo>
                  <a:lnTo>
                    <a:pt x="2142833" y="1681187"/>
                  </a:lnTo>
                  <a:lnTo>
                    <a:pt x="2166086" y="1651000"/>
                  </a:lnTo>
                  <a:close/>
                </a:path>
                <a:path w="2204084" h="1710054">
                  <a:moveTo>
                    <a:pt x="2203539" y="1679854"/>
                  </a:moveTo>
                  <a:lnTo>
                    <a:pt x="2196274" y="1674253"/>
                  </a:lnTo>
                  <a:lnTo>
                    <a:pt x="2173020" y="1704441"/>
                  </a:lnTo>
                  <a:lnTo>
                    <a:pt x="2180285" y="1710042"/>
                  </a:lnTo>
                  <a:lnTo>
                    <a:pt x="2203539" y="1679854"/>
                  </a:lnTo>
                  <a:close/>
                </a:path>
              </a:pathLst>
            </a:custGeom>
            <a:solidFill>
              <a:srgbClr val="AB25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1867685" y="4466390"/>
              <a:ext cx="95250" cy="92075"/>
            </a:xfrm>
            <a:custGeom>
              <a:avLst/>
              <a:gdLst/>
              <a:ahLst/>
              <a:cxnLst/>
              <a:rect l="l" t="t" r="r" b="b"/>
              <a:pathLst>
                <a:path w="95250" h="92075">
                  <a:moveTo>
                    <a:pt x="69760" y="0"/>
                  </a:moveTo>
                  <a:lnTo>
                    <a:pt x="95241" y="91778"/>
                  </a:lnTo>
                  <a:lnTo>
                    <a:pt x="0" y="90542"/>
                  </a:lnTo>
                </a:path>
              </a:pathLst>
            </a:custGeom>
            <a:ln w="38099">
              <a:solidFill>
                <a:srgbClr val="AB252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7332967" y="2875533"/>
              <a:ext cx="2446655" cy="1682750"/>
            </a:xfrm>
            <a:custGeom>
              <a:avLst/>
              <a:gdLst/>
              <a:ahLst/>
              <a:cxnLst/>
              <a:rect l="l" t="t" r="r" b="b"/>
              <a:pathLst>
                <a:path w="2446654" h="1682750">
                  <a:moveTo>
                    <a:pt x="52946" y="1661287"/>
                  </a:moveTo>
                  <a:lnTo>
                    <a:pt x="31496" y="1629791"/>
                  </a:lnTo>
                  <a:lnTo>
                    <a:pt x="0" y="1651228"/>
                  </a:lnTo>
                  <a:lnTo>
                    <a:pt x="21450" y="1682724"/>
                  </a:lnTo>
                  <a:lnTo>
                    <a:pt x="52946" y="1661287"/>
                  </a:lnTo>
                  <a:close/>
                </a:path>
                <a:path w="2446654" h="1682750">
                  <a:moveTo>
                    <a:pt x="115925" y="1618386"/>
                  </a:moveTo>
                  <a:lnTo>
                    <a:pt x="94488" y="1586903"/>
                  </a:lnTo>
                  <a:lnTo>
                    <a:pt x="62992" y="1608340"/>
                  </a:lnTo>
                  <a:lnTo>
                    <a:pt x="84429" y="1639836"/>
                  </a:lnTo>
                  <a:lnTo>
                    <a:pt x="115925" y="1618386"/>
                  </a:lnTo>
                  <a:close/>
                </a:path>
                <a:path w="2446654" h="1682750">
                  <a:moveTo>
                    <a:pt x="178904" y="1575498"/>
                  </a:moveTo>
                  <a:lnTo>
                    <a:pt x="157467" y="1544015"/>
                  </a:lnTo>
                  <a:lnTo>
                    <a:pt x="125971" y="1565452"/>
                  </a:lnTo>
                  <a:lnTo>
                    <a:pt x="147421" y="1596948"/>
                  </a:lnTo>
                  <a:lnTo>
                    <a:pt x="178904" y="1575498"/>
                  </a:lnTo>
                  <a:close/>
                </a:path>
                <a:path w="2446654" h="1682750">
                  <a:moveTo>
                    <a:pt x="241896" y="1532610"/>
                  </a:moveTo>
                  <a:lnTo>
                    <a:pt x="220446" y="1501127"/>
                  </a:lnTo>
                  <a:lnTo>
                    <a:pt x="188963" y="1522564"/>
                  </a:lnTo>
                  <a:lnTo>
                    <a:pt x="210400" y="1554060"/>
                  </a:lnTo>
                  <a:lnTo>
                    <a:pt x="241896" y="1532610"/>
                  </a:lnTo>
                  <a:close/>
                </a:path>
                <a:path w="2446654" h="1682750">
                  <a:moveTo>
                    <a:pt x="304876" y="1489722"/>
                  </a:moveTo>
                  <a:lnTo>
                    <a:pt x="283438" y="1458226"/>
                  </a:lnTo>
                  <a:lnTo>
                    <a:pt x="251942" y="1479677"/>
                  </a:lnTo>
                  <a:lnTo>
                    <a:pt x="273380" y="1511173"/>
                  </a:lnTo>
                  <a:lnTo>
                    <a:pt x="304876" y="1489722"/>
                  </a:lnTo>
                  <a:close/>
                </a:path>
                <a:path w="2446654" h="1682750">
                  <a:moveTo>
                    <a:pt x="367855" y="1446834"/>
                  </a:moveTo>
                  <a:lnTo>
                    <a:pt x="346417" y="1415338"/>
                  </a:lnTo>
                  <a:lnTo>
                    <a:pt x="314921" y="1436789"/>
                  </a:lnTo>
                  <a:lnTo>
                    <a:pt x="336372" y="1468285"/>
                  </a:lnTo>
                  <a:lnTo>
                    <a:pt x="367855" y="1446834"/>
                  </a:lnTo>
                  <a:close/>
                </a:path>
                <a:path w="2446654" h="1682750">
                  <a:moveTo>
                    <a:pt x="430847" y="1403946"/>
                  </a:moveTo>
                  <a:lnTo>
                    <a:pt x="409397" y="1372450"/>
                  </a:lnTo>
                  <a:lnTo>
                    <a:pt x="377913" y="1393901"/>
                  </a:lnTo>
                  <a:lnTo>
                    <a:pt x="399351" y="1425384"/>
                  </a:lnTo>
                  <a:lnTo>
                    <a:pt x="430847" y="1403946"/>
                  </a:lnTo>
                  <a:close/>
                </a:path>
                <a:path w="2446654" h="1682750">
                  <a:moveTo>
                    <a:pt x="493826" y="1361059"/>
                  </a:moveTo>
                  <a:lnTo>
                    <a:pt x="472389" y="1329563"/>
                  </a:lnTo>
                  <a:lnTo>
                    <a:pt x="440893" y="1351013"/>
                  </a:lnTo>
                  <a:lnTo>
                    <a:pt x="462330" y="1382496"/>
                  </a:lnTo>
                  <a:lnTo>
                    <a:pt x="493826" y="1361059"/>
                  </a:lnTo>
                  <a:close/>
                </a:path>
                <a:path w="2446654" h="1682750">
                  <a:moveTo>
                    <a:pt x="556806" y="1318171"/>
                  </a:moveTo>
                  <a:lnTo>
                    <a:pt x="535368" y="1286675"/>
                  </a:lnTo>
                  <a:lnTo>
                    <a:pt x="503872" y="1308125"/>
                  </a:lnTo>
                  <a:lnTo>
                    <a:pt x="525322" y="1339608"/>
                  </a:lnTo>
                  <a:lnTo>
                    <a:pt x="556806" y="1318171"/>
                  </a:lnTo>
                  <a:close/>
                </a:path>
                <a:path w="2446654" h="1682750">
                  <a:moveTo>
                    <a:pt x="619798" y="1275283"/>
                  </a:moveTo>
                  <a:lnTo>
                    <a:pt x="598347" y="1243787"/>
                  </a:lnTo>
                  <a:lnTo>
                    <a:pt x="566864" y="1265224"/>
                  </a:lnTo>
                  <a:lnTo>
                    <a:pt x="588302" y="1296720"/>
                  </a:lnTo>
                  <a:lnTo>
                    <a:pt x="619798" y="1275283"/>
                  </a:lnTo>
                  <a:close/>
                </a:path>
                <a:path w="2446654" h="1682750">
                  <a:moveTo>
                    <a:pt x="682777" y="1232382"/>
                  </a:moveTo>
                  <a:lnTo>
                    <a:pt x="661339" y="1200899"/>
                  </a:lnTo>
                  <a:lnTo>
                    <a:pt x="629843" y="1222336"/>
                  </a:lnTo>
                  <a:lnTo>
                    <a:pt x="651294" y="1253832"/>
                  </a:lnTo>
                  <a:lnTo>
                    <a:pt x="682777" y="1232382"/>
                  </a:lnTo>
                  <a:close/>
                </a:path>
                <a:path w="2446654" h="1682750">
                  <a:moveTo>
                    <a:pt x="745769" y="1189494"/>
                  </a:moveTo>
                  <a:lnTo>
                    <a:pt x="724319" y="1158011"/>
                  </a:lnTo>
                  <a:lnTo>
                    <a:pt x="692823" y="1179449"/>
                  </a:lnTo>
                  <a:lnTo>
                    <a:pt x="714273" y="1210945"/>
                  </a:lnTo>
                  <a:lnTo>
                    <a:pt x="745769" y="1189494"/>
                  </a:lnTo>
                  <a:close/>
                </a:path>
                <a:path w="2446654" h="1682750">
                  <a:moveTo>
                    <a:pt x="808748" y="1146606"/>
                  </a:moveTo>
                  <a:lnTo>
                    <a:pt x="787298" y="1115123"/>
                  </a:lnTo>
                  <a:lnTo>
                    <a:pt x="755815" y="1136561"/>
                  </a:lnTo>
                  <a:lnTo>
                    <a:pt x="777252" y="1168057"/>
                  </a:lnTo>
                  <a:lnTo>
                    <a:pt x="808748" y="1146606"/>
                  </a:lnTo>
                  <a:close/>
                </a:path>
                <a:path w="2446654" h="1682750">
                  <a:moveTo>
                    <a:pt x="871728" y="1103718"/>
                  </a:moveTo>
                  <a:lnTo>
                    <a:pt x="850290" y="1072222"/>
                  </a:lnTo>
                  <a:lnTo>
                    <a:pt x="818794" y="1093673"/>
                  </a:lnTo>
                  <a:lnTo>
                    <a:pt x="840244" y="1125169"/>
                  </a:lnTo>
                  <a:lnTo>
                    <a:pt x="871728" y="1103718"/>
                  </a:lnTo>
                  <a:close/>
                </a:path>
                <a:path w="2446654" h="1682750">
                  <a:moveTo>
                    <a:pt x="934720" y="1060831"/>
                  </a:moveTo>
                  <a:lnTo>
                    <a:pt x="913269" y="1029335"/>
                  </a:lnTo>
                  <a:lnTo>
                    <a:pt x="881773" y="1050785"/>
                  </a:lnTo>
                  <a:lnTo>
                    <a:pt x="903224" y="1082281"/>
                  </a:lnTo>
                  <a:lnTo>
                    <a:pt x="934720" y="1060831"/>
                  </a:lnTo>
                  <a:close/>
                </a:path>
                <a:path w="2446654" h="1682750">
                  <a:moveTo>
                    <a:pt x="997699" y="1017943"/>
                  </a:moveTo>
                  <a:lnTo>
                    <a:pt x="976249" y="986447"/>
                  </a:lnTo>
                  <a:lnTo>
                    <a:pt x="944765" y="1007897"/>
                  </a:lnTo>
                  <a:lnTo>
                    <a:pt x="966203" y="1039380"/>
                  </a:lnTo>
                  <a:lnTo>
                    <a:pt x="997699" y="1017943"/>
                  </a:lnTo>
                  <a:close/>
                </a:path>
                <a:path w="2446654" h="1682750">
                  <a:moveTo>
                    <a:pt x="1060678" y="975055"/>
                  </a:moveTo>
                  <a:lnTo>
                    <a:pt x="1039241" y="943559"/>
                  </a:lnTo>
                  <a:lnTo>
                    <a:pt x="1007745" y="965009"/>
                  </a:lnTo>
                  <a:lnTo>
                    <a:pt x="1029195" y="996492"/>
                  </a:lnTo>
                  <a:lnTo>
                    <a:pt x="1060678" y="975055"/>
                  </a:lnTo>
                  <a:close/>
                </a:path>
                <a:path w="2446654" h="1682750">
                  <a:moveTo>
                    <a:pt x="1123670" y="932167"/>
                  </a:moveTo>
                  <a:lnTo>
                    <a:pt x="1102220" y="900671"/>
                  </a:lnTo>
                  <a:lnTo>
                    <a:pt x="1070724" y="922121"/>
                  </a:lnTo>
                  <a:lnTo>
                    <a:pt x="1092174" y="953604"/>
                  </a:lnTo>
                  <a:lnTo>
                    <a:pt x="1123670" y="932167"/>
                  </a:lnTo>
                  <a:close/>
                </a:path>
                <a:path w="2446654" h="1682750">
                  <a:moveTo>
                    <a:pt x="1186649" y="889279"/>
                  </a:moveTo>
                  <a:lnTo>
                    <a:pt x="1165199" y="857783"/>
                  </a:lnTo>
                  <a:lnTo>
                    <a:pt x="1133716" y="879221"/>
                  </a:lnTo>
                  <a:lnTo>
                    <a:pt x="1155153" y="910717"/>
                  </a:lnTo>
                  <a:lnTo>
                    <a:pt x="1186649" y="889279"/>
                  </a:lnTo>
                  <a:close/>
                </a:path>
                <a:path w="2446654" h="1682750">
                  <a:moveTo>
                    <a:pt x="1249629" y="846378"/>
                  </a:moveTo>
                  <a:lnTo>
                    <a:pt x="1228191" y="814895"/>
                  </a:lnTo>
                  <a:lnTo>
                    <a:pt x="1196695" y="836333"/>
                  </a:lnTo>
                  <a:lnTo>
                    <a:pt x="1218145" y="867829"/>
                  </a:lnTo>
                  <a:lnTo>
                    <a:pt x="1249629" y="846378"/>
                  </a:lnTo>
                  <a:close/>
                </a:path>
                <a:path w="2446654" h="1682750">
                  <a:moveTo>
                    <a:pt x="1312621" y="803490"/>
                  </a:moveTo>
                  <a:lnTo>
                    <a:pt x="1291170" y="772007"/>
                  </a:lnTo>
                  <a:lnTo>
                    <a:pt x="1259674" y="793445"/>
                  </a:lnTo>
                  <a:lnTo>
                    <a:pt x="1281125" y="824941"/>
                  </a:lnTo>
                  <a:lnTo>
                    <a:pt x="1312621" y="803490"/>
                  </a:lnTo>
                  <a:close/>
                </a:path>
                <a:path w="2446654" h="1682750">
                  <a:moveTo>
                    <a:pt x="1375600" y="760603"/>
                  </a:moveTo>
                  <a:lnTo>
                    <a:pt x="1354150" y="729119"/>
                  </a:lnTo>
                  <a:lnTo>
                    <a:pt x="1322666" y="750557"/>
                  </a:lnTo>
                  <a:lnTo>
                    <a:pt x="1344104" y="782053"/>
                  </a:lnTo>
                  <a:lnTo>
                    <a:pt x="1375600" y="760603"/>
                  </a:lnTo>
                  <a:close/>
                </a:path>
                <a:path w="2446654" h="1682750">
                  <a:moveTo>
                    <a:pt x="1438579" y="717715"/>
                  </a:moveTo>
                  <a:lnTo>
                    <a:pt x="1417142" y="686219"/>
                  </a:lnTo>
                  <a:lnTo>
                    <a:pt x="1385646" y="707669"/>
                  </a:lnTo>
                  <a:lnTo>
                    <a:pt x="1407096" y="739165"/>
                  </a:lnTo>
                  <a:lnTo>
                    <a:pt x="1438579" y="717715"/>
                  </a:lnTo>
                  <a:close/>
                </a:path>
                <a:path w="2446654" h="1682750">
                  <a:moveTo>
                    <a:pt x="1501571" y="674827"/>
                  </a:moveTo>
                  <a:lnTo>
                    <a:pt x="1480121" y="643331"/>
                  </a:lnTo>
                  <a:lnTo>
                    <a:pt x="1448625" y="664781"/>
                  </a:lnTo>
                  <a:lnTo>
                    <a:pt x="1470075" y="696277"/>
                  </a:lnTo>
                  <a:lnTo>
                    <a:pt x="1501571" y="674827"/>
                  </a:lnTo>
                  <a:close/>
                </a:path>
                <a:path w="2446654" h="1682750">
                  <a:moveTo>
                    <a:pt x="1564551" y="631939"/>
                  </a:moveTo>
                  <a:lnTo>
                    <a:pt x="1543100" y="600443"/>
                  </a:lnTo>
                  <a:lnTo>
                    <a:pt x="1511617" y="621893"/>
                  </a:lnTo>
                  <a:lnTo>
                    <a:pt x="1533055" y="653376"/>
                  </a:lnTo>
                  <a:lnTo>
                    <a:pt x="1564551" y="631939"/>
                  </a:lnTo>
                  <a:close/>
                </a:path>
                <a:path w="2446654" h="1682750">
                  <a:moveTo>
                    <a:pt x="1627530" y="589051"/>
                  </a:moveTo>
                  <a:lnTo>
                    <a:pt x="1606092" y="557555"/>
                  </a:lnTo>
                  <a:lnTo>
                    <a:pt x="1574596" y="579005"/>
                  </a:lnTo>
                  <a:lnTo>
                    <a:pt x="1596047" y="610489"/>
                  </a:lnTo>
                  <a:lnTo>
                    <a:pt x="1627530" y="589051"/>
                  </a:lnTo>
                  <a:close/>
                </a:path>
                <a:path w="2446654" h="1682750">
                  <a:moveTo>
                    <a:pt x="1690522" y="546163"/>
                  </a:moveTo>
                  <a:lnTo>
                    <a:pt x="1669072" y="514667"/>
                  </a:lnTo>
                  <a:lnTo>
                    <a:pt x="1637576" y="536117"/>
                  </a:lnTo>
                  <a:lnTo>
                    <a:pt x="1659026" y="567601"/>
                  </a:lnTo>
                  <a:lnTo>
                    <a:pt x="1690522" y="546163"/>
                  </a:lnTo>
                  <a:close/>
                </a:path>
                <a:path w="2446654" h="1682750">
                  <a:moveTo>
                    <a:pt x="1753501" y="503275"/>
                  </a:moveTo>
                  <a:lnTo>
                    <a:pt x="1732064" y="471779"/>
                  </a:lnTo>
                  <a:lnTo>
                    <a:pt x="1700568" y="493217"/>
                  </a:lnTo>
                  <a:lnTo>
                    <a:pt x="1722005" y="524713"/>
                  </a:lnTo>
                  <a:lnTo>
                    <a:pt x="1753501" y="503275"/>
                  </a:lnTo>
                  <a:close/>
                </a:path>
                <a:path w="2446654" h="1682750">
                  <a:moveTo>
                    <a:pt x="1816481" y="460375"/>
                  </a:moveTo>
                  <a:lnTo>
                    <a:pt x="1795043" y="428891"/>
                  </a:lnTo>
                  <a:lnTo>
                    <a:pt x="1763547" y="450329"/>
                  </a:lnTo>
                  <a:lnTo>
                    <a:pt x="1784997" y="481825"/>
                  </a:lnTo>
                  <a:lnTo>
                    <a:pt x="1816481" y="460375"/>
                  </a:lnTo>
                  <a:close/>
                </a:path>
                <a:path w="2446654" h="1682750">
                  <a:moveTo>
                    <a:pt x="1879473" y="417487"/>
                  </a:moveTo>
                  <a:lnTo>
                    <a:pt x="1858022" y="386003"/>
                  </a:lnTo>
                  <a:lnTo>
                    <a:pt x="1826539" y="407441"/>
                  </a:lnTo>
                  <a:lnTo>
                    <a:pt x="1847977" y="438937"/>
                  </a:lnTo>
                  <a:lnTo>
                    <a:pt x="1879473" y="417487"/>
                  </a:lnTo>
                  <a:close/>
                </a:path>
                <a:path w="2446654" h="1682750">
                  <a:moveTo>
                    <a:pt x="1942452" y="374599"/>
                  </a:moveTo>
                  <a:lnTo>
                    <a:pt x="1921014" y="343115"/>
                  </a:lnTo>
                  <a:lnTo>
                    <a:pt x="1889518" y="364553"/>
                  </a:lnTo>
                  <a:lnTo>
                    <a:pt x="1910956" y="396049"/>
                  </a:lnTo>
                  <a:lnTo>
                    <a:pt x="1942452" y="374599"/>
                  </a:lnTo>
                  <a:close/>
                </a:path>
                <a:path w="2446654" h="1682750">
                  <a:moveTo>
                    <a:pt x="2005431" y="331711"/>
                  </a:moveTo>
                  <a:lnTo>
                    <a:pt x="1983994" y="300215"/>
                  </a:lnTo>
                  <a:lnTo>
                    <a:pt x="1952498" y="321665"/>
                  </a:lnTo>
                  <a:lnTo>
                    <a:pt x="1973948" y="353161"/>
                  </a:lnTo>
                  <a:lnTo>
                    <a:pt x="2005431" y="331711"/>
                  </a:lnTo>
                  <a:close/>
                </a:path>
                <a:path w="2446654" h="1682750">
                  <a:moveTo>
                    <a:pt x="2068423" y="288823"/>
                  </a:moveTo>
                  <a:lnTo>
                    <a:pt x="2046973" y="257327"/>
                  </a:lnTo>
                  <a:lnTo>
                    <a:pt x="2015490" y="278777"/>
                  </a:lnTo>
                  <a:lnTo>
                    <a:pt x="2036927" y="310273"/>
                  </a:lnTo>
                  <a:lnTo>
                    <a:pt x="2068423" y="288823"/>
                  </a:lnTo>
                  <a:close/>
                </a:path>
                <a:path w="2446654" h="1682750">
                  <a:moveTo>
                    <a:pt x="2131403" y="245935"/>
                  </a:moveTo>
                  <a:lnTo>
                    <a:pt x="2109965" y="214439"/>
                  </a:lnTo>
                  <a:lnTo>
                    <a:pt x="2078469" y="235889"/>
                  </a:lnTo>
                  <a:lnTo>
                    <a:pt x="2099906" y="267373"/>
                  </a:lnTo>
                  <a:lnTo>
                    <a:pt x="2131403" y="245935"/>
                  </a:lnTo>
                  <a:close/>
                </a:path>
                <a:path w="2446654" h="1682750">
                  <a:moveTo>
                    <a:pt x="2194382" y="203047"/>
                  </a:moveTo>
                  <a:lnTo>
                    <a:pt x="2172944" y="171551"/>
                  </a:lnTo>
                  <a:lnTo>
                    <a:pt x="2141448" y="193001"/>
                  </a:lnTo>
                  <a:lnTo>
                    <a:pt x="2162899" y="224485"/>
                  </a:lnTo>
                  <a:lnTo>
                    <a:pt x="2194382" y="203047"/>
                  </a:lnTo>
                  <a:close/>
                </a:path>
                <a:path w="2446654" h="1682750">
                  <a:moveTo>
                    <a:pt x="2257374" y="160159"/>
                  </a:moveTo>
                  <a:lnTo>
                    <a:pt x="2235924" y="128663"/>
                  </a:lnTo>
                  <a:lnTo>
                    <a:pt x="2204440" y="150114"/>
                  </a:lnTo>
                  <a:lnTo>
                    <a:pt x="2225878" y="181597"/>
                  </a:lnTo>
                  <a:lnTo>
                    <a:pt x="2257374" y="160159"/>
                  </a:lnTo>
                  <a:close/>
                </a:path>
                <a:path w="2446654" h="1682750">
                  <a:moveTo>
                    <a:pt x="2320353" y="117271"/>
                  </a:moveTo>
                  <a:lnTo>
                    <a:pt x="2298916" y="85775"/>
                  </a:lnTo>
                  <a:lnTo>
                    <a:pt x="2267420" y="107213"/>
                  </a:lnTo>
                  <a:lnTo>
                    <a:pt x="2288870" y="138709"/>
                  </a:lnTo>
                  <a:lnTo>
                    <a:pt x="2320353" y="117271"/>
                  </a:lnTo>
                  <a:close/>
                </a:path>
                <a:path w="2446654" h="1682750">
                  <a:moveTo>
                    <a:pt x="2383345" y="74371"/>
                  </a:moveTo>
                  <a:lnTo>
                    <a:pt x="2361895" y="42887"/>
                  </a:lnTo>
                  <a:lnTo>
                    <a:pt x="2330399" y="64325"/>
                  </a:lnTo>
                  <a:lnTo>
                    <a:pt x="2351849" y="95821"/>
                  </a:lnTo>
                  <a:lnTo>
                    <a:pt x="2383345" y="74371"/>
                  </a:lnTo>
                  <a:close/>
                </a:path>
                <a:path w="2446654" h="1682750">
                  <a:moveTo>
                    <a:pt x="2446324" y="31483"/>
                  </a:moveTo>
                  <a:lnTo>
                    <a:pt x="2424874" y="0"/>
                  </a:lnTo>
                  <a:lnTo>
                    <a:pt x="2393391" y="21437"/>
                  </a:lnTo>
                  <a:lnTo>
                    <a:pt x="2414828" y="52933"/>
                  </a:lnTo>
                  <a:lnTo>
                    <a:pt x="2446324" y="31483"/>
                  </a:lnTo>
                  <a:close/>
                </a:path>
              </a:pathLst>
            </a:custGeom>
            <a:solidFill>
              <a:srgbClr val="AB25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7319365" y="4468952"/>
              <a:ext cx="95250" cy="94615"/>
            </a:xfrm>
            <a:custGeom>
              <a:avLst/>
              <a:gdLst/>
              <a:ahLst/>
              <a:cxnLst/>
              <a:rect l="l" t="t" r="r" b="b"/>
              <a:pathLst>
                <a:path w="95250" h="94614">
                  <a:moveTo>
                    <a:pt x="95150" y="94475"/>
                  </a:moveTo>
                  <a:lnTo>
                    <a:pt x="0" y="90127"/>
                  </a:lnTo>
                  <a:lnTo>
                    <a:pt x="30816" y="0"/>
                  </a:lnTo>
                </a:path>
              </a:pathLst>
            </a:custGeom>
            <a:ln w="38099">
              <a:solidFill>
                <a:srgbClr val="AB252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524000"/>
            <a:chOff x="0" y="0"/>
            <a:chExt cx="18288000" cy="1524000"/>
          </a:xfrm>
        </p:grpSpPr>
        <p:sp>
          <p:nvSpPr>
            <p:cNvPr id="3" name="object 3"/>
            <p:cNvSpPr/>
            <p:nvPr/>
          </p:nvSpPr>
          <p:spPr>
            <a:xfrm>
              <a:off x="144503" y="0"/>
              <a:ext cx="18143855" cy="1524000"/>
            </a:xfrm>
            <a:custGeom>
              <a:avLst/>
              <a:gdLst/>
              <a:ahLst/>
              <a:cxnLst/>
              <a:rect l="l" t="t" r="r" b="b"/>
              <a:pathLst>
                <a:path w="18143855" h="1524000">
                  <a:moveTo>
                    <a:pt x="477549" y="1215792"/>
                  </a:moveTo>
                  <a:lnTo>
                    <a:pt x="19628" y="1011206"/>
                  </a:lnTo>
                  <a:lnTo>
                    <a:pt x="0" y="0"/>
                  </a:lnTo>
                  <a:lnTo>
                    <a:pt x="18102248" y="0"/>
                  </a:lnTo>
                  <a:lnTo>
                    <a:pt x="18143496" y="82866"/>
                  </a:lnTo>
                  <a:lnTo>
                    <a:pt x="18143496" y="216479"/>
                  </a:lnTo>
                  <a:lnTo>
                    <a:pt x="1717123" y="535338"/>
                  </a:lnTo>
                  <a:lnTo>
                    <a:pt x="1627674" y="607861"/>
                  </a:lnTo>
                  <a:lnTo>
                    <a:pt x="1486754" y="733755"/>
                  </a:lnTo>
                  <a:lnTo>
                    <a:pt x="1356578" y="853175"/>
                  </a:lnTo>
                  <a:lnTo>
                    <a:pt x="1299360" y="906281"/>
                  </a:lnTo>
                  <a:lnTo>
                    <a:pt x="820371" y="995663"/>
                  </a:lnTo>
                  <a:lnTo>
                    <a:pt x="477549" y="1215792"/>
                  </a:lnTo>
                  <a:close/>
                </a:path>
                <a:path w="18143855" h="1524000">
                  <a:moveTo>
                    <a:pt x="2121932" y="623285"/>
                  </a:moveTo>
                  <a:lnTo>
                    <a:pt x="2066738" y="604689"/>
                  </a:lnTo>
                  <a:lnTo>
                    <a:pt x="1941016" y="566366"/>
                  </a:lnTo>
                  <a:lnTo>
                    <a:pt x="1804549" y="534516"/>
                  </a:lnTo>
                  <a:lnTo>
                    <a:pt x="1717123" y="535338"/>
                  </a:lnTo>
                  <a:lnTo>
                    <a:pt x="18143496" y="216479"/>
                  </a:lnTo>
                  <a:lnTo>
                    <a:pt x="18143496" y="232200"/>
                  </a:lnTo>
                  <a:lnTo>
                    <a:pt x="4816038" y="490905"/>
                  </a:lnTo>
                  <a:lnTo>
                    <a:pt x="4805092" y="502663"/>
                  </a:lnTo>
                  <a:lnTo>
                    <a:pt x="2495313" y="547499"/>
                  </a:lnTo>
                  <a:lnTo>
                    <a:pt x="2121932" y="623285"/>
                  </a:lnTo>
                  <a:close/>
                </a:path>
                <a:path w="18143855" h="1524000">
                  <a:moveTo>
                    <a:pt x="5193389" y="670279"/>
                  </a:moveTo>
                  <a:lnTo>
                    <a:pt x="4816038" y="490905"/>
                  </a:lnTo>
                  <a:lnTo>
                    <a:pt x="18143496" y="232200"/>
                  </a:lnTo>
                  <a:lnTo>
                    <a:pt x="18143496" y="258732"/>
                  </a:lnTo>
                  <a:lnTo>
                    <a:pt x="6017543" y="494113"/>
                  </a:lnTo>
                  <a:lnTo>
                    <a:pt x="5193389" y="670279"/>
                  </a:lnTo>
                  <a:close/>
                </a:path>
                <a:path w="18143855" h="1524000">
                  <a:moveTo>
                    <a:pt x="3569359" y="969814"/>
                  </a:moveTo>
                  <a:lnTo>
                    <a:pt x="3146020" y="673910"/>
                  </a:lnTo>
                  <a:lnTo>
                    <a:pt x="2665722" y="683233"/>
                  </a:lnTo>
                  <a:lnTo>
                    <a:pt x="2495313" y="547499"/>
                  </a:lnTo>
                  <a:lnTo>
                    <a:pt x="4805092" y="502663"/>
                  </a:lnTo>
                  <a:lnTo>
                    <a:pt x="4714959" y="599482"/>
                  </a:lnTo>
                  <a:lnTo>
                    <a:pt x="4257759" y="608357"/>
                  </a:lnTo>
                  <a:lnTo>
                    <a:pt x="4081316" y="845155"/>
                  </a:lnTo>
                  <a:lnTo>
                    <a:pt x="3569359" y="969814"/>
                  </a:lnTo>
                  <a:close/>
                </a:path>
                <a:path w="18143855" h="1524000">
                  <a:moveTo>
                    <a:pt x="6341427" y="728324"/>
                  </a:moveTo>
                  <a:lnTo>
                    <a:pt x="6017543" y="494113"/>
                  </a:lnTo>
                  <a:lnTo>
                    <a:pt x="18143496" y="258732"/>
                  </a:lnTo>
                  <a:lnTo>
                    <a:pt x="18143496" y="365592"/>
                  </a:lnTo>
                  <a:lnTo>
                    <a:pt x="6712562" y="587483"/>
                  </a:lnTo>
                  <a:lnTo>
                    <a:pt x="6341427" y="728324"/>
                  </a:lnTo>
                  <a:close/>
                </a:path>
                <a:path w="18143855" h="1524000">
                  <a:moveTo>
                    <a:pt x="4612949" y="709059"/>
                  </a:moveTo>
                  <a:lnTo>
                    <a:pt x="4257759" y="608357"/>
                  </a:lnTo>
                  <a:lnTo>
                    <a:pt x="4714959" y="599482"/>
                  </a:lnTo>
                  <a:lnTo>
                    <a:pt x="4612949" y="709059"/>
                  </a:lnTo>
                  <a:close/>
                </a:path>
                <a:path w="18143855" h="1524000">
                  <a:moveTo>
                    <a:pt x="8073230" y="1121412"/>
                  </a:moveTo>
                  <a:lnTo>
                    <a:pt x="7689239" y="992281"/>
                  </a:lnTo>
                  <a:lnTo>
                    <a:pt x="7490167" y="759333"/>
                  </a:lnTo>
                  <a:lnTo>
                    <a:pt x="7088119" y="687053"/>
                  </a:lnTo>
                  <a:lnTo>
                    <a:pt x="6712562" y="587483"/>
                  </a:lnTo>
                  <a:lnTo>
                    <a:pt x="18143496" y="365592"/>
                  </a:lnTo>
                  <a:lnTo>
                    <a:pt x="18143496" y="598473"/>
                  </a:lnTo>
                  <a:lnTo>
                    <a:pt x="17125011" y="618243"/>
                  </a:lnTo>
                  <a:lnTo>
                    <a:pt x="16938806" y="656005"/>
                  </a:lnTo>
                  <a:lnTo>
                    <a:pt x="12162102" y="748727"/>
                  </a:lnTo>
                  <a:lnTo>
                    <a:pt x="12118270" y="785690"/>
                  </a:lnTo>
                  <a:lnTo>
                    <a:pt x="9218155" y="841986"/>
                  </a:lnTo>
                  <a:lnTo>
                    <a:pt x="9084652" y="915326"/>
                  </a:lnTo>
                  <a:lnTo>
                    <a:pt x="8507921" y="926521"/>
                  </a:lnTo>
                  <a:lnTo>
                    <a:pt x="8073230" y="1121412"/>
                  </a:lnTo>
                  <a:close/>
                </a:path>
                <a:path w="18143855" h="1524000">
                  <a:moveTo>
                    <a:pt x="17475390" y="698895"/>
                  </a:moveTo>
                  <a:lnTo>
                    <a:pt x="17125011" y="618243"/>
                  </a:lnTo>
                  <a:lnTo>
                    <a:pt x="17739380" y="606317"/>
                  </a:lnTo>
                  <a:lnTo>
                    <a:pt x="17475390" y="698895"/>
                  </a:lnTo>
                  <a:close/>
                </a:path>
                <a:path w="18143855" h="1524000">
                  <a:moveTo>
                    <a:pt x="18020518" y="916282"/>
                  </a:moveTo>
                  <a:lnTo>
                    <a:pt x="17739380" y="606317"/>
                  </a:lnTo>
                  <a:lnTo>
                    <a:pt x="18143496" y="598473"/>
                  </a:lnTo>
                  <a:lnTo>
                    <a:pt x="18143496" y="684513"/>
                  </a:lnTo>
                  <a:lnTo>
                    <a:pt x="18020518" y="916282"/>
                  </a:lnTo>
                  <a:close/>
                </a:path>
                <a:path w="18143855" h="1524000">
                  <a:moveTo>
                    <a:pt x="12379114" y="931459"/>
                  </a:moveTo>
                  <a:lnTo>
                    <a:pt x="12162102" y="748727"/>
                  </a:lnTo>
                  <a:lnTo>
                    <a:pt x="16938806" y="656005"/>
                  </a:lnTo>
                  <a:lnTo>
                    <a:pt x="16648129" y="714953"/>
                  </a:lnTo>
                  <a:lnTo>
                    <a:pt x="16558120" y="817420"/>
                  </a:lnTo>
                  <a:lnTo>
                    <a:pt x="12638760" y="893501"/>
                  </a:lnTo>
                  <a:lnTo>
                    <a:pt x="12379114" y="931459"/>
                  </a:lnTo>
                  <a:close/>
                </a:path>
                <a:path w="18143855" h="1524000">
                  <a:moveTo>
                    <a:pt x="10514641" y="1207904"/>
                  </a:moveTo>
                  <a:lnTo>
                    <a:pt x="10191277" y="1000459"/>
                  </a:lnTo>
                  <a:lnTo>
                    <a:pt x="9975059" y="871266"/>
                  </a:lnTo>
                  <a:lnTo>
                    <a:pt x="9548046" y="879555"/>
                  </a:lnTo>
                  <a:lnTo>
                    <a:pt x="9218155" y="841986"/>
                  </a:lnTo>
                  <a:lnTo>
                    <a:pt x="12118270" y="785690"/>
                  </a:lnTo>
                  <a:lnTo>
                    <a:pt x="12030010" y="860117"/>
                  </a:lnTo>
                  <a:lnTo>
                    <a:pt x="11139038" y="877412"/>
                  </a:lnTo>
                  <a:lnTo>
                    <a:pt x="10805155" y="988543"/>
                  </a:lnTo>
                  <a:lnTo>
                    <a:pt x="10514641" y="1207904"/>
                  </a:lnTo>
                  <a:close/>
                </a:path>
                <a:path w="18143855" h="1524000">
                  <a:moveTo>
                    <a:pt x="8883473" y="1025846"/>
                  </a:moveTo>
                  <a:lnTo>
                    <a:pt x="8507921" y="926521"/>
                  </a:lnTo>
                  <a:lnTo>
                    <a:pt x="9084652" y="915326"/>
                  </a:lnTo>
                  <a:lnTo>
                    <a:pt x="8883473" y="1025846"/>
                  </a:lnTo>
                  <a:close/>
                </a:path>
                <a:path w="18143855" h="1524000">
                  <a:moveTo>
                    <a:pt x="11859751" y="1003692"/>
                  </a:moveTo>
                  <a:lnTo>
                    <a:pt x="11575346" y="905055"/>
                  </a:lnTo>
                  <a:lnTo>
                    <a:pt x="11139038" y="877412"/>
                  </a:lnTo>
                  <a:lnTo>
                    <a:pt x="12030010" y="860117"/>
                  </a:lnTo>
                  <a:lnTo>
                    <a:pt x="11859751" y="1003692"/>
                  </a:lnTo>
                  <a:close/>
                </a:path>
                <a:path w="18143855" h="1524000">
                  <a:moveTo>
                    <a:pt x="13618089" y="1523515"/>
                  </a:moveTo>
                  <a:lnTo>
                    <a:pt x="13293152" y="1235034"/>
                  </a:lnTo>
                  <a:lnTo>
                    <a:pt x="12878155" y="1052461"/>
                  </a:lnTo>
                  <a:lnTo>
                    <a:pt x="12638760" y="893501"/>
                  </a:lnTo>
                  <a:lnTo>
                    <a:pt x="16558120" y="817420"/>
                  </a:lnTo>
                  <a:lnTo>
                    <a:pt x="16391935" y="1006607"/>
                  </a:lnTo>
                  <a:lnTo>
                    <a:pt x="16113086" y="1180295"/>
                  </a:lnTo>
                  <a:lnTo>
                    <a:pt x="14092668" y="1219514"/>
                  </a:lnTo>
                  <a:lnTo>
                    <a:pt x="13618089" y="1523515"/>
                  </a:lnTo>
                  <a:close/>
                </a:path>
                <a:path w="18143855" h="1524000">
                  <a:moveTo>
                    <a:pt x="14459002" y="1324914"/>
                  </a:moveTo>
                  <a:lnTo>
                    <a:pt x="14092664" y="1219515"/>
                  </a:lnTo>
                  <a:lnTo>
                    <a:pt x="16113086" y="1180295"/>
                  </a:lnTo>
                  <a:lnTo>
                    <a:pt x="16070345" y="1206918"/>
                  </a:lnTo>
                  <a:lnTo>
                    <a:pt x="14841611" y="1230769"/>
                  </a:lnTo>
                  <a:lnTo>
                    <a:pt x="14459002" y="1324914"/>
                  </a:lnTo>
                  <a:close/>
                </a:path>
                <a:path w="18143855" h="1524000">
                  <a:moveTo>
                    <a:pt x="15785124" y="1502210"/>
                  </a:moveTo>
                  <a:lnTo>
                    <a:pt x="15761363" y="1502672"/>
                  </a:lnTo>
                  <a:lnTo>
                    <a:pt x="15218959" y="1410144"/>
                  </a:lnTo>
                  <a:lnTo>
                    <a:pt x="14841606" y="1230769"/>
                  </a:lnTo>
                  <a:lnTo>
                    <a:pt x="16070345" y="1206918"/>
                  </a:lnTo>
                  <a:lnTo>
                    <a:pt x="15785124" y="150221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18288000" cy="1440180"/>
            </a:xfrm>
            <a:custGeom>
              <a:avLst/>
              <a:gdLst/>
              <a:ahLst/>
              <a:cxnLst/>
              <a:rect l="l" t="t" r="r" b="b"/>
              <a:pathLst>
                <a:path w="18288000" h="1440180">
                  <a:moveTo>
                    <a:pt x="362060" y="1134614"/>
                  </a:moveTo>
                  <a:lnTo>
                    <a:pt x="0" y="972663"/>
                  </a:lnTo>
                  <a:lnTo>
                    <a:pt x="0" y="0"/>
                  </a:lnTo>
                  <a:lnTo>
                    <a:pt x="18287999" y="0"/>
                  </a:lnTo>
                  <a:lnTo>
                    <a:pt x="18287999" y="129270"/>
                  </a:lnTo>
                  <a:lnTo>
                    <a:pt x="1601123" y="453186"/>
                  </a:lnTo>
                  <a:lnTo>
                    <a:pt x="1511815" y="525669"/>
                  </a:lnTo>
                  <a:lnTo>
                    <a:pt x="1370966" y="651477"/>
                  </a:lnTo>
                  <a:lnTo>
                    <a:pt x="1240816" y="770812"/>
                  </a:lnTo>
                  <a:lnTo>
                    <a:pt x="1183601" y="823879"/>
                  </a:lnTo>
                  <a:lnTo>
                    <a:pt x="704876" y="914238"/>
                  </a:lnTo>
                  <a:lnTo>
                    <a:pt x="362060" y="1134614"/>
                  </a:lnTo>
                  <a:close/>
                </a:path>
                <a:path w="18288000" h="1440180">
                  <a:moveTo>
                    <a:pt x="2005686" y="541139"/>
                  </a:moveTo>
                  <a:lnTo>
                    <a:pt x="1950497" y="522542"/>
                  </a:lnTo>
                  <a:lnTo>
                    <a:pt x="1824801" y="484218"/>
                  </a:lnTo>
                  <a:lnTo>
                    <a:pt x="1688407" y="452367"/>
                  </a:lnTo>
                  <a:lnTo>
                    <a:pt x="1601123" y="453186"/>
                  </a:lnTo>
                  <a:lnTo>
                    <a:pt x="18287999" y="129270"/>
                  </a:lnTo>
                  <a:lnTo>
                    <a:pt x="18287999" y="145729"/>
                  </a:lnTo>
                  <a:lnTo>
                    <a:pt x="4698579" y="409519"/>
                  </a:lnTo>
                  <a:lnTo>
                    <a:pt x="4688344" y="420526"/>
                  </a:lnTo>
                  <a:lnTo>
                    <a:pt x="2379067" y="465353"/>
                  </a:lnTo>
                  <a:lnTo>
                    <a:pt x="2005686" y="541139"/>
                  </a:lnTo>
                  <a:close/>
                </a:path>
                <a:path w="18288000" h="1440180">
                  <a:moveTo>
                    <a:pt x="5075936" y="589138"/>
                  </a:moveTo>
                  <a:lnTo>
                    <a:pt x="4698579" y="409519"/>
                  </a:lnTo>
                  <a:lnTo>
                    <a:pt x="18287999" y="145729"/>
                  </a:lnTo>
                  <a:lnTo>
                    <a:pt x="18287999" y="172506"/>
                  </a:lnTo>
                  <a:lnTo>
                    <a:pt x="5901071" y="412954"/>
                  </a:lnTo>
                  <a:lnTo>
                    <a:pt x="5075936" y="589138"/>
                  </a:lnTo>
                  <a:close/>
                </a:path>
                <a:path w="18288000" h="1440180">
                  <a:moveTo>
                    <a:pt x="3453113" y="887667"/>
                  </a:moveTo>
                  <a:lnTo>
                    <a:pt x="3029775" y="591763"/>
                  </a:lnTo>
                  <a:lnTo>
                    <a:pt x="2549477" y="601086"/>
                  </a:lnTo>
                  <a:lnTo>
                    <a:pt x="2379067" y="465353"/>
                  </a:lnTo>
                  <a:lnTo>
                    <a:pt x="4688344" y="420526"/>
                  </a:lnTo>
                  <a:lnTo>
                    <a:pt x="4597386" y="518343"/>
                  </a:lnTo>
                  <a:lnTo>
                    <a:pt x="4140305" y="527216"/>
                  </a:lnTo>
                  <a:lnTo>
                    <a:pt x="3963862" y="764014"/>
                  </a:lnTo>
                  <a:lnTo>
                    <a:pt x="3453113" y="887667"/>
                  </a:lnTo>
                  <a:close/>
                </a:path>
                <a:path w="18288000" h="1440180">
                  <a:moveTo>
                    <a:pt x="6224949" y="646918"/>
                  </a:moveTo>
                  <a:lnTo>
                    <a:pt x="5901071" y="412954"/>
                  </a:lnTo>
                  <a:lnTo>
                    <a:pt x="18287999" y="172506"/>
                  </a:lnTo>
                  <a:lnTo>
                    <a:pt x="18287999" y="279367"/>
                  </a:lnTo>
                  <a:lnTo>
                    <a:pt x="6595844" y="506328"/>
                  </a:lnTo>
                  <a:lnTo>
                    <a:pt x="6224949" y="646918"/>
                  </a:lnTo>
                  <a:close/>
                </a:path>
                <a:path w="18288000" h="1440180">
                  <a:moveTo>
                    <a:pt x="4495496" y="627919"/>
                  </a:moveTo>
                  <a:lnTo>
                    <a:pt x="4140305" y="527216"/>
                  </a:lnTo>
                  <a:lnTo>
                    <a:pt x="4597386" y="518343"/>
                  </a:lnTo>
                  <a:lnTo>
                    <a:pt x="4495496" y="627919"/>
                  </a:lnTo>
                  <a:close/>
                </a:path>
                <a:path w="18288000" h="1440180">
                  <a:moveTo>
                    <a:pt x="7957495" y="1040238"/>
                  </a:moveTo>
                  <a:lnTo>
                    <a:pt x="7573253" y="910866"/>
                  </a:lnTo>
                  <a:lnTo>
                    <a:pt x="7374186" y="678164"/>
                  </a:lnTo>
                  <a:lnTo>
                    <a:pt x="6972384" y="605879"/>
                  </a:lnTo>
                  <a:lnTo>
                    <a:pt x="6595844" y="506328"/>
                  </a:lnTo>
                  <a:lnTo>
                    <a:pt x="18287999" y="279367"/>
                  </a:lnTo>
                  <a:lnTo>
                    <a:pt x="18287999" y="512493"/>
                  </a:lnTo>
                  <a:lnTo>
                    <a:pt x="17009283" y="537315"/>
                  </a:lnTo>
                  <a:lnTo>
                    <a:pt x="16824419" y="574805"/>
                  </a:lnTo>
                  <a:lnTo>
                    <a:pt x="12046613" y="667549"/>
                  </a:lnTo>
                  <a:lnTo>
                    <a:pt x="12002780" y="704512"/>
                  </a:lnTo>
                  <a:lnTo>
                    <a:pt x="9102174" y="760816"/>
                  </a:lnTo>
                  <a:lnTo>
                    <a:pt x="8968770" y="834155"/>
                  </a:lnTo>
                  <a:lnTo>
                    <a:pt x="8391940" y="845352"/>
                  </a:lnTo>
                  <a:lnTo>
                    <a:pt x="7957495" y="1040238"/>
                  </a:lnTo>
                  <a:close/>
                </a:path>
                <a:path w="18288000" h="1440180">
                  <a:moveTo>
                    <a:pt x="17359908" y="617962"/>
                  </a:moveTo>
                  <a:lnTo>
                    <a:pt x="17009283" y="537315"/>
                  </a:lnTo>
                  <a:lnTo>
                    <a:pt x="17623652" y="525389"/>
                  </a:lnTo>
                  <a:lnTo>
                    <a:pt x="17359908" y="617962"/>
                  </a:lnTo>
                  <a:close/>
                </a:path>
                <a:path w="18288000" h="1440180">
                  <a:moveTo>
                    <a:pt x="18287999" y="936264"/>
                  </a:moveTo>
                  <a:lnTo>
                    <a:pt x="17953236" y="926780"/>
                  </a:lnTo>
                  <a:lnTo>
                    <a:pt x="17623652" y="525389"/>
                  </a:lnTo>
                  <a:lnTo>
                    <a:pt x="18287999" y="512493"/>
                  </a:lnTo>
                  <a:lnTo>
                    <a:pt x="18287999" y="936264"/>
                  </a:lnTo>
                  <a:close/>
                </a:path>
                <a:path w="18288000" h="1440180">
                  <a:moveTo>
                    <a:pt x="12263870" y="850275"/>
                  </a:moveTo>
                  <a:lnTo>
                    <a:pt x="12046613" y="667549"/>
                  </a:lnTo>
                  <a:lnTo>
                    <a:pt x="16824419" y="574805"/>
                  </a:lnTo>
                  <a:lnTo>
                    <a:pt x="16532401" y="634025"/>
                  </a:lnTo>
                  <a:lnTo>
                    <a:pt x="16443575" y="735241"/>
                  </a:lnTo>
                  <a:lnTo>
                    <a:pt x="12522760" y="811349"/>
                  </a:lnTo>
                  <a:lnTo>
                    <a:pt x="12263870" y="850275"/>
                  </a:lnTo>
                  <a:close/>
                </a:path>
                <a:path w="18288000" h="1440180">
                  <a:moveTo>
                    <a:pt x="10400379" y="1126700"/>
                  </a:moveTo>
                  <a:lnTo>
                    <a:pt x="10075788" y="919280"/>
                  </a:lnTo>
                  <a:lnTo>
                    <a:pt x="9859815" y="790081"/>
                  </a:lnTo>
                  <a:lnTo>
                    <a:pt x="9432557" y="798375"/>
                  </a:lnTo>
                  <a:lnTo>
                    <a:pt x="9102174" y="760816"/>
                  </a:lnTo>
                  <a:lnTo>
                    <a:pt x="12002780" y="704512"/>
                  </a:lnTo>
                  <a:lnTo>
                    <a:pt x="11914819" y="778687"/>
                  </a:lnTo>
                  <a:lnTo>
                    <a:pt x="11023544" y="795988"/>
                  </a:lnTo>
                  <a:lnTo>
                    <a:pt x="10689666" y="907364"/>
                  </a:lnTo>
                  <a:lnTo>
                    <a:pt x="10400379" y="1126700"/>
                  </a:lnTo>
                  <a:close/>
                </a:path>
                <a:path w="18288000" h="1440180">
                  <a:moveTo>
                    <a:pt x="8767739" y="944671"/>
                  </a:moveTo>
                  <a:lnTo>
                    <a:pt x="8391940" y="845352"/>
                  </a:lnTo>
                  <a:lnTo>
                    <a:pt x="8968770" y="834155"/>
                  </a:lnTo>
                  <a:lnTo>
                    <a:pt x="8767739" y="944671"/>
                  </a:lnTo>
                  <a:close/>
                </a:path>
                <a:path w="18288000" h="1440180">
                  <a:moveTo>
                    <a:pt x="11744262" y="922513"/>
                  </a:moveTo>
                  <a:lnTo>
                    <a:pt x="11459857" y="823876"/>
                  </a:lnTo>
                  <a:lnTo>
                    <a:pt x="11023544" y="795988"/>
                  </a:lnTo>
                  <a:lnTo>
                    <a:pt x="11914819" y="778687"/>
                  </a:lnTo>
                  <a:lnTo>
                    <a:pt x="11744262" y="922513"/>
                  </a:lnTo>
                  <a:close/>
                </a:path>
                <a:path w="18288000" h="1440180">
                  <a:moveTo>
                    <a:pt x="13502310" y="1440130"/>
                  </a:moveTo>
                  <a:lnTo>
                    <a:pt x="13177397" y="1152878"/>
                  </a:lnTo>
                  <a:lnTo>
                    <a:pt x="12762154" y="970309"/>
                  </a:lnTo>
                  <a:lnTo>
                    <a:pt x="12522760" y="811349"/>
                  </a:lnTo>
                  <a:lnTo>
                    <a:pt x="16443575" y="735241"/>
                  </a:lnTo>
                  <a:lnTo>
                    <a:pt x="16276451" y="925674"/>
                  </a:lnTo>
                  <a:lnTo>
                    <a:pt x="15999072" y="1098105"/>
                  </a:lnTo>
                  <a:lnTo>
                    <a:pt x="13976911" y="1137358"/>
                  </a:lnTo>
                  <a:lnTo>
                    <a:pt x="13502310" y="1440130"/>
                  </a:lnTo>
                  <a:close/>
                </a:path>
                <a:path w="18288000" h="1440180">
                  <a:moveTo>
                    <a:pt x="14342283" y="1243759"/>
                  </a:moveTo>
                  <a:lnTo>
                    <a:pt x="13976911" y="1137358"/>
                  </a:lnTo>
                  <a:lnTo>
                    <a:pt x="15999072" y="1098105"/>
                  </a:lnTo>
                  <a:lnTo>
                    <a:pt x="15954611" y="1125745"/>
                  </a:lnTo>
                  <a:lnTo>
                    <a:pt x="15953647" y="1126746"/>
                  </a:lnTo>
                  <a:lnTo>
                    <a:pt x="14725891" y="1150579"/>
                  </a:lnTo>
                  <a:lnTo>
                    <a:pt x="14342283" y="1243759"/>
                  </a:lnTo>
                  <a:close/>
                </a:path>
                <a:path w="18288000" h="1440180">
                  <a:moveTo>
                    <a:pt x="15665669" y="1426141"/>
                  </a:moveTo>
                  <a:lnTo>
                    <a:pt x="15103002" y="1330202"/>
                  </a:lnTo>
                  <a:lnTo>
                    <a:pt x="14725891" y="1150579"/>
                  </a:lnTo>
                  <a:lnTo>
                    <a:pt x="15953647" y="1126746"/>
                  </a:lnTo>
                  <a:lnTo>
                    <a:pt x="15665669" y="142614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18288000" cy="908685"/>
            </a:xfrm>
            <a:custGeom>
              <a:avLst/>
              <a:gdLst/>
              <a:ahLst/>
              <a:cxnLst/>
              <a:rect l="l" t="t" r="r" b="b"/>
              <a:pathLst>
                <a:path w="18288000" h="908685">
                  <a:moveTo>
                    <a:pt x="761760" y="630384"/>
                  </a:moveTo>
                  <a:lnTo>
                    <a:pt x="216620" y="576850"/>
                  </a:lnTo>
                  <a:lnTo>
                    <a:pt x="0" y="298497"/>
                  </a:lnTo>
                  <a:lnTo>
                    <a:pt x="0" y="0"/>
                  </a:lnTo>
                  <a:lnTo>
                    <a:pt x="9280385" y="0"/>
                  </a:lnTo>
                  <a:lnTo>
                    <a:pt x="4791071" y="87143"/>
                  </a:lnTo>
                  <a:lnTo>
                    <a:pt x="4642618" y="156351"/>
                  </a:lnTo>
                  <a:lnTo>
                    <a:pt x="1959188" y="208440"/>
                  </a:lnTo>
                  <a:lnTo>
                    <a:pt x="1910928" y="221145"/>
                  </a:lnTo>
                  <a:lnTo>
                    <a:pt x="1800421" y="251687"/>
                  </a:lnTo>
                  <a:lnTo>
                    <a:pt x="1679077" y="288703"/>
                  </a:lnTo>
                  <a:lnTo>
                    <a:pt x="1598309" y="320832"/>
                  </a:lnTo>
                  <a:lnTo>
                    <a:pt x="1493687" y="354038"/>
                  </a:lnTo>
                  <a:lnTo>
                    <a:pt x="1319868" y="393424"/>
                  </a:lnTo>
                  <a:lnTo>
                    <a:pt x="1156885" y="426335"/>
                  </a:lnTo>
                  <a:lnTo>
                    <a:pt x="1084772" y="440118"/>
                  </a:lnTo>
                  <a:lnTo>
                    <a:pt x="761760" y="630384"/>
                  </a:lnTo>
                  <a:close/>
                </a:path>
                <a:path w="18288000" h="908685">
                  <a:moveTo>
                    <a:pt x="5036649" y="336875"/>
                  </a:moveTo>
                  <a:lnTo>
                    <a:pt x="4791071" y="87143"/>
                  </a:lnTo>
                  <a:lnTo>
                    <a:pt x="9280385" y="0"/>
                  </a:lnTo>
                  <a:lnTo>
                    <a:pt x="15608005" y="0"/>
                  </a:lnTo>
                  <a:lnTo>
                    <a:pt x="9992017" y="109014"/>
                  </a:lnTo>
                  <a:lnTo>
                    <a:pt x="9991894" y="109261"/>
                  </a:lnTo>
                  <a:lnTo>
                    <a:pt x="5777136" y="191076"/>
                  </a:lnTo>
                  <a:lnTo>
                    <a:pt x="5637414" y="214945"/>
                  </a:lnTo>
                  <a:lnTo>
                    <a:pt x="5036649" y="336875"/>
                  </a:lnTo>
                  <a:close/>
                </a:path>
                <a:path w="18288000" h="908685">
                  <a:moveTo>
                    <a:pt x="2546927" y="469710"/>
                  </a:moveTo>
                  <a:lnTo>
                    <a:pt x="2376517" y="333977"/>
                  </a:lnTo>
                  <a:lnTo>
                    <a:pt x="1959188" y="208440"/>
                  </a:lnTo>
                  <a:lnTo>
                    <a:pt x="4642618" y="156351"/>
                  </a:lnTo>
                  <a:lnTo>
                    <a:pt x="4631619" y="161479"/>
                  </a:lnTo>
                  <a:lnTo>
                    <a:pt x="3022029" y="192723"/>
                  </a:lnTo>
                  <a:lnTo>
                    <a:pt x="2546927" y="469710"/>
                  </a:lnTo>
                  <a:close/>
                </a:path>
                <a:path w="18288000" h="908685">
                  <a:moveTo>
                    <a:pt x="3594700" y="588904"/>
                  </a:moveTo>
                  <a:lnTo>
                    <a:pt x="3022029" y="192723"/>
                  </a:lnTo>
                  <a:lnTo>
                    <a:pt x="4631619" y="161479"/>
                  </a:lnTo>
                  <a:lnTo>
                    <a:pt x="4487013" y="228893"/>
                  </a:lnTo>
                  <a:lnTo>
                    <a:pt x="4126427" y="293130"/>
                  </a:lnTo>
                  <a:lnTo>
                    <a:pt x="3955871" y="364979"/>
                  </a:lnTo>
                  <a:lnTo>
                    <a:pt x="3594700" y="588904"/>
                  </a:lnTo>
                  <a:close/>
                </a:path>
                <a:path w="18288000" h="908685">
                  <a:moveTo>
                    <a:pt x="10522131" y="451485"/>
                  </a:moveTo>
                  <a:lnTo>
                    <a:pt x="9992017" y="109014"/>
                  </a:lnTo>
                  <a:lnTo>
                    <a:pt x="15608005" y="0"/>
                  </a:lnTo>
                  <a:lnTo>
                    <a:pt x="16316724" y="0"/>
                  </a:lnTo>
                  <a:lnTo>
                    <a:pt x="12270507" y="78542"/>
                  </a:lnTo>
                  <a:lnTo>
                    <a:pt x="12023857" y="121595"/>
                  </a:lnTo>
                  <a:lnTo>
                    <a:pt x="12023531" y="121602"/>
                  </a:lnTo>
                  <a:lnTo>
                    <a:pt x="11838165" y="380984"/>
                  </a:lnTo>
                  <a:lnTo>
                    <a:pt x="11015799" y="396947"/>
                  </a:lnTo>
                  <a:lnTo>
                    <a:pt x="10522131" y="451485"/>
                  </a:lnTo>
                  <a:close/>
                </a:path>
                <a:path w="18288000" h="908685">
                  <a:moveTo>
                    <a:pt x="6217594" y="318619"/>
                  </a:moveTo>
                  <a:lnTo>
                    <a:pt x="6156780" y="298328"/>
                  </a:lnTo>
                  <a:lnTo>
                    <a:pt x="6018718" y="253880"/>
                  </a:lnTo>
                  <a:lnTo>
                    <a:pt x="5869979" y="209916"/>
                  </a:lnTo>
                  <a:lnTo>
                    <a:pt x="5777136" y="191076"/>
                  </a:lnTo>
                  <a:lnTo>
                    <a:pt x="9991894" y="109261"/>
                  </a:lnTo>
                  <a:lnTo>
                    <a:pt x="9968015" y="157382"/>
                  </a:lnTo>
                  <a:lnTo>
                    <a:pt x="6540497" y="223915"/>
                  </a:lnTo>
                  <a:lnTo>
                    <a:pt x="6217594" y="318619"/>
                  </a:lnTo>
                  <a:close/>
                </a:path>
                <a:path w="18288000" h="908685">
                  <a:moveTo>
                    <a:pt x="13455143" y="908465"/>
                  </a:moveTo>
                  <a:lnTo>
                    <a:pt x="13181799" y="632986"/>
                  </a:lnTo>
                  <a:lnTo>
                    <a:pt x="12755146" y="571256"/>
                  </a:lnTo>
                  <a:lnTo>
                    <a:pt x="12515746" y="412050"/>
                  </a:lnTo>
                  <a:lnTo>
                    <a:pt x="12270507" y="78542"/>
                  </a:lnTo>
                  <a:lnTo>
                    <a:pt x="16316724" y="0"/>
                  </a:lnTo>
                  <a:lnTo>
                    <a:pt x="18287999" y="0"/>
                  </a:lnTo>
                  <a:lnTo>
                    <a:pt x="18287999" y="25113"/>
                  </a:lnTo>
                  <a:lnTo>
                    <a:pt x="18287999" y="28552"/>
                  </a:lnTo>
                  <a:lnTo>
                    <a:pt x="16647768" y="60391"/>
                  </a:lnTo>
                  <a:lnTo>
                    <a:pt x="16267460" y="525922"/>
                  </a:lnTo>
                  <a:lnTo>
                    <a:pt x="16112796" y="583214"/>
                  </a:lnTo>
                  <a:lnTo>
                    <a:pt x="13862114" y="626903"/>
                  </a:lnTo>
                  <a:lnTo>
                    <a:pt x="13455143" y="908465"/>
                  </a:lnTo>
                  <a:close/>
                </a:path>
                <a:path w="18288000" h="908685">
                  <a:moveTo>
                    <a:pt x="7948520" y="641221"/>
                  </a:moveTo>
                  <a:lnTo>
                    <a:pt x="7848336" y="629558"/>
                  </a:lnTo>
                  <a:lnTo>
                    <a:pt x="7720714" y="584137"/>
                  </a:lnTo>
                  <a:lnTo>
                    <a:pt x="7610934" y="534914"/>
                  </a:lnTo>
                  <a:lnTo>
                    <a:pt x="7564279" y="511849"/>
                  </a:lnTo>
                  <a:lnTo>
                    <a:pt x="7524941" y="488726"/>
                  </a:lnTo>
                  <a:lnTo>
                    <a:pt x="7433951" y="437980"/>
                  </a:lnTo>
                  <a:lnTo>
                    <a:pt x="7332642" y="387940"/>
                  </a:lnTo>
                  <a:lnTo>
                    <a:pt x="7261279" y="366406"/>
                  </a:lnTo>
                  <a:lnTo>
                    <a:pt x="7227422" y="366262"/>
                  </a:lnTo>
                  <a:lnTo>
                    <a:pt x="7178629" y="363976"/>
                  </a:lnTo>
                  <a:lnTo>
                    <a:pt x="7002322" y="352773"/>
                  </a:lnTo>
                  <a:lnTo>
                    <a:pt x="6953469" y="350427"/>
                  </a:lnTo>
                  <a:lnTo>
                    <a:pt x="6919520" y="350194"/>
                  </a:lnTo>
                  <a:lnTo>
                    <a:pt x="6836173" y="331553"/>
                  </a:lnTo>
                  <a:lnTo>
                    <a:pt x="6708564" y="288024"/>
                  </a:lnTo>
                  <a:lnTo>
                    <a:pt x="6591678" y="244010"/>
                  </a:lnTo>
                  <a:lnTo>
                    <a:pt x="6540497" y="223915"/>
                  </a:lnTo>
                  <a:lnTo>
                    <a:pt x="9968015" y="157382"/>
                  </a:lnTo>
                  <a:lnTo>
                    <a:pt x="9874225" y="346393"/>
                  </a:lnTo>
                  <a:lnTo>
                    <a:pt x="9093196" y="361554"/>
                  </a:lnTo>
                  <a:lnTo>
                    <a:pt x="8801490" y="616891"/>
                  </a:lnTo>
                  <a:lnTo>
                    <a:pt x="8052625" y="631427"/>
                  </a:lnTo>
                  <a:lnTo>
                    <a:pt x="7948520" y="641221"/>
                  </a:lnTo>
                  <a:close/>
                </a:path>
                <a:path w="18288000" h="908685">
                  <a:moveTo>
                    <a:pt x="17273097" y="334688"/>
                  </a:moveTo>
                  <a:lnTo>
                    <a:pt x="17000290" y="137563"/>
                  </a:lnTo>
                  <a:lnTo>
                    <a:pt x="16647768" y="60391"/>
                  </a:lnTo>
                  <a:lnTo>
                    <a:pt x="18287999" y="28552"/>
                  </a:lnTo>
                  <a:lnTo>
                    <a:pt x="18287999" y="106179"/>
                  </a:lnTo>
                  <a:lnTo>
                    <a:pt x="18287999" y="112567"/>
                  </a:lnTo>
                  <a:lnTo>
                    <a:pt x="17614660" y="125637"/>
                  </a:lnTo>
                  <a:lnTo>
                    <a:pt x="17273097" y="334688"/>
                  </a:lnTo>
                  <a:close/>
                </a:path>
                <a:path w="18288000" h="908685">
                  <a:moveTo>
                    <a:pt x="17950583" y="385407"/>
                  </a:moveTo>
                  <a:lnTo>
                    <a:pt x="17614660" y="125637"/>
                  </a:lnTo>
                  <a:lnTo>
                    <a:pt x="18287999" y="112567"/>
                  </a:lnTo>
                  <a:lnTo>
                    <a:pt x="18287999" y="290175"/>
                  </a:lnTo>
                  <a:lnTo>
                    <a:pt x="18287999" y="292424"/>
                  </a:lnTo>
                  <a:lnTo>
                    <a:pt x="17950583" y="385407"/>
                  </a:lnTo>
                  <a:close/>
                </a:path>
                <a:path w="18288000" h="908685">
                  <a:moveTo>
                    <a:pt x="9852070" y="391041"/>
                  </a:moveTo>
                  <a:lnTo>
                    <a:pt x="9423338" y="399363"/>
                  </a:lnTo>
                  <a:lnTo>
                    <a:pt x="9093196" y="361554"/>
                  </a:lnTo>
                  <a:lnTo>
                    <a:pt x="9874225" y="346393"/>
                  </a:lnTo>
                  <a:lnTo>
                    <a:pt x="9852070" y="391041"/>
                  </a:lnTo>
                  <a:close/>
                </a:path>
                <a:path w="18288000" h="908685">
                  <a:moveTo>
                    <a:pt x="11736512" y="523228"/>
                  </a:moveTo>
                  <a:lnTo>
                    <a:pt x="11452112" y="424835"/>
                  </a:lnTo>
                  <a:lnTo>
                    <a:pt x="11015799" y="396947"/>
                  </a:lnTo>
                  <a:lnTo>
                    <a:pt x="11838165" y="380984"/>
                  </a:lnTo>
                  <a:lnTo>
                    <a:pt x="11736512" y="523228"/>
                  </a:lnTo>
                  <a:close/>
                </a:path>
                <a:path w="18288000" h="908685">
                  <a:moveTo>
                    <a:pt x="8760837" y="652475"/>
                  </a:moveTo>
                  <a:lnTo>
                    <a:pt x="8357854" y="633275"/>
                  </a:lnTo>
                  <a:lnTo>
                    <a:pt x="8307278" y="631666"/>
                  </a:lnTo>
                  <a:lnTo>
                    <a:pt x="8188873" y="629646"/>
                  </a:lnTo>
                  <a:lnTo>
                    <a:pt x="8052625" y="631427"/>
                  </a:lnTo>
                  <a:lnTo>
                    <a:pt x="8801490" y="616891"/>
                  </a:lnTo>
                  <a:lnTo>
                    <a:pt x="8760837" y="652475"/>
                  </a:lnTo>
                  <a:close/>
                </a:path>
                <a:path w="18288000" h="908685">
                  <a:moveTo>
                    <a:pt x="14335506" y="843962"/>
                  </a:moveTo>
                  <a:lnTo>
                    <a:pt x="13862114" y="626903"/>
                  </a:lnTo>
                  <a:lnTo>
                    <a:pt x="16112796" y="583214"/>
                  </a:lnTo>
                  <a:lnTo>
                    <a:pt x="16047011" y="607582"/>
                  </a:lnTo>
                  <a:lnTo>
                    <a:pt x="14791973" y="631945"/>
                  </a:lnTo>
                  <a:lnTo>
                    <a:pt x="14335506" y="843962"/>
                  </a:lnTo>
                  <a:close/>
                </a:path>
                <a:path w="18288000" h="908685">
                  <a:moveTo>
                    <a:pt x="15550493" y="820378"/>
                  </a:moveTo>
                  <a:lnTo>
                    <a:pt x="15019022" y="813007"/>
                  </a:lnTo>
                  <a:lnTo>
                    <a:pt x="14791973" y="631945"/>
                  </a:lnTo>
                  <a:lnTo>
                    <a:pt x="16047011" y="607582"/>
                  </a:lnTo>
                  <a:lnTo>
                    <a:pt x="15854555" y="678874"/>
                  </a:lnTo>
                  <a:lnTo>
                    <a:pt x="15550493" y="820378"/>
                  </a:lnTo>
                  <a:close/>
                </a:path>
              </a:pathLst>
            </a:custGeom>
            <a:solidFill>
              <a:srgbClr val="FFD04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016000" y="1590742"/>
            <a:ext cx="14236700" cy="7874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000" b="0">
                <a:solidFill>
                  <a:srgbClr val="5460A8"/>
                </a:solidFill>
                <a:latin typeface="Comic Sans MS"/>
                <a:cs typeface="Comic Sans MS"/>
              </a:rPr>
              <a:t>TYPES</a:t>
            </a:r>
            <a:r>
              <a:rPr dirty="0" sz="5000" spc="-114" b="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5000" b="0">
                <a:solidFill>
                  <a:srgbClr val="5460A8"/>
                </a:solidFill>
                <a:latin typeface="Comic Sans MS"/>
                <a:cs typeface="Comic Sans MS"/>
              </a:rPr>
              <a:t>OF</a:t>
            </a:r>
            <a:r>
              <a:rPr dirty="0" sz="5000" spc="-110" b="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5000" b="0">
                <a:solidFill>
                  <a:srgbClr val="5460A8"/>
                </a:solidFill>
                <a:latin typeface="Comic Sans MS"/>
                <a:cs typeface="Comic Sans MS"/>
              </a:rPr>
              <a:t>COMPUTER</a:t>
            </a:r>
            <a:r>
              <a:rPr dirty="0" sz="5000" spc="-110" b="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5000" b="0">
                <a:solidFill>
                  <a:srgbClr val="5460A8"/>
                </a:solidFill>
                <a:latin typeface="Comic Sans MS"/>
                <a:cs typeface="Comic Sans MS"/>
              </a:rPr>
              <a:t>SECURITY</a:t>
            </a:r>
            <a:r>
              <a:rPr dirty="0" sz="5000" spc="-110" b="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5000" spc="-10" b="0">
                <a:solidFill>
                  <a:srgbClr val="5460A8"/>
                </a:solidFill>
                <a:latin typeface="Comic Sans MS"/>
                <a:cs typeface="Comic Sans MS"/>
              </a:rPr>
              <a:t>INCIDENTS</a:t>
            </a:r>
            <a:endParaRPr sz="5000">
              <a:latin typeface="Comic Sans MS"/>
              <a:cs typeface="Comic Sans MS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81581" y="2605947"/>
            <a:ext cx="13174167" cy="7525255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704705" cy="10287000"/>
            <a:chOff x="0" y="0"/>
            <a:chExt cx="9704705" cy="102870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8038465" cy="10287000"/>
            </a:xfrm>
            <a:custGeom>
              <a:avLst/>
              <a:gdLst/>
              <a:ahLst/>
              <a:cxnLst/>
              <a:rect l="l" t="t" r="r" b="b"/>
              <a:pathLst>
                <a:path w="8038465" h="10287000">
                  <a:moveTo>
                    <a:pt x="7214878" y="10287000"/>
                  </a:moveTo>
                  <a:lnTo>
                    <a:pt x="7285409" y="7328219"/>
                  </a:lnTo>
                  <a:lnTo>
                    <a:pt x="7599718" y="7541090"/>
                  </a:lnTo>
                  <a:lnTo>
                    <a:pt x="7708468" y="7802370"/>
                  </a:lnTo>
                  <a:lnTo>
                    <a:pt x="7732673" y="8157691"/>
                  </a:lnTo>
                  <a:lnTo>
                    <a:pt x="8006222" y="8586022"/>
                  </a:lnTo>
                  <a:lnTo>
                    <a:pt x="7880827" y="9043658"/>
                  </a:lnTo>
                  <a:lnTo>
                    <a:pt x="7587575" y="9287249"/>
                  </a:lnTo>
                  <a:lnTo>
                    <a:pt x="7563743" y="10287000"/>
                  </a:lnTo>
                  <a:lnTo>
                    <a:pt x="7214878" y="10287000"/>
                  </a:lnTo>
                  <a:close/>
                </a:path>
                <a:path w="8038465" h="10287000">
                  <a:moveTo>
                    <a:pt x="7563743" y="10287000"/>
                  </a:moveTo>
                  <a:lnTo>
                    <a:pt x="7587575" y="9287249"/>
                  </a:lnTo>
                  <a:lnTo>
                    <a:pt x="7659301" y="9761868"/>
                  </a:lnTo>
                  <a:lnTo>
                    <a:pt x="7839357" y="9989717"/>
                  </a:lnTo>
                  <a:lnTo>
                    <a:pt x="7826355" y="10287000"/>
                  </a:lnTo>
                  <a:lnTo>
                    <a:pt x="7563743" y="10287000"/>
                  </a:lnTo>
                  <a:close/>
                </a:path>
                <a:path w="8038465" h="10287000">
                  <a:moveTo>
                    <a:pt x="7767526" y="1274543"/>
                  </a:moveTo>
                  <a:lnTo>
                    <a:pt x="7795037" y="120455"/>
                  </a:lnTo>
                  <a:lnTo>
                    <a:pt x="8037839" y="869878"/>
                  </a:lnTo>
                  <a:lnTo>
                    <a:pt x="7858604" y="1174409"/>
                  </a:lnTo>
                  <a:lnTo>
                    <a:pt x="7767526" y="1274543"/>
                  </a:lnTo>
                  <a:close/>
                </a:path>
                <a:path w="8038465" h="10287000">
                  <a:moveTo>
                    <a:pt x="0" y="0"/>
                  </a:moveTo>
                  <a:lnTo>
                    <a:pt x="7846322" y="0"/>
                  </a:lnTo>
                  <a:lnTo>
                    <a:pt x="7795037" y="120455"/>
                  </a:lnTo>
                  <a:lnTo>
                    <a:pt x="7767526" y="1274543"/>
                  </a:lnTo>
                  <a:lnTo>
                    <a:pt x="7502115" y="1566348"/>
                  </a:lnTo>
                  <a:lnTo>
                    <a:pt x="7480618" y="2468139"/>
                  </a:lnTo>
                  <a:lnTo>
                    <a:pt x="7479267" y="2473298"/>
                  </a:lnTo>
                  <a:lnTo>
                    <a:pt x="7444917" y="3914300"/>
                  </a:lnTo>
                  <a:lnTo>
                    <a:pt x="7336413" y="4054937"/>
                  </a:lnTo>
                  <a:lnTo>
                    <a:pt x="7286341" y="6155437"/>
                  </a:lnTo>
                  <a:lnTo>
                    <a:pt x="7257231" y="6232609"/>
                  </a:lnTo>
                  <a:lnTo>
                    <a:pt x="7160583" y="10287000"/>
                  </a:lnTo>
                  <a:lnTo>
                    <a:pt x="0" y="10287000"/>
                  </a:lnTo>
                  <a:lnTo>
                    <a:pt x="0" y="0"/>
                  </a:lnTo>
                  <a:close/>
                </a:path>
                <a:path w="8038465" h="10287000">
                  <a:moveTo>
                    <a:pt x="7444917" y="3914300"/>
                  </a:moveTo>
                  <a:lnTo>
                    <a:pt x="7479267" y="2473298"/>
                  </a:lnTo>
                  <a:lnTo>
                    <a:pt x="7497761" y="2820867"/>
                  </a:lnTo>
                  <a:lnTo>
                    <a:pt x="7568899" y="3196468"/>
                  </a:lnTo>
                  <a:lnTo>
                    <a:pt x="7691417" y="3653136"/>
                  </a:lnTo>
                  <a:lnTo>
                    <a:pt x="7444917" y="3914300"/>
                  </a:lnTo>
                  <a:close/>
                </a:path>
                <a:path w="8038465" h="10287000">
                  <a:moveTo>
                    <a:pt x="7480618" y="2468139"/>
                  </a:moveTo>
                  <a:lnTo>
                    <a:pt x="7502115" y="1566348"/>
                  </a:lnTo>
                  <a:lnTo>
                    <a:pt x="7603594" y="1998685"/>
                  </a:lnTo>
                  <a:lnTo>
                    <a:pt x="7480618" y="2468139"/>
                  </a:lnTo>
                  <a:close/>
                </a:path>
                <a:path w="8038465" h="10287000">
                  <a:moveTo>
                    <a:pt x="7160583" y="10287000"/>
                  </a:moveTo>
                  <a:lnTo>
                    <a:pt x="7257231" y="6232609"/>
                  </a:lnTo>
                  <a:lnTo>
                    <a:pt x="7464003" y="6524969"/>
                  </a:lnTo>
                  <a:lnTo>
                    <a:pt x="7323921" y="6794811"/>
                  </a:lnTo>
                  <a:lnTo>
                    <a:pt x="7313028" y="7251789"/>
                  </a:lnTo>
                  <a:lnTo>
                    <a:pt x="7285409" y="7328219"/>
                  </a:lnTo>
                  <a:lnTo>
                    <a:pt x="7214878" y="10287000"/>
                  </a:lnTo>
                  <a:lnTo>
                    <a:pt x="7160583" y="10287000"/>
                  </a:lnTo>
                  <a:close/>
                </a:path>
                <a:path w="8038465" h="10287000">
                  <a:moveTo>
                    <a:pt x="7286341" y="6155437"/>
                  </a:moveTo>
                  <a:lnTo>
                    <a:pt x="7310561" y="5139433"/>
                  </a:lnTo>
                  <a:lnTo>
                    <a:pt x="7419227" y="5466059"/>
                  </a:lnTo>
                  <a:lnTo>
                    <a:pt x="7456806" y="5703532"/>
                  </a:lnTo>
                  <a:lnTo>
                    <a:pt x="7286341" y="6155437"/>
                  </a:lnTo>
                  <a:close/>
                </a:path>
                <a:path w="8038465" h="10287000">
                  <a:moveTo>
                    <a:pt x="7313028" y="7251789"/>
                  </a:moveTo>
                  <a:lnTo>
                    <a:pt x="7323921" y="6794811"/>
                  </a:lnTo>
                  <a:lnTo>
                    <a:pt x="7399828" y="7011580"/>
                  </a:lnTo>
                  <a:lnTo>
                    <a:pt x="7313028" y="7251789"/>
                  </a:lnTo>
                  <a:close/>
                </a:path>
                <a:path w="8038465" h="10287000">
                  <a:moveTo>
                    <a:pt x="7310561" y="5139433"/>
                  </a:moveTo>
                  <a:lnTo>
                    <a:pt x="7336413" y="4054937"/>
                  </a:lnTo>
                  <a:lnTo>
                    <a:pt x="7406656" y="4447468"/>
                  </a:lnTo>
                  <a:lnTo>
                    <a:pt x="7377527" y="4803728"/>
                  </a:lnTo>
                  <a:lnTo>
                    <a:pt x="7310561" y="5139433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7855584" cy="10287000"/>
            </a:xfrm>
            <a:custGeom>
              <a:avLst/>
              <a:gdLst/>
              <a:ahLst/>
              <a:cxnLst/>
              <a:rect l="l" t="t" r="r" b="b"/>
              <a:pathLst>
                <a:path w="7855584" h="10287000">
                  <a:moveTo>
                    <a:pt x="7513358" y="8906835"/>
                  </a:moveTo>
                  <a:lnTo>
                    <a:pt x="7537499" y="7894104"/>
                  </a:lnTo>
                  <a:lnTo>
                    <a:pt x="7855359" y="8236279"/>
                  </a:lnTo>
                  <a:lnTo>
                    <a:pt x="7854099" y="8577728"/>
                  </a:lnTo>
                  <a:lnTo>
                    <a:pt x="7513358" y="8906835"/>
                  </a:lnTo>
                  <a:close/>
                </a:path>
                <a:path w="7855584" h="10287000">
                  <a:moveTo>
                    <a:pt x="7362286" y="10287000"/>
                  </a:moveTo>
                  <a:lnTo>
                    <a:pt x="7392401" y="9023662"/>
                  </a:lnTo>
                  <a:lnTo>
                    <a:pt x="7463647" y="9497779"/>
                  </a:lnTo>
                  <a:lnTo>
                    <a:pt x="7643453" y="9725868"/>
                  </a:lnTo>
                  <a:lnTo>
                    <a:pt x="7649466" y="10256899"/>
                  </a:lnTo>
                  <a:lnTo>
                    <a:pt x="7635295" y="10287000"/>
                  </a:lnTo>
                  <a:lnTo>
                    <a:pt x="7362286" y="10287000"/>
                  </a:lnTo>
                  <a:close/>
                </a:path>
                <a:path w="7855584" h="10287000">
                  <a:moveTo>
                    <a:pt x="0" y="0"/>
                  </a:moveTo>
                  <a:lnTo>
                    <a:pt x="7646400" y="0"/>
                  </a:lnTo>
                  <a:lnTo>
                    <a:pt x="7842653" y="606783"/>
                  </a:lnTo>
                  <a:lnTo>
                    <a:pt x="7663418" y="911314"/>
                  </a:lnTo>
                  <a:lnTo>
                    <a:pt x="7306930" y="1303254"/>
                  </a:lnTo>
                  <a:lnTo>
                    <a:pt x="7285414" y="2205834"/>
                  </a:lnTo>
                  <a:lnTo>
                    <a:pt x="7284064" y="2210939"/>
                  </a:lnTo>
                  <a:lnTo>
                    <a:pt x="7249713" y="3651941"/>
                  </a:lnTo>
                  <a:lnTo>
                    <a:pt x="7031253" y="3860219"/>
                  </a:lnTo>
                  <a:lnTo>
                    <a:pt x="6878051" y="10287000"/>
                  </a:lnTo>
                  <a:lnTo>
                    <a:pt x="0" y="10287000"/>
                  </a:lnTo>
                  <a:lnTo>
                    <a:pt x="0" y="0"/>
                  </a:lnTo>
                  <a:close/>
                </a:path>
                <a:path w="7855584" h="10287000">
                  <a:moveTo>
                    <a:pt x="7012684" y="10287000"/>
                  </a:moveTo>
                  <a:lnTo>
                    <a:pt x="7089493" y="7064862"/>
                  </a:lnTo>
                  <a:lnTo>
                    <a:pt x="7408015" y="7152542"/>
                  </a:lnTo>
                  <a:lnTo>
                    <a:pt x="7612487" y="7531076"/>
                  </a:lnTo>
                  <a:lnTo>
                    <a:pt x="7537499" y="7894104"/>
                  </a:lnTo>
                  <a:lnTo>
                    <a:pt x="7513358" y="8906835"/>
                  </a:lnTo>
                  <a:lnTo>
                    <a:pt x="7392401" y="9023662"/>
                  </a:lnTo>
                  <a:lnTo>
                    <a:pt x="7362286" y="10287000"/>
                  </a:lnTo>
                  <a:lnTo>
                    <a:pt x="7012684" y="10287000"/>
                  </a:lnTo>
                  <a:close/>
                </a:path>
                <a:path w="7855584" h="10287000">
                  <a:moveTo>
                    <a:pt x="7249713" y="3651941"/>
                  </a:moveTo>
                  <a:lnTo>
                    <a:pt x="7284064" y="2210939"/>
                  </a:lnTo>
                  <a:lnTo>
                    <a:pt x="7302558" y="2558508"/>
                  </a:lnTo>
                  <a:lnTo>
                    <a:pt x="7373702" y="2933864"/>
                  </a:lnTo>
                  <a:lnTo>
                    <a:pt x="7496459" y="3390783"/>
                  </a:lnTo>
                  <a:lnTo>
                    <a:pt x="7249713" y="3651941"/>
                  </a:lnTo>
                  <a:close/>
                </a:path>
                <a:path w="7855584" h="10287000">
                  <a:moveTo>
                    <a:pt x="7091865" y="5893517"/>
                  </a:moveTo>
                  <a:lnTo>
                    <a:pt x="7116124" y="4875865"/>
                  </a:lnTo>
                  <a:lnTo>
                    <a:pt x="7377056" y="5122348"/>
                  </a:lnTo>
                  <a:lnTo>
                    <a:pt x="7262854" y="5440220"/>
                  </a:lnTo>
                  <a:lnTo>
                    <a:pt x="7091865" y="5893517"/>
                  </a:lnTo>
                  <a:close/>
                </a:path>
                <a:path w="7855584" h="10287000">
                  <a:moveTo>
                    <a:pt x="7285414" y="2205834"/>
                  </a:moveTo>
                  <a:lnTo>
                    <a:pt x="7306930" y="1303254"/>
                  </a:lnTo>
                  <a:lnTo>
                    <a:pt x="7409624" y="1736110"/>
                  </a:lnTo>
                  <a:lnTo>
                    <a:pt x="7285414" y="2205834"/>
                  </a:lnTo>
                  <a:close/>
                </a:path>
                <a:path w="7855584" h="10287000">
                  <a:moveTo>
                    <a:pt x="6960354" y="10287000"/>
                  </a:moveTo>
                  <a:lnTo>
                    <a:pt x="7063279" y="5969298"/>
                  </a:lnTo>
                  <a:lnTo>
                    <a:pt x="7269806" y="6261652"/>
                  </a:lnTo>
                  <a:lnTo>
                    <a:pt x="7129963" y="6531746"/>
                  </a:lnTo>
                  <a:lnTo>
                    <a:pt x="7119223" y="6982289"/>
                  </a:lnTo>
                  <a:lnTo>
                    <a:pt x="7089493" y="7064862"/>
                  </a:lnTo>
                  <a:lnTo>
                    <a:pt x="7012684" y="10287000"/>
                  </a:lnTo>
                  <a:lnTo>
                    <a:pt x="6960354" y="10287000"/>
                  </a:lnTo>
                  <a:close/>
                </a:path>
                <a:path w="7855584" h="10287000">
                  <a:moveTo>
                    <a:pt x="6878051" y="10287000"/>
                  </a:moveTo>
                  <a:lnTo>
                    <a:pt x="7031253" y="3860219"/>
                  </a:lnTo>
                  <a:lnTo>
                    <a:pt x="7210500" y="4183859"/>
                  </a:lnTo>
                  <a:lnTo>
                    <a:pt x="7280664" y="4693080"/>
                  </a:lnTo>
                  <a:lnTo>
                    <a:pt x="7116124" y="4875865"/>
                  </a:lnTo>
                  <a:lnTo>
                    <a:pt x="7091865" y="5893517"/>
                  </a:lnTo>
                  <a:lnTo>
                    <a:pt x="7063279" y="5969298"/>
                  </a:lnTo>
                  <a:lnTo>
                    <a:pt x="6960354" y="10287000"/>
                  </a:lnTo>
                  <a:lnTo>
                    <a:pt x="6878051" y="10287000"/>
                  </a:lnTo>
                  <a:close/>
                </a:path>
                <a:path w="7855584" h="10287000">
                  <a:moveTo>
                    <a:pt x="7119223" y="6982289"/>
                  </a:moveTo>
                  <a:lnTo>
                    <a:pt x="7129963" y="6531746"/>
                  </a:lnTo>
                  <a:lnTo>
                    <a:pt x="7203941" y="6746994"/>
                  </a:lnTo>
                  <a:lnTo>
                    <a:pt x="7119223" y="69822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7455534" cy="10287000"/>
            </a:xfrm>
            <a:custGeom>
              <a:avLst/>
              <a:gdLst/>
              <a:ahLst/>
              <a:cxnLst/>
              <a:rect l="l" t="t" r="r" b="b"/>
              <a:pathLst>
                <a:path w="7455534" h="10287000">
                  <a:moveTo>
                    <a:pt x="7113128" y="8897294"/>
                  </a:moveTo>
                  <a:lnTo>
                    <a:pt x="7137269" y="7884563"/>
                  </a:lnTo>
                  <a:lnTo>
                    <a:pt x="7455129" y="8226739"/>
                  </a:lnTo>
                  <a:lnTo>
                    <a:pt x="7453869" y="8568187"/>
                  </a:lnTo>
                  <a:lnTo>
                    <a:pt x="7113128" y="8897294"/>
                  </a:lnTo>
                  <a:close/>
                </a:path>
                <a:path w="7455534" h="10287000">
                  <a:moveTo>
                    <a:pt x="6961828" y="10287000"/>
                  </a:moveTo>
                  <a:lnTo>
                    <a:pt x="6992171" y="9014121"/>
                  </a:lnTo>
                  <a:lnTo>
                    <a:pt x="7064154" y="9488256"/>
                  </a:lnTo>
                  <a:lnTo>
                    <a:pt x="7243959" y="9716345"/>
                  </a:lnTo>
                  <a:lnTo>
                    <a:pt x="7249218" y="10248094"/>
                  </a:lnTo>
                  <a:lnTo>
                    <a:pt x="7230870" y="10287000"/>
                  </a:lnTo>
                  <a:lnTo>
                    <a:pt x="6961828" y="10287000"/>
                  </a:lnTo>
                  <a:close/>
                </a:path>
                <a:path w="7455534" h="10287000">
                  <a:moveTo>
                    <a:pt x="0" y="0"/>
                  </a:moveTo>
                  <a:lnTo>
                    <a:pt x="7253029" y="0"/>
                  </a:lnTo>
                  <a:lnTo>
                    <a:pt x="7321853" y="200564"/>
                  </a:lnTo>
                  <a:lnTo>
                    <a:pt x="7405113" y="455417"/>
                  </a:lnTo>
                  <a:lnTo>
                    <a:pt x="7441704" y="596488"/>
                  </a:lnTo>
                  <a:lnTo>
                    <a:pt x="7429594" y="688685"/>
                  </a:lnTo>
                  <a:lnTo>
                    <a:pt x="7371847" y="1032847"/>
                  </a:lnTo>
                  <a:lnTo>
                    <a:pt x="6885061" y="1346015"/>
                  </a:lnTo>
                  <a:lnTo>
                    <a:pt x="6845235" y="3016749"/>
                  </a:lnTo>
                  <a:lnTo>
                    <a:pt x="6765524" y="3088369"/>
                  </a:lnTo>
                  <a:lnTo>
                    <a:pt x="6706464" y="3138813"/>
                  </a:lnTo>
                  <a:lnTo>
                    <a:pt x="6684412" y="4063909"/>
                  </a:lnTo>
                  <a:lnTo>
                    <a:pt x="6650971" y="4240290"/>
                  </a:lnTo>
                  <a:lnTo>
                    <a:pt x="6641489" y="4638061"/>
                  </a:lnTo>
                  <a:lnTo>
                    <a:pt x="6559218" y="4791346"/>
                  </a:lnTo>
                  <a:lnTo>
                    <a:pt x="6428212" y="10287000"/>
                  </a:lnTo>
                  <a:lnTo>
                    <a:pt x="0" y="10287000"/>
                  </a:lnTo>
                  <a:lnTo>
                    <a:pt x="0" y="0"/>
                  </a:lnTo>
                  <a:close/>
                </a:path>
                <a:path w="7455534" h="10287000">
                  <a:moveTo>
                    <a:pt x="6833092" y="10287000"/>
                  </a:moveTo>
                  <a:lnTo>
                    <a:pt x="6912064" y="6974157"/>
                  </a:lnTo>
                  <a:lnTo>
                    <a:pt x="7024226" y="7277773"/>
                  </a:lnTo>
                  <a:lnTo>
                    <a:pt x="7174229" y="7467810"/>
                  </a:lnTo>
                  <a:lnTo>
                    <a:pt x="7137269" y="7884563"/>
                  </a:lnTo>
                  <a:lnTo>
                    <a:pt x="7113128" y="8897294"/>
                  </a:lnTo>
                  <a:lnTo>
                    <a:pt x="6992171" y="9014121"/>
                  </a:lnTo>
                  <a:lnTo>
                    <a:pt x="6961828" y="10287000"/>
                  </a:lnTo>
                  <a:lnTo>
                    <a:pt x="6833092" y="10287000"/>
                  </a:lnTo>
                  <a:close/>
                </a:path>
                <a:path w="7455534" h="10287000">
                  <a:moveTo>
                    <a:pt x="6845235" y="3016749"/>
                  </a:moveTo>
                  <a:lnTo>
                    <a:pt x="6885061" y="1346015"/>
                  </a:lnTo>
                  <a:lnTo>
                    <a:pt x="6904927" y="1397204"/>
                  </a:lnTo>
                  <a:lnTo>
                    <a:pt x="6948402" y="1514087"/>
                  </a:lnTo>
                  <a:lnTo>
                    <a:pt x="6991300" y="1641643"/>
                  </a:lnTo>
                  <a:lnTo>
                    <a:pt x="7009435" y="1724849"/>
                  </a:lnTo>
                  <a:lnTo>
                    <a:pt x="7009429" y="1758706"/>
                  </a:lnTo>
                  <a:lnTo>
                    <a:pt x="7011500" y="1807503"/>
                  </a:lnTo>
                  <a:lnTo>
                    <a:pt x="7021925" y="1983775"/>
                  </a:lnTo>
                  <a:lnTo>
                    <a:pt x="7024056" y="2032573"/>
                  </a:lnTo>
                  <a:lnTo>
                    <a:pt x="7024140" y="2066432"/>
                  </a:lnTo>
                  <a:lnTo>
                    <a:pt x="7045461" y="2137930"/>
                  </a:lnTo>
                  <a:lnTo>
                    <a:pt x="7095126" y="2239723"/>
                  </a:lnTo>
                  <a:lnTo>
                    <a:pt x="7145322" y="2330841"/>
                  </a:lnTo>
                  <a:lnTo>
                    <a:pt x="7168235" y="2370318"/>
                  </a:lnTo>
                  <a:lnTo>
                    <a:pt x="7121105" y="2634308"/>
                  </a:lnTo>
                  <a:lnTo>
                    <a:pt x="7102403" y="2730617"/>
                  </a:lnTo>
                  <a:lnTo>
                    <a:pt x="7032121" y="2834410"/>
                  </a:lnTo>
                  <a:lnTo>
                    <a:pt x="6896952" y="2970281"/>
                  </a:lnTo>
                  <a:lnTo>
                    <a:pt x="6845235" y="3016749"/>
                  </a:lnTo>
                  <a:close/>
                </a:path>
                <a:path w="7455534" h="10287000">
                  <a:moveTo>
                    <a:pt x="6736049" y="10287000"/>
                  </a:moveTo>
                  <a:lnTo>
                    <a:pt x="6842619" y="5816392"/>
                  </a:lnTo>
                  <a:lnTo>
                    <a:pt x="6868576" y="6252824"/>
                  </a:lnTo>
                  <a:lnTo>
                    <a:pt x="6965954" y="6537663"/>
                  </a:lnTo>
                  <a:lnTo>
                    <a:pt x="6956268" y="6727578"/>
                  </a:lnTo>
                  <a:lnTo>
                    <a:pt x="6912064" y="6974157"/>
                  </a:lnTo>
                  <a:lnTo>
                    <a:pt x="6833092" y="10287000"/>
                  </a:lnTo>
                  <a:lnTo>
                    <a:pt x="6739273" y="10287000"/>
                  </a:lnTo>
                  <a:lnTo>
                    <a:pt x="6736049" y="10287000"/>
                  </a:lnTo>
                  <a:close/>
                </a:path>
                <a:path w="7455534" h="10287000">
                  <a:moveTo>
                    <a:pt x="6428212" y="10287000"/>
                  </a:moveTo>
                  <a:lnTo>
                    <a:pt x="6559218" y="4791346"/>
                  </a:lnTo>
                  <a:lnTo>
                    <a:pt x="6899580" y="5323222"/>
                  </a:lnTo>
                  <a:lnTo>
                    <a:pt x="6842619" y="5816392"/>
                  </a:lnTo>
                  <a:lnTo>
                    <a:pt x="6736049" y="10287000"/>
                  </a:lnTo>
                  <a:lnTo>
                    <a:pt x="6428212" y="10287000"/>
                  </a:lnTo>
                  <a:close/>
                </a:path>
                <a:path w="7455534" h="10287000">
                  <a:moveTo>
                    <a:pt x="6684412" y="4063909"/>
                  </a:moveTo>
                  <a:lnTo>
                    <a:pt x="6706464" y="3138813"/>
                  </a:lnTo>
                  <a:lnTo>
                    <a:pt x="6827983" y="3575558"/>
                  </a:lnTo>
                  <a:lnTo>
                    <a:pt x="6715885" y="3897903"/>
                  </a:lnTo>
                  <a:lnTo>
                    <a:pt x="6684412" y="4063909"/>
                  </a:lnTo>
                  <a:close/>
                </a:path>
                <a:path w="7455534" h="10287000">
                  <a:moveTo>
                    <a:pt x="6641489" y="4638061"/>
                  </a:moveTo>
                  <a:lnTo>
                    <a:pt x="6650971" y="4240290"/>
                  </a:lnTo>
                  <a:lnTo>
                    <a:pt x="6753070" y="4430168"/>
                  </a:lnTo>
                  <a:lnTo>
                    <a:pt x="6641489" y="4638061"/>
                  </a:lnTo>
                  <a:close/>
                </a:path>
              </a:pathLst>
            </a:custGeom>
            <a:solidFill>
              <a:srgbClr val="FFD04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4307" y="3094931"/>
              <a:ext cx="9420224" cy="5229224"/>
            </a:xfrm>
            <a:prstGeom prst="rect">
              <a:avLst/>
            </a:prstGeom>
          </p:spPr>
        </p:pic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9131300" y="1740507"/>
            <a:ext cx="7369175" cy="7874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000" b="0">
                <a:solidFill>
                  <a:srgbClr val="5460A8"/>
                </a:solidFill>
                <a:latin typeface="Comic Sans MS"/>
                <a:cs typeface="Comic Sans MS"/>
              </a:rPr>
              <a:t>SOCIAL</a:t>
            </a:r>
            <a:r>
              <a:rPr dirty="0" sz="5000" spc="-95" b="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5000" spc="-10" b="0">
                <a:solidFill>
                  <a:srgbClr val="5460A8"/>
                </a:solidFill>
                <a:latin typeface="Comic Sans MS"/>
                <a:cs typeface="Comic Sans MS"/>
              </a:rPr>
              <a:t>ENGINEERING</a:t>
            </a:r>
            <a:endParaRPr sz="5000">
              <a:latin typeface="Comic Sans MS"/>
              <a:cs typeface="Comic Sans MS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39908" y="3242887"/>
            <a:ext cx="114300" cy="11429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0521739" y="3010464"/>
            <a:ext cx="7099934" cy="6426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15399"/>
              </a:lnSpc>
              <a:spcBef>
                <a:spcPts val="100"/>
              </a:spcBef>
            </a:pP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Social</a:t>
            </a:r>
            <a:r>
              <a:rPr dirty="0" sz="2600" spc="27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engineering</a:t>
            </a:r>
            <a:r>
              <a:rPr dirty="0" sz="2600" spc="27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forces</a:t>
            </a:r>
            <a:r>
              <a:rPr dirty="0" sz="2600" spc="27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people</a:t>
            </a:r>
            <a:r>
              <a:rPr dirty="0" sz="2600" spc="27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to</a:t>
            </a:r>
            <a:r>
              <a:rPr dirty="0" sz="2600" spc="27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 spc="-10">
                <a:solidFill>
                  <a:srgbClr val="5460A8"/>
                </a:solidFill>
                <a:latin typeface="Comic Sans MS"/>
                <a:cs typeface="Comic Sans MS"/>
              </a:rPr>
              <a:t>click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links,</a:t>
            </a:r>
            <a:r>
              <a:rPr dirty="0" sz="2600" spc="215">
                <a:solidFill>
                  <a:srgbClr val="5460A8"/>
                </a:solidFill>
                <a:latin typeface="Comic Sans MS"/>
                <a:cs typeface="Comic Sans MS"/>
              </a:rPr>
              <a:t> 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extend</a:t>
            </a:r>
            <a:r>
              <a:rPr dirty="0" sz="2600" spc="215">
                <a:solidFill>
                  <a:srgbClr val="5460A8"/>
                </a:solidFill>
                <a:latin typeface="Comic Sans MS"/>
                <a:cs typeface="Comic Sans MS"/>
              </a:rPr>
              <a:t> 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access,</a:t>
            </a:r>
            <a:r>
              <a:rPr dirty="0" sz="2600" spc="220">
                <a:solidFill>
                  <a:srgbClr val="5460A8"/>
                </a:solidFill>
                <a:latin typeface="Comic Sans MS"/>
                <a:cs typeface="Comic Sans MS"/>
              </a:rPr>
              <a:t> 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or</a:t>
            </a:r>
            <a:r>
              <a:rPr dirty="0" sz="2600" spc="215">
                <a:solidFill>
                  <a:srgbClr val="5460A8"/>
                </a:solidFill>
                <a:latin typeface="Comic Sans MS"/>
                <a:cs typeface="Comic Sans MS"/>
              </a:rPr>
              <a:t> 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provide</a:t>
            </a:r>
            <a:r>
              <a:rPr dirty="0" sz="2600" spc="220">
                <a:solidFill>
                  <a:srgbClr val="5460A8"/>
                </a:solidFill>
                <a:latin typeface="Comic Sans MS"/>
                <a:cs typeface="Comic Sans MS"/>
              </a:rPr>
              <a:t>   </a:t>
            </a:r>
            <a:r>
              <a:rPr dirty="0" sz="2600" spc="-10">
                <a:solidFill>
                  <a:srgbClr val="5460A8"/>
                </a:solidFill>
                <a:latin typeface="Comic Sans MS"/>
                <a:cs typeface="Comic Sans MS"/>
              </a:rPr>
              <a:t>login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credentials</a:t>
            </a:r>
            <a:r>
              <a:rPr dirty="0" sz="2600" spc="-8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by</a:t>
            </a:r>
            <a:r>
              <a:rPr dirty="0" sz="2600" spc="-7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manipulating</a:t>
            </a:r>
            <a:r>
              <a:rPr dirty="0" sz="2600" spc="-7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their</a:t>
            </a:r>
            <a:r>
              <a:rPr dirty="0" sz="2600" spc="-8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 spc="-10">
                <a:solidFill>
                  <a:srgbClr val="5460A8"/>
                </a:solidFill>
                <a:latin typeface="Comic Sans MS"/>
                <a:cs typeface="Comic Sans MS"/>
              </a:rPr>
              <a:t>psychology.</a:t>
            </a:r>
            <a:endParaRPr sz="2600">
              <a:latin typeface="Comic Sans MS"/>
              <a:cs typeface="Comic Sans MS"/>
            </a:endParaRPr>
          </a:p>
          <a:p>
            <a:pPr algn="just" marL="12700" marR="5080">
              <a:lnSpc>
                <a:spcPct val="115399"/>
              </a:lnSpc>
              <a:spcBef>
                <a:spcPts val="3600"/>
              </a:spcBef>
            </a:pP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Attackers</a:t>
            </a:r>
            <a:r>
              <a:rPr dirty="0" sz="2600" spc="33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might</a:t>
            </a:r>
            <a:r>
              <a:rPr dirty="0" sz="2600" spc="34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use</a:t>
            </a:r>
            <a:r>
              <a:rPr dirty="0" sz="2600" spc="33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real</a:t>
            </a:r>
            <a:r>
              <a:rPr dirty="0" sz="2600" spc="34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names,</a:t>
            </a:r>
            <a:r>
              <a:rPr dirty="0" sz="2600" spc="33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 spc="-10">
                <a:solidFill>
                  <a:srgbClr val="5460A8"/>
                </a:solidFill>
                <a:latin typeface="Comic Sans MS"/>
                <a:cs typeface="Comic Sans MS"/>
              </a:rPr>
              <a:t>places,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dates,</a:t>
            </a:r>
            <a:r>
              <a:rPr dirty="0" sz="2600" spc="50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and</a:t>
            </a:r>
            <a:r>
              <a:rPr dirty="0" sz="2600" spc="50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other</a:t>
            </a:r>
            <a:r>
              <a:rPr dirty="0" sz="2600" spc="50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details</a:t>
            </a:r>
            <a:r>
              <a:rPr dirty="0" sz="2600" spc="50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(stolen</a:t>
            </a:r>
            <a:r>
              <a:rPr dirty="0" sz="2600" spc="50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from</a:t>
            </a:r>
            <a:r>
              <a:rPr dirty="0" sz="2600" spc="509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 spc="-10">
                <a:solidFill>
                  <a:srgbClr val="5460A8"/>
                </a:solidFill>
                <a:latin typeface="Comic Sans MS"/>
                <a:cs typeface="Comic Sans MS"/>
              </a:rPr>
              <a:t>social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media)</a:t>
            </a:r>
            <a:r>
              <a:rPr dirty="0" sz="2600" spc="19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to</a:t>
            </a:r>
            <a:r>
              <a:rPr dirty="0" sz="2600" spc="19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appear</a:t>
            </a:r>
            <a:r>
              <a:rPr dirty="0" sz="2600" spc="19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legitimate</a:t>
            </a:r>
            <a:r>
              <a:rPr dirty="0" sz="2600" spc="19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and</a:t>
            </a:r>
            <a:r>
              <a:rPr dirty="0" sz="2600" spc="19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 spc="-10">
                <a:solidFill>
                  <a:srgbClr val="5460A8"/>
                </a:solidFill>
                <a:latin typeface="Comic Sans MS"/>
                <a:cs typeface="Comic Sans MS"/>
              </a:rPr>
              <a:t>trustworthy,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among</a:t>
            </a:r>
            <a:r>
              <a:rPr dirty="0" sz="2600" spc="-4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countless</a:t>
            </a:r>
            <a:r>
              <a:rPr dirty="0" sz="2600" spc="-3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other</a:t>
            </a:r>
            <a:r>
              <a:rPr dirty="0" sz="2600" spc="-3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ways</a:t>
            </a:r>
            <a:r>
              <a:rPr dirty="0" sz="2600" spc="-3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these</a:t>
            </a:r>
            <a:r>
              <a:rPr dirty="0" sz="2600" spc="-3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 spc="-10">
                <a:solidFill>
                  <a:srgbClr val="5460A8"/>
                </a:solidFill>
                <a:latin typeface="Comic Sans MS"/>
                <a:cs typeface="Comic Sans MS"/>
              </a:rPr>
              <a:t>security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incidents</a:t>
            </a:r>
            <a:r>
              <a:rPr dirty="0" sz="2600" spc="-10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 spc="-10">
                <a:solidFill>
                  <a:srgbClr val="5460A8"/>
                </a:solidFill>
                <a:latin typeface="Comic Sans MS"/>
                <a:cs typeface="Comic Sans MS"/>
              </a:rPr>
              <a:t>occur.</a:t>
            </a:r>
            <a:endParaRPr sz="2600">
              <a:latin typeface="Comic Sans MS"/>
              <a:cs typeface="Comic Sans MS"/>
            </a:endParaRPr>
          </a:p>
          <a:p>
            <a:pPr algn="just" marL="12700" marR="5080">
              <a:lnSpc>
                <a:spcPct val="115399"/>
              </a:lnSpc>
              <a:spcBef>
                <a:spcPts val="3595"/>
              </a:spcBef>
            </a:pP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Manipulative</a:t>
            </a:r>
            <a:r>
              <a:rPr dirty="0" sz="2600" spc="12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tactics</a:t>
            </a:r>
            <a:r>
              <a:rPr dirty="0" sz="2600" spc="12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used</a:t>
            </a:r>
            <a:r>
              <a:rPr dirty="0" sz="2600" spc="12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by</a:t>
            </a:r>
            <a:r>
              <a:rPr dirty="0" sz="2600" spc="12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attackers</a:t>
            </a:r>
            <a:r>
              <a:rPr dirty="0" sz="2600" spc="12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 spc="-25">
                <a:solidFill>
                  <a:srgbClr val="5460A8"/>
                </a:solidFill>
                <a:latin typeface="Comic Sans MS"/>
                <a:cs typeface="Comic Sans MS"/>
              </a:rPr>
              <a:t>to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deceive</a:t>
            </a:r>
            <a:r>
              <a:rPr dirty="0" sz="2600" spc="6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and</a:t>
            </a:r>
            <a:r>
              <a:rPr dirty="0" sz="2600" spc="6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convince</a:t>
            </a:r>
            <a:r>
              <a:rPr dirty="0" sz="2600" spc="6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individuals</a:t>
            </a:r>
            <a:r>
              <a:rPr dirty="0" sz="2600" spc="6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to</a:t>
            </a:r>
            <a:r>
              <a:rPr dirty="0" sz="2600" spc="6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 spc="-10">
                <a:solidFill>
                  <a:srgbClr val="5460A8"/>
                </a:solidFill>
                <a:latin typeface="Comic Sans MS"/>
                <a:cs typeface="Comic Sans MS"/>
              </a:rPr>
              <a:t>divulge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confidential</a:t>
            </a:r>
            <a:r>
              <a:rPr dirty="0" sz="2600" spc="62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information</a:t>
            </a:r>
            <a:r>
              <a:rPr dirty="0" sz="2600" spc="62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or</a:t>
            </a:r>
            <a:r>
              <a:rPr dirty="0" sz="2600" spc="62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perform</a:t>
            </a:r>
            <a:r>
              <a:rPr dirty="0" sz="2600" spc="62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 spc="-10">
                <a:solidFill>
                  <a:srgbClr val="5460A8"/>
                </a:solidFill>
                <a:latin typeface="Comic Sans MS"/>
                <a:cs typeface="Comic Sans MS"/>
              </a:rPr>
              <a:t>actions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that</a:t>
            </a:r>
            <a:r>
              <a:rPr dirty="0" sz="2600" spc="-8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compromise</a:t>
            </a:r>
            <a:r>
              <a:rPr dirty="0" sz="2600" spc="-7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 spc="-10">
                <a:solidFill>
                  <a:srgbClr val="5460A8"/>
                </a:solidFill>
                <a:latin typeface="Comic Sans MS"/>
                <a:cs typeface="Comic Sans MS"/>
              </a:rPr>
              <a:t>security.</a:t>
            </a:r>
            <a:endParaRPr sz="2600">
              <a:latin typeface="Comic Sans MS"/>
              <a:cs typeface="Comic Sans MS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39908" y="5071686"/>
            <a:ext cx="114300" cy="11429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39908" y="7814886"/>
            <a:ext cx="114300" cy="114299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8038465" cy="10287000"/>
            <a:chOff x="0" y="0"/>
            <a:chExt cx="8038465" cy="102870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8038465" cy="10287000"/>
            </a:xfrm>
            <a:custGeom>
              <a:avLst/>
              <a:gdLst/>
              <a:ahLst/>
              <a:cxnLst/>
              <a:rect l="l" t="t" r="r" b="b"/>
              <a:pathLst>
                <a:path w="8038465" h="10287000">
                  <a:moveTo>
                    <a:pt x="7214878" y="10287000"/>
                  </a:moveTo>
                  <a:lnTo>
                    <a:pt x="7285409" y="7328219"/>
                  </a:lnTo>
                  <a:lnTo>
                    <a:pt x="7599718" y="7541090"/>
                  </a:lnTo>
                  <a:lnTo>
                    <a:pt x="7708468" y="7802370"/>
                  </a:lnTo>
                  <a:lnTo>
                    <a:pt x="7732673" y="8157691"/>
                  </a:lnTo>
                  <a:lnTo>
                    <a:pt x="8006222" y="8586022"/>
                  </a:lnTo>
                  <a:lnTo>
                    <a:pt x="7880827" y="9043658"/>
                  </a:lnTo>
                  <a:lnTo>
                    <a:pt x="7587575" y="9287249"/>
                  </a:lnTo>
                  <a:lnTo>
                    <a:pt x="7563743" y="10287000"/>
                  </a:lnTo>
                  <a:lnTo>
                    <a:pt x="7214878" y="10287000"/>
                  </a:lnTo>
                  <a:close/>
                </a:path>
                <a:path w="8038465" h="10287000">
                  <a:moveTo>
                    <a:pt x="7563743" y="10287000"/>
                  </a:moveTo>
                  <a:lnTo>
                    <a:pt x="7587575" y="9287249"/>
                  </a:lnTo>
                  <a:lnTo>
                    <a:pt x="7659301" y="9761868"/>
                  </a:lnTo>
                  <a:lnTo>
                    <a:pt x="7839357" y="9989717"/>
                  </a:lnTo>
                  <a:lnTo>
                    <a:pt x="7826355" y="10287000"/>
                  </a:lnTo>
                  <a:lnTo>
                    <a:pt x="7563743" y="10287000"/>
                  </a:lnTo>
                  <a:close/>
                </a:path>
                <a:path w="8038465" h="10287000">
                  <a:moveTo>
                    <a:pt x="7767526" y="1274543"/>
                  </a:moveTo>
                  <a:lnTo>
                    <a:pt x="7795037" y="120455"/>
                  </a:lnTo>
                  <a:lnTo>
                    <a:pt x="8037839" y="869878"/>
                  </a:lnTo>
                  <a:lnTo>
                    <a:pt x="7858604" y="1174409"/>
                  </a:lnTo>
                  <a:lnTo>
                    <a:pt x="7767526" y="1274543"/>
                  </a:lnTo>
                  <a:close/>
                </a:path>
                <a:path w="8038465" h="10287000">
                  <a:moveTo>
                    <a:pt x="0" y="0"/>
                  </a:moveTo>
                  <a:lnTo>
                    <a:pt x="7846322" y="0"/>
                  </a:lnTo>
                  <a:lnTo>
                    <a:pt x="7795037" y="120455"/>
                  </a:lnTo>
                  <a:lnTo>
                    <a:pt x="7767526" y="1274543"/>
                  </a:lnTo>
                  <a:lnTo>
                    <a:pt x="7502115" y="1566348"/>
                  </a:lnTo>
                  <a:lnTo>
                    <a:pt x="7480618" y="2468139"/>
                  </a:lnTo>
                  <a:lnTo>
                    <a:pt x="7479267" y="2473298"/>
                  </a:lnTo>
                  <a:lnTo>
                    <a:pt x="7444917" y="3914300"/>
                  </a:lnTo>
                  <a:lnTo>
                    <a:pt x="7336413" y="4054937"/>
                  </a:lnTo>
                  <a:lnTo>
                    <a:pt x="7286341" y="6155437"/>
                  </a:lnTo>
                  <a:lnTo>
                    <a:pt x="7257231" y="6232609"/>
                  </a:lnTo>
                  <a:lnTo>
                    <a:pt x="7160583" y="10287000"/>
                  </a:lnTo>
                  <a:lnTo>
                    <a:pt x="0" y="10287000"/>
                  </a:lnTo>
                  <a:lnTo>
                    <a:pt x="0" y="0"/>
                  </a:lnTo>
                  <a:close/>
                </a:path>
                <a:path w="8038465" h="10287000">
                  <a:moveTo>
                    <a:pt x="7444917" y="3914300"/>
                  </a:moveTo>
                  <a:lnTo>
                    <a:pt x="7479267" y="2473298"/>
                  </a:lnTo>
                  <a:lnTo>
                    <a:pt x="7497761" y="2820867"/>
                  </a:lnTo>
                  <a:lnTo>
                    <a:pt x="7568899" y="3196468"/>
                  </a:lnTo>
                  <a:lnTo>
                    <a:pt x="7691417" y="3653136"/>
                  </a:lnTo>
                  <a:lnTo>
                    <a:pt x="7444917" y="3914300"/>
                  </a:lnTo>
                  <a:close/>
                </a:path>
                <a:path w="8038465" h="10287000">
                  <a:moveTo>
                    <a:pt x="7480618" y="2468139"/>
                  </a:moveTo>
                  <a:lnTo>
                    <a:pt x="7502115" y="1566348"/>
                  </a:lnTo>
                  <a:lnTo>
                    <a:pt x="7603594" y="1998685"/>
                  </a:lnTo>
                  <a:lnTo>
                    <a:pt x="7480618" y="2468139"/>
                  </a:lnTo>
                  <a:close/>
                </a:path>
                <a:path w="8038465" h="10287000">
                  <a:moveTo>
                    <a:pt x="7160583" y="10287000"/>
                  </a:moveTo>
                  <a:lnTo>
                    <a:pt x="7257231" y="6232609"/>
                  </a:lnTo>
                  <a:lnTo>
                    <a:pt x="7464003" y="6524969"/>
                  </a:lnTo>
                  <a:lnTo>
                    <a:pt x="7323921" y="6794811"/>
                  </a:lnTo>
                  <a:lnTo>
                    <a:pt x="7313028" y="7251789"/>
                  </a:lnTo>
                  <a:lnTo>
                    <a:pt x="7285409" y="7328219"/>
                  </a:lnTo>
                  <a:lnTo>
                    <a:pt x="7214878" y="10287000"/>
                  </a:lnTo>
                  <a:lnTo>
                    <a:pt x="7160583" y="10287000"/>
                  </a:lnTo>
                  <a:close/>
                </a:path>
                <a:path w="8038465" h="10287000">
                  <a:moveTo>
                    <a:pt x="7286341" y="6155437"/>
                  </a:moveTo>
                  <a:lnTo>
                    <a:pt x="7310561" y="5139433"/>
                  </a:lnTo>
                  <a:lnTo>
                    <a:pt x="7419227" y="5466059"/>
                  </a:lnTo>
                  <a:lnTo>
                    <a:pt x="7456806" y="5703532"/>
                  </a:lnTo>
                  <a:lnTo>
                    <a:pt x="7286341" y="6155437"/>
                  </a:lnTo>
                  <a:close/>
                </a:path>
                <a:path w="8038465" h="10287000">
                  <a:moveTo>
                    <a:pt x="7313028" y="7251789"/>
                  </a:moveTo>
                  <a:lnTo>
                    <a:pt x="7323921" y="6794811"/>
                  </a:lnTo>
                  <a:lnTo>
                    <a:pt x="7399828" y="7011580"/>
                  </a:lnTo>
                  <a:lnTo>
                    <a:pt x="7313028" y="7251789"/>
                  </a:lnTo>
                  <a:close/>
                </a:path>
                <a:path w="8038465" h="10287000">
                  <a:moveTo>
                    <a:pt x="7310561" y="5139433"/>
                  </a:moveTo>
                  <a:lnTo>
                    <a:pt x="7336413" y="4054937"/>
                  </a:lnTo>
                  <a:lnTo>
                    <a:pt x="7406656" y="4447468"/>
                  </a:lnTo>
                  <a:lnTo>
                    <a:pt x="7377527" y="4803728"/>
                  </a:lnTo>
                  <a:lnTo>
                    <a:pt x="7310561" y="5139433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7855584" cy="10287000"/>
            </a:xfrm>
            <a:custGeom>
              <a:avLst/>
              <a:gdLst/>
              <a:ahLst/>
              <a:cxnLst/>
              <a:rect l="l" t="t" r="r" b="b"/>
              <a:pathLst>
                <a:path w="7855584" h="10287000">
                  <a:moveTo>
                    <a:pt x="7513358" y="8906835"/>
                  </a:moveTo>
                  <a:lnTo>
                    <a:pt x="7537499" y="7894104"/>
                  </a:lnTo>
                  <a:lnTo>
                    <a:pt x="7855359" y="8236279"/>
                  </a:lnTo>
                  <a:lnTo>
                    <a:pt x="7854099" y="8577728"/>
                  </a:lnTo>
                  <a:lnTo>
                    <a:pt x="7513358" y="8906835"/>
                  </a:lnTo>
                  <a:close/>
                </a:path>
                <a:path w="7855584" h="10287000">
                  <a:moveTo>
                    <a:pt x="7362286" y="10287000"/>
                  </a:moveTo>
                  <a:lnTo>
                    <a:pt x="7392401" y="9023662"/>
                  </a:lnTo>
                  <a:lnTo>
                    <a:pt x="7463647" y="9497779"/>
                  </a:lnTo>
                  <a:lnTo>
                    <a:pt x="7643453" y="9725868"/>
                  </a:lnTo>
                  <a:lnTo>
                    <a:pt x="7649466" y="10256899"/>
                  </a:lnTo>
                  <a:lnTo>
                    <a:pt x="7635295" y="10287000"/>
                  </a:lnTo>
                  <a:lnTo>
                    <a:pt x="7362286" y="10287000"/>
                  </a:lnTo>
                  <a:close/>
                </a:path>
                <a:path w="7855584" h="10287000">
                  <a:moveTo>
                    <a:pt x="0" y="0"/>
                  </a:moveTo>
                  <a:lnTo>
                    <a:pt x="7646400" y="0"/>
                  </a:lnTo>
                  <a:lnTo>
                    <a:pt x="7842653" y="606783"/>
                  </a:lnTo>
                  <a:lnTo>
                    <a:pt x="7663418" y="911314"/>
                  </a:lnTo>
                  <a:lnTo>
                    <a:pt x="7306930" y="1303254"/>
                  </a:lnTo>
                  <a:lnTo>
                    <a:pt x="7285414" y="2205834"/>
                  </a:lnTo>
                  <a:lnTo>
                    <a:pt x="7284064" y="2210939"/>
                  </a:lnTo>
                  <a:lnTo>
                    <a:pt x="7249713" y="3651941"/>
                  </a:lnTo>
                  <a:lnTo>
                    <a:pt x="7031253" y="3860219"/>
                  </a:lnTo>
                  <a:lnTo>
                    <a:pt x="6878051" y="10287000"/>
                  </a:lnTo>
                  <a:lnTo>
                    <a:pt x="0" y="10287000"/>
                  </a:lnTo>
                  <a:lnTo>
                    <a:pt x="0" y="0"/>
                  </a:lnTo>
                  <a:close/>
                </a:path>
                <a:path w="7855584" h="10287000">
                  <a:moveTo>
                    <a:pt x="7012684" y="10287000"/>
                  </a:moveTo>
                  <a:lnTo>
                    <a:pt x="7089493" y="7064862"/>
                  </a:lnTo>
                  <a:lnTo>
                    <a:pt x="7408015" y="7152542"/>
                  </a:lnTo>
                  <a:lnTo>
                    <a:pt x="7612487" y="7531076"/>
                  </a:lnTo>
                  <a:lnTo>
                    <a:pt x="7537499" y="7894104"/>
                  </a:lnTo>
                  <a:lnTo>
                    <a:pt x="7513358" y="8906835"/>
                  </a:lnTo>
                  <a:lnTo>
                    <a:pt x="7392401" y="9023662"/>
                  </a:lnTo>
                  <a:lnTo>
                    <a:pt x="7362286" y="10287000"/>
                  </a:lnTo>
                  <a:lnTo>
                    <a:pt x="7012684" y="10287000"/>
                  </a:lnTo>
                  <a:close/>
                </a:path>
                <a:path w="7855584" h="10287000">
                  <a:moveTo>
                    <a:pt x="7249713" y="3651941"/>
                  </a:moveTo>
                  <a:lnTo>
                    <a:pt x="7284064" y="2210939"/>
                  </a:lnTo>
                  <a:lnTo>
                    <a:pt x="7302558" y="2558508"/>
                  </a:lnTo>
                  <a:lnTo>
                    <a:pt x="7373702" y="2933864"/>
                  </a:lnTo>
                  <a:lnTo>
                    <a:pt x="7496459" y="3390783"/>
                  </a:lnTo>
                  <a:lnTo>
                    <a:pt x="7249713" y="3651941"/>
                  </a:lnTo>
                  <a:close/>
                </a:path>
                <a:path w="7855584" h="10287000">
                  <a:moveTo>
                    <a:pt x="7091865" y="5893517"/>
                  </a:moveTo>
                  <a:lnTo>
                    <a:pt x="7116124" y="4875865"/>
                  </a:lnTo>
                  <a:lnTo>
                    <a:pt x="7377056" y="5122348"/>
                  </a:lnTo>
                  <a:lnTo>
                    <a:pt x="7262854" y="5440220"/>
                  </a:lnTo>
                  <a:lnTo>
                    <a:pt x="7091865" y="5893517"/>
                  </a:lnTo>
                  <a:close/>
                </a:path>
                <a:path w="7855584" h="10287000">
                  <a:moveTo>
                    <a:pt x="7285414" y="2205834"/>
                  </a:moveTo>
                  <a:lnTo>
                    <a:pt x="7306930" y="1303254"/>
                  </a:lnTo>
                  <a:lnTo>
                    <a:pt x="7409624" y="1736110"/>
                  </a:lnTo>
                  <a:lnTo>
                    <a:pt x="7285414" y="2205834"/>
                  </a:lnTo>
                  <a:close/>
                </a:path>
                <a:path w="7855584" h="10287000">
                  <a:moveTo>
                    <a:pt x="6960354" y="10287000"/>
                  </a:moveTo>
                  <a:lnTo>
                    <a:pt x="7063279" y="5969298"/>
                  </a:lnTo>
                  <a:lnTo>
                    <a:pt x="7269806" y="6261652"/>
                  </a:lnTo>
                  <a:lnTo>
                    <a:pt x="7129963" y="6531746"/>
                  </a:lnTo>
                  <a:lnTo>
                    <a:pt x="7119223" y="6982289"/>
                  </a:lnTo>
                  <a:lnTo>
                    <a:pt x="7089493" y="7064862"/>
                  </a:lnTo>
                  <a:lnTo>
                    <a:pt x="7012684" y="10287000"/>
                  </a:lnTo>
                  <a:lnTo>
                    <a:pt x="6960354" y="10287000"/>
                  </a:lnTo>
                  <a:close/>
                </a:path>
                <a:path w="7855584" h="10287000">
                  <a:moveTo>
                    <a:pt x="6878051" y="10287000"/>
                  </a:moveTo>
                  <a:lnTo>
                    <a:pt x="7031253" y="3860219"/>
                  </a:lnTo>
                  <a:lnTo>
                    <a:pt x="7210500" y="4183859"/>
                  </a:lnTo>
                  <a:lnTo>
                    <a:pt x="7280664" y="4693080"/>
                  </a:lnTo>
                  <a:lnTo>
                    <a:pt x="7116124" y="4875865"/>
                  </a:lnTo>
                  <a:lnTo>
                    <a:pt x="7091865" y="5893517"/>
                  </a:lnTo>
                  <a:lnTo>
                    <a:pt x="7063279" y="5969298"/>
                  </a:lnTo>
                  <a:lnTo>
                    <a:pt x="6960354" y="10287000"/>
                  </a:lnTo>
                  <a:lnTo>
                    <a:pt x="6878051" y="10287000"/>
                  </a:lnTo>
                  <a:close/>
                </a:path>
                <a:path w="7855584" h="10287000">
                  <a:moveTo>
                    <a:pt x="7119223" y="6982289"/>
                  </a:moveTo>
                  <a:lnTo>
                    <a:pt x="7129963" y="6531746"/>
                  </a:lnTo>
                  <a:lnTo>
                    <a:pt x="7203941" y="6746994"/>
                  </a:lnTo>
                  <a:lnTo>
                    <a:pt x="7119223" y="69822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7455534" cy="10287000"/>
            </a:xfrm>
            <a:custGeom>
              <a:avLst/>
              <a:gdLst/>
              <a:ahLst/>
              <a:cxnLst/>
              <a:rect l="l" t="t" r="r" b="b"/>
              <a:pathLst>
                <a:path w="7455534" h="10287000">
                  <a:moveTo>
                    <a:pt x="7113128" y="8897294"/>
                  </a:moveTo>
                  <a:lnTo>
                    <a:pt x="7137269" y="7884563"/>
                  </a:lnTo>
                  <a:lnTo>
                    <a:pt x="7455129" y="8226739"/>
                  </a:lnTo>
                  <a:lnTo>
                    <a:pt x="7453869" y="8568187"/>
                  </a:lnTo>
                  <a:lnTo>
                    <a:pt x="7113128" y="8897294"/>
                  </a:lnTo>
                  <a:close/>
                </a:path>
                <a:path w="7455534" h="10287000">
                  <a:moveTo>
                    <a:pt x="6961828" y="10287000"/>
                  </a:moveTo>
                  <a:lnTo>
                    <a:pt x="6992171" y="9014121"/>
                  </a:lnTo>
                  <a:lnTo>
                    <a:pt x="7064154" y="9488256"/>
                  </a:lnTo>
                  <a:lnTo>
                    <a:pt x="7243959" y="9716345"/>
                  </a:lnTo>
                  <a:lnTo>
                    <a:pt x="7249218" y="10248094"/>
                  </a:lnTo>
                  <a:lnTo>
                    <a:pt x="7230870" y="10287000"/>
                  </a:lnTo>
                  <a:lnTo>
                    <a:pt x="6961828" y="10287000"/>
                  </a:lnTo>
                  <a:close/>
                </a:path>
                <a:path w="7455534" h="10287000">
                  <a:moveTo>
                    <a:pt x="0" y="0"/>
                  </a:moveTo>
                  <a:lnTo>
                    <a:pt x="7253029" y="0"/>
                  </a:lnTo>
                  <a:lnTo>
                    <a:pt x="7321853" y="200564"/>
                  </a:lnTo>
                  <a:lnTo>
                    <a:pt x="7405113" y="455417"/>
                  </a:lnTo>
                  <a:lnTo>
                    <a:pt x="7441704" y="596488"/>
                  </a:lnTo>
                  <a:lnTo>
                    <a:pt x="7429594" y="688685"/>
                  </a:lnTo>
                  <a:lnTo>
                    <a:pt x="7371847" y="1032847"/>
                  </a:lnTo>
                  <a:lnTo>
                    <a:pt x="6885061" y="1346015"/>
                  </a:lnTo>
                  <a:lnTo>
                    <a:pt x="6845235" y="3016749"/>
                  </a:lnTo>
                  <a:lnTo>
                    <a:pt x="6765524" y="3088369"/>
                  </a:lnTo>
                  <a:lnTo>
                    <a:pt x="6706464" y="3138813"/>
                  </a:lnTo>
                  <a:lnTo>
                    <a:pt x="6684412" y="4063909"/>
                  </a:lnTo>
                  <a:lnTo>
                    <a:pt x="6650971" y="4240290"/>
                  </a:lnTo>
                  <a:lnTo>
                    <a:pt x="6641489" y="4638061"/>
                  </a:lnTo>
                  <a:lnTo>
                    <a:pt x="6559218" y="4791346"/>
                  </a:lnTo>
                  <a:lnTo>
                    <a:pt x="6428212" y="10287000"/>
                  </a:lnTo>
                  <a:lnTo>
                    <a:pt x="0" y="10287000"/>
                  </a:lnTo>
                  <a:lnTo>
                    <a:pt x="0" y="0"/>
                  </a:lnTo>
                  <a:close/>
                </a:path>
                <a:path w="7455534" h="10287000">
                  <a:moveTo>
                    <a:pt x="6833092" y="10287000"/>
                  </a:moveTo>
                  <a:lnTo>
                    <a:pt x="6912064" y="6974157"/>
                  </a:lnTo>
                  <a:lnTo>
                    <a:pt x="7024226" y="7277773"/>
                  </a:lnTo>
                  <a:lnTo>
                    <a:pt x="7174229" y="7467810"/>
                  </a:lnTo>
                  <a:lnTo>
                    <a:pt x="7137269" y="7884563"/>
                  </a:lnTo>
                  <a:lnTo>
                    <a:pt x="7113128" y="8897294"/>
                  </a:lnTo>
                  <a:lnTo>
                    <a:pt x="6992171" y="9014121"/>
                  </a:lnTo>
                  <a:lnTo>
                    <a:pt x="6961828" y="10287000"/>
                  </a:lnTo>
                  <a:lnTo>
                    <a:pt x="6833092" y="10287000"/>
                  </a:lnTo>
                  <a:close/>
                </a:path>
                <a:path w="7455534" h="10287000">
                  <a:moveTo>
                    <a:pt x="6845235" y="3016749"/>
                  </a:moveTo>
                  <a:lnTo>
                    <a:pt x="6885061" y="1346015"/>
                  </a:lnTo>
                  <a:lnTo>
                    <a:pt x="6904927" y="1397204"/>
                  </a:lnTo>
                  <a:lnTo>
                    <a:pt x="6948402" y="1514087"/>
                  </a:lnTo>
                  <a:lnTo>
                    <a:pt x="6991300" y="1641643"/>
                  </a:lnTo>
                  <a:lnTo>
                    <a:pt x="7009435" y="1724849"/>
                  </a:lnTo>
                  <a:lnTo>
                    <a:pt x="7009429" y="1758706"/>
                  </a:lnTo>
                  <a:lnTo>
                    <a:pt x="7011500" y="1807503"/>
                  </a:lnTo>
                  <a:lnTo>
                    <a:pt x="7021925" y="1983775"/>
                  </a:lnTo>
                  <a:lnTo>
                    <a:pt x="7024056" y="2032573"/>
                  </a:lnTo>
                  <a:lnTo>
                    <a:pt x="7024140" y="2066432"/>
                  </a:lnTo>
                  <a:lnTo>
                    <a:pt x="7045461" y="2137930"/>
                  </a:lnTo>
                  <a:lnTo>
                    <a:pt x="7095126" y="2239723"/>
                  </a:lnTo>
                  <a:lnTo>
                    <a:pt x="7145322" y="2330841"/>
                  </a:lnTo>
                  <a:lnTo>
                    <a:pt x="7168235" y="2370318"/>
                  </a:lnTo>
                  <a:lnTo>
                    <a:pt x="7121105" y="2634308"/>
                  </a:lnTo>
                  <a:lnTo>
                    <a:pt x="7102403" y="2730617"/>
                  </a:lnTo>
                  <a:lnTo>
                    <a:pt x="7032121" y="2834410"/>
                  </a:lnTo>
                  <a:lnTo>
                    <a:pt x="6896952" y="2970281"/>
                  </a:lnTo>
                  <a:lnTo>
                    <a:pt x="6845235" y="3016749"/>
                  </a:lnTo>
                  <a:close/>
                </a:path>
                <a:path w="7455534" h="10287000">
                  <a:moveTo>
                    <a:pt x="6736049" y="10287000"/>
                  </a:moveTo>
                  <a:lnTo>
                    <a:pt x="6842619" y="5816392"/>
                  </a:lnTo>
                  <a:lnTo>
                    <a:pt x="6868576" y="6252824"/>
                  </a:lnTo>
                  <a:lnTo>
                    <a:pt x="6965954" y="6537663"/>
                  </a:lnTo>
                  <a:lnTo>
                    <a:pt x="6956268" y="6727578"/>
                  </a:lnTo>
                  <a:lnTo>
                    <a:pt x="6912064" y="6974157"/>
                  </a:lnTo>
                  <a:lnTo>
                    <a:pt x="6833092" y="10287000"/>
                  </a:lnTo>
                  <a:lnTo>
                    <a:pt x="6739273" y="10287000"/>
                  </a:lnTo>
                  <a:lnTo>
                    <a:pt x="6736049" y="10287000"/>
                  </a:lnTo>
                  <a:close/>
                </a:path>
                <a:path w="7455534" h="10287000">
                  <a:moveTo>
                    <a:pt x="6428212" y="10287000"/>
                  </a:moveTo>
                  <a:lnTo>
                    <a:pt x="6559218" y="4791346"/>
                  </a:lnTo>
                  <a:lnTo>
                    <a:pt x="6899580" y="5323222"/>
                  </a:lnTo>
                  <a:lnTo>
                    <a:pt x="6842619" y="5816392"/>
                  </a:lnTo>
                  <a:lnTo>
                    <a:pt x="6736049" y="10287000"/>
                  </a:lnTo>
                  <a:lnTo>
                    <a:pt x="6428212" y="10287000"/>
                  </a:lnTo>
                  <a:close/>
                </a:path>
                <a:path w="7455534" h="10287000">
                  <a:moveTo>
                    <a:pt x="6684412" y="4063909"/>
                  </a:moveTo>
                  <a:lnTo>
                    <a:pt x="6706464" y="3138813"/>
                  </a:lnTo>
                  <a:lnTo>
                    <a:pt x="6827983" y="3575558"/>
                  </a:lnTo>
                  <a:lnTo>
                    <a:pt x="6715885" y="3897903"/>
                  </a:lnTo>
                  <a:lnTo>
                    <a:pt x="6684412" y="4063909"/>
                  </a:lnTo>
                  <a:close/>
                </a:path>
                <a:path w="7455534" h="10287000">
                  <a:moveTo>
                    <a:pt x="6641489" y="4638061"/>
                  </a:moveTo>
                  <a:lnTo>
                    <a:pt x="6650971" y="4240290"/>
                  </a:lnTo>
                  <a:lnTo>
                    <a:pt x="6753070" y="4430168"/>
                  </a:lnTo>
                  <a:lnTo>
                    <a:pt x="6641489" y="4638061"/>
                  </a:lnTo>
                  <a:close/>
                </a:path>
              </a:pathLst>
            </a:custGeom>
            <a:solidFill>
              <a:srgbClr val="FFD04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38189" y="3292370"/>
              <a:ext cx="4113380" cy="3886200"/>
            </a:xfrm>
            <a:prstGeom prst="rect">
              <a:avLst/>
            </a:prstGeom>
          </p:spPr>
        </p:pic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37796" rIns="0" bIns="0" rtlCol="0" vert="horz">
            <a:spAutoFit/>
          </a:bodyPr>
          <a:lstStyle/>
          <a:p>
            <a:pPr marL="7195820">
              <a:lnSpc>
                <a:spcPct val="100000"/>
              </a:lnSpc>
              <a:spcBef>
                <a:spcPts val="100"/>
              </a:spcBef>
            </a:pPr>
            <a:r>
              <a:rPr dirty="0" sz="5000" spc="-10" b="0">
                <a:solidFill>
                  <a:srgbClr val="5460A8"/>
                </a:solidFill>
                <a:latin typeface="Comic Sans MS"/>
                <a:cs typeface="Comic Sans MS"/>
              </a:rPr>
              <a:t>MALWARE</a:t>
            </a:r>
            <a:endParaRPr sz="5000">
              <a:latin typeface="Comic Sans MS"/>
              <a:cs typeface="Comic Sans MS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22218" y="2632860"/>
            <a:ext cx="114300" cy="11429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8504049" y="2400437"/>
            <a:ext cx="8105140" cy="6426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15399"/>
              </a:lnSpc>
              <a:spcBef>
                <a:spcPts val="100"/>
              </a:spcBef>
            </a:pP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Malware</a:t>
            </a:r>
            <a:r>
              <a:rPr dirty="0" sz="2600" spc="-4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inflicts</a:t>
            </a:r>
            <a:r>
              <a:rPr dirty="0" sz="2600" spc="-4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damage</a:t>
            </a:r>
            <a:r>
              <a:rPr dirty="0" sz="2600" spc="-4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by</a:t>
            </a:r>
            <a:r>
              <a:rPr dirty="0" sz="2600" spc="-4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hiding</a:t>
            </a:r>
            <a:r>
              <a:rPr dirty="0" sz="2600" spc="-4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malicious</a:t>
            </a:r>
            <a:r>
              <a:rPr dirty="0" sz="2600" spc="-4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 spc="-20">
                <a:solidFill>
                  <a:srgbClr val="5460A8"/>
                </a:solidFill>
                <a:latin typeface="Comic Sans MS"/>
                <a:cs typeface="Comic Sans MS"/>
              </a:rPr>
              <a:t>code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inside</a:t>
            </a:r>
            <a:r>
              <a:rPr dirty="0" sz="2600" spc="12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software.</a:t>
            </a:r>
            <a:r>
              <a:rPr dirty="0" sz="2600" spc="12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One</a:t>
            </a:r>
            <a:r>
              <a:rPr dirty="0" sz="2600" spc="12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example</a:t>
            </a:r>
            <a:r>
              <a:rPr dirty="0" sz="2600" spc="12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is</a:t>
            </a:r>
            <a:r>
              <a:rPr dirty="0" sz="2600" spc="12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ransomware,</a:t>
            </a:r>
            <a:r>
              <a:rPr dirty="0" sz="2600" spc="12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 spc="-10">
                <a:solidFill>
                  <a:srgbClr val="5460A8"/>
                </a:solidFill>
                <a:latin typeface="Comic Sans MS"/>
                <a:cs typeface="Comic Sans MS"/>
              </a:rPr>
              <a:t>where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the</a:t>
            </a:r>
            <a:r>
              <a:rPr dirty="0" sz="2600" spc="21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code</a:t>
            </a:r>
            <a:r>
              <a:rPr dirty="0" sz="2600" spc="21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either</a:t>
            </a:r>
            <a:r>
              <a:rPr dirty="0" sz="2600" spc="21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steals</a:t>
            </a:r>
            <a:r>
              <a:rPr dirty="0" sz="2600" spc="21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or</a:t>
            </a:r>
            <a:r>
              <a:rPr dirty="0" sz="2600" spc="21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encrypts</a:t>
            </a:r>
            <a:r>
              <a:rPr dirty="0" sz="2600" spc="21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data,</a:t>
            </a:r>
            <a:r>
              <a:rPr dirty="0" sz="2600" spc="21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 spc="-20">
                <a:solidFill>
                  <a:srgbClr val="5460A8"/>
                </a:solidFill>
                <a:latin typeface="Comic Sans MS"/>
                <a:cs typeface="Comic Sans MS"/>
              </a:rPr>
              <a:t>then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hackers</a:t>
            </a:r>
            <a:r>
              <a:rPr dirty="0" sz="2600" spc="35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demand</a:t>
            </a:r>
            <a:r>
              <a:rPr dirty="0" sz="2600" spc="35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payment</a:t>
            </a:r>
            <a:r>
              <a:rPr dirty="0" sz="2600" spc="35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to</a:t>
            </a:r>
            <a:r>
              <a:rPr dirty="0" sz="2600" spc="35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restore</a:t>
            </a:r>
            <a:r>
              <a:rPr dirty="0" sz="2600" spc="35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access</a:t>
            </a:r>
            <a:r>
              <a:rPr dirty="0" sz="2600" spc="35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to</a:t>
            </a:r>
            <a:r>
              <a:rPr dirty="0" sz="2600" spc="35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 spc="-25">
                <a:solidFill>
                  <a:srgbClr val="5460A8"/>
                </a:solidFill>
                <a:latin typeface="Comic Sans MS"/>
                <a:cs typeface="Comic Sans MS"/>
              </a:rPr>
              <a:t>the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data</a:t>
            </a:r>
            <a:r>
              <a:rPr dirty="0" sz="2600" spc="-4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or</a:t>
            </a:r>
            <a:r>
              <a:rPr dirty="0" sz="2600" spc="-3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keep</a:t>
            </a:r>
            <a:r>
              <a:rPr dirty="0" sz="2600" spc="-3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it</a:t>
            </a:r>
            <a:r>
              <a:rPr dirty="0" sz="2600" spc="-4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from</a:t>
            </a:r>
            <a:r>
              <a:rPr dirty="0" sz="2600" spc="-3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being</a:t>
            </a:r>
            <a:r>
              <a:rPr dirty="0" sz="2600" spc="-3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 spc="-10">
                <a:solidFill>
                  <a:srgbClr val="5460A8"/>
                </a:solidFill>
                <a:latin typeface="Comic Sans MS"/>
                <a:cs typeface="Comic Sans MS"/>
              </a:rPr>
              <a:t>released.</a:t>
            </a:r>
            <a:endParaRPr sz="2600">
              <a:latin typeface="Comic Sans MS"/>
              <a:cs typeface="Comic Sans MS"/>
            </a:endParaRPr>
          </a:p>
          <a:p>
            <a:pPr algn="just" marL="12700" marR="5080">
              <a:lnSpc>
                <a:spcPct val="115399"/>
              </a:lnSpc>
              <a:spcBef>
                <a:spcPts val="3600"/>
              </a:spcBef>
            </a:pP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Malware</a:t>
            </a:r>
            <a:r>
              <a:rPr dirty="0" sz="2600" spc="3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refers</a:t>
            </a:r>
            <a:r>
              <a:rPr dirty="0" sz="2600" spc="3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to</a:t>
            </a:r>
            <a:r>
              <a:rPr dirty="0" sz="2600" spc="3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any</a:t>
            </a:r>
            <a:r>
              <a:rPr dirty="0" sz="2600" spc="3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malicious</a:t>
            </a:r>
            <a:r>
              <a:rPr dirty="0" sz="2600" spc="3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software</a:t>
            </a:r>
            <a:r>
              <a:rPr dirty="0" sz="2600" spc="3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 spc="-10">
                <a:solidFill>
                  <a:srgbClr val="5460A8"/>
                </a:solidFill>
                <a:latin typeface="Comic Sans MS"/>
                <a:cs typeface="Comic Sans MS"/>
              </a:rPr>
              <a:t>that’s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designed</a:t>
            </a:r>
            <a:r>
              <a:rPr dirty="0" sz="2600" spc="35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to</a:t>
            </a:r>
            <a:r>
              <a:rPr dirty="0" sz="2600" spc="35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harm</a:t>
            </a:r>
            <a:r>
              <a:rPr dirty="0" sz="2600" spc="36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a</a:t>
            </a:r>
            <a:r>
              <a:rPr dirty="0" sz="2600" spc="35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computer</a:t>
            </a:r>
            <a:r>
              <a:rPr dirty="0" sz="2600" spc="35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system</a:t>
            </a:r>
            <a:r>
              <a:rPr dirty="0" sz="2600" spc="36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or</a:t>
            </a:r>
            <a:r>
              <a:rPr dirty="0" sz="2600" spc="35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 spc="-10">
                <a:solidFill>
                  <a:srgbClr val="5460A8"/>
                </a:solidFill>
                <a:latin typeface="Comic Sans MS"/>
                <a:cs typeface="Comic Sans MS"/>
              </a:rPr>
              <a:t>exfiltrate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data.</a:t>
            </a:r>
            <a:r>
              <a:rPr dirty="0" sz="2600" spc="60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It</a:t>
            </a:r>
            <a:r>
              <a:rPr dirty="0" sz="2600" spc="60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comes</a:t>
            </a:r>
            <a:r>
              <a:rPr dirty="0" sz="2600" spc="60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in</a:t>
            </a:r>
            <a:r>
              <a:rPr dirty="0" sz="2600" spc="60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many</a:t>
            </a:r>
            <a:r>
              <a:rPr dirty="0" sz="2600" spc="60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different</a:t>
            </a:r>
            <a:r>
              <a:rPr dirty="0" sz="2600" spc="60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forms</a:t>
            </a:r>
            <a:r>
              <a:rPr dirty="0" sz="2600" spc="60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 spc="-10">
                <a:solidFill>
                  <a:srgbClr val="5460A8"/>
                </a:solidFill>
                <a:latin typeface="Comic Sans MS"/>
                <a:cs typeface="Comic Sans MS"/>
              </a:rPr>
              <a:t>including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viruses,</a:t>
            </a:r>
            <a:r>
              <a:rPr dirty="0" sz="2600" spc="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ransomware,</a:t>
            </a:r>
            <a:r>
              <a:rPr dirty="0" sz="2600" spc="1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spyware,</a:t>
            </a:r>
            <a:r>
              <a:rPr dirty="0" sz="2600" spc="1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and</a:t>
            </a:r>
            <a:r>
              <a:rPr dirty="0" sz="2600" spc="1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trojan</a:t>
            </a:r>
            <a:r>
              <a:rPr dirty="0" sz="2600" spc="1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 spc="-10">
                <a:solidFill>
                  <a:srgbClr val="5460A8"/>
                </a:solidFill>
                <a:latin typeface="Comic Sans MS"/>
                <a:cs typeface="Comic Sans MS"/>
              </a:rPr>
              <a:t>horses.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Bad</a:t>
            </a:r>
            <a:r>
              <a:rPr dirty="0" sz="2600" spc="459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actors</a:t>
            </a:r>
            <a:r>
              <a:rPr dirty="0" sz="2600" spc="459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install</a:t>
            </a:r>
            <a:r>
              <a:rPr dirty="0" sz="2600" spc="459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malware</a:t>
            </a:r>
            <a:r>
              <a:rPr dirty="0" sz="2600" spc="459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by</a:t>
            </a:r>
            <a:r>
              <a:rPr dirty="0" sz="2600" spc="459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taking</a:t>
            </a:r>
            <a:r>
              <a:rPr dirty="0" sz="2600" spc="459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advantage</a:t>
            </a:r>
            <a:r>
              <a:rPr dirty="0" sz="2600" spc="459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 spc="-25">
                <a:solidFill>
                  <a:srgbClr val="5460A8"/>
                </a:solidFill>
                <a:latin typeface="Comic Sans MS"/>
                <a:cs typeface="Comic Sans MS"/>
              </a:rPr>
              <a:t>of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hardware</a:t>
            </a:r>
            <a:r>
              <a:rPr dirty="0" sz="2600" spc="63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and</a:t>
            </a:r>
            <a:r>
              <a:rPr dirty="0" sz="2600" spc="63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software</a:t>
            </a:r>
            <a:r>
              <a:rPr dirty="0" sz="2600" spc="64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vulnerabilities</a:t>
            </a:r>
            <a:r>
              <a:rPr dirty="0" sz="2600" spc="63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or</a:t>
            </a:r>
            <a:r>
              <a:rPr dirty="0" sz="2600" spc="64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 spc="-25">
                <a:solidFill>
                  <a:srgbClr val="5460A8"/>
                </a:solidFill>
                <a:latin typeface="Comic Sans MS"/>
                <a:cs typeface="Comic Sans MS"/>
              </a:rPr>
              <a:t>by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convincing</a:t>
            </a:r>
            <a:r>
              <a:rPr dirty="0" sz="2600" spc="20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an</a:t>
            </a:r>
            <a:r>
              <a:rPr dirty="0" sz="2600" spc="20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employee</a:t>
            </a:r>
            <a:r>
              <a:rPr dirty="0" sz="2600" spc="204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to</a:t>
            </a:r>
            <a:r>
              <a:rPr dirty="0" sz="2600" spc="20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do</a:t>
            </a:r>
            <a:r>
              <a:rPr dirty="0" sz="2600" spc="204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it</a:t>
            </a:r>
            <a:r>
              <a:rPr dirty="0" sz="2600" spc="20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using</a:t>
            </a:r>
            <a:r>
              <a:rPr dirty="0" sz="2600" spc="204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a</a:t>
            </a:r>
            <a:r>
              <a:rPr dirty="0" sz="2600" spc="20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 spc="-10">
                <a:solidFill>
                  <a:srgbClr val="5460A8"/>
                </a:solidFill>
                <a:latin typeface="Comic Sans MS"/>
                <a:cs typeface="Comic Sans MS"/>
              </a:rPr>
              <a:t>social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engineering</a:t>
            </a:r>
            <a:r>
              <a:rPr dirty="0" sz="2600" spc="-15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 spc="-10">
                <a:solidFill>
                  <a:srgbClr val="5460A8"/>
                </a:solidFill>
                <a:latin typeface="Comic Sans MS"/>
                <a:cs typeface="Comic Sans MS"/>
              </a:rPr>
              <a:t>technique.</a:t>
            </a:r>
            <a:endParaRPr sz="2600">
              <a:latin typeface="Comic Sans MS"/>
              <a:cs typeface="Comic Sans MS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22218" y="5376060"/>
            <a:ext cx="114300" cy="114299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8038465" cy="10287000"/>
            <a:chOff x="0" y="0"/>
            <a:chExt cx="8038465" cy="102870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8038465" cy="10287000"/>
            </a:xfrm>
            <a:custGeom>
              <a:avLst/>
              <a:gdLst/>
              <a:ahLst/>
              <a:cxnLst/>
              <a:rect l="l" t="t" r="r" b="b"/>
              <a:pathLst>
                <a:path w="8038465" h="10287000">
                  <a:moveTo>
                    <a:pt x="7214878" y="10287000"/>
                  </a:moveTo>
                  <a:lnTo>
                    <a:pt x="7285409" y="7328219"/>
                  </a:lnTo>
                  <a:lnTo>
                    <a:pt x="7599718" y="7541090"/>
                  </a:lnTo>
                  <a:lnTo>
                    <a:pt x="7708468" y="7802370"/>
                  </a:lnTo>
                  <a:lnTo>
                    <a:pt x="7732673" y="8157691"/>
                  </a:lnTo>
                  <a:lnTo>
                    <a:pt x="8006222" y="8586022"/>
                  </a:lnTo>
                  <a:lnTo>
                    <a:pt x="7880827" y="9043658"/>
                  </a:lnTo>
                  <a:lnTo>
                    <a:pt x="7587575" y="9287249"/>
                  </a:lnTo>
                  <a:lnTo>
                    <a:pt x="7563743" y="10287000"/>
                  </a:lnTo>
                  <a:lnTo>
                    <a:pt x="7214878" y="10287000"/>
                  </a:lnTo>
                  <a:close/>
                </a:path>
                <a:path w="8038465" h="10287000">
                  <a:moveTo>
                    <a:pt x="7563743" y="10287000"/>
                  </a:moveTo>
                  <a:lnTo>
                    <a:pt x="7587575" y="9287249"/>
                  </a:lnTo>
                  <a:lnTo>
                    <a:pt x="7659301" y="9761868"/>
                  </a:lnTo>
                  <a:lnTo>
                    <a:pt x="7839357" y="9989717"/>
                  </a:lnTo>
                  <a:lnTo>
                    <a:pt x="7826355" y="10287000"/>
                  </a:lnTo>
                  <a:lnTo>
                    <a:pt x="7563743" y="10287000"/>
                  </a:lnTo>
                  <a:close/>
                </a:path>
                <a:path w="8038465" h="10287000">
                  <a:moveTo>
                    <a:pt x="7767526" y="1274543"/>
                  </a:moveTo>
                  <a:lnTo>
                    <a:pt x="7795037" y="120455"/>
                  </a:lnTo>
                  <a:lnTo>
                    <a:pt x="8037839" y="869878"/>
                  </a:lnTo>
                  <a:lnTo>
                    <a:pt x="7858604" y="1174409"/>
                  </a:lnTo>
                  <a:lnTo>
                    <a:pt x="7767526" y="1274543"/>
                  </a:lnTo>
                  <a:close/>
                </a:path>
                <a:path w="8038465" h="10287000">
                  <a:moveTo>
                    <a:pt x="0" y="0"/>
                  </a:moveTo>
                  <a:lnTo>
                    <a:pt x="7846322" y="0"/>
                  </a:lnTo>
                  <a:lnTo>
                    <a:pt x="7795037" y="120455"/>
                  </a:lnTo>
                  <a:lnTo>
                    <a:pt x="7767526" y="1274543"/>
                  </a:lnTo>
                  <a:lnTo>
                    <a:pt x="7502115" y="1566348"/>
                  </a:lnTo>
                  <a:lnTo>
                    <a:pt x="7480618" y="2468139"/>
                  </a:lnTo>
                  <a:lnTo>
                    <a:pt x="7479267" y="2473298"/>
                  </a:lnTo>
                  <a:lnTo>
                    <a:pt x="7444917" y="3914300"/>
                  </a:lnTo>
                  <a:lnTo>
                    <a:pt x="7336413" y="4054937"/>
                  </a:lnTo>
                  <a:lnTo>
                    <a:pt x="7286341" y="6155437"/>
                  </a:lnTo>
                  <a:lnTo>
                    <a:pt x="7257231" y="6232609"/>
                  </a:lnTo>
                  <a:lnTo>
                    <a:pt x="7160583" y="10287000"/>
                  </a:lnTo>
                  <a:lnTo>
                    <a:pt x="0" y="10287000"/>
                  </a:lnTo>
                  <a:lnTo>
                    <a:pt x="0" y="0"/>
                  </a:lnTo>
                  <a:close/>
                </a:path>
                <a:path w="8038465" h="10287000">
                  <a:moveTo>
                    <a:pt x="7444917" y="3914300"/>
                  </a:moveTo>
                  <a:lnTo>
                    <a:pt x="7479267" y="2473298"/>
                  </a:lnTo>
                  <a:lnTo>
                    <a:pt x="7497761" y="2820867"/>
                  </a:lnTo>
                  <a:lnTo>
                    <a:pt x="7568899" y="3196468"/>
                  </a:lnTo>
                  <a:lnTo>
                    <a:pt x="7691417" y="3653136"/>
                  </a:lnTo>
                  <a:lnTo>
                    <a:pt x="7444917" y="3914300"/>
                  </a:lnTo>
                  <a:close/>
                </a:path>
                <a:path w="8038465" h="10287000">
                  <a:moveTo>
                    <a:pt x="7480618" y="2468139"/>
                  </a:moveTo>
                  <a:lnTo>
                    <a:pt x="7502115" y="1566348"/>
                  </a:lnTo>
                  <a:lnTo>
                    <a:pt x="7603594" y="1998685"/>
                  </a:lnTo>
                  <a:lnTo>
                    <a:pt x="7480618" y="2468139"/>
                  </a:lnTo>
                  <a:close/>
                </a:path>
                <a:path w="8038465" h="10287000">
                  <a:moveTo>
                    <a:pt x="7160583" y="10287000"/>
                  </a:moveTo>
                  <a:lnTo>
                    <a:pt x="7257231" y="6232609"/>
                  </a:lnTo>
                  <a:lnTo>
                    <a:pt x="7464003" y="6524969"/>
                  </a:lnTo>
                  <a:lnTo>
                    <a:pt x="7323921" y="6794811"/>
                  </a:lnTo>
                  <a:lnTo>
                    <a:pt x="7313028" y="7251789"/>
                  </a:lnTo>
                  <a:lnTo>
                    <a:pt x="7285409" y="7328219"/>
                  </a:lnTo>
                  <a:lnTo>
                    <a:pt x="7214878" y="10287000"/>
                  </a:lnTo>
                  <a:lnTo>
                    <a:pt x="7160583" y="10287000"/>
                  </a:lnTo>
                  <a:close/>
                </a:path>
                <a:path w="8038465" h="10287000">
                  <a:moveTo>
                    <a:pt x="7286341" y="6155437"/>
                  </a:moveTo>
                  <a:lnTo>
                    <a:pt x="7310561" y="5139433"/>
                  </a:lnTo>
                  <a:lnTo>
                    <a:pt x="7419227" y="5466059"/>
                  </a:lnTo>
                  <a:lnTo>
                    <a:pt x="7456806" y="5703532"/>
                  </a:lnTo>
                  <a:lnTo>
                    <a:pt x="7286341" y="6155437"/>
                  </a:lnTo>
                  <a:close/>
                </a:path>
                <a:path w="8038465" h="10287000">
                  <a:moveTo>
                    <a:pt x="7313028" y="7251789"/>
                  </a:moveTo>
                  <a:lnTo>
                    <a:pt x="7323921" y="6794811"/>
                  </a:lnTo>
                  <a:lnTo>
                    <a:pt x="7399828" y="7011580"/>
                  </a:lnTo>
                  <a:lnTo>
                    <a:pt x="7313028" y="7251789"/>
                  </a:lnTo>
                  <a:close/>
                </a:path>
                <a:path w="8038465" h="10287000">
                  <a:moveTo>
                    <a:pt x="7310561" y="5139433"/>
                  </a:moveTo>
                  <a:lnTo>
                    <a:pt x="7336413" y="4054937"/>
                  </a:lnTo>
                  <a:lnTo>
                    <a:pt x="7406656" y="4447468"/>
                  </a:lnTo>
                  <a:lnTo>
                    <a:pt x="7377527" y="4803728"/>
                  </a:lnTo>
                  <a:lnTo>
                    <a:pt x="7310561" y="5139433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7855584" cy="10287000"/>
            </a:xfrm>
            <a:custGeom>
              <a:avLst/>
              <a:gdLst/>
              <a:ahLst/>
              <a:cxnLst/>
              <a:rect l="l" t="t" r="r" b="b"/>
              <a:pathLst>
                <a:path w="7855584" h="10287000">
                  <a:moveTo>
                    <a:pt x="7513358" y="8906835"/>
                  </a:moveTo>
                  <a:lnTo>
                    <a:pt x="7537499" y="7894104"/>
                  </a:lnTo>
                  <a:lnTo>
                    <a:pt x="7855359" y="8236279"/>
                  </a:lnTo>
                  <a:lnTo>
                    <a:pt x="7854099" y="8577728"/>
                  </a:lnTo>
                  <a:lnTo>
                    <a:pt x="7513358" y="8906835"/>
                  </a:lnTo>
                  <a:close/>
                </a:path>
                <a:path w="7855584" h="10287000">
                  <a:moveTo>
                    <a:pt x="7362286" y="10287000"/>
                  </a:moveTo>
                  <a:lnTo>
                    <a:pt x="7392401" y="9023662"/>
                  </a:lnTo>
                  <a:lnTo>
                    <a:pt x="7463647" y="9497779"/>
                  </a:lnTo>
                  <a:lnTo>
                    <a:pt x="7643453" y="9725868"/>
                  </a:lnTo>
                  <a:lnTo>
                    <a:pt x="7649466" y="10256899"/>
                  </a:lnTo>
                  <a:lnTo>
                    <a:pt x="7635295" y="10287000"/>
                  </a:lnTo>
                  <a:lnTo>
                    <a:pt x="7362286" y="10287000"/>
                  </a:lnTo>
                  <a:close/>
                </a:path>
                <a:path w="7855584" h="10287000">
                  <a:moveTo>
                    <a:pt x="0" y="0"/>
                  </a:moveTo>
                  <a:lnTo>
                    <a:pt x="7646400" y="0"/>
                  </a:lnTo>
                  <a:lnTo>
                    <a:pt x="7842653" y="606783"/>
                  </a:lnTo>
                  <a:lnTo>
                    <a:pt x="7663418" y="911314"/>
                  </a:lnTo>
                  <a:lnTo>
                    <a:pt x="7306930" y="1303254"/>
                  </a:lnTo>
                  <a:lnTo>
                    <a:pt x="7285414" y="2205834"/>
                  </a:lnTo>
                  <a:lnTo>
                    <a:pt x="7284064" y="2210939"/>
                  </a:lnTo>
                  <a:lnTo>
                    <a:pt x="7249713" y="3651941"/>
                  </a:lnTo>
                  <a:lnTo>
                    <a:pt x="7031253" y="3860219"/>
                  </a:lnTo>
                  <a:lnTo>
                    <a:pt x="6878051" y="10287000"/>
                  </a:lnTo>
                  <a:lnTo>
                    <a:pt x="0" y="10287000"/>
                  </a:lnTo>
                  <a:lnTo>
                    <a:pt x="0" y="0"/>
                  </a:lnTo>
                  <a:close/>
                </a:path>
                <a:path w="7855584" h="10287000">
                  <a:moveTo>
                    <a:pt x="7012684" y="10287000"/>
                  </a:moveTo>
                  <a:lnTo>
                    <a:pt x="7089493" y="7064862"/>
                  </a:lnTo>
                  <a:lnTo>
                    <a:pt x="7408015" y="7152542"/>
                  </a:lnTo>
                  <a:lnTo>
                    <a:pt x="7612487" y="7531076"/>
                  </a:lnTo>
                  <a:lnTo>
                    <a:pt x="7537499" y="7894104"/>
                  </a:lnTo>
                  <a:lnTo>
                    <a:pt x="7513358" y="8906835"/>
                  </a:lnTo>
                  <a:lnTo>
                    <a:pt x="7392401" y="9023662"/>
                  </a:lnTo>
                  <a:lnTo>
                    <a:pt x="7362286" y="10287000"/>
                  </a:lnTo>
                  <a:lnTo>
                    <a:pt x="7012684" y="10287000"/>
                  </a:lnTo>
                  <a:close/>
                </a:path>
                <a:path w="7855584" h="10287000">
                  <a:moveTo>
                    <a:pt x="7249713" y="3651941"/>
                  </a:moveTo>
                  <a:lnTo>
                    <a:pt x="7284064" y="2210939"/>
                  </a:lnTo>
                  <a:lnTo>
                    <a:pt x="7302558" y="2558508"/>
                  </a:lnTo>
                  <a:lnTo>
                    <a:pt x="7373702" y="2933864"/>
                  </a:lnTo>
                  <a:lnTo>
                    <a:pt x="7496459" y="3390783"/>
                  </a:lnTo>
                  <a:lnTo>
                    <a:pt x="7249713" y="3651941"/>
                  </a:lnTo>
                  <a:close/>
                </a:path>
                <a:path w="7855584" h="10287000">
                  <a:moveTo>
                    <a:pt x="7091865" y="5893517"/>
                  </a:moveTo>
                  <a:lnTo>
                    <a:pt x="7116124" y="4875865"/>
                  </a:lnTo>
                  <a:lnTo>
                    <a:pt x="7377056" y="5122348"/>
                  </a:lnTo>
                  <a:lnTo>
                    <a:pt x="7262854" y="5440220"/>
                  </a:lnTo>
                  <a:lnTo>
                    <a:pt x="7091865" y="5893517"/>
                  </a:lnTo>
                  <a:close/>
                </a:path>
                <a:path w="7855584" h="10287000">
                  <a:moveTo>
                    <a:pt x="7285414" y="2205834"/>
                  </a:moveTo>
                  <a:lnTo>
                    <a:pt x="7306930" y="1303254"/>
                  </a:lnTo>
                  <a:lnTo>
                    <a:pt x="7409624" y="1736110"/>
                  </a:lnTo>
                  <a:lnTo>
                    <a:pt x="7285414" y="2205834"/>
                  </a:lnTo>
                  <a:close/>
                </a:path>
                <a:path w="7855584" h="10287000">
                  <a:moveTo>
                    <a:pt x="6960354" y="10287000"/>
                  </a:moveTo>
                  <a:lnTo>
                    <a:pt x="7063279" y="5969298"/>
                  </a:lnTo>
                  <a:lnTo>
                    <a:pt x="7269806" y="6261652"/>
                  </a:lnTo>
                  <a:lnTo>
                    <a:pt x="7129963" y="6531746"/>
                  </a:lnTo>
                  <a:lnTo>
                    <a:pt x="7119223" y="6982289"/>
                  </a:lnTo>
                  <a:lnTo>
                    <a:pt x="7089493" y="7064862"/>
                  </a:lnTo>
                  <a:lnTo>
                    <a:pt x="7012684" y="10287000"/>
                  </a:lnTo>
                  <a:lnTo>
                    <a:pt x="6960354" y="10287000"/>
                  </a:lnTo>
                  <a:close/>
                </a:path>
                <a:path w="7855584" h="10287000">
                  <a:moveTo>
                    <a:pt x="6878051" y="10287000"/>
                  </a:moveTo>
                  <a:lnTo>
                    <a:pt x="7031253" y="3860219"/>
                  </a:lnTo>
                  <a:lnTo>
                    <a:pt x="7210500" y="4183859"/>
                  </a:lnTo>
                  <a:lnTo>
                    <a:pt x="7280664" y="4693080"/>
                  </a:lnTo>
                  <a:lnTo>
                    <a:pt x="7116124" y="4875865"/>
                  </a:lnTo>
                  <a:lnTo>
                    <a:pt x="7091865" y="5893517"/>
                  </a:lnTo>
                  <a:lnTo>
                    <a:pt x="7063279" y="5969298"/>
                  </a:lnTo>
                  <a:lnTo>
                    <a:pt x="6960354" y="10287000"/>
                  </a:lnTo>
                  <a:lnTo>
                    <a:pt x="6878051" y="10287000"/>
                  </a:lnTo>
                  <a:close/>
                </a:path>
                <a:path w="7855584" h="10287000">
                  <a:moveTo>
                    <a:pt x="7119223" y="6982289"/>
                  </a:moveTo>
                  <a:lnTo>
                    <a:pt x="7129963" y="6531746"/>
                  </a:lnTo>
                  <a:lnTo>
                    <a:pt x="7203941" y="6746994"/>
                  </a:lnTo>
                  <a:lnTo>
                    <a:pt x="7119223" y="69822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7455534" cy="10287000"/>
            </a:xfrm>
            <a:custGeom>
              <a:avLst/>
              <a:gdLst/>
              <a:ahLst/>
              <a:cxnLst/>
              <a:rect l="l" t="t" r="r" b="b"/>
              <a:pathLst>
                <a:path w="7455534" h="10287000">
                  <a:moveTo>
                    <a:pt x="7113128" y="8897294"/>
                  </a:moveTo>
                  <a:lnTo>
                    <a:pt x="7137269" y="7884563"/>
                  </a:lnTo>
                  <a:lnTo>
                    <a:pt x="7455129" y="8226739"/>
                  </a:lnTo>
                  <a:lnTo>
                    <a:pt x="7453869" y="8568187"/>
                  </a:lnTo>
                  <a:lnTo>
                    <a:pt x="7113128" y="8897294"/>
                  </a:lnTo>
                  <a:close/>
                </a:path>
                <a:path w="7455534" h="10287000">
                  <a:moveTo>
                    <a:pt x="6961828" y="10287000"/>
                  </a:moveTo>
                  <a:lnTo>
                    <a:pt x="6992171" y="9014121"/>
                  </a:lnTo>
                  <a:lnTo>
                    <a:pt x="7064154" y="9488256"/>
                  </a:lnTo>
                  <a:lnTo>
                    <a:pt x="7243959" y="9716345"/>
                  </a:lnTo>
                  <a:lnTo>
                    <a:pt x="7249218" y="10248094"/>
                  </a:lnTo>
                  <a:lnTo>
                    <a:pt x="7230870" y="10287000"/>
                  </a:lnTo>
                  <a:lnTo>
                    <a:pt x="6961828" y="10287000"/>
                  </a:lnTo>
                  <a:close/>
                </a:path>
                <a:path w="7455534" h="10287000">
                  <a:moveTo>
                    <a:pt x="0" y="0"/>
                  </a:moveTo>
                  <a:lnTo>
                    <a:pt x="7253029" y="0"/>
                  </a:lnTo>
                  <a:lnTo>
                    <a:pt x="7321853" y="200564"/>
                  </a:lnTo>
                  <a:lnTo>
                    <a:pt x="7405113" y="455417"/>
                  </a:lnTo>
                  <a:lnTo>
                    <a:pt x="7441704" y="596488"/>
                  </a:lnTo>
                  <a:lnTo>
                    <a:pt x="7429594" y="688685"/>
                  </a:lnTo>
                  <a:lnTo>
                    <a:pt x="7371847" y="1032847"/>
                  </a:lnTo>
                  <a:lnTo>
                    <a:pt x="6885061" y="1346015"/>
                  </a:lnTo>
                  <a:lnTo>
                    <a:pt x="6845235" y="3016749"/>
                  </a:lnTo>
                  <a:lnTo>
                    <a:pt x="6765524" y="3088369"/>
                  </a:lnTo>
                  <a:lnTo>
                    <a:pt x="6706464" y="3138813"/>
                  </a:lnTo>
                  <a:lnTo>
                    <a:pt x="6684412" y="4063909"/>
                  </a:lnTo>
                  <a:lnTo>
                    <a:pt x="6650971" y="4240290"/>
                  </a:lnTo>
                  <a:lnTo>
                    <a:pt x="6641489" y="4638061"/>
                  </a:lnTo>
                  <a:lnTo>
                    <a:pt x="6559218" y="4791346"/>
                  </a:lnTo>
                  <a:lnTo>
                    <a:pt x="6428212" y="10287000"/>
                  </a:lnTo>
                  <a:lnTo>
                    <a:pt x="0" y="10287000"/>
                  </a:lnTo>
                  <a:lnTo>
                    <a:pt x="0" y="0"/>
                  </a:lnTo>
                  <a:close/>
                </a:path>
                <a:path w="7455534" h="10287000">
                  <a:moveTo>
                    <a:pt x="6833092" y="10287000"/>
                  </a:moveTo>
                  <a:lnTo>
                    <a:pt x="6912064" y="6974157"/>
                  </a:lnTo>
                  <a:lnTo>
                    <a:pt x="7024226" y="7277773"/>
                  </a:lnTo>
                  <a:lnTo>
                    <a:pt x="7174229" y="7467810"/>
                  </a:lnTo>
                  <a:lnTo>
                    <a:pt x="7137269" y="7884563"/>
                  </a:lnTo>
                  <a:lnTo>
                    <a:pt x="7113128" y="8897294"/>
                  </a:lnTo>
                  <a:lnTo>
                    <a:pt x="6992171" y="9014121"/>
                  </a:lnTo>
                  <a:lnTo>
                    <a:pt x="6961828" y="10287000"/>
                  </a:lnTo>
                  <a:lnTo>
                    <a:pt x="6833092" y="10287000"/>
                  </a:lnTo>
                  <a:close/>
                </a:path>
                <a:path w="7455534" h="10287000">
                  <a:moveTo>
                    <a:pt x="6845235" y="3016749"/>
                  </a:moveTo>
                  <a:lnTo>
                    <a:pt x="6885061" y="1346015"/>
                  </a:lnTo>
                  <a:lnTo>
                    <a:pt x="6904927" y="1397204"/>
                  </a:lnTo>
                  <a:lnTo>
                    <a:pt x="6948402" y="1514087"/>
                  </a:lnTo>
                  <a:lnTo>
                    <a:pt x="6991300" y="1641643"/>
                  </a:lnTo>
                  <a:lnTo>
                    <a:pt x="7009435" y="1724849"/>
                  </a:lnTo>
                  <a:lnTo>
                    <a:pt x="7009429" y="1758706"/>
                  </a:lnTo>
                  <a:lnTo>
                    <a:pt x="7011500" y="1807503"/>
                  </a:lnTo>
                  <a:lnTo>
                    <a:pt x="7021925" y="1983775"/>
                  </a:lnTo>
                  <a:lnTo>
                    <a:pt x="7024056" y="2032573"/>
                  </a:lnTo>
                  <a:lnTo>
                    <a:pt x="7024140" y="2066432"/>
                  </a:lnTo>
                  <a:lnTo>
                    <a:pt x="7045461" y="2137930"/>
                  </a:lnTo>
                  <a:lnTo>
                    <a:pt x="7095126" y="2239723"/>
                  </a:lnTo>
                  <a:lnTo>
                    <a:pt x="7145322" y="2330841"/>
                  </a:lnTo>
                  <a:lnTo>
                    <a:pt x="7168235" y="2370318"/>
                  </a:lnTo>
                  <a:lnTo>
                    <a:pt x="7121105" y="2634308"/>
                  </a:lnTo>
                  <a:lnTo>
                    <a:pt x="7102403" y="2730617"/>
                  </a:lnTo>
                  <a:lnTo>
                    <a:pt x="7032121" y="2834410"/>
                  </a:lnTo>
                  <a:lnTo>
                    <a:pt x="6896952" y="2970281"/>
                  </a:lnTo>
                  <a:lnTo>
                    <a:pt x="6845235" y="3016749"/>
                  </a:lnTo>
                  <a:close/>
                </a:path>
                <a:path w="7455534" h="10287000">
                  <a:moveTo>
                    <a:pt x="6736049" y="10287000"/>
                  </a:moveTo>
                  <a:lnTo>
                    <a:pt x="6842619" y="5816392"/>
                  </a:lnTo>
                  <a:lnTo>
                    <a:pt x="6868576" y="6252824"/>
                  </a:lnTo>
                  <a:lnTo>
                    <a:pt x="6965954" y="6537663"/>
                  </a:lnTo>
                  <a:lnTo>
                    <a:pt x="6956268" y="6727578"/>
                  </a:lnTo>
                  <a:lnTo>
                    <a:pt x="6912064" y="6974157"/>
                  </a:lnTo>
                  <a:lnTo>
                    <a:pt x="6833092" y="10287000"/>
                  </a:lnTo>
                  <a:lnTo>
                    <a:pt x="6739273" y="10287000"/>
                  </a:lnTo>
                  <a:lnTo>
                    <a:pt x="6736049" y="10287000"/>
                  </a:lnTo>
                  <a:close/>
                </a:path>
                <a:path w="7455534" h="10287000">
                  <a:moveTo>
                    <a:pt x="6428212" y="10287000"/>
                  </a:moveTo>
                  <a:lnTo>
                    <a:pt x="6559218" y="4791346"/>
                  </a:lnTo>
                  <a:lnTo>
                    <a:pt x="6899580" y="5323222"/>
                  </a:lnTo>
                  <a:lnTo>
                    <a:pt x="6842619" y="5816392"/>
                  </a:lnTo>
                  <a:lnTo>
                    <a:pt x="6736049" y="10287000"/>
                  </a:lnTo>
                  <a:lnTo>
                    <a:pt x="6428212" y="10287000"/>
                  </a:lnTo>
                  <a:close/>
                </a:path>
                <a:path w="7455534" h="10287000">
                  <a:moveTo>
                    <a:pt x="6684412" y="4063909"/>
                  </a:moveTo>
                  <a:lnTo>
                    <a:pt x="6706464" y="3138813"/>
                  </a:lnTo>
                  <a:lnTo>
                    <a:pt x="6827983" y="3575558"/>
                  </a:lnTo>
                  <a:lnTo>
                    <a:pt x="6715885" y="3897903"/>
                  </a:lnTo>
                  <a:lnTo>
                    <a:pt x="6684412" y="4063909"/>
                  </a:lnTo>
                  <a:close/>
                </a:path>
                <a:path w="7455534" h="10287000">
                  <a:moveTo>
                    <a:pt x="6641489" y="4638061"/>
                  </a:moveTo>
                  <a:lnTo>
                    <a:pt x="6650971" y="4240290"/>
                  </a:lnTo>
                  <a:lnTo>
                    <a:pt x="6753070" y="4430168"/>
                  </a:lnTo>
                  <a:lnTo>
                    <a:pt x="6641489" y="4638061"/>
                  </a:lnTo>
                  <a:close/>
                </a:path>
              </a:pathLst>
            </a:custGeom>
            <a:solidFill>
              <a:srgbClr val="FFD04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3417963"/>
              <a:ext cx="7800974" cy="4048124"/>
            </a:xfrm>
            <a:prstGeom prst="rect">
              <a:avLst/>
            </a:prstGeom>
          </p:spPr>
        </p:pic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37796" rIns="0" bIns="0" rtlCol="0" vert="horz">
            <a:spAutoFit/>
          </a:bodyPr>
          <a:lstStyle/>
          <a:p>
            <a:pPr marL="7195820">
              <a:lnSpc>
                <a:spcPct val="100000"/>
              </a:lnSpc>
              <a:spcBef>
                <a:spcPts val="100"/>
              </a:spcBef>
            </a:pPr>
            <a:r>
              <a:rPr dirty="0" sz="5000" spc="-10" b="0">
                <a:solidFill>
                  <a:srgbClr val="5460A8"/>
                </a:solidFill>
                <a:latin typeface="Comic Sans MS"/>
                <a:cs typeface="Comic Sans MS"/>
              </a:rPr>
              <a:t>RANSOMWARE</a:t>
            </a:r>
            <a:endParaRPr sz="5000">
              <a:latin typeface="Comic Sans MS"/>
              <a:cs typeface="Comic Sans MS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03168" y="2603499"/>
            <a:ext cx="114300" cy="11429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8482469" y="2387593"/>
            <a:ext cx="9108440" cy="74739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In</a:t>
            </a:r>
            <a:r>
              <a:rPr dirty="0" sz="2500" spc="21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a</a:t>
            </a:r>
            <a:r>
              <a:rPr dirty="0" sz="2500" spc="21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ransomware</a:t>
            </a:r>
            <a:r>
              <a:rPr dirty="0" sz="2500" spc="21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attack,</a:t>
            </a:r>
            <a:r>
              <a:rPr dirty="0" sz="2500" spc="21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bad</a:t>
            </a:r>
            <a:r>
              <a:rPr dirty="0" sz="2500" spc="22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actors</a:t>
            </a:r>
            <a:r>
              <a:rPr dirty="0" sz="2500" spc="21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use</a:t>
            </a:r>
            <a:r>
              <a:rPr dirty="0" sz="2500" spc="21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malware</a:t>
            </a:r>
            <a:r>
              <a:rPr dirty="0" sz="2500" spc="21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to</a:t>
            </a:r>
            <a:r>
              <a:rPr dirty="0" sz="2500" spc="22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 spc="-10">
                <a:solidFill>
                  <a:srgbClr val="5460A8"/>
                </a:solidFill>
                <a:latin typeface="Comic Sans MS"/>
                <a:cs typeface="Comic Sans MS"/>
              </a:rPr>
              <a:t>encrypt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critical</a:t>
            </a:r>
            <a:r>
              <a:rPr dirty="0" sz="2500" spc="59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data</a:t>
            </a:r>
            <a:r>
              <a:rPr dirty="0" sz="2500" spc="59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and</a:t>
            </a:r>
            <a:r>
              <a:rPr dirty="0" sz="2500" spc="59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systems</a:t>
            </a:r>
            <a:r>
              <a:rPr dirty="0" sz="2500" spc="59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and</a:t>
            </a:r>
            <a:r>
              <a:rPr dirty="0" sz="2500" spc="59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then</a:t>
            </a:r>
            <a:r>
              <a:rPr dirty="0" sz="2500" spc="59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threaten</a:t>
            </a:r>
            <a:r>
              <a:rPr dirty="0" sz="2500" spc="59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to</a:t>
            </a:r>
            <a:r>
              <a:rPr dirty="0" sz="2500" spc="59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make</a:t>
            </a:r>
            <a:r>
              <a:rPr dirty="0" sz="2500" spc="59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 spc="-25">
                <a:solidFill>
                  <a:srgbClr val="5460A8"/>
                </a:solidFill>
                <a:latin typeface="Comic Sans MS"/>
                <a:cs typeface="Comic Sans MS"/>
              </a:rPr>
              <a:t>the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data</a:t>
            </a:r>
            <a:r>
              <a:rPr dirty="0" sz="2500" spc="-3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public</a:t>
            </a:r>
            <a:r>
              <a:rPr dirty="0" sz="2500" spc="-3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or</a:t>
            </a:r>
            <a:r>
              <a:rPr dirty="0" sz="2500" spc="-3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destroy</a:t>
            </a:r>
            <a:r>
              <a:rPr dirty="0" sz="2500" spc="-3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it</a:t>
            </a:r>
            <a:r>
              <a:rPr dirty="0" sz="2500" spc="-3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if</a:t>
            </a:r>
            <a:r>
              <a:rPr dirty="0" sz="2500" spc="-3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the</a:t>
            </a:r>
            <a:r>
              <a:rPr dirty="0" sz="2500" spc="-3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victim</a:t>
            </a:r>
            <a:r>
              <a:rPr dirty="0" sz="2500" spc="-3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doesn’t</a:t>
            </a:r>
            <a:r>
              <a:rPr dirty="0" sz="2500" spc="-3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pay</a:t>
            </a:r>
            <a:r>
              <a:rPr dirty="0" sz="2500" spc="-3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a</a:t>
            </a:r>
            <a:r>
              <a:rPr dirty="0" sz="2500" spc="-3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 spc="-10">
                <a:solidFill>
                  <a:srgbClr val="5460A8"/>
                </a:solidFill>
                <a:latin typeface="Comic Sans MS"/>
                <a:cs typeface="Comic Sans MS"/>
              </a:rPr>
              <a:t>ransom.</a:t>
            </a:r>
            <a:endParaRPr sz="2500">
              <a:latin typeface="Comic Sans MS"/>
              <a:cs typeface="Comic Sans MS"/>
            </a:endParaRPr>
          </a:p>
          <a:p>
            <a:pPr algn="just" marL="12700" marR="5080">
              <a:lnSpc>
                <a:spcPct val="114999"/>
              </a:lnSpc>
              <a:spcBef>
                <a:spcPts val="3450"/>
              </a:spcBef>
            </a:pP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With</a:t>
            </a:r>
            <a:r>
              <a:rPr dirty="0" sz="2500" spc="28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Ransomware,</a:t>
            </a:r>
            <a:r>
              <a:rPr dirty="0" sz="2500" spc="28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the</a:t>
            </a:r>
            <a:r>
              <a:rPr dirty="0" sz="2500" spc="28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victim’s</a:t>
            </a:r>
            <a:r>
              <a:rPr dirty="0" sz="2500" spc="28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system</a:t>
            </a:r>
            <a:r>
              <a:rPr dirty="0" sz="2500" spc="28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is</a:t>
            </a:r>
            <a:r>
              <a:rPr dirty="0" sz="2500" spc="28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held</a:t>
            </a:r>
            <a:r>
              <a:rPr dirty="0" sz="2500" spc="28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hostage</a:t>
            </a:r>
            <a:r>
              <a:rPr dirty="0" sz="2500" spc="28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 spc="-10">
                <a:solidFill>
                  <a:srgbClr val="5460A8"/>
                </a:solidFill>
                <a:latin typeface="Comic Sans MS"/>
                <a:cs typeface="Comic Sans MS"/>
              </a:rPr>
              <a:t>until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they</a:t>
            </a:r>
            <a:r>
              <a:rPr dirty="0" sz="2500" spc="-3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agree</a:t>
            </a:r>
            <a:r>
              <a:rPr dirty="0" sz="2500" spc="-3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to</a:t>
            </a:r>
            <a:r>
              <a:rPr dirty="0" sz="2500" spc="-3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pay</a:t>
            </a:r>
            <a:r>
              <a:rPr dirty="0" sz="2500" spc="-2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a</a:t>
            </a:r>
            <a:r>
              <a:rPr dirty="0" sz="2500" spc="-3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ransom</a:t>
            </a:r>
            <a:r>
              <a:rPr dirty="0" sz="2500" spc="-3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to</a:t>
            </a:r>
            <a:r>
              <a:rPr dirty="0" sz="2500" spc="-3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the</a:t>
            </a:r>
            <a:r>
              <a:rPr dirty="0" sz="2500" spc="-3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 spc="-10">
                <a:solidFill>
                  <a:srgbClr val="5460A8"/>
                </a:solidFill>
                <a:latin typeface="Comic Sans MS"/>
                <a:cs typeface="Comic Sans MS"/>
              </a:rPr>
              <a:t>attacker.</a:t>
            </a:r>
            <a:endParaRPr sz="2500">
              <a:latin typeface="Comic Sans MS"/>
              <a:cs typeface="Comic Sans MS"/>
            </a:endParaRPr>
          </a:p>
          <a:p>
            <a:pPr algn="just" marL="12700" marR="5080">
              <a:lnSpc>
                <a:spcPct val="114999"/>
              </a:lnSpc>
              <a:spcBef>
                <a:spcPts val="3450"/>
              </a:spcBef>
            </a:pP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After</a:t>
            </a:r>
            <a:r>
              <a:rPr dirty="0" sz="2500" spc="24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the</a:t>
            </a:r>
            <a:r>
              <a:rPr dirty="0" sz="2500" spc="25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payment</a:t>
            </a:r>
            <a:r>
              <a:rPr dirty="0" sz="2500" spc="24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has</a:t>
            </a:r>
            <a:r>
              <a:rPr dirty="0" sz="2500" spc="25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been</a:t>
            </a:r>
            <a:r>
              <a:rPr dirty="0" sz="2500" spc="24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sent,</a:t>
            </a:r>
            <a:r>
              <a:rPr dirty="0" sz="2500" spc="25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the</a:t>
            </a:r>
            <a:r>
              <a:rPr dirty="0" sz="2500" spc="24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attacker</a:t>
            </a:r>
            <a:r>
              <a:rPr dirty="0" sz="2500" spc="25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500" spc="-20">
                <a:solidFill>
                  <a:srgbClr val="5460A8"/>
                </a:solidFill>
                <a:latin typeface="Comic Sans MS"/>
                <a:cs typeface="Comic Sans MS"/>
              </a:rPr>
              <a:t>then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provides</a:t>
            </a:r>
            <a:r>
              <a:rPr dirty="0" sz="2500" spc="56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instructions</a:t>
            </a:r>
            <a:r>
              <a:rPr dirty="0" sz="2500" spc="57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regarding</a:t>
            </a:r>
            <a:r>
              <a:rPr dirty="0" sz="2500" spc="57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how</a:t>
            </a:r>
            <a:r>
              <a:rPr dirty="0" sz="2500" spc="57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the</a:t>
            </a:r>
            <a:r>
              <a:rPr dirty="0" sz="2500" spc="56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target</a:t>
            </a:r>
            <a:r>
              <a:rPr dirty="0" sz="2500" spc="57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can</a:t>
            </a:r>
            <a:r>
              <a:rPr dirty="0" sz="2500" spc="57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 spc="-10">
                <a:solidFill>
                  <a:srgbClr val="5460A8"/>
                </a:solidFill>
                <a:latin typeface="Comic Sans MS"/>
                <a:cs typeface="Comic Sans MS"/>
              </a:rPr>
              <a:t>regain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control</a:t>
            </a:r>
            <a:r>
              <a:rPr dirty="0" sz="2500" spc="-5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of</a:t>
            </a:r>
            <a:r>
              <a:rPr dirty="0" sz="2500" spc="-4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their</a:t>
            </a:r>
            <a:r>
              <a:rPr dirty="0" sz="2500" spc="-4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 spc="-10">
                <a:solidFill>
                  <a:srgbClr val="5460A8"/>
                </a:solidFill>
                <a:latin typeface="Comic Sans MS"/>
                <a:cs typeface="Comic Sans MS"/>
              </a:rPr>
              <a:t>computer.</a:t>
            </a:r>
            <a:endParaRPr sz="2500">
              <a:latin typeface="Comic Sans MS"/>
              <a:cs typeface="Comic Sans MS"/>
            </a:endParaRPr>
          </a:p>
          <a:p>
            <a:pPr algn="just" marL="12700" marR="5080">
              <a:lnSpc>
                <a:spcPct val="114999"/>
              </a:lnSpc>
              <a:spcBef>
                <a:spcPts val="3450"/>
              </a:spcBef>
            </a:pP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The</a:t>
            </a:r>
            <a:r>
              <a:rPr dirty="0" sz="2500" spc="19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name</a:t>
            </a:r>
            <a:r>
              <a:rPr dirty="0" sz="2500" spc="19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"ransomware”</a:t>
            </a:r>
            <a:r>
              <a:rPr dirty="0" sz="2500" spc="19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is</a:t>
            </a:r>
            <a:r>
              <a:rPr dirty="0" sz="2500" spc="19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appropriate</a:t>
            </a:r>
            <a:r>
              <a:rPr dirty="0" sz="2500" spc="19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because</a:t>
            </a:r>
            <a:r>
              <a:rPr dirty="0" sz="2500" spc="19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the</a:t>
            </a:r>
            <a:r>
              <a:rPr dirty="0" sz="2500" spc="19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 spc="-10">
                <a:solidFill>
                  <a:srgbClr val="5460A8"/>
                </a:solidFill>
                <a:latin typeface="Comic Sans MS"/>
                <a:cs typeface="Comic Sans MS"/>
              </a:rPr>
              <a:t>malware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demands</a:t>
            </a:r>
            <a:r>
              <a:rPr dirty="0" sz="2500" spc="-4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a</a:t>
            </a:r>
            <a:r>
              <a:rPr dirty="0" sz="2500" spc="-3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ransom</a:t>
            </a:r>
            <a:r>
              <a:rPr dirty="0" sz="2500" spc="-4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from</a:t>
            </a:r>
            <a:r>
              <a:rPr dirty="0" sz="2500" spc="-3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the</a:t>
            </a:r>
            <a:r>
              <a:rPr dirty="0" sz="2500" spc="-4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 spc="-10">
                <a:solidFill>
                  <a:srgbClr val="5460A8"/>
                </a:solidFill>
                <a:latin typeface="Comic Sans MS"/>
                <a:cs typeface="Comic Sans MS"/>
              </a:rPr>
              <a:t>victim.</a:t>
            </a:r>
            <a:endParaRPr sz="2500">
              <a:latin typeface="Comic Sans MS"/>
              <a:cs typeface="Comic Sans MS"/>
            </a:endParaRPr>
          </a:p>
          <a:p>
            <a:pPr algn="just" marL="12700" marR="5080">
              <a:lnSpc>
                <a:spcPct val="114999"/>
              </a:lnSpc>
              <a:spcBef>
                <a:spcPts val="3450"/>
              </a:spcBef>
            </a:pP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Malware</a:t>
            </a:r>
            <a:r>
              <a:rPr dirty="0" sz="2500" spc="42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is</a:t>
            </a:r>
            <a:r>
              <a:rPr dirty="0" sz="2500" spc="42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one</a:t>
            </a:r>
            <a:r>
              <a:rPr dirty="0" sz="2500" spc="43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of</a:t>
            </a:r>
            <a:r>
              <a:rPr dirty="0" sz="2500" spc="42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the</a:t>
            </a:r>
            <a:r>
              <a:rPr dirty="0" sz="2500" spc="43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oldest</a:t>
            </a:r>
            <a:r>
              <a:rPr dirty="0" sz="2500" spc="42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and</a:t>
            </a:r>
            <a:r>
              <a:rPr dirty="0" sz="2500" spc="43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most</a:t>
            </a:r>
            <a:r>
              <a:rPr dirty="0" sz="2500" spc="42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enduring</a:t>
            </a:r>
            <a:r>
              <a:rPr dirty="0" sz="2500" spc="42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causes</a:t>
            </a:r>
            <a:r>
              <a:rPr dirty="0" sz="2500" spc="43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 spc="-25">
                <a:solidFill>
                  <a:srgbClr val="5460A8"/>
                </a:solidFill>
                <a:latin typeface="Comic Sans MS"/>
                <a:cs typeface="Comic Sans MS"/>
              </a:rPr>
              <a:t>of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security incidents, and ransomware has been one of the</a:t>
            </a:r>
            <a:r>
              <a:rPr dirty="0" sz="2500" spc="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 spc="-20">
                <a:solidFill>
                  <a:srgbClr val="5460A8"/>
                </a:solidFill>
                <a:latin typeface="Comic Sans MS"/>
                <a:cs typeface="Comic Sans MS"/>
              </a:rPr>
              <a:t>most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aggressive</a:t>
            </a:r>
            <a:r>
              <a:rPr dirty="0" sz="2500" spc="-6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and</a:t>
            </a:r>
            <a:r>
              <a:rPr dirty="0" sz="2500" spc="-6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expensive</a:t>
            </a:r>
            <a:r>
              <a:rPr dirty="0" sz="2500" spc="-6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causes</a:t>
            </a:r>
            <a:r>
              <a:rPr dirty="0" sz="2500" spc="-6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in</a:t>
            </a:r>
            <a:r>
              <a:rPr dirty="0" sz="2500" spc="-6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recent</a:t>
            </a:r>
            <a:r>
              <a:rPr dirty="0" sz="2500" spc="-6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 spc="-10">
                <a:solidFill>
                  <a:srgbClr val="5460A8"/>
                </a:solidFill>
                <a:latin typeface="Comic Sans MS"/>
                <a:cs typeface="Comic Sans MS"/>
              </a:rPr>
              <a:t>years.</a:t>
            </a:r>
            <a:endParaRPr sz="2500">
              <a:latin typeface="Comic Sans MS"/>
              <a:cs typeface="Comic Sans MS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03168" y="4356100"/>
            <a:ext cx="114300" cy="11429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03168" y="5670550"/>
            <a:ext cx="114300" cy="11429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03168" y="7423149"/>
            <a:ext cx="114300" cy="114299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03168" y="8737599"/>
            <a:ext cx="114300" cy="114299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8038465" cy="10287000"/>
            <a:chOff x="0" y="0"/>
            <a:chExt cx="8038465" cy="102870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8038465" cy="10287000"/>
            </a:xfrm>
            <a:custGeom>
              <a:avLst/>
              <a:gdLst/>
              <a:ahLst/>
              <a:cxnLst/>
              <a:rect l="l" t="t" r="r" b="b"/>
              <a:pathLst>
                <a:path w="8038465" h="10287000">
                  <a:moveTo>
                    <a:pt x="7214878" y="10287000"/>
                  </a:moveTo>
                  <a:lnTo>
                    <a:pt x="7285409" y="7328219"/>
                  </a:lnTo>
                  <a:lnTo>
                    <a:pt x="7599718" y="7541090"/>
                  </a:lnTo>
                  <a:lnTo>
                    <a:pt x="7708468" y="7802370"/>
                  </a:lnTo>
                  <a:lnTo>
                    <a:pt x="7732673" y="8157691"/>
                  </a:lnTo>
                  <a:lnTo>
                    <a:pt x="8006222" y="8586022"/>
                  </a:lnTo>
                  <a:lnTo>
                    <a:pt x="7880827" y="9043658"/>
                  </a:lnTo>
                  <a:lnTo>
                    <a:pt x="7587575" y="9287249"/>
                  </a:lnTo>
                  <a:lnTo>
                    <a:pt x="7563743" y="10287000"/>
                  </a:lnTo>
                  <a:lnTo>
                    <a:pt x="7214878" y="10287000"/>
                  </a:lnTo>
                  <a:close/>
                </a:path>
                <a:path w="8038465" h="10287000">
                  <a:moveTo>
                    <a:pt x="7563743" y="10287000"/>
                  </a:moveTo>
                  <a:lnTo>
                    <a:pt x="7587575" y="9287249"/>
                  </a:lnTo>
                  <a:lnTo>
                    <a:pt x="7659301" y="9761868"/>
                  </a:lnTo>
                  <a:lnTo>
                    <a:pt x="7839357" y="9989717"/>
                  </a:lnTo>
                  <a:lnTo>
                    <a:pt x="7826355" y="10287000"/>
                  </a:lnTo>
                  <a:lnTo>
                    <a:pt x="7563743" y="10287000"/>
                  </a:lnTo>
                  <a:close/>
                </a:path>
                <a:path w="8038465" h="10287000">
                  <a:moveTo>
                    <a:pt x="7767526" y="1274543"/>
                  </a:moveTo>
                  <a:lnTo>
                    <a:pt x="7795037" y="120455"/>
                  </a:lnTo>
                  <a:lnTo>
                    <a:pt x="8037839" y="869878"/>
                  </a:lnTo>
                  <a:lnTo>
                    <a:pt x="7858604" y="1174409"/>
                  </a:lnTo>
                  <a:lnTo>
                    <a:pt x="7767526" y="1274543"/>
                  </a:lnTo>
                  <a:close/>
                </a:path>
                <a:path w="8038465" h="10287000">
                  <a:moveTo>
                    <a:pt x="0" y="0"/>
                  </a:moveTo>
                  <a:lnTo>
                    <a:pt x="7846322" y="0"/>
                  </a:lnTo>
                  <a:lnTo>
                    <a:pt x="7795037" y="120455"/>
                  </a:lnTo>
                  <a:lnTo>
                    <a:pt x="7767526" y="1274543"/>
                  </a:lnTo>
                  <a:lnTo>
                    <a:pt x="7502115" y="1566348"/>
                  </a:lnTo>
                  <a:lnTo>
                    <a:pt x="7480618" y="2468139"/>
                  </a:lnTo>
                  <a:lnTo>
                    <a:pt x="7479267" y="2473298"/>
                  </a:lnTo>
                  <a:lnTo>
                    <a:pt x="7444917" y="3914300"/>
                  </a:lnTo>
                  <a:lnTo>
                    <a:pt x="7336413" y="4054937"/>
                  </a:lnTo>
                  <a:lnTo>
                    <a:pt x="7286341" y="6155437"/>
                  </a:lnTo>
                  <a:lnTo>
                    <a:pt x="7257231" y="6232609"/>
                  </a:lnTo>
                  <a:lnTo>
                    <a:pt x="7160583" y="10287000"/>
                  </a:lnTo>
                  <a:lnTo>
                    <a:pt x="0" y="10287000"/>
                  </a:lnTo>
                  <a:lnTo>
                    <a:pt x="0" y="0"/>
                  </a:lnTo>
                  <a:close/>
                </a:path>
                <a:path w="8038465" h="10287000">
                  <a:moveTo>
                    <a:pt x="7444917" y="3914300"/>
                  </a:moveTo>
                  <a:lnTo>
                    <a:pt x="7479267" y="2473298"/>
                  </a:lnTo>
                  <a:lnTo>
                    <a:pt x="7497761" y="2820867"/>
                  </a:lnTo>
                  <a:lnTo>
                    <a:pt x="7568899" y="3196468"/>
                  </a:lnTo>
                  <a:lnTo>
                    <a:pt x="7691417" y="3653136"/>
                  </a:lnTo>
                  <a:lnTo>
                    <a:pt x="7444917" y="3914300"/>
                  </a:lnTo>
                  <a:close/>
                </a:path>
                <a:path w="8038465" h="10287000">
                  <a:moveTo>
                    <a:pt x="7480618" y="2468139"/>
                  </a:moveTo>
                  <a:lnTo>
                    <a:pt x="7502115" y="1566348"/>
                  </a:lnTo>
                  <a:lnTo>
                    <a:pt x="7603594" y="1998685"/>
                  </a:lnTo>
                  <a:lnTo>
                    <a:pt x="7480618" y="2468139"/>
                  </a:lnTo>
                  <a:close/>
                </a:path>
                <a:path w="8038465" h="10287000">
                  <a:moveTo>
                    <a:pt x="7160583" y="10287000"/>
                  </a:moveTo>
                  <a:lnTo>
                    <a:pt x="7257231" y="6232609"/>
                  </a:lnTo>
                  <a:lnTo>
                    <a:pt x="7464003" y="6524969"/>
                  </a:lnTo>
                  <a:lnTo>
                    <a:pt x="7323921" y="6794811"/>
                  </a:lnTo>
                  <a:lnTo>
                    <a:pt x="7313028" y="7251789"/>
                  </a:lnTo>
                  <a:lnTo>
                    <a:pt x="7285409" y="7328219"/>
                  </a:lnTo>
                  <a:lnTo>
                    <a:pt x="7214878" y="10287000"/>
                  </a:lnTo>
                  <a:lnTo>
                    <a:pt x="7160583" y="10287000"/>
                  </a:lnTo>
                  <a:close/>
                </a:path>
                <a:path w="8038465" h="10287000">
                  <a:moveTo>
                    <a:pt x="7286341" y="6155437"/>
                  </a:moveTo>
                  <a:lnTo>
                    <a:pt x="7310561" y="5139433"/>
                  </a:lnTo>
                  <a:lnTo>
                    <a:pt x="7419227" y="5466059"/>
                  </a:lnTo>
                  <a:lnTo>
                    <a:pt x="7456806" y="5703532"/>
                  </a:lnTo>
                  <a:lnTo>
                    <a:pt x="7286341" y="6155437"/>
                  </a:lnTo>
                  <a:close/>
                </a:path>
                <a:path w="8038465" h="10287000">
                  <a:moveTo>
                    <a:pt x="7313028" y="7251789"/>
                  </a:moveTo>
                  <a:lnTo>
                    <a:pt x="7323921" y="6794811"/>
                  </a:lnTo>
                  <a:lnTo>
                    <a:pt x="7399828" y="7011580"/>
                  </a:lnTo>
                  <a:lnTo>
                    <a:pt x="7313028" y="7251789"/>
                  </a:lnTo>
                  <a:close/>
                </a:path>
                <a:path w="8038465" h="10287000">
                  <a:moveTo>
                    <a:pt x="7310561" y="5139433"/>
                  </a:moveTo>
                  <a:lnTo>
                    <a:pt x="7336413" y="4054937"/>
                  </a:lnTo>
                  <a:lnTo>
                    <a:pt x="7406656" y="4447468"/>
                  </a:lnTo>
                  <a:lnTo>
                    <a:pt x="7377527" y="4803728"/>
                  </a:lnTo>
                  <a:lnTo>
                    <a:pt x="7310561" y="5139433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7855584" cy="10287000"/>
            </a:xfrm>
            <a:custGeom>
              <a:avLst/>
              <a:gdLst/>
              <a:ahLst/>
              <a:cxnLst/>
              <a:rect l="l" t="t" r="r" b="b"/>
              <a:pathLst>
                <a:path w="7855584" h="10287000">
                  <a:moveTo>
                    <a:pt x="7513358" y="8906835"/>
                  </a:moveTo>
                  <a:lnTo>
                    <a:pt x="7537499" y="7894104"/>
                  </a:lnTo>
                  <a:lnTo>
                    <a:pt x="7855359" y="8236279"/>
                  </a:lnTo>
                  <a:lnTo>
                    <a:pt x="7854099" y="8577728"/>
                  </a:lnTo>
                  <a:lnTo>
                    <a:pt x="7513358" y="8906835"/>
                  </a:lnTo>
                  <a:close/>
                </a:path>
                <a:path w="7855584" h="10287000">
                  <a:moveTo>
                    <a:pt x="7362286" y="10287000"/>
                  </a:moveTo>
                  <a:lnTo>
                    <a:pt x="7392401" y="9023662"/>
                  </a:lnTo>
                  <a:lnTo>
                    <a:pt x="7463647" y="9497779"/>
                  </a:lnTo>
                  <a:lnTo>
                    <a:pt x="7643453" y="9725868"/>
                  </a:lnTo>
                  <a:lnTo>
                    <a:pt x="7649466" y="10256899"/>
                  </a:lnTo>
                  <a:lnTo>
                    <a:pt x="7635295" y="10287000"/>
                  </a:lnTo>
                  <a:lnTo>
                    <a:pt x="7362286" y="10287000"/>
                  </a:lnTo>
                  <a:close/>
                </a:path>
                <a:path w="7855584" h="10287000">
                  <a:moveTo>
                    <a:pt x="0" y="0"/>
                  </a:moveTo>
                  <a:lnTo>
                    <a:pt x="7646400" y="0"/>
                  </a:lnTo>
                  <a:lnTo>
                    <a:pt x="7842653" y="606783"/>
                  </a:lnTo>
                  <a:lnTo>
                    <a:pt x="7663418" y="911314"/>
                  </a:lnTo>
                  <a:lnTo>
                    <a:pt x="7306930" y="1303254"/>
                  </a:lnTo>
                  <a:lnTo>
                    <a:pt x="7285414" y="2205834"/>
                  </a:lnTo>
                  <a:lnTo>
                    <a:pt x="7284064" y="2210939"/>
                  </a:lnTo>
                  <a:lnTo>
                    <a:pt x="7249713" y="3651941"/>
                  </a:lnTo>
                  <a:lnTo>
                    <a:pt x="7031253" y="3860219"/>
                  </a:lnTo>
                  <a:lnTo>
                    <a:pt x="6878051" y="10287000"/>
                  </a:lnTo>
                  <a:lnTo>
                    <a:pt x="0" y="10287000"/>
                  </a:lnTo>
                  <a:lnTo>
                    <a:pt x="0" y="0"/>
                  </a:lnTo>
                  <a:close/>
                </a:path>
                <a:path w="7855584" h="10287000">
                  <a:moveTo>
                    <a:pt x="7012684" y="10287000"/>
                  </a:moveTo>
                  <a:lnTo>
                    <a:pt x="7089493" y="7064862"/>
                  </a:lnTo>
                  <a:lnTo>
                    <a:pt x="7408015" y="7152542"/>
                  </a:lnTo>
                  <a:lnTo>
                    <a:pt x="7612487" y="7531076"/>
                  </a:lnTo>
                  <a:lnTo>
                    <a:pt x="7537499" y="7894104"/>
                  </a:lnTo>
                  <a:lnTo>
                    <a:pt x="7513358" y="8906835"/>
                  </a:lnTo>
                  <a:lnTo>
                    <a:pt x="7392401" y="9023662"/>
                  </a:lnTo>
                  <a:lnTo>
                    <a:pt x="7362286" y="10287000"/>
                  </a:lnTo>
                  <a:lnTo>
                    <a:pt x="7012684" y="10287000"/>
                  </a:lnTo>
                  <a:close/>
                </a:path>
                <a:path w="7855584" h="10287000">
                  <a:moveTo>
                    <a:pt x="7249713" y="3651941"/>
                  </a:moveTo>
                  <a:lnTo>
                    <a:pt x="7284064" y="2210939"/>
                  </a:lnTo>
                  <a:lnTo>
                    <a:pt x="7302558" y="2558508"/>
                  </a:lnTo>
                  <a:lnTo>
                    <a:pt x="7373702" y="2933864"/>
                  </a:lnTo>
                  <a:lnTo>
                    <a:pt x="7496459" y="3390783"/>
                  </a:lnTo>
                  <a:lnTo>
                    <a:pt x="7249713" y="3651941"/>
                  </a:lnTo>
                  <a:close/>
                </a:path>
                <a:path w="7855584" h="10287000">
                  <a:moveTo>
                    <a:pt x="7091865" y="5893517"/>
                  </a:moveTo>
                  <a:lnTo>
                    <a:pt x="7116124" y="4875865"/>
                  </a:lnTo>
                  <a:lnTo>
                    <a:pt x="7377056" y="5122348"/>
                  </a:lnTo>
                  <a:lnTo>
                    <a:pt x="7262854" y="5440220"/>
                  </a:lnTo>
                  <a:lnTo>
                    <a:pt x="7091865" y="5893517"/>
                  </a:lnTo>
                  <a:close/>
                </a:path>
                <a:path w="7855584" h="10287000">
                  <a:moveTo>
                    <a:pt x="7285414" y="2205834"/>
                  </a:moveTo>
                  <a:lnTo>
                    <a:pt x="7306930" y="1303254"/>
                  </a:lnTo>
                  <a:lnTo>
                    <a:pt x="7409624" y="1736110"/>
                  </a:lnTo>
                  <a:lnTo>
                    <a:pt x="7285414" y="2205834"/>
                  </a:lnTo>
                  <a:close/>
                </a:path>
                <a:path w="7855584" h="10287000">
                  <a:moveTo>
                    <a:pt x="6960354" y="10287000"/>
                  </a:moveTo>
                  <a:lnTo>
                    <a:pt x="7063279" y="5969298"/>
                  </a:lnTo>
                  <a:lnTo>
                    <a:pt x="7269806" y="6261652"/>
                  </a:lnTo>
                  <a:lnTo>
                    <a:pt x="7129963" y="6531746"/>
                  </a:lnTo>
                  <a:lnTo>
                    <a:pt x="7119223" y="6982289"/>
                  </a:lnTo>
                  <a:lnTo>
                    <a:pt x="7089493" y="7064862"/>
                  </a:lnTo>
                  <a:lnTo>
                    <a:pt x="7012684" y="10287000"/>
                  </a:lnTo>
                  <a:lnTo>
                    <a:pt x="6960354" y="10287000"/>
                  </a:lnTo>
                  <a:close/>
                </a:path>
                <a:path w="7855584" h="10287000">
                  <a:moveTo>
                    <a:pt x="6878051" y="10287000"/>
                  </a:moveTo>
                  <a:lnTo>
                    <a:pt x="7031253" y="3860219"/>
                  </a:lnTo>
                  <a:lnTo>
                    <a:pt x="7210500" y="4183859"/>
                  </a:lnTo>
                  <a:lnTo>
                    <a:pt x="7280664" y="4693080"/>
                  </a:lnTo>
                  <a:lnTo>
                    <a:pt x="7116124" y="4875865"/>
                  </a:lnTo>
                  <a:lnTo>
                    <a:pt x="7091865" y="5893517"/>
                  </a:lnTo>
                  <a:lnTo>
                    <a:pt x="7063279" y="5969298"/>
                  </a:lnTo>
                  <a:lnTo>
                    <a:pt x="6960354" y="10287000"/>
                  </a:lnTo>
                  <a:lnTo>
                    <a:pt x="6878051" y="10287000"/>
                  </a:lnTo>
                  <a:close/>
                </a:path>
                <a:path w="7855584" h="10287000">
                  <a:moveTo>
                    <a:pt x="7119223" y="6982289"/>
                  </a:moveTo>
                  <a:lnTo>
                    <a:pt x="7129963" y="6531746"/>
                  </a:lnTo>
                  <a:lnTo>
                    <a:pt x="7203941" y="6746994"/>
                  </a:lnTo>
                  <a:lnTo>
                    <a:pt x="7119223" y="69822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7455534" cy="10287000"/>
            </a:xfrm>
            <a:custGeom>
              <a:avLst/>
              <a:gdLst/>
              <a:ahLst/>
              <a:cxnLst/>
              <a:rect l="l" t="t" r="r" b="b"/>
              <a:pathLst>
                <a:path w="7455534" h="10287000">
                  <a:moveTo>
                    <a:pt x="7113128" y="8897294"/>
                  </a:moveTo>
                  <a:lnTo>
                    <a:pt x="7137269" y="7884563"/>
                  </a:lnTo>
                  <a:lnTo>
                    <a:pt x="7455129" y="8226739"/>
                  </a:lnTo>
                  <a:lnTo>
                    <a:pt x="7453869" y="8568187"/>
                  </a:lnTo>
                  <a:lnTo>
                    <a:pt x="7113128" y="8897294"/>
                  </a:lnTo>
                  <a:close/>
                </a:path>
                <a:path w="7455534" h="10287000">
                  <a:moveTo>
                    <a:pt x="6961828" y="10287000"/>
                  </a:moveTo>
                  <a:lnTo>
                    <a:pt x="6992171" y="9014121"/>
                  </a:lnTo>
                  <a:lnTo>
                    <a:pt x="7064154" y="9488256"/>
                  </a:lnTo>
                  <a:lnTo>
                    <a:pt x="7243959" y="9716345"/>
                  </a:lnTo>
                  <a:lnTo>
                    <a:pt x="7249218" y="10248094"/>
                  </a:lnTo>
                  <a:lnTo>
                    <a:pt x="7230870" y="10287000"/>
                  </a:lnTo>
                  <a:lnTo>
                    <a:pt x="6961828" y="10287000"/>
                  </a:lnTo>
                  <a:close/>
                </a:path>
                <a:path w="7455534" h="10287000">
                  <a:moveTo>
                    <a:pt x="0" y="0"/>
                  </a:moveTo>
                  <a:lnTo>
                    <a:pt x="7253029" y="0"/>
                  </a:lnTo>
                  <a:lnTo>
                    <a:pt x="7321853" y="200564"/>
                  </a:lnTo>
                  <a:lnTo>
                    <a:pt x="7405113" y="455417"/>
                  </a:lnTo>
                  <a:lnTo>
                    <a:pt x="7441704" y="596488"/>
                  </a:lnTo>
                  <a:lnTo>
                    <a:pt x="7429594" y="688685"/>
                  </a:lnTo>
                  <a:lnTo>
                    <a:pt x="7371847" y="1032847"/>
                  </a:lnTo>
                  <a:lnTo>
                    <a:pt x="6885061" y="1346015"/>
                  </a:lnTo>
                  <a:lnTo>
                    <a:pt x="6845235" y="3016749"/>
                  </a:lnTo>
                  <a:lnTo>
                    <a:pt x="6765524" y="3088369"/>
                  </a:lnTo>
                  <a:lnTo>
                    <a:pt x="6706464" y="3138813"/>
                  </a:lnTo>
                  <a:lnTo>
                    <a:pt x="6684412" y="4063909"/>
                  </a:lnTo>
                  <a:lnTo>
                    <a:pt x="6650971" y="4240290"/>
                  </a:lnTo>
                  <a:lnTo>
                    <a:pt x="6641489" y="4638061"/>
                  </a:lnTo>
                  <a:lnTo>
                    <a:pt x="6559218" y="4791346"/>
                  </a:lnTo>
                  <a:lnTo>
                    <a:pt x="6428212" y="10287000"/>
                  </a:lnTo>
                  <a:lnTo>
                    <a:pt x="0" y="10287000"/>
                  </a:lnTo>
                  <a:lnTo>
                    <a:pt x="0" y="0"/>
                  </a:lnTo>
                  <a:close/>
                </a:path>
                <a:path w="7455534" h="10287000">
                  <a:moveTo>
                    <a:pt x="6833092" y="10287000"/>
                  </a:moveTo>
                  <a:lnTo>
                    <a:pt x="6912064" y="6974157"/>
                  </a:lnTo>
                  <a:lnTo>
                    <a:pt x="7024226" y="7277773"/>
                  </a:lnTo>
                  <a:lnTo>
                    <a:pt x="7174229" y="7467810"/>
                  </a:lnTo>
                  <a:lnTo>
                    <a:pt x="7137269" y="7884563"/>
                  </a:lnTo>
                  <a:lnTo>
                    <a:pt x="7113128" y="8897294"/>
                  </a:lnTo>
                  <a:lnTo>
                    <a:pt x="6992171" y="9014121"/>
                  </a:lnTo>
                  <a:lnTo>
                    <a:pt x="6961828" y="10287000"/>
                  </a:lnTo>
                  <a:lnTo>
                    <a:pt x="6833092" y="10287000"/>
                  </a:lnTo>
                  <a:close/>
                </a:path>
                <a:path w="7455534" h="10287000">
                  <a:moveTo>
                    <a:pt x="6845235" y="3016749"/>
                  </a:moveTo>
                  <a:lnTo>
                    <a:pt x="6885061" y="1346015"/>
                  </a:lnTo>
                  <a:lnTo>
                    <a:pt x="6904927" y="1397204"/>
                  </a:lnTo>
                  <a:lnTo>
                    <a:pt x="6948402" y="1514087"/>
                  </a:lnTo>
                  <a:lnTo>
                    <a:pt x="6991300" y="1641643"/>
                  </a:lnTo>
                  <a:lnTo>
                    <a:pt x="7009435" y="1724849"/>
                  </a:lnTo>
                  <a:lnTo>
                    <a:pt x="7009429" y="1758706"/>
                  </a:lnTo>
                  <a:lnTo>
                    <a:pt x="7011500" y="1807503"/>
                  </a:lnTo>
                  <a:lnTo>
                    <a:pt x="7021925" y="1983775"/>
                  </a:lnTo>
                  <a:lnTo>
                    <a:pt x="7024056" y="2032573"/>
                  </a:lnTo>
                  <a:lnTo>
                    <a:pt x="7024140" y="2066432"/>
                  </a:lnTo>
                  <a:lnTo>
                    <a:pt x="7045461" y="2137930"/>
                  </a:lnTo>
                  <a:lnTo>
                    <a:pt x="7095126" y="2239723"/>
                  </a:lnTo>
                  <a:lnTo>
                    <a:pt x="7145322" y="2330841"/>
                  </a:lnTo>
                  <a:lnTo>
                    <a:pt x="7168235" y="2370318"/>
                  </a:lnTo>
                  <a:lnTo>
                    <a:pt x="7121105" y="2634308"/>
                  </a:lnTo>
                  <a:lnTo>
                    <a:pt x="7102403" y="2730617"/>
                  </a:lnTo>
                  <a:lnTo>
                    <a:pt x="7032121" y="2834410"/>
                  </a:lnTo>
                  <a:lnTo>
                    <a:pt x="6896952" y="2970281"/>
                  </a:lnTo>
                  <a:lnTo>
                    <a:pt x="6845235" y="3016749"/>
                  </a:lnTo>
                  <a:close/>
                </a:path>
                <a:path w="7455534" h="10287000">
                  <a:moveTo>
                    <a:pt x="6736049" y="10287000"/>
                  </a:moveTo>
                  <a:lnTo>
                    <a:pt x="6842619" y="5816392"/>
                  </a:lnTo>
                  <a:lnTo>
                    <a:pt x="6868576" y="6252824"/>
                  </a:lnTo>
                  <a:lnTo>
                    <a:pt x="6965954" y="6537663"/>
                  </a:lnTo>
                  <a:lnTo>
                    <a:pt x="6956268" y="6727578"/>
                  </a:lnTo>
                  <a:lnTo>
                    <a:pt x="6912064" y="6974157"/>
                  </a:lnTo>
                  <a:lnTo>
                    <a:pt x="6833092" y="10287000"/>
                  </a:lnTo>
                  <a:lnTo>
                    <a:pt x="6739273" y="10287000"/>
                  </a:lnTo>
                  <a:lnTo>
                    <a:pt x="6736049" y="10287000"/>
                  </a:lnTo>
                  <a:close/>
                </a:path>
                <a:path w="7455534" h="10287000">
                  <a:moveTo>
                    <a:pt x="6428212" y="10287000"/>
                  </a:moveTo>
                  <a:lnTo>
                    <a:pt x="6559218" y="4791346"/>
                  </a:lnTo>
                  <a:lnTo>
                    <a:pt x="6899580" y="5323222"/>
                  </a:lnTo>
                  <a:lnTo>
                    <a:pt x="6842619" y="5816392"/>
                  </a:lnTo>
                  <a:lnTo>
                    <a:pt x="6736049" y="10287000"/>
                  </a:lnTo>
                  <a:lnTo>
                    <a:pt x="6428212" y="10287000"/>
                  </a:lnTo>
                  <a:close/>
                </a:path>
                <a:path w="7455534" h="10287000">
                  <a:moveTo>
                    <a:pt x="6684412" y="4063909"/>
                  </a:moveTo>
                  <a:lnTo>
                    <a:pt x="6706464" y="3138813"/>
                  </a:lnTo>
                  <a:lnTo>
                    <a:pt x="6827983" y="3575558"/>
                  </a:lnTo>
                  <a:lnTo>
                    <a:pt x="6715885" y="3897903"/>
                  </a:lnTo>
                  <a:lnTo>
                    <a:pt x="6684412" y="4063909"/>
                  </a:lnTo>
                  <a:close/>
                </a:path>
                <a:path w="7455534" h="10287000">
                  <a:moveTo>
                    <a:pt x="6641489" y="4638061"/>
                  </a:moveTo>
                  <a:lnTo>
                    <a:pt x="6650971" y="4240290"/>
                  </a:lnTo>
                  <a:lnTo>
                    <a:pt x="6753070" y="4430168"/>
                  </a:lnTo>
                  <a:lnTo>
                    <a:pt x="6641489" y="4638061"/>
                  </a:lnTo>
                  <a:close/>
                </a:path>
              </a:pathLst>
            </a:custGeom>
            <a:solidFill>
              <a:srgbClr val="FFD04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3150553"/>
              <a:ext cx="7848599" cy="4400549"/>
            </a:xfrm>
            <a:prstGeom prst="rect">
              <a:avLst/>
            </a:prstGeom>
          </p:spPr>
        </p:pic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37796" rIns="0" bIns="0" rtlCol="0" vert="horz">
            <a:spAutoFit/>
          </a:bodyPr>
          <a:lstStyle/>
          <a:p>
            <a:pPr marL="7195820">
              <a:lnSpc>
                <a:spcPct val="100000"/>
              </a:lnSpc>
              <a:spcBef>
                <a:spcPts val="100"/>
              </a:spcBef>
            </a:pPr>
            <a:r>
              <a:rPr dirty="0" sz="5000" b="0">
                <a:solidFill>
                  <a:srgbClr val="5460A8"/>
                </a:solidFill>
                <a:latin typeface="Comic Sans MS"/>
                <a:cs typeface="Comic Sans MS"/>
              </a:rPr>
              <a:t>TROJAN</a:t>
            </a:r>
            <a:r>
              <a:rPr dirty="0" sz="5000" spc="-145" b="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5000" spc="-10" b="0">
                <a:solidFill>
                  <a:srgbClr val="5460A8"/>
                </a:solidFill>
                <a:latin typeface="Comic Sans MS"/>
                <a:cs typeface="Comic Sans MS"/>
              </a:rPr>
              <a:t>HORSE</a:t>
            </a:r>
            <a:endParaRPr sz="5000">
              <a:latin typeface="Comic Sans MS"/>
              <a:cs typeface="Comic Sans MS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855096" y="2632860"/>
            <a:ext cx="114300" cy="11429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9136927" y="2400437"/>
            <a:ext cx="8135620" cy="7340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15399"/>
              </a:lnSpc>
              <a:spcBef>
                <a:spcPts val="100"/>
              </a:spcBef>
            </a:pP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A</a:t>
            </a:r>
            <a:r>
              <a:rPr dirty="0" sz="2600" spc="-2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Trojan</a:t>
            </a:r>
            <a:r>
              <a:rPr dirty="0" sz="2600" spc="-1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horse</a:t>
            </a:r>
            <a:r>
              <a:rPr dirty="0" sz="2600" spc="-1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attack</a:t>
            </a:r>
            <a:r>
              <a:rPr dirty="0" sz="2600" spc="-2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uses</a:t>
            </a:r>
            <a:r>
              <a:rPr dirty="0" sz="2600" spc="-1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a</a:t>
            </a:r>
            <a:r>
              <a:rPr dirty="0" sz="2600" spc="-1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malicious</a:t>
            </a:r>
            <a:r>
              <a:rPr dirty="0" sz="2600" spc="-2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program</a:t>
            </a:r>
            <a:r>
              <a:rPr dirty="0" sz="2600" spc="-1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 spc="-20">
                <a:solidFill>
                  <a:srgbClr val="5460A8"/>
                </a:solidFill>
                <a:latin typeface="Comic Sans MS"/>
                <a:cs typeface="Comic Sans MS"/>
              </a:rPr>
              <a:t>that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is</a:t>
            </a:r>
            <a:r>
              <a:rPr dirty="0" sz="2600" spc="-6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hidden</a:t>
            </a:r>
            <a:r>
              <a:rPr dirty="0" sz="2600" spc="-6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inside</a:t>
            </a:r>
            <a:r>
              <a:rPr dirty="0" sz="2600" spc="-6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a</a:t>
            </a:r>
            <a:r>
              <a:rPr dirty="0" sz="2600" spc="-5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seemingly</a:t>
            </a:r>
            <a:r>
              <a:rPr dirty="0" sz="2600" spc="-6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legitimate</a:t>
            </a:r>
            <a:r>
              <a:rPr dirty="0" sz="2600" spc="-6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 spc="-20">
                <a:solidFill>
                  <a:srgbClr val="5460A8"/>
                </a:solidFill>
                <a:latin typeface="Comic Sans MS"/>
                <a:cs typeface="Comic Sans MS"/>
              </a:rPr>
              <a:t>one.</a:t>
            </a:r>
            <a:endParaRPr sz="2600">
              <a:latin typeface="Comic Sans MS"/>
              <a:cs typeface="Comic Sans MS"/>
            </a:endParaRPr>
          </a:p>
          <a:p>
            <a:pPr algn="just" marL="12700" marR="5080">
              <a:lnSpc>
                <a:spcPct val="115399"/>
              </a:lnSpc>
              <a:spcBef>
                <a:spcPts val="3600"/>
              </a:spcBef>
            </a:pP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When</a:t>
            </a:r>
            <a:r>
              <a:rPr dirty="0" sz="2600" spc="57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the</a:t>
            </a:r>
            <a:r>
              <a:rPr dirty="0" sz="2600" spc="58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user</a:t>
            </a:r>
            <a:r>
              <a:rPr dirty="0" sz="2600" spc="58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executes</a:t>
            </a:r>
            <a:r>
              <a:rPr dirty="0" sz="2600" spc="57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the</a:t>
            </a:r>
            <a:r>
              <a:rPr dirty="0" sz="2600" spc="58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presumably</a:t>
            </a:r>
            <a:r>
              <a:rPr dirty="0" sz="2600" spc="58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 spc="-10">
                <a:solidFill>
                  <a:srgbClr val="5460A8"/>
                </a:solidFill>
                <a:latin typeface="Comic Sans MS"/>
                <a:cs typeface="Comic Sans MS"/>
              </a:rPr>
              <a:t>innocent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program,</a:t>
            </a:r>
            <a:r>
              <a:rPr dirty="0" sz="2600" spc="8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the</a:t>
            </a:r>
            <a:r>
              <a:rPr dirty="0" sz="2600" spc="8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malware</a:t>
            </a:r>
            <a:r>
              <a:rPr dirty="0" sz="2600" spc="8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inside</a:t>
            </a:r>
            <a:r>
              <a:rPr dirty="0" sz="2600" spc="8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the</a:t>
            </a:r>
            <a:r>
              <a:rPr dirty="0" sz="2600" spc="8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Trojan</a:t>
            </a:r>
            <a:r>
              <a:rPr dirty="0" sz="2600" spc="8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can</a:t>
            </a:r>
            <a:r>
              <a:rPr dirty="0" sz="2600" spc="8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be</a:t>
            </a:r>
            <a:r>
              <a:rPr dirty="0" sz="2600" spc="8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 spc="-20">
                <a:solidFill>
                  <a:srgbClr val="5460A8"/>
                </a:solidFill>
                <a:latin typeface="Comic Sans MS"/>
                <a:cs typeface="Comic Sans MS"/>
              </a:rPr>
              <a:t>used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to</a:t>
            </a:r>
            <a:r>
              <a:rPr dirty="0" sz="2600" spc="36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open</a:t>
            </a:r>
            <a:r>
              <a:rPr dirty="0" sz="2600" spc="37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a</a:t>
            </a:r>
            <a:r>
              <a:rPr dirty="0" sz="2600" spc="37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backdoor</a:t>
            </a:r>
            <a:r>
              <a:rPr dirty="0" sz="2600" spc="36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into</a:t>
            </a:r>
            <a:r>
              <a:rPr dirty="0" sz="2600" spc="37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the</a:t>
            </a:r>
            <a:r>
              <a:rPr dirty="0" sz="2600" spc="36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system</a:t>
            </a:r>
            <a:r>
              <a:rPr dirty="0" sz="2600" spc="36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through</a:t>
            </a:r>
            <a:r>
              <a:rPr dirty="0" sz="2600" spc="37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 spc="-10">
                <a:solidFill>
                  <a:srgbClr val="5460A8"/>
                </a:solidFill>
                <a:latin typeface="Comic Sans MS"/>
                <a:cs typeface="Comic Sans MS"/>
              </a:rPr>
              <a:t>which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hackers</a:t>
            </a:r>
            <a:r>
              <a:rPr dirty="0" sz="2600" spc="-6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can</a:t>
            </a:r>
            <a:r>
              <a:rPr dirty="0" sz="2600" spc="-6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penetrate</a:t>
            </a:r>
            <a:r>
              <a:rPr dirty="0" sz="2600" spc="-6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the</a:t>
            </a:r>
            <a:r>
              <a:rPr dirty="0" sz="2600" spc="-6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computer</a:t>
            </a:r>
            <a:r>
              <a:rPr dirty="0" sz="2600" spc="-6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or</a:t>
            </a:r>
            <a:r>
              <a:rPr dirty="0" sz="2600" spc="-6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 spc="-10">
                <a:solidFill>
                  <a:srgbClr val="5460A8"/>
                </a:solidFill>
                <a:latin typeface="Comic Sans MS"/>
                <a:cs typeface="Comic Sans MS"/>
              </a:rPr>
              <a:t>network.</a:t>
            </a:r>
            <a:endParaRPr sz="2600">
              <a:latin typeface="Comic Sans MS"/>
              <a:cs typeface="Comic Sans MS"/>
            </a:endParaRPr>
          </a:p>
          <a:p>
            <a:pPr algn="just" marL="12700" marR="5080">
              <a:lnSpc>
                <a:spcPct val="115399"/>
              </a:lnSpc>
              <a:spcBef>
                <a:spcPts val="3595"/>
              </a:spcBef>
            </a:pP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This</a:t>
            </a:r>
            <a:r>
              <a:rPr dirty="0" sz="2600" spc="58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threat</a:t>
            </a:r>
            <a:r>
              <a:rPr dirty="0" sz="2600" spc="58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gets</a:t>
            </a:r>
            <a:r>
              <a:rPr dirty="0" sz="2600" spc="58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its</a:t>
            </a:r>
            <a:r>
              <a:rPr dirty="0" sz="2600" spc="58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name</a:t>
            </a:r>
            <a:r>
              <a:rPr dirty="0" sz="2600" spc="58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from</a:t>
            </a:r>
            <a:r>
              <a:rPr dirty="0" sz="2600" spc="58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the</a:t>
            </a:r>
            <a:r>
              <a:rPr dirty="0" sz="2600" spc="58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story</a:t>
            </a:r>
            <a:r>
              <a:rPr dirty="0" sz="2600" spc="58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of</a:t>
            </a:r>
            <a:r>
              <a:rPr dirty="0" sz="2600" spc="58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 spc="-25">
                <a:solidFill>
                  <a:srgbClr val="5460A8"/>
                </a:solidFill>
                <a:latin typeface="Comic Sans MS"/>
                <a:cs typeface="Comic Sans MS"/>
              </a:rPr>
              <a:t>the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Greek</a:t>
            </a:r>
            <a:r>
              <a:rPr dirty="0" sz="2600" spc="38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soldiers</a:t>
            </a:r>
            <a:r>
              <a:rPr dirty="0" sz="2600" spc="38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who</a:t>
            </a:r>
            <a:r>
              <a:rPr dirty="0" sz="2600" spc="38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hid</a:t>
            </a:r>
            <a:r>
              <a:rPr dirty="0" sz="2600" spc="38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inside</a:t>
            </a:r>
            <a:r>
              <a:rPr dirty="0" sz="2600" spc="38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a</a:t>
            </a:r>
            <a:r>
              <a:rPr dirty="0" sz="2600" spc="38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horse</a:t>
            </a:r>
            <a:r>
              <a:rPr dirty="0" sz="2600" spc="38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to</a:t>
            </a:r>
            <a:r>
              <a:rPr dirty="0" sz="2600" spc="38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 spc="-10">
                <a:solidFill>
                  <a:srgbClr val="5460A8"/>
                </a:solidFill>
                <a:latin typeface="Comic Sans MS"/>
                <a:cs typeface="Comic Sans MS"/>
              </a:rPr>
              <a:t>infiltrate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the</a:t>
            </a:r>
            <a:r>
              <a:rPr dirty="0" sz="2600" spc="42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city</a:t>
            </a:r>
            <a:r>
              <a:rPr dirty="0" sz="2600" spc="42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of</a:t>
            </a:r>
            <a:r>
              <a:rPr dirty="0" sz="2600" spc="42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Troy</a:t>
            </a:r>
            <a:r>
              <a:rPr dirty="0" sz="2600" spc="43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and</a:t>
            </a:r>
            <a:r>
              <a:rPr dirty="0" sz="2600" spc="42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win</a:t>
            </a:r>
            <a:r>
              <a:rPr dirty="0" sz="2600" spc="42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the</a:t>
            </a:r>
            <a:r>
              <a:rPr dirty="0" sz="2600" spc="43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war.</a:t>
            </a:r>
            <a:r>
              <a:rPr dirty="0" sz="2600" spc="42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Once</a:t>
            </a:r>
            <a:r>
              <a:rPr dirty="0" sz="2600" spc="42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the</a:t>
            </a:r>
            <a:r>
              <a:rPr dirty="0" sz="2600" spc="43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 spc="-10">
                <a:solidFill>
                  <a:srgbClr val="5460A8"/>
                </a:solidFill>
                <a:latin typeface="Comic Sans MS"/>
                <a:cs typeface="Comic Sans MS"/>
              </a:rPr>
              <a:t>“gift”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was</a:t>
            </a:r>
            <a:r>
              <a:rPr dirty="0" sz="2600" spc="11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accepted</a:t>
            </a:r>
            <a:r>
              <a:rPr dirty="0" sz="2600" spc="114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and</a:t>
            </a:r>
            <a:r>
              <a:rPr dirty="0" sz="2600" spc="114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brought</a:t>
            </a:r>
            <a:r>
              <a:rPr dirty="0" sz="2600" spc="114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within</a:t>
            </a:r>
            <a:r>
              <a:rPr dirty="0" sz="2600" spc="114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the</a:t>
            </a:r>
            <a:r>
              <a:rPr dirty="0" sz="2600" spc="114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gates</a:t>
            </a:r>
            <a:r>
              <a:rPr dirty="0" sz="2600" spc="114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of</a:t>
            </a:r>
            <a:r>
              <a:rPr dirty="0" sz="2600" spc="114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 spc="-10">
                <a:solidFill>
                  <a:srgbClr val="5460A8"/>
                </a:solidFill>
                <a:latin typeface="Comic Sans MS"/>
                <a:cs typeface="Comic Sans MS"/>
              </a:rPr>
              <a:t>Troy,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the</a:t>
            </a:r>
            <a:r>
              <a:rPr dirty="0" sz="2600" spc="47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Greek</a:t>
            </a:r>
            <a:r>
              <a:rPr dirty="0" sz="2600" spc="47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soldiers</a:t>
            </a:r>
            <a:r>
              <a:rPr dirty="0" sz="2600" spc="47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jumped</a:t>
            </a:r>
            <a:r>
              <a:rPr dirty="0" sz="2600" spc="47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out</a:t>
            </a:r>
            <a:r>
              <a:rPr dirty="0" sz="2600" spc="47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and</a:t>
            </a:r>
            <a:r>
              <a:rPr dirty="0" sz="2600" spc="47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attacked.</a:t>
            </a:r>
            <a:r>
              <a:rPr dirty="0" sz="2600" spc="47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In</a:t>
            </a:r>
            <a:r>
              <a:rPr dirty="0" sz="2600" spc="47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 spc="-50">
                <a:solidFill>
                  <a:srgbClr val="5460A8"/>
                </a:solidFill>
                <a:latin typeface="Comic Sans MS"/>
                <a:cs typeface="Comic Sans MS"/>
              </a:rPr>
              <a:t>a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similar</a:t>
            </a:r>
            <a:r>
              <a:rPr dirty="0" sz="2600" spc="55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way,</a:t>
            </a:r>
            <a:r>
              <a:rPr dirty="0" sz="2600" spc="56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an</a:t>
            </a:r>
            <a:r>
              <a:rPr dirty="0" sz="2600" spc="56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unsuspecting</a:t>
            </a:r>
            <a:r>
              <a:rPr dirty="0" sz="2600" spc="56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user</a:t>
            </a:r>
            <a:r>
              <a:rPr dirty="0" sz="2600" spc="56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may</a:t>
            </a:r>
            <a:r>
              <a:rPr dirty="0" sz="2600" spc="55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welcome</a:t>
            </a:r>
            <a:r>
              <a:rPr dirty="0" sz="2600" spc="56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 spc="-25">
                <a:solidFill>
                  <a:srgbClr val="5460A8"/>
                </a:solidFill>
                <a:latin typeface="Comic Sans MS"/>
                <a:cs typeface="Comic Sans MS"/>
              </a:rPr>
              <a:t>an </a:t>
            </a:r>
            <a:r>
              <a:rPr dirty="0" sz="2600" spc="-20">
                <a:solidFill>
                  <a:srgbClr val="5460A8"/>
                </a:solidFill>
                <a:latin typeface="Comic Sans MS"/>
                <a:cs typeface="Comic Sans MS"/>
              </a:rPr>
              <a:t>innocent-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looking</a:t>
            </a:r>
            <a:r>
              <a:rPr dirty="0" sz="2600" spc="62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application</a:t>
            </a:r>
            <a:r>
              <a:rPr dirty="0" sz="2600" spc="62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into</a:t>
            </a:r>
            <a:r>
              <a:rPr dirty="0" sz="2600" spc="63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their</a:t>
            </a:r>
            <a:r>
              <a:rPr dirty="0" sz="2600" spc="62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system</a:t>
            </a:r>
            <a:r>
              <a:rPr dirty="0" sz="2600" spc="63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 spc="-20">
                <a:solidFill>
                  <a:srgbClr val="5460A8"/>
                </a:solidFill>
                <a:latin typeface="Comic Sans MS"/>
                <a:cs typeface="Comic Sans MS"/>
              </a:rPr>
              <a:t>only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to</a:t>
            </a:r>
            <a:r>
              <a:rPr dirty="0" sz="2600" spc="-3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usher</a:t>
            </a:r>
            <a:r>
              <a:rPr dirty="0" sz="2600" spc="-3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in</a:t>
            </a:r>
            <a:r>
              <a:rPr dirty="0" sz="2600" spc="-3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a</a:t>
            </a:r>
            <a:r>
              <a:rPr dirty="0" sz="2600" spc="-3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hidden</a:t>
            </a:r>
            <a:r>
              <a:rPr dirty="0" sz="2600" spc="-3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 spc="-10">
                <a:solidFill>
                  <a:srgbClr val="5460A8"/>
                </a:solidFill>
                <a:latin typeface="Comic Sans MS"/>
                <a:cs typeface="Comic Sans MS"/>
              </a:rPr>
              <a:t>threat.</a:t>
            </a:r>
            <a:endParaRPr sz="2600">
              <a:latin typeface="Comic Sans MS"/>
              <a:cs typeface="Comic Sans MS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855096" y="4004460"/>
            <a:ext cx="114300" cy="11429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855096" y="6290459"/>
            <a:ext cx="114300" cy="114299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8347075" cy="10287000"/>
            <a:chOff x="0" y="0"/>
            <a:chExt cx="8347075" cy="102870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8038465" cy="10287000"/>
            </a:xfrm>
            <a:custGeom>
              <a:avLst/>
              <a:gdLst/>
              <a:ahLst/>
              <a:cxnLst/>
              <a:rect l="l" t="t" r="r" b="b"/>
              <a:pathLst>
                <a:path w="8038465" h="10287000">
                  <a:moveTo>
                    <a:pt x="7214878" y="10287000"/>
                  </a:moveTo>
                  <a:lnTo>
                    <a:pt x="7285409" y="7328219"/>
                  </a:lnTo>
                  <a:lnTo>
                    <a:pt x="7599718" y="7541090"/>
                  </a:lnTo>
                  <a:lnTo>
                    <a:pt x="7708468" y="7802370"/>
                  </a:lnTo>
                  <a:lnTo>
                    <a:pt x="7732673" y="8157691"/>
                  </a:lnTo>
                  <a:lnTo>
                    <a:pt x="8006222" y="8586022"/>
                  </a:lnTo>
                  <a:lnTo>
                    <a:pt x="7880827" y="9043658"/>
                  </a:lnTo>
                  <a:lnTo>
                    <a:pt x="7587575" y="9287249"/>
                  </a:lnTo>
                  <a:lnTo>
                    <a:pt x="7563743" y="10287000"/>
                  </a:lnTo>
                  <a:lnTo>
                    <a:pt x="7214878" y="10287000"/>
                  </a:lnTo>
                  <a:close/>
                </a:path>
                <a:path w="8038465" h="10287000">
                  <a:moveTo>
                    <a:pt x="7563743" y="10287000"/>
                  </a:moveTo>
                  <a:lnTo>
                    <a:pt x="7587575" y="9287249"/>
                  </a:lnTo>
                  <a:lnTo>
                    <a:pt x="7659301" y="9761868"/>
                  </a:lnTo>
                  <a:lnTo>
                    <a:pt x="7839357" y="9989717"/>
                  </a:lnTo>
                  <a:lnTo>
                    <a:pt x="7826355" y="10287000"/>
                  </a:lnTo>
                  <a:lnTo>
                    <a:pt x="7563743" y="10287000"/>
                  </a:lnTo>
                  <a:close/>
                </a:path>
                <a:path w="8038465" h="10287000">
                  <a:moveTo>
                    <a:pt x="7767526" y="1274543"/>
                  </a:moveTo>
                  <a:lnTo>
                    <a:pt x="7795037" y="120455"/>
                  </a:lnTo>
                  <a:lnTo>
                    <a:pt x="8037839" y="869878"/>
                  </a:lnTo>
                  <a:lnTo>
                    <a:pt x="7858604" y="1174409"/>
                  </a:lnTo>
                  <a:lnTo>
                    <a:pt x="7767526" y="1274543"/>
                  </a:lnTo>
                  <a:close/>
                </a:path>
                <a:path w="8038465" h="10287000">
                  <a:moveTo>
                    <a:pt x="0" y="0"/>
                  </a:moveTo>
                  <a:lnTo>
                    <a:pt x="7846322" y="0"/>
                  </a:lnTo>
                  <a:lnTo>
                    <a:pt x="7795037" y="120455"/>
                  </a:lnTo>
                  <a:lnTo>
                    <a:pt x="7767526" y="1274543"/>
                  </a:lnTo>
                  <a:lnTo>
                    <a:pt x="7502115" y="1566348"/>
                  </a:lnTo>
                  <a:lnTo>
                    <a:pt x="7480618" y="2468139"/>
                  </a:lnTo>
                  <a:lnTo>
                    <a:pt x="7479267" y="2473298"/>
                  </a:lnTo>
                  <a:lnTo>
                    <a:pt x="7444917" y="3914300"/>
                  </a:lnTo>
                  <a:lnTo>
                    <a:pt x="7336413" y="4054937"/>
                  </a:lnTo>
                  <a:lnTo>
                    <a:pt x="7286341" y="6155437"/>
                  </a:lnTo>
                  <a:lnTo>
                    <a:pt x="7257231" y="6232609"/>
                  </a:lnTo>
                  <a:lnTo>
                    <a:pt x="7160583" y="10287000"/>
                  </a:lnTo>
                  <a:lnTo>
                    <a:pt x="0" y="10287000"/>
                  </a:lnTo>
                  <a:lnTo>
                    <a:pt x="0" y="0"/>
                  </a:lnTo>
                  <a:close/>
                </a:path>
                <a:path w="8038465" h="10287000">
                  <a:moveTo>
                    <a:pt x="7444917" y="3914300"/>
                  </a:moveTo>
                  <a:lnTo>
                    <a:pt x="7479267" y="2473298"/>
                  </a:lnTo>
                  <a:lnTo>
                    <a:pt x="7497761" y="2820867"/>
                  </a:lnTo>
                  <a:lnTo>
                    <a:pt x="7568899" y="3196468"/>
                  </a:lnTo>
                  <a:lnTo>
                    <a:pt x="7691417" y="3653136"/>
                  </a:lnTo>
                  <a:lnTo>
                    <a:pt x="7444917" y="3914300"/>
                  </a:lnTo>
                  <a:close/>
                </a:path>
                <a:path w="8038465" h="10287000">
                  <a:moveTo>
                    <a:pt x="7480618" y="2468139"/>
                  </a:moveTo>
                  <a:lnTo>
                    <a:pt x="7502115" y="1566348"/>
                  </a:lnTo>
                  <a:lnTo>
                    <a:pt x="7603594" y="1998685"/>
                  </a:lnTo>
                  <a:lnTo>
                    <a:pt x="7480618" y="2468139"/>
                  </a:lnTo>
                  <a:close/>
                </a:path>
                <a:path w="8038465" h="10287000">
                  <a:moveTo>
                    <a:pt x="7160583" y="10287000"/>
                  </a:moveTo>
                  <a:lnTo>
                    <a:pt x="7257231" y="6232609"/>
                  </a:lnTo>
                  <a:lnTo>
                    <a:pt x="7464003" y="6524969"/>
                  </a:lnTo>
                  <a:lnTo>
                    <a:pt x="7323921" y="6794811"/>
                  </a:lnTo>
                  <a:lnTo>
                    <a:pt x="7313028" y="7251789"/>
                  </a:lnTo>
                  <a:lnTo>
                    <a:pt x="7285409" y="7328219"/>
                  </a:lnTo>
                  <a:lnTo>
                    <a:pt x="7214878" y="10287000"/>
                  </a:lnTo>
                  <a:lnTo>
                    <a:pt x="7160583" y="10287000"/>
                  </a:lnTo>
                  <a:close/>
                </a:path>
                <a:path w="8038465" h="10287000">
                  <a:moveTo>
                    <a:pt x="7286341" y="6155437"/>
                  </a:moveTo>
                  <a:lnTo>
                    <a:pt x="7310561" y="5139433"/>
                  </a:lnTo>
                  <a:lnTo>
                    <a:pt x="7419227" y="5466059"/>
                  </a:lnTo>
                  <a:lnTo>
                    <a:pt x="7456806" y="5703532"/>
                  </a:lnTo>
                  <a:lnTo>
                    <a:pt x="7286341" y="6155437"/>
                  </a:lnTo>
                  <a:close/>
                </a:path>
                <a:path w="8038465" h="10287000">
                  <a:moveTo>
                    <a:pt x="7313028" y="7251789"/>
                  </a:moveTo>
                  <a:lnTo>
                    <a:pt x="7323921" y="6794811"/>
                  </a:lnTo>
                  <a:lnTo>
                    <a:pt x="7399828" y="7011580"/>
                  </a:lnTo>
                  <a:lnTo>
                    <a:pt x="7313028" y="7251789"/>
                  </a:lnTo>
                  <a:close/>
                </a:path>
                <a:path w="8038465" h="10287000">
                  <a:moveTo>
                    <a:pt x="7310561" y="5139433"/>
                  </a:moveTo>
                  <a:lnTo>
                    <a:pt x="7336413" y="4054937"/>
                  </a:lnTo>
                  <a:lnTo>
                    <a:pt x="7406656" y="4447468"/>
                  </a:lnTo>
                  <a:lnTo>
                    <a:pt x="7377527" y="4803728"/>
                  </a:lnTo>
                  <a:lnTo>
                    <a:pt x="7310561" y="5139433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7855584" cy="10287000"/>
            </a:xfrm>
            <a:custGeom>
              <a:avLst/>
              <a:gdLst/>
              <a:ahLst/>
              <a:cxnLst/>
              <a:rect l="l" t="t" r="r" b="b"/>
              <a:pathLst>
                <a:path w="7855584" h="10287000">
                  <a:moveTo>
                    <a:pt x="7513358" y="8906835"/>
                  </a:moveTo>
                  <a:lnTo>
                    <a:pt x="7537499" y="7894104"/>
                  </a:lnTo>
                  <a:lnTo>
                    <a:pt x="7855359" y="8236279"/>
                  </a:lnTo>
                  <a:lnTo>
                    <a:pt x="7854099" y="8577728"/>
                  </a:lnTo>
                  <a:lnTo>
                    <a:pt x="7513358" y="8906835"/>
                  </a:lnTo>
                  <a:close/>
                </a:path>
                <a:path w="7855584" h="10287000">
                  <a:moveTo>
                    <a:pt x="7362286" y="10287000"/>
                  </a:moveTo>
                  <a:lnTo>
                    <a:pt x="7392401" y="9023662"/>
                  </a:lnTo>
                  <a:lnTo>
                    <a:pt x="7463647" y="9497779"/>
                  </a:lnTo>
                  <a:lnTo>
                    <a:pt x="7643453" y="9725868"/>
                  </a:lnTo>
                  <a:lnTo>
                    <a:pt x="7649466" y="10256899"/>
                  </a:lnTo>
                  <a:lnTo>
                    <a:pt x="7635295" y="10287000"/>
                  </a:lnTo>
                  <a:lnTo>
                    <a:pt x="7362286" y="10287000"/>
                  </a:lnTo>
                  <a:close/>
                </a:path>
                <a:path w="7855584" h="10287000">
                  <a:moveTo>
                    <a:pt x="0" y="0"/>
                  </a:moveTo>
                  <a:lnTo>
                    <a:pt x="7646400" y="0"/>
                  </a:lnTo>
                  <a:lnTo>
                    <a:pt x="7842653" y="606783"/>
                  </a:lnTo>
                  <a:lnTo>
                    <a:pt x="7663418" y="911314"/>
                  </a:lnTo>
                  <a:lnTo>
                    <a:pt x="7306930" y="1303254"/>
                  </a:lnTo>
                  <a:lnTo>
                    <a:pt x="7285414" y="2205834"/>
                  </a:lnTo>
                  <a:lnTo>
                    <a:pt x="7284064" y="2210939"/>
                  </a:lnTo>
                  <a:lnTo>
                    <a:pt x="7249713" y="3651941"/>
                  </a:lnTo>
                  <a:lnTo>
                    <a:pt x="7031253" y="3860219"/>
                  </a:lnTo>
                  <a:lnTo>
                    <a:pt x="6878051" y="10287000"/>
                  </a:lnTo>
                  <a:lnTo>
                    <a:pt x="0" y="10287000"/>
                  </a:lnTo>
                  <a:lnTo>
                    <a:pt x="0" y="0"/>
                  </a:lnTo>
                  <a:close/>
                </a:path>
                <a:path w="7855584" h="10287000">
                  <a:moveTo>
                    <a:pt x="7012684" y="10287000"/>
                  </a:moveTo>
                  <a:lnTo>
                    <a:pt x="7089493" y="7064862"/>
                  </a:lnTo>
                  <a:lnTo>
                    <a:pt x="7408015" y="7152542"/>
                  </a:lnTo>
                  <a:lnTo>
                    <a:pt x="7612487" y="7531076"/>
                  </a:lnTo>
                  <a:lnTo>
                    <a:pt x="7537499" y="7894104"/>
                  </a:lnTo>
                  <a:lnTo>
                    <a:pt x="7513358" y="8906835"/>
                  </a:lnTo>
                  <a:lnTo>
                    <a:pt x="7392401" y="9023662"/>
                  </a:lnTo>
                  <a:lnTo>
                    <a:pt x="7362286" y="10287000"/>
                  </a:lnTo>
                  <a:lnTo>
                    <a:pt x="7012684" y="10287000"/>
                  </a:lnTo>
                  <a:close/>
                </a:path>
                <a:path w="7855584" h="10287000">
                  <a:moveTo>
                    <a:pt x="7249713" y="3651941"/>
                  </a:moveTo>
                  <a:lnTo>
                    <a:pt x="7284064" y="2210939"/>
                  </a:lnTo>
                  <a:lnTo>
                    <a:pt x="7302558" y="2558508"/>
                  </a:lnTo>
                  <a:lnTo>
                    <a:pt x="7373702" y="2933864"/>
                  </a:lnTo>
                  <a:lnTo>
                    <a:pt x="7496459" y="3390783"/>
                  </a:lnTo>
                  <a:lnTo>
                    <a:pt x="7249713" y="3651941"/>
                  </a:lnTo>
                  <a:close/>
                </a:path>
                <a:path w="7855584" h="10287000">
                  <a:moveTo>
                    <a:pt x="7091865" y="5893517"/>
                  </a:moveTo>
                  <a:lnTo>
                    <a:pt x="7116124" y="4875865"/>
                  </a:lnTo>
                  <a:lnTo>
                    <a:pt x="7377056" y="5122348"/>
                  </a:lnTo>
                  <a:lnTo>
                    <a:pt x="7262854" y="5440220"/>
                  </a:lnTo>
                  <a:lnTo>
                    <a:pt x="7091865" y="5893517"/>
                  </a:lnTo>
                  <a:close/>
                </a:path>
                <a:path w="7855584" h="10287000">
                  <a:moveTo>
                    <a:pt x="7285414" y="2205834"/>
                  </a:moveTo>
                  <a:lnTo>
                    <a:pt x="7306930" y="1303254"/>
                  </a:lnTo>
                  <a:lnTo>
                    <a:pt x="7409624" y="1736110"/>
                  </a:lnTo>
                  <a:lnTo>
                    <a:pt x="7285414" y="2205834"/>
                  </a:lnTo>
                  <a:close/>
                </a:path>
                <a:path w="7855584" h="10287000">
                  <a:moveTo>
                    <a:pt x="6960354" y="10287000"/>
                  </a:moveTo>
                  <a:lnTo>
                    <a:pt x="7063279" y="5969298"/>
                  </a:lnTo>
                  <a:lnTo>
                    <a:pt x="7269806" y="6261652"/>
                  </a:lnTo>
                  <a:lnTo>
                    <a:pt x="7129963" y="6531746"/>
                  </a:lnTo>
                  <a:lnTo>
                    <a:pt x="7119223" y="6982289"/>
                  </a:lnTo>
                  <a:lnTo>
                    <a:pt x="7089493" y="7064862"/>
                  </a:lnTo>
                  <a:lnTo>
                    <a:pt x="7012684" y="10287000"/>
                  </a:lnTo>
                  <a:lnTo>
                    <a:pt x="6960354" y="10287000"/>
                  </a:lnTo>
                  <a:close/>
                </a:path>
                <a:path w="7855584" h="10287000">
                  <a:moveTo>
                    <a:pt x="6878051" y="10287000"/>
                  </a:moveTo>
                  <a:lnTo>
                    <a:pt x="7031253" y="3860219"/>
                  </a:lnTo>
                  <a:lnTo>
                    <a:pt x="7210500" y="4183859"/>
                  </a:lnTo>
                  <a:lnTo>
                    <a:pt x="7280664" y="4693080"/>
                  </a:lnTo>
                  <a:lnTo>
                    <a:pt x="7116124" y="4875865"/>
                  </a:lnTo>
                  <a:lnTo>
                    <a:pt x="7091865" y="5893517"/>
                  </a:lnTo>
                  <a:lnTo>
                    <a:pt x="7063279" y="5969298"/>
                  </a:lnTo>
                  <a:lnTo>
                    <a:pt x="6960354" y="10287000"/>
                  </a:lnTo>
                  <a:lnTo>
                    <a:pt x="6878051" y="10287000"/>
                  </a:lnTo>
                  <a:close/>
                </a:path>
                <a:path w="7855584" h="10287000">
                  <a:moveTo>
                    <a:pt x="7119223" y="6982289"/>
                  </a:moveTo>
                  <a:lnTo>
                    <a:pt x="7129963" y="6531746"/>
                  </a:lnTo>
                  <a:lnTo>
                    <a:pt x="7203941" y="6746994"/>
                  </a:lnTo>
                  <a:lnTo>
                    <a:pt x="7119223" y="69822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7455534" cy="10287000"/>
            </a:xfrm>
            <a:custGeom>
              <a:avLst/>
              <a:gdLst/>
              <a:ahLst/>
              <a:cxnLst/>
              <a:rect l="l" t="t" r="r" b="b"/>
              <a:pathLst>
                <a:path w="7455534" h="10287000">
                  <a:moveTo>
                    <a:pt x="7113128" y="8897294"/>
                  </a:moveTo>
                  <a:lnTo>
                    <a:pt x="7137269" y="7884563"/>
                  </a:lnTo>
                  <a:lnTo>
                    <a:pt x="7455129" y="8226739"/>
                  </a:lnTo>
                  <a:lnTo>
                    <a:pt x="7453869" y="8568187"/>
                  </a:lnTo>
                  <a:lnTo>
                    <a:pt x="7113128" y="8897294"/>
                  </a:lnTo>
                  <a:close/>
                </a:path>
                <a:path w="7455534" h="10287000">
                  <a:moveTo>
                    <a:pt x="6961828" y="10287000"/>
                  </a:moveTo>
                  <a:lnTo>
                    <a:pt x="6992171" y="9014121"/>
                  </a:lnTo>
                  <a:lnTo>
                    <a:pt x="7064154" y="9488256"/>
                  </a:lnTo>
                  <a:lnTo>
                    <a:pt x="7243959" y="9716345"/>
                  </a:lnTo>
                  <a:lnTo>
                    <a:pt x="7249218" y="10248094"/>
                  </a:lnTo>
                  <a:lnTo>
                    <a:pt x="7230870" y="10287000"/>
                  </a:lnTo>
                  <a:lnTo>
                    <a:pt x="6961828" y="10287000"/>
                  </a:lnTo>
                  <a:close/>
                </a:path>
                <a:path w="7455534" h="10287000">
                  <a:moveTo>
                    <a:pt x="0" y="0"/>
                  </a:moveTo>
                  <a:lnTo>
                    <a:pt x="7253029" y="0"/>
                  </a:lnTo>
                  <a:lnTo>
                    <a:pt x="7321853" y="200564"/>
                  </a:lnTo>
                  <a:lnTo>
                    <a:pt x="7405113" y="455417"/>
                  </a:lnTo>
                  <a:lnTo>
                    <a:pt x="7441704" y="596488"/>
                  </a:lnTo>
                  <a:lnTo>
                    <a:pt x="7429594" y="688685"/>
                  </a:lnTo>
                  <a:lnTo>
                    <a:pt x="7371847" y="1032847"/>
                  </a:lnTo>
                  <a:lnTo>
                    <a:pt x="6885061" y="1346015"/>
                  </a:lnTo>
                  <a:lnTo>
                    <a:pt x="6845235" y="3016749"/>
                  </a:lnTo>
                  <a:lnTo>
                    <a:pt x="6765524" y="3088369"/>
                  </a:lnTo>
                  <a:lnTo>
                    <a:pt x="6706464" y="3138813"/>
                  </a:lnTo>
                  <a:lnTo>
                    <a:pt x="6684412" y="4063909"/>
                  </a:lnTo>
                  <a:lnTo>
                    <a:pt x="6650971" y="4240290"/>
                  </a:lnTo>
                  <a:lnTo>
                    <a:pt x="6641489" y="4638061"/>
                  </a:lnTo>
                  <a:lnTo>
                    <a:pt x="6559218" y="4791346"/>
                  </a:lnTo>
                  <a:lnTo>
                    <a:pt x="6428212" y="10287000"/>
                  </a:lnTo>
                  <a:lnTo>
                    <a:pt x="0" y="10287000"/>
                  </a:lnTo>
                  <a:lnTo>
                    <a:pt x="0" y="0"/>
                  </a:lnTo>
                  <a:close/>
                </a:path>
                <a:path w="7455534" h="10287000">
                  <a:moveTo>
                    <a:pt x="6833092" y="10287000"/>
                  </a:moveTo>
                  <a:lnTo>
                    <a:pt x="6912064" y="6974157"/>
                  </a:lnTo>
                  <a:lnTo>
                    <a:pt x="7024226" y="7277773"/>
                  </a:lnTo>
                  <a:lnTo>
                    <a:pt x="7174229" y="7467810"/>
                  </a:lnTo>
                  <a:lnTo>
                    <a:pt x="7137269" y="7884563"/>
                  </a:lnTo>
                  <a:lnTo>
                    <a:pt x="7113128" y="8897294"/>
                  </a:lnTo>
                  <a:lnTo>
                    <a:pt x="6992171" y="9014121"/>
                  </a:lnTo>
                  <a:lnTo>
                    <a:pt x="6961828" y="10287000"/>
                  </a:lnTo>
                  <a:lnTo>
                    <a:pt x="6833092" y="10287000"/>
                  </a:lnTo>
                  <a:close/>
                </a:path>
                <a:path w="7455534" h="10287000">
                  <a:moveTo>
                    <a:pt x="6845235" y="3016749"/>
                  </a:moveTo>
                  <a:lnTo>
                    <a:pt x="6885061" y="1346015"/>
                  </a:lnTo>
                  <a:lnTo>
                    <a:pt x="6904927" y="1397204"/>
                  </a:lnTo>
                  <a:lnTo>
                    <a:pt x="6948402" y="1514087"/>
                  </a:lnTo>
                  <a:lnTo>
                    <a:pt x="6991300" y="1641643"/>
                  </a:lnTo>
                  <a:lnTo>
                    <a:pt x="7009435" y="1724849"/>
                  </a:lnTo>
                  <a:lnTo>
                    <a:pt x="7009429" y="1758706"/>
                  </a:lnTo>
                  <a:lnTo>
                    <a:pt x="7011500" y="1807503"/>
                  </a:lnTo>
                  <a:lnTo>
                    <a:pt x="7021925" y="1983775"/>
                  </a:lnTo>
                  <a:lnTo>
                    <a:pt x="7024056" y="2032573"/>
                  </a:lnTo>
                  <a:lnTo>
                    <a:pt x="7024140" y="2066432"/>
                  </a:lnTo>
                  <a:lnTo>
                    <a:pt x="7045461" y="2137930"/>
                  </a:lnTo>
                  <a:lnTo>
                    <a:pt x="7095126" y="2239723"/>
                  </a:lnTo>
                  <a:lnTo>
                    <a:pt x="7145322" y="2330841"/>
                  </a:lnTo>
                  <a:lnTo>
                    <a:pt x="7168235" y="2370318"/>
                  </a:lnTo>
                  <a:lnTo>
                    <a:pt x="7121105" y="2634308"/>
                  </a:lnTo>
                  <a:lnTo>
                    <a:pt x="7102403" y="2730617"/>
                  </a:lnTo>
                  <a:lnTo>
                    <a:pt x="7032121" y="2834410"/>
                  </a:lnTo>
                  <a:lnTo>
                    <a:pt x="6896952" y="2970281"/>
                  </a:lnTo>
                  <a:lnTo>
                    <a:pt x="6845235" y="3016749"/>
                  </a:lnTo>
                  <a:close/>
                </a:path>
                <a:path w="7455534" h="10287000">
                  <a:moveTo>
                    <a:pt x="6736049" y="10287000"/>
                  </a:moveTo>
                  <a:lnTo>
                    <a:pt x="6842619" y="5816392"/>
                  </a:lnTo>
                  <a:lnTo>
                    <a:pt x="6868576" y="6252824"/>
                  </a:lnTo>
                  <a:lnTo>
                    <a:pt x="6965954" y="6537663"/>
                  </a:lnTo>
                  <a:lnTo>
                    <a:pt x="6956268" y="6727578"/>
                  </a:lnTo>
                  <a:lnTo>
                    <a:pt x="6912064" y="6974157"/>
                  </a:lnTo>
                  <a:lnTo>
                    <a:pt x="6833092" y="10287000"/>
                  </a:lnTo>
                  <a:lnTo>
                    <a:pt x="6739273" y="10287000"/>
                  </a:lnTo>
                  <a:lnTo>
                    <a:pt x="6736049" y="10287000"/>
                  </a:lnTo>
                  <a:close/>
                </a:path>
                <a:path w="7455534" h="10287000">
                  <a:moveTo>
                    <a:pt x="6428212" y="10287000"/>
                  </a:moveTo>
                  <a:lnTo>
                    <a:pt x="6559218" y="4791346"/>
                  </a:lnTo>
                  <a:lnTo>
                    <a:pt x="6899580" y="5323222"/>
                  </a:lnTo>
                  <a:lnTo>
                    <a:pt x="6842619" y="5816392"/>
                  </a:lnTo>
                  <a:lnTo>
                    <a:pt x="6736049" y="10287000"/>
                  </a:lnTo>
                  <a:lnTo>
                    <a:pt x="6428212" y="10287000"/>
                  </a:lnTo>
                  <a:close/>
                </a:path>
                <a:path w="7455534" h="10287000">
                  <a:moveTo>
                    <a:pt x="6684412" y="4063909"/>
                  </a:moveTo>
                  <a:lnTo>
                    <a:pt x="6706464" y="3138813"/>
                  </a:lnTo>
                  <a:lnTo>
                    <a:pt x="6827983" y="3575558"/>
                  </a:lnTo>
                  <a:lnTo>
                    <a:pt x="6715885" y="3897903"/>
                  </a:lnTo>
                  <a:lnTo>
                    <a:pt x="6684412" y="4063909"/>
                  </a:lnTo>
                  <a:close/>
                </a:path>
                <a:path w="7455534" h="10287000">
                  <a:moveTo>
                    <a:pt x="6641489" y="4638061"/>
                  </a:moveTo>
                  <a:lnTo>
                    <a:pt x="6650971" y="4240290"/>
                  </a:lnTo>
                  <a:lnTo>
                    <a:pt x="6753070" y="4430168"/>
                  </a:lnTo>
                  <a:lnTo>
                    <a:pt x="6641489" y="4638061"/>
                  </a:lnTo>
                  <a:close/>
                </a:path>
              </a:pathLst>
            </a:custGeom>
            <a:solidFill>
              <a:srgbClr val="FFD04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758" y="3393814"/>
              <a:ext cx="8324849" cy="3971924"/>
            </a:xfrm>
            <a:prstGeom prst="rect">
              <a:avLst/>
            </a:prstGeom>
          </p:spPr>
        </p:pic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34206" rIns="0" bIns="0" rtlCol="0" vert="horz">
            <a:spAutoFit/>
          </a:bodyPr>
          <a:lstStyle/>
          <a:p>
            <a:pPr marL="7632065">
              <a:lnSpc>
                <a:spcPct val="100000"/>
              </a:lnSpc>
              <a:spcBef>
                <a:spcPts val="100"/>
              </a:spcBef>
            </a:pPr>
            <a:r>
              <a:rPr dirty="0" sz="5000" b="0">
                <a:solidFill>
                  <a:srgbClr val="5460A8"/>
                </a:solidFill>
                <a:latin typeface="Comic Sans MS"/>
                <a:cs typeface="Comic Sans MS"/>
              </a:rPr>
              <a:t>PASSWORD</a:t>
            </a:r>
            <a:r>
              <a:rPr dirty="0" sz="5000" spc="-165" b="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5000" spc="-10" b="0">
                <a:solidFill>
                  <a:srgbClr val="5460A8"/>
                </a:solidFill>
                <a:latin typeface="Comic Sans MS"/>
                <a:cs typeface="Comic Sans MS"/>
              </a:rPr>
              <a:t>ATTACKS</a:t>
            </a:r>
            <a:endParaRPr sz="5000">
              <a:latin typeface="Comic Sans MS"/>
              <a:cs typeface="Comic Sans MS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29023" y="3672689"/>
            <a:ext cx="114300" cy="11429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9210854" y="3440266"/>
            <a:ext cx="7668259" cy="414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15399"/>
              </a:lnSpc>
              <a:spcBef>
                <a:spcPts val="100"/>
              </a:spcBef>
            </a:pP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Password</a:t>
            </a:r>
            <a:r>
              <a:rPr dirty="0" sz="2600" spc="36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attacks</a:t>
            </a:r>
            <a:r>
              <a:rPr dirty="0" sz="2600" spc="36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often</a:t>
            </a:r>
            <a:r>
              <a:rPr dirty="0" sz="2600" spc="36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precede</a:t>
            </a:r>
            <a:r>
              <a:rPr dirty="0" sz="2600" spc="36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 spc="-10">
                <a:solidFill>
                  <a:srgbClr val="5460A8"/>
                </a:solidFill>
                <a:latin typeface="Comic Sans MS"/>
                <a:cs typeface="Comic Sans MS"/>
              </a:rPr>
              <a:t>information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security</a:t>
            </a:r>
            <a:r>
              <a:rPr dirty="0" sz="2600" spc="36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events</a:t>
            </a:r>
            <a:r>
              <a:rPr dirty="0" sz="2600" spc="36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since</a:t>
            </a:r>
            <a:r>
              <a:rPr dirty="0" sz="2600" spc="36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passwords</a:t>
            </a:r>
            <a:r>
              <a:rPr dirty="0" sz="2600" spc="36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and</a:t>
            </a:r>
            <a:r>
              <a:rPr dirty="0" sz="2600" spc="36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other</a:t>
            </a:r>
            <a:r>
              <a:rPr dirty="0" sz="2600" spc="36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 spc="-10">
                <a:solidFill>
                  <a:srgbClr val="5460A8"/>
                </a:solidFill>
                <a:latin typeface="Comic Sans MS"/>
                <a:cs typeface="Comic Sans MS"/>
              </a:rPr>
              <a:t>login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credentials</a:t>
            </a:r>
            <a:r>
              <a:rPr dirty="0" sz="2600" spc="52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are</a:t>
            </a:r>
            <a:r>
              <a:rPr dirty="0" sz="2600" spc="52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the</a:t>
            </a:r>
            <a:r>
              <a:rPr dirty="0" sz="2600" spc="52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fastest</a:t>
            </a:r>
            <a:r>
              <a:rPr dirty="0" sz="2600" spc="52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and</a:t>
            </a:r>
            <a:r>
              <a:rPr dirty="0" sz="2600" spc="52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easiest</a:t>
            </a:r>
            <a:r>
              <a:rPr dirty="0" sz="2600" spc="52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way</a:t>
            </a:r>
            <a:r>
              <a:rPr dirty="0" sz="2600" spc="52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 spc="-25">
                <a:solidFill>
                  <a:srgbClr val="5460A8"/>
                </a:solidFill>
                <a:latin typeface="Comic Sans MS"/>
                <a:cs typeface="Comic Sans MS"/>
              </a:rPr>
              <a:t>to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gain</a:t>
            </a:r>
            <a:r>
              <a:rPr dirty="0" sz="2600" spc="-5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unauthorized</a:t>
            </a:r>
            <a:r>
              <a:rPr dirty="0" sz="2600" spc="-5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access</a:t>
            </a:r>
            <a:r>
              <a:rPr dirty="0" sz="2600" spc="-5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to</a:t>
            </a:r>
            <a:r>
              <a:rPr dirty="0" sz="2600" spc="-5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systems</a:t>
            </a:r>
            <a:r>
              <a:rPr dirty="0" sz="2600" spc="-5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and</a:t>
            </a:r>
            <a:r>
              <a:rPr dirty="0" sz="2600" spc="-5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 spc="-10">
                <a:solidFill>
                  <a:srgbClr val="5460A8"/>
                </a:solidFill>
                <a:latin typeface="Comic Sans MS"/>
                <a:cs typeface="Comic Sans MS"/>
              </a:rPr>
              <a:t>data.</a:t>
            </a:r>
            <a:endParaRPr sz="2600">
              <a:latin typeface="Comic Sans MS"/>
              <a:cs typeface="Comic Sans MS"/>
            </a:endParaRPr>
          </a:p>
          <a:p>
            <a:pPr algn="just" marL="12700" marR="5080">
              <a:lnSpc>
                <a:spcPct val="115399"/>
              </a:lnSpc>
              <a:spcBef>
                <a:spcPts val="3600"/>
              </a:spcBef>
            </a:pP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Ways</a:t>
            </a:r>
            <a:r>
              <a:rPr dirty="0" sz="2600" spc="16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to</a:t>
            </a:r>
            <a:r>
              <a:rPr dirty="0" sz="2600" spc="16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get</a:t>
            </a:r>
            <a:r>
              <a:rPr dirty="0" sz="2600" spc="16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someone’s</a:t>
            </a:r>
            <a:r>
              <a:rPr dirty="0" sz="2600" spc="16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password</a:t>
            </a:r>
            <a:r>
              <a:rPr dirty="0" sz="2600" spc="16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include</a:t>
            </a:r>
            <a:r>
              <a:rPr dirty="0" sz="2600" spc="16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 spc="-10">
                <a:solidFill>
                  <a:srgbClr val="5460A8"/>
                </a:solidFill>
                <a:latin typeface="Comic Sans MS"/>
                <a:cs typeface="Comic Sans MS"/>
              </a:rPr>
              <a:t>stealing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it</a:t>
            </a:r>
            <a:r>
              <a:rPr dirty="0" sz="2600" spc="36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through</a:t>
            </a:r>
            <a:r>
              <a:rPr dirty="0" sz="2600" spc="36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phishing</a:t>
            </a:r>
            <a:r>
              <a:rPr dirty="0" sz="2600" spc="36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attacks,</a:t>
            </a:r>
            <a:r>
              <a:rPr dirty="0" sz="2600" spc="36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credential</a:t>
            </a:r>
            <a:r>
              <a:rPr dirty="0" sz="2600" spc="36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 spc="-10">
                <a:solidFill>
                  <a:srgbClr val="5460A8"/>
                </a:solidFill>
                <a:latin typeface="Comic Sans MS"/>
                <a:cs typeface="Comic Sans MS"/>
              </a:rPr>
              <a:t>stuffing,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and</a:t>
            </a:r>
            <a:r>
              <a:rPr dirty="0" sz="2600" spc="26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brute</a:t>
            </a:r>
            <a:r>
              <a:rPr dirty="0" sz="2600" spc="26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force</a:t>
            </a:r>
            <a:r>
              <a:rPr dirty="0" sz="2600" spc="26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hackers</a:t>
            </a:r>
            <a:r>
              <a:rPr dirty="0" sz="2600" spc="26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put</a:t>
            </a:r>
            <a:r>
              <a:rPr dirty="0" sz="2600" spc="26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tremendous</a:t>
            </a:r>
            <a:r>
              <a:rPr dirty="0" sz="2600" spc="26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 spc="-10">
                <a:solidFill>
                  <a:srgbClr val="5460A8"/>
                </a:solidFill>
                <a:latin typeface="Comic Sans MS"/>
                <a:cs typeface="Comic Sans MS"/>
              </a:rPr>
              <a:t>energy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and</a:t>
            </a:r>
            <a:r>
              <a:rPr dirty="0" sz="2600" spc="-4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ingenuity</a:t>
            </a:r>
            <a:r>
              <a:rPr dirty="0" sz="2600" spc="-4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into</a:t>
            </a:r>
            <a:r>
              <a:rPr dirty="0" sz="2600" spc="-4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this</a:t>
            </a:r>
            <a:r>
              <a:rPr dirty="0" sz="2600" spc="-4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 spc="-10">
                <a:solidFill>
                  <a:srgbClr val="5460A8"/>
                </a:solidFill>
                <a:latin typeface="Comic Sans MS"/>
                <a:cs typeface="Comic Sans MS"/>
              </a:rPr>
              <a:t>effort.</a:t>
            </a:r>
            <a:endParaRPr sz="2600">
              <a:latin typeface="Comic Sans MS"/>
              <a:cs typeface="Comic Sans MS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29023" y="5958689"/>
            <a:ext cx="114300" cy="114299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-1"/>
            <a:ext cx="7175500" cy="10287000"/>
            <a:chOff x="0" y="-1"/>
            <a:chExt cx="7175500" cy="10287000"/>
          </a:xfrm>
        </p:grpSpPr>
        <p:sp>
          <p:nvSpPr>
            <p:cNvPr id="3" name="object 3"/>
            <p:cNvSpPr/>
            <p:nvPr/>
          </p:nvSpPr>
          <p:spPr>
            <a:xfrm>
              <a:off x="0" y="-1"/>
              <a:ext cx="6898005" cy="10287000"/>
            </a:xfrm>
            <a:custGeom>
              <a:avLst/>
              <a:gdLst/>
              <a:ahLst/>
              <a:cxnLst/>
              <a:rect l="l" t="t" r="r" b="b"/>
              <a:pathLst>
                <a:path w="6898005" h="10287000">
                  <a:moveTo>
                    <a:pt x="6069834" y="10287000"/>
                  </a:moveTo>
                  <a:lnTo>
                    <a:pt x="6145522" y="7111896"/>
                  </a:lnTo>
                  <a:lnTo>
                    <a:pt x="6459831" y="7324766"/>
                  </a:lnTo>
                  <a:lnTo>
                    <a:pt x="6568581" y="7586046"/>
                  </a:lnTo>
                  <a:lnTo>
                    <a:pt x="6592786" y="7941367"/>
                  </a:lnTo>
                  <a:lnTo>
                    <a:pt x="6866335" y="8369698"/>
                  </a:lnTo>
                  <a:lnTo>
                    <a:pt x="6740939" y="8827335"/>
                  </a:lnTo>
                  <a:lnTo>
                    <a:pt x="6447687" y="9070925"/>
                  </a:lnTo>
                  <a:lnTo>
                    <a:pt x="6418699" y="10287000"/>
                  </a:lnTo>
                  <a:lnTo>
                    <a:pt x="6069834" y="10287000"/>
                  </a:lnTo>
                  <a:close/>
                </a:path>
                <a:path w="6898005" h="10287000">
                  <a:moveTo>
                    <a:pt x="6418699" y="10287000"/>
                  </a:moveTo>
                  <a:lnTo>
                    <a:pt x="6447687" y="9070925"/>
                  </a:lnTo>
                  <a:lnTo>
                    <a:pt x="6519413" y="9545544"/>
                  </a:lnTo>
                  <a:lnTo>
                    <a:pt x="6699470" y="9773393"/>
                  </a:lnTo>
                  <a:lnTo>
                    <a:pt x="6677006" y="10287000"/>
                  </a:lnTo>
                  <a:lnTo>
                    <a:pt x="6418699" y="10287000"/>
                  </a:lnTo>
                  <a:close/>
                </a:path>
                <a:path w="6898005" h="10287000">
                  <a:moveTo>
                    <a:pt x="0" y="0"/>
                  </a:moveTo>
                  <a:lnTo>
                    <a:pt x="6686210" y="0"/>
                  </a:lnTo>
                  <a:lnTo>
                    <a:pt x="6897951" y="653554"/>
                  </a:lnTo>
                  <a:lnTo>
                    <a:pt x="6718716" y="958085"/>
                  </a:lnTo>
                  <a:lnTo>
                    <a:pt x="6362228" y="1350025"/>
                  </a:lnTo>
                  <a:lnTo>
                    <a:pt x="6340731" y="2251816"/>
                  </a:lnTo>
                  <a:lnTo>
                    <a:pt x="6339380" y="2256975"/>
                  </a:lnTo>
                  <a:lnTo>
                    <a:pt x="6305029" y="3697976"/>
                  </a:lnTo>
                  <a:lnTo>
                    <a:pt x="6196526" y="3838614"/>
                  </a:lnTo>
                  <a:lnTo>
                    <a:pt x="6146454" y="5939114"/>
                  </a:lnTo>
                  <a:lnTo>
                    <a:pt x="6117344" y="6016285"/>
                  </a:lnTo>
                  <a:lnTo>
                    <a:pt x="6015539" y="10287000"/>
                  </a:lnTo>
                  <a:lnTo>
                    <a:pt x="0" y="10287000"/>
                  </a:lnTo>
                  <a:lnTo>
                    <a:pt x="0" y="0"/>
                  </a:lnTo>
                  <a:close/>
                </a:path>
                <a:path w="6898005" h="10287000">
                  <a:moveTo>
                    <a:pt x="6305029" y="3697976"/>
                  </a:moveTo>
                  <a:lnTo>
                    <a:pt x="6339380" y="2256975"/>
                  </a:lnTo>
                  <a:lnTo>
                    <a:pt x="6357873" y="2604543"/>
                  </a:lnTo>
                  <a:lnTo>
                    <a:pt x="6429011" y="2980145"/>
                  </a:lnTo>
                  <a:lnTo>
                    <a:pt x="6551529" y="3436812"/>
                  </a:lnTo>
                  <a:lnTo>
                    <a:pt x="6305029" y="3697976"/>
                  </a:lnTo>
                  <a:close/>
                </a:path>
                <a:path w="6898005" h="10287000">
                  <a:moveTo>
                    <a:pt x="6340731" y="2251816"/>
                  </a:moveTo>
                  <a:lnTo>
                    <a:pt x="6362228" y="1350025"/>
                  </a:lnTo>
                  <a:lnTo>
                    <a:pt x="6463706" y="1782361"/>
                  </a:lnTo>
                  <a:lnTo>
                    <a:pt x="6340731" y="2251816"/>
                  </a:lnTo>
                  <a:close/>
                </a:path>
                <a:path w="6898005" h="10287000">
                  <a:moveTo>
                    <a:pt x="6015539" y="10287000"/>
                  </a:moveTo>
                  <a:lnTo>
                    <a:pt x="6117344" y="6016285"/>
                  </a:lnTo>
                  <a:lnTo>
                    <a:pt x="6324116" y="6308645"/>
                  </a:lnTo>
                  <a:lnTo>
                    <a:pt x="6184034" y="6578488"/>
                  </a:lnTo>
                  <a:lnTo>
                    <a:pt x="6173140" y="7035466"/>
                  </a:lnTo>
                  <a:lnTo>
                    <a:pt x="6145522" y="7111896"/>
                  </a:lnTo>
                  <a:lnTo>
                    <a:pt x="6069834" y="10287000"/>
                  </a:lnTo>
                  <a:lnTo>
                    <a:pt x="6015539" y="10287000"/>
                  </a:lnTo>
                  <a:close/>
                </a:path>
                <a:path w="6898005" h="10287000">
                  <a:moveTo>
                    <a:pt x="6146454" y="5939114"/>
                  </a:moveTo>
                  <a:lnTo>
                    <a:pt x="6170673" y="4923110"/>
                  </a:lnTo>
                  <a:lnTo>
                    <a:pt x="6279339" y="5249735"/>
                  </a:lnTo>
                  <a:lnTo>
                    <a:pt x="6316918" y="5487208"/>
                  </a:lnTo>
                  <a:lnTo>
                    <a:pt x="6146454" y="5939114"/>
                  </a:lnTo>
                  <a:close/>
                </a:path>
                <a:path w="6898005" h="10287000">
                  <a:moveTo>
                    <a:pt x="6173140" y="7035466"/>
                  </a:moveTo>
                  <a:lnTo>
                    <a:pt x="6184034" y="6578488"/>
                  </a:lnTo>
                  <a:lnTo>
                    <a:pt x="6259941" y="6795256"/>
                  </a:lnTo>
                  <a:lnTo>
                    <a:pt x="6173140" y="7035466"/>
                  </a:lnTo>
                  <a:close/>
                </a:path>
                <a:path w="6898005" h="10287000">
                  <a:moveTo>
                    <a:pt x="6170673" y="4923110"/>
                  </a:moveTo>
                  <a:lnTo>
                    <a:pt x="6196526" y="3838614"/>
                  </a:lnTo>
                  <a:lnTo>
                    <a:pt x="6266769" y="4231145"/>
                  </a:lnTo>
                  <a:lnTo>
                    <a:pt x="6237639" y="4587405"/>
                  </a:lnTo>
                  <a:lnTo>
                    <a:pt x="6170673" y="492311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0" y="-1"/>
              <a:ext cx="6715759" cy="10287000"/>
            </a:xfrm>
            <a:custGeom>
              <a:avLst/>
              <a:gdLst/>
              <a:ahLst/>
              <a:cxnLst/>
              <a:rect l="l" t="t" r="r" b="b"/>
              <a:pathLst>
                <a:path w="6715759" h="10287000">
                  <a:moveTo>
                    <a:pt x="6373470" y="8690511"/>
                  </a:moveTo>
                  <a:lnTo>
                    <a:pt x="6397612" y="7677780"/>
                  </a:lnTo>
                  <a:lnTo>
                    <a:pt x="6715472" y="8019956"/>
                  </a:lnTo>
                  <a:lnTo>
                    <a:pt x="6714211" y="8361404"/>
                  </a:lnTo>
                  <a:lnTo>
                    <a:pt x="6373470" y="8690511"/>
                  </a:lnTo>
                  <a:close/>
                </a:path>
                <a:path w="6715759" h="10287000">
                  <a:moveTo>
                    <a:pt x="6217242" y="10287000"/>
                  </a:moveTo>
                  <a:lnTo>
                    <a:pt x="6252514" y="8807338"/>
                  </a:lnTo>
                  <a:lnTo>
                    <a:pt x="6323760" y="9281456"/>
                  </a:lnTo>
                  <a:lnTo>
                    <a:pt x="6503565" y="9509544"/>
                  </a:lnTo>
                  <a:lnTo>
                    <a:pt x="6509578" y="10040576"/>
                  </a:lnTo>
                  <a:lnTo>
                    <a:pt x="6393568" y="10287000"/>
                  </a:lnTo>
                  <a:lnTo>
                    <a:pt x="6217242" y="10287000"/>
                  </a:lnTo>
                  <a:close/>
                </a:path>
                <a:path w="6715759" h="10287000">
                  <a:moveTo>
                    <a:pt x="0" y="0"/>
                  </a:moveTo>
                  <a:lnTo>
                    <a:pt x="6576478" y="0"/>
                  </a:lnTo>
                  <a:lnTo>
                    <a:pt x="6702766" y="390460"/>
                  </a:lnTo>
                  <a:lnTo>
                    <a:pt x="6523531" y="694991"/>
                  </a:lnTo>
                  <a:lnTo>
                    <a:pt x="6167042" y="1086930"/>
                  </a:lnTo>
                  <a:lnTo>
                    <a:pt x="6145527" y="1989510"/>
                  </a:lnTo>
                  <a:lnTo>
                    <a:pt x="6144177" y="1994616"/>
                  </a:lnTo>
                  <a:lnTo>
                    <a:pt x="6109826" y="3435618"/>
                  </a:lnTo>
                  <a:lnTo>
                    <a:pt x="5891366" y="3643895"/>
                  </a:lnTo>
                  <a:lnTo>
                    <a:pt x="5733007" y="10287000"/>
                  </a:lnTo>
                  <a:lnTo>
                    <a:pt x="0" y="10287000"/>
                  </a:lnTo>
                  <a:lnTo>
                    <a:pt x="0" y="0"/>
                  </a:lnTo>
                  <a:close/>
                </a:path>
                <a:path w="6715759" h="10287000">
                  <a:moveTo>
                    <a:pt x="5867640" y="10287000"/>
                  </a:moveTo>
                  <a:lnTo>
                    <a:pt x="5949606" y="6848538"/>
                  </a:lnTo>
                  <a:lnTo>
                    <a:pt x="6268127" y="6936219"/>
                  </a:lnTo>
                  <a:lnTo>
                    <a:pt x="6472599" y="7314753"/>
                  </a:lnTo>
                  <a:lnTo>
                    <a:pt x="6397612" y="7677780"/>
                  </a:lnTo>
                  <a:lnTo>
                    <a:pt x="6373470" y="8690511"/>
                  </a:lnTo>
                  <a:lnTo>
                    <a:pt x="6252514" y="8807338"/>
                  </a:lnTo>
                  <a:lnTo>
                    <a:pt x="6217242" y="10287000"/>
                  </a:lnTo>
                  <a:lnTo>
                    <a:pt x="5867640" y="10287000"/>
                  </a:lnTo>
                  <a:close/>
                </a:path>
                <a:path w="6715759" h="10287000">
                  <a:moveTo>
                    <a:pt x="6109826" y="3435618"/>
                  </a:moveTo>
                  <a:lnTo>
                    <a:pt x="6144177" y="1994616"/>
                  </a:lnTo>
                  <a:lnTo>
                    <a:pt x="6162670" y="2342185"/>
                  </a:lnTo>
                  <a:lnTo>
                    <a:pt x="6233814" y="2717540"/>
                  </a:lnTo>
                  <a:lnTo>
                    <a:pt x="6356572" y="3174460"/>
                  </a:lnTo>
                  <a:lnTo>
                    <a:pt x="6109826" y="3435618"/>
                  </a:lnTo>
                  <a:close/>
                </a:path>
                <a:path w="6715759" h="10287000">
                  <a:moveTo>
                    <a:pt x="5951977" y="5677193"/>
                  </a:moveTo>
                  <a:lnTo>
                    <a:pt x="5976236" y="4659541"/>
                  </a:lnTo>
                  <a:lnTo>
                    <a:pt x="6237169" y="4906024"/>
                  </a:lnTo>
                  <a:lnTo>
                    <a:pt x="6122966" y="5223897"/>
                  </a:lnTo>
                  <a:lnTo>
                    <a:pt x="5951977" y="5677193"/>
                  </a:lnTo>
                  <a:close/>
                </a:path>
                <a:path w="6715759" h="10287000">
                  <a:moveTo>
                    <a:pt x="6145527" y="1989510"/>
                  </a:moveTo>
                  <a:lnTo>
                    <a:pt x="6167042" y="1086930"/>
                  </a:lnTo>
                  <a:lnTo>
                    <a:pt x="6269736" y="1519787"/>
                  </a:lnTo>
                  <a:lnTo>
                    <a:pt x="6145527" y="1989510"/>
                  </a:lnTo>
                  <a:close/>
                </a:path>
                <a:path w="6715759" h="10287000">
                  <a:moveTo>
                    <a:pt x="5815310" y="10287000"/>
                  </a:moveTo>
                  <a:lnTo>
                    <a:pt x="5923392" y="5752974"/>
                  </a:lnTo>
                  <a:lnTo>
                    <a:pt x="6129918" y="6045329"/>
                  </a:lnTo>
                  <a:lnTo>
                    <a:pt x="5990076" y="6315423"/>
                  </a:lnTo>
                  <a:lnTo>
                    <a:pt x="5979336" y="6765966"/>
                  </a:lnTo>
                  <a:lnTo>
                    <a:pt x="5949606" y="6848538"/>
                  </a:lnTo>
                  <a:lnTo>
                    <a:pt x="5867640" y="10287000"/>
                  </a:lnTo>
                  <a:lnTo>
                    <a:pt x="5815310" y="10287000"/>
                  </a:lnTo>
                  <a:close/>
                </a:path>
                <a:path w="6715759" h="10287000">
                  <a:moveTo>
                    <a:pt x="5733007" y="10287000"/>
                  </a:moveTo>
                  <a:lnTo>
                    <a:pt x="5891366" y="3643895"/>
                  </a:lnTo>
                  <a:lnTo>
                    <a:pt x="6070613" y="3967535"/>
                  </a:lnTo>
                  <a:lnTo>
                    <a:pt x="6140776" y="4476756"/>
                  </a:lnTo>
                  <a:lnTo>
                    <a:pt x="5976236" y="4659541"/>
                  </a:lnTo>
                  <a:lnTo>
                    <a:pt x="5951977" y="5677193"/>
                  </a:lnTo>
                  <a:lnTo>
                    <a:pt x="5923392" y="5752974"/>
                  </a:lnTo>
                  <a:lnTo>
                    <a:pt x="5815310" y="10287000"/>
                  </a:lnTo>
                  <a:lnTo>
                    <a:pt x="5733007" y="10287000"/>
                  </a:lnTo>
                  <a:close/>
                </a:path>
                <a:path w="6715759" h="10287000">
                  <a:moveTo>
                    <a:pt x="5979336" y="6765966"/>
                  </a:moveTo>
                  <a:lnTo>
                    <a:pt x="5990076" y="6315423"/>
                  </a:lnTo>
                  <a:lnTo>
                    <a:pt x="6064053" y="6530671"/>
                  </a:lnTo>
                  <a:lnTo>
                    <a:pt x="5979336" y="676596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0" y="-1"/>
              <a:ext cx="6315710" cy="10287000"/>
            </a:xfrm>
            <a:custGeom>
              <a:avLst/>
              <a:gdLst/>
              <a:ahLst/>
              <a:cxnLst/>
              <a:rect l="l" t="t" r="r" b="b"/>
              <a:pathLst>
                <a:path w="6315710" h="10287000">
                  <a:moveTo>
                    <a:pt x="5973240" y="8680970"/>
                  </a:moveTo>
                  <a:lnTo>
                    <a:pt x="5997382" y="7668240"/>
                  </a:lnTo>
                  <a:lnTo>
                    <a:pt x="6315242" y="8010415"/>
                  </a:lnTo>
                  <a:lnTo>
                    <a:pt x="6313981" y="8351863"/>
                  </a:lnTo>
                  <a:lnTo>
                    <a:pt x="5973240" y="8680970"/>
                  </a:lnTo>
                  <a:close/>
                </a:path>
                <a:path w="6315710" h="10287000">
                  <a:moveTo>
                    <a:pt x="5816784" y="10287000"/>
                  </a:moveTo>
                  <a:lnTo>
                    <a:pt x="5852284" y="8797798"/>
                  </a:lnTo>
                  <a:lnTo>
                    <a:pt x="5924266" y="9271932"/>
                  </a:lnTo>
                  <a:lnTo>
                    <a:pt x="6104072" y="9500021"/>
                  </a:lnTo>
                  <a:lnTo>
                    <a:pt x="6109330" y="10031771"/>
                  </a:lnTo>
                  <a:lnTo>
                    <a:pt x="5988966" y="10287000"/>
                  </a:lnTo>
                  <a:lnTo>
                    <a:pt x="5816784" y="10287000"/>
                  </a:lnTo>
                  <a:close/>
                </a:path>
                <a:path w="6315710" h="10287000">
                  <a:moveTo>
                    <a:pt x="0" y="0"/>
                  </a:moveTo>
                  <a:lnTo>
                    <a:pt x="6187114" y="0"/>
                  </a:lnTo>
                  <a:lnTo>
                    <a:pt x="6265226" y="239093"/>
                  </a:lnTo>
                  <a:lnTo>
                    <a:pt x="6301816" y="380164"/>
                  </a:lnTo>
                  <a:lnTo>
                    <a:pt x="6289707" y="472362"/>
                  </a:lnTo>
                  <a:lnTo>
                    <a:pt x="6231960" y="816524"/>
                  </a:lnTo>
                  <a:lnTo>
                    <a:pt x="5745174" y="1129692"/>
                  </a:lnTo>
                  <a:lnTo>
                    <a:pt x="5705347" y="2800426"/>
                  </a:lnTo>
                  <a:lnTo>
                    <a:pt x="5625637" y="2872046"/>
                  </a:lnTo>
                  <a:lnTo>
                    <a:pt x="5566577" y="2922489"/>
                  </a:lnTo>
                  <a:lnTo>
                    <a:pt x="5544524" y="3847585"/>
                  </a:lnTo>
                  <a:lnTo>
                    <a:pt x="5511084" y="4023967"/>
                  </a:lnTo>
                  <a:lnTo>
                    <a:pt x="5501602" y="4421737"/>
                  </a:lnTo>
                  <a:lnTo>
                    <a:pt x="5419330" y="4575022"/>
                  </a:lnTo>
                  <a:lnTo>
                    <a:pt x="5283168" y="10287000"/>
                  </a:lnTo>
                  <a:lnTo>
                    <a:pt x="0" y="10287000"/>
                  </a:lnTo>
                  <a:lnTo>
                    <a:pt x="0" y="0"/>
                  </a:lnTo>
                  <a:close/>
                </a:path>
                <a:path w="6315710" h="10287000">
                  <a:moveTo>
                    <a:pt x="5688048" y="10287000"/>
                  </a:moveTo>
                  <a:lnTo>
                    <a:pt x="5772176" y="6757833"/>
                  </a:lnTo>
                  <a:lnTo>
                    <a:pt x="5884339" y="7061449"/>
                  </a:lnTo>
                  <a:lnTo>
                    <a:pt x="6034341" y="7251486"/>
                  </a:lnTo>
                  <a:lnTo>
                    <a:pt x="5997382" y="7668240"/>
                  </a:lnTo>
                  <a:lnTo>
                    <a:pt x="5973240" y="8680970"/>
                  </a:lnTo>
                  <a:lnTo>
                    <a:pt x="5852284" y="8797798"/>
                  </a:lnTo>
                  <a:lnTo>
                    <a:pt x="5816784" y="10287000"/>
                  </a:lnTo>
                  <a:lnTo>
                    <a:pt x="5688048" y="10287000"/>
                  </a:lnTo>
                  <a:close/>
                </a:path>
                <a:path w="6315710" h="10287000">
                  <a:moveTo>
                    <a:pt x="5705347" y="2800426"/>
                  </a:moveTo>
                  <a:lnTo>
                    <a:pt x="5745174" y="1129692"/>
                  </a:lnTo>
                  <a:lnTo>
                    <a:pt x="5765040" y="1180880"/>
                  </a:lnTo>
                  <a:lnTo>
                    <a:pt x="5808514" y="1297763"/>
                  </a:lnTo>
                  <a:lnTo>
                    <a:pt x="5851412" y="1425319"/>
                  </a:lnTo>
                  <a:lnTo>
                    <a:pt x="5869547" y="1508526"/>
                  </a:lnTo>
                  <a:lnTo>
                    <a:pt x="5869542" y="1542383"/>
                  </a:lnTo>
                  <a:lnTo>
                    <a:pt x="5871613" y="1591179"/>
                  </a:lnTo>
                  <a:lnTo>
                    <a:pt x="5882038" y="1767451"/>
                  </a:lnTo>
                  <a:lnTo>
                    <a:pt x="5884168" y="1816249"/>
                  </a:lnTo>
                  <a:lnTo>
                    <a:pt x="5884253" y="1850108"/>
                  </a:lnTo>
                  <a:lnTo>
                    <a:pt x="5905573" y="1921607"/>
                  </a:lnTo>
                  <a:lnTo>
                    <a:pt x="5955239" y="2023399"/>
                  </a:lnTo>
                  <a:lnTo>
                    <a:pt x="6005435" y="2114518"/>
                  </a:lnTo>
                  <a:lnTo>
                    <a:pt x="6028348" y="2153995"/>
                  </a:lnTo>
                  <a:lnTo>
                    <a:pt x="5981218" y="2417985"/>
                  </a:lnTo>
                  <a:lnTo>
                    <a:pt x="5962515" y="2514293"/>
                  </a:lnTo>
                  <a:lnTo>
                    <a:pt x="5892234" y="2618086"/>
                  </a:lnTo>
                  <a:lnTo>
                    <a:pt x="5757065" y="2753957"/>
                  </a:lnTo>
                  <a:lnTo>
                    <a:pt x="5705347" y="2800426"/>
                  </a:lnTo>
                  <a:close/>
                </a:path>
                <a:path w="6315710" h="10287000">
                  <a:moveTo>
                    <a:pt x="5591004" y="10287000"/>
                  </a:moveTo>
                  <a:lnTo>
                    <a:pt x="5702731" y="5600069"/>
                  </a:lnTo>
                  <a:lnTo>
                    <a:pt x="5728688" y="6036501"/>
                  </a:lnTo>
                  <a:lnTo>
                    <a:pt x="5826067" y="6321339"/>
                  </a:lnTo>
                  <a:lnTo>
                    <a:pt x="5816380" y="6511255"/>
                  </a:lnTo>
                  <a:lnTo>
                    <a:pt x="5772176" y="6757833"/>
                  </a:lnTo>
                  <a:lnTo>
                    <a:pt x="5688048" y="10287000"/>
                  </a:lnTo>
                  <a:lnTo>
                    <a:pt x="5594229" y="10287000"/>
                  </a:lnTo>
                  <a:lnTo>
                    <a:pt x="5591004" y="10287000"/>
                  </a:lnTo>
                  <a:close/>
                </a:path>
                <a:path w="6315710" h="10287000">
                  <a:moveTo>
                    <a:pt x="5283168" y="10287000"/>
                  </a:moveTo>
                  <a:lnTo>
                    <a:pt x="5419330" y="4575022"/>
                  </a:lnTo>
                  <a:lnTo>
                    <a:pt x="5759693" y="5106899"/>
                  </a:lnTo>
                  <a:lnTo>
                    <a:pt x="5702731" y="5600069"/>
                  </a:lnTo>
                  <a:lnTo>
                    <a:pt x="5591004" y="10287000"/>
                  </a:lnTo>
                  <a:lnTo>
                    <a:pt x="5283168" y="10287000"/>
                  </a:lnTo>
                  <a:close/>
                </a:path>
                <a:path w="6315710" h="10287000">
                  <a:moveTo>
                    <a:pt x="5544524" y="3847585"/>
                  </a:moveTo>
                  <a:lnTo>
                    <a:pt x="5566577" y="2922489"/>
                  </a:lnTo>
                  <a:lnTo>
                    <a:pt x="5688095" y="3359234"/>
                  </a:lnTo>
                  <a:lnTo>
                    <a:pt x="5575997" y="3681580"/>
                  </a:lnTo>
                  <a:lnTo>
                    <a:pt x="5544524" y="3847585"/>
                  </a:lnTo>
                  <a:close/>
                </a:path>
                <a:path w="6315710" h="10287000">
                  <a:moveTo>
                    <a:pt x="5501602" y="4421737"/>
                  </a:moveTo>
                  <a:lnTo>
                    <a:pt x="5511084" y="4023967"/>
                  </a:lnTo>
                  <a:lnTo>
                    <a:pt x="5613182" y="4213845"/>
                  </a:lnTo>
                  <a:lnTo>
                    <a:pt x="5501602" y="4421737"/>
                  </a:lnTo>
                  <a:close/>
                </a:path>
              </a:pathLst>
            </a:custGeom>
            <a:solidFill>
              <a:srgbClr val="FFD04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286" y="3596675"/>
              <a:ext cx="7086599" cy="3063364"/>
            </a:xfrm>
            <a:prstGeom prst="rect">
              <a:avLst/>
            </a:prstGeom>
          </p:spPr>
        </p:pic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7192641" y="1009713"/>
            <a:ext cx="7647940" cy="7874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000" spc="-35" b="0">
                <a:solidFill>
                  <a:srgbClr val="5460A8"/>
                </a:solidFill>
                <a:latin typeface="Comic Sans MS"/>
                <a:cs typeface="Comic Sans MS"/>
              </a:rPr>
              <a:t>BRUTE-</a:t>
            </a:r>
            <a:r>
              <a:rPr dirty="0" sz="5000" b="0">
                <a:solidFill>
                  <a:srgbClr val="5460A8"/>
                </a:solidFill>
                <a:latin typeface="Comic Sans MS"/>
                <a:cs typeface="Comic Sans MS"/>
              </a:rPr>
              <a:t>FORCE</a:t>
            </a:r>
            <a:r>
              <a:rPr dirty="0" sz="5000" spc="-30" b="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5000" spc="-10" b="0">
                <a:solidFill>
                  <a:srgbClr val="5460A8"/>
                </a:solidFill>
                <a:latin typeface="Comic Sans MS"/>
                <a:cs typeface="Comic Sans MS"/>
              </a:rPr>
              <a:t>ATTACKS</a:t>
            </a:r>
            <a:endParaRPr sz="5000">
              <a:latin typeface="Comic Sans MS"/>
              <a:cs typeface="Comic Sans MS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70943" y="2279719"/>
            <a:ext cx="114300" cy="11429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7950244" y="2063813"/>
            <a:ext cx="9654540" cy="7912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Brute</a:t>
            </a:r>
            <a:r>
              <a:rPr dirty="0" sz="2500" spc="16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force</a:t>
            </a:r>
            <a:r>
              <a:rPr dirty="0" sz="2500" spc="16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is</a:t>
            </a:r>
            <a:r>
              <a:rPr dirty="0" sz="2500" spc="16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a</a:t>
            </a:r>
            <a:r>
              <a:rPr dirty="0" sz="2500" spc="16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method</a:t>
            </a:r>
            <a:r>
              <a:rPr dirty="0" sz="2500" spc="16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where</a:t>
            </a:r>
            <a:r>
              <a:rPr dirty="0" sz="2500" spc="16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attackers</a:t>
            </a:r>
            <a:r>
              <a:rPr dirty="0" sz="2500" spc="16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try</a:t>
            </a:r>
            <a:r>
              <a:rPr dirty="0" sz="2500" spc="16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all</a:t>
            </a:r>
            <a:r>
              <a:rPr dirty="0" sz="2500" spc="16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500" spc="-10">
                <a:solidFill>
                  <a:srgbClr val="5460A8"/>
                </a:solidFill>
                <a:latin typeface="Comic Sans MS"/>
                <a:cs typeface="Comic Sans MS"/>
              </a:rPr>
              <a:t>possible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passwords</a:t>
            </a:r>
            <a:r>
              <a:rPr dirty="0" sz="2500" spc="16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until</a:t>
            </a:r>
            <a:r>
              <a:rPr dirty="0" sz="2500" spc="16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the</a:t>
            </a:r>
            <a:r>
              <a:rPr dirty="0" sz="2500" spc="16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right</a:t>
            </a:r>
            <a:r>
              <a:rPr dirty="0" sz="2500" spc="16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one</a:t>
            </a:r>
            <a:r>
              <a:rPr dirty="0" sz="2500" spc="16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is</a:t>
            </a:r>
            <a:r>
              <a:rPr dirty="0" sz="2500" spc="16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found.</a:t>
            </a:r>
            <a:r>
              <a:rPr dirty="0" sz="2500" spc="16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It</a:t>
            </a:r>
            <a:r>
              <a:rPr dirty="0" sz="2500" spc="16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doesn’t</a:t>
            </a:r>
            <a:r>
              <a:rPr dirty="0" sz="2500" spc="16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500" spc="-10">
                <a:solidFill>
                  <a:srgbClr val="5460A8"/>
                </a:solidFill>
                <a:latin typeface="Comic Sans MS"/>
                <a:cs typeface="Comic Sans MS"/>
              </a:rPr>
              <a:t>exploit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software</a:t>
            </a:r>
            <a:r>
              <a:rPr dirty="0" sz="2500" spc="-4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flaws</a:t>
            </a:r>
            <a:r>
              <a:rPr dirty="0" sz="2500" spc="-4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but</a:t>
            </a:r>
            <a:r>
              <a:rPr dirty="0" sz="2500" spc="-4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relies</a:t>
            </a:r>
            <a:r>
              <a:rPr dirty="0" sz="2500" spc="-4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on</a:t>
            </a:r>
            <a:r>
              <a:rPr dirty="0" sz="2500" spc="-4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 spc="-10">
                <a:solidFill>
                  <a:srgbClr val="5460A8"/>
                </a:solidFill>
                <a:latin typeface="Comic Sans MS"/>
                <a:cs typeface="Comic Sans MS"/>
              </a:rPr>
              <a:t>trial-and-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error</a:t>
            </a:r>
            <a:r>
              <a:rPr dirty="0" sz="2500" spc="-4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 spc="-10">
                <a:solidFill>
                  <a:srgbClr val="5460A8"/>
                </a:solidFill>
                <a:latin typeface="Comic Sans MS"/>
                <a:cs typeface="Comic Sans MS"/>
              </a:rPr>
              <a:t>testing.</a:t>
            </a:r>
            <a:endParaRPr sz="2500">
              <a:latin typeface="Comic Sans MS"/>
              <a:cs typeface="Comic Sans MS"/>
            </a:endParaRPr>
          </a:p>
          <a:p>
            <a:pPr algn="just" marL="12700" marR="5080">
              <a:lnSpc>
                <a:spcPct val="114999"/>
              </a:lnSpc>
              <a:spcBef>
                <a:spcPts val="3450"/>
              </a:spcBef>
            </a:pP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The</a:t>
            </a:r>
            <a:r>
              <a:rPr dirty="0" sz="2500" spc="39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attacker</a:t>
            </a:r>
            <a:r>
              <a:rPr dirty="0" sz="2500" spc="39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simply</a:t>
            </a:r>
            <a:r>
              <a:rPr dirty="0" sz="2500" spc="39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tries</a:t>
            </a:r>
            <a:r>
              <a:rPr dirty="0" sz="2500" spc="39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to</a:t>
            </a:r>
            <a:r>
              <a:rPr dirty="0" sz="2500" spc="39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guess</a:t>
            </a:r>
            <a:r>
              <a:rPr dirty="0" sz="2500" spc="39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by</a:t>
            </a:r>
            <a:r>
              <a:rPr dirty="0" sz="2500" spc="39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trying</a:t>
            </a:r>
            <a:r>
              <a:rPr dirty="0" sz="2500" spc="39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500" spc="-10">
                <a:solidFill>
                  <a:srgbClr val="5460A8"/>
                </a:solidFill>
                <a:latin typeface="Comic Sans MS"/>
                <a:cs typeface="Comic Sans MS"/>
              </a:rPr>
              <a:t>different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combinations</a:t>
            </a:r>
            <a:r>
              <a:rPr dirty="0" sz="2500" spc="11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of</a:t>
            </a:r>
            <a:r>
              <a:rPr dirty="0" sz="2500" spc="11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the</a:t>
            </a:r>
            <a:r>
              <a:rPr dirty="0" sz="2500" spc="114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login</a:t>
            </a:r>
            <a:r>
              <a:rPr dirty="0" sz="2500" spc="11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credentials</a:t>
            </a:r>
            <a:r>
              <a:rPr dirty="0" sz="2500" spc="11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of</a:t>
            </a:r>
            <a:r>
              <a:rPr dirty="0" sz="2500" spc="114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someone</a:t>
            </a:r>
            <a:r>
              <a:rPr dirty="0" sz="2500" spc="11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with</a:t>
            </a:r>
            <a:r>
              <a:rPr dirty="0" sz="2500" spc="11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access</a:t>
            </a:r>
            <a:r>
              <a:rPr dirty="0" sz="2500" spc="114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 spc="-25">
                <a:solidFill>
                  <a:srgbClr val="5460A8"/>
                </a:solidFill>
                <a:latin typeface="Comic Sans MS"/>
                <a:cs typeface="Comic Sans MS"/>
              </a:rPr>
              <a:t>to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the</a:t>
            </a:r>
            <a:r>
              <a:rPr dirty="0" sz="2500" spc="-4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target</a:t>
            </a:r>
            <a:r>
              <a:rPr dirty="0" sz="2500" spc="-4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system.</a:t>
            </a:r>
            <a:r>
              <a:rPr dirty="0" sz="2500" spc="-4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Once</a:t>
            </a:r>
            <a:r>
              <a:rPr dirty="0" sz="2500" spc="-4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they</a:t>
            </a:r>
            <a:r>
              <a:rPr dirty="0" sz="2500" spc="-4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get</a:t>
            </a:r>
            <a:r>
              <a:rPr dirty="0" sz="2500" spc="-4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it</a:t>
            </a:r>
            <a:r>
              <a:rPr dirty="0" sz="2500" spc="-4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right,</a:t>
            </a:r>
            <a:r>
              <a:rPr dirty="0" sz="2500" spc="-4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they</a:t>
            </a:r>
            <a:r>
              <a:rPr dirty="0" sz="2500" spc="-4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are</a:t>
            </a:r>
            <a:r>
              <a:rPr dirty="0" sz="2500" spc="-4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 spc="-25">
                <a:solidFill>
                  <a:srgbClr val="5460A8"/>
                </a:solidFill>
                <a:latin typeface="Comic Sans MS"/>
                <a:cs typeface="Comic Sans MS"/>
              </a:rPr>
              <a:t>in.</a:t>
            </a:r>
            <a:endParaRPr sz="2500">
              <a:latin typeface="Comic Sans MS"/>
              <a:cs typeface="Comic Sans MS"/>
            </a:endParaRPr>
          </a:p>
          <a:p>
            <a:pPr algn="just" marL="12700" marR="5080">
              <a:lnSpc>
                <a:spcPct val="114999"/>
              </a:lnSpc>
              <a:spcBef>
                <a:spcPts val="3450"/>
              </a:spcBef>
            </a:pP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The</a:t>
            </a:r>
            <a:r>
              <a:rPr dirty="0" sz="2500" spc="204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attack</a:t>
            </a:r>
            <a:r>
              <a:rPr dirty="0" sz="2500" spc="204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may</a:t>
            </a:r>
            <a:r>
              <a:rPr dirty="0" sz="2500" spc="204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use</a:t>
            </a:r>
            <a:r>
              <a:rPr dirty="0" sz="2500" spc="204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common</a:t>
            </a:r>
            <a:r>
              <a:rPr dirty="0" sz="2500" spc="204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wordlists</a:t>
            </a:r>
            <a:r>
              <a:rPr dirty="0" sz="2500" spc="204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(dictionary)</a:t>
            </a:r>
            <a:r>
              <a:rPr dirty="0" sz="2500" spc="21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or</a:t>
            </a:r>
            <a:r>
              <a:rPr dirty="0" sz="2500" spc="204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500" spc="-20">
                <a:solidFill>
                  <a:srgbClr val="5460A8"/>
                </a:solidFill>
                <a:latin typeface="Comic Sans MS"/>
                <a:cs typeface="Comic Sans MS"/>
              </a:rPr>
              <a:t>full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character</a:t>
            </a:r>
            <a:r>
              <a:rPr dirty="0" sz="2500" spc="56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sets.</a:t>
            </a:r>
            <a:r>
              <a:rPr dirty="0" sz="2500" spc="56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Though</a:t>
            </a:r>
            <a:r>
              <a:rPr dirty="0" sz="2500" spc="56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slow,</a:t>
            </a:r>
            <a:r>
              <a:rPr dirty="0" sz="2500" spc="57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weak</a:t>
            </a:r>
            <a:r>
              <a:rPr dirty="0" sz="2500" spc="56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passwords</a:t>
            </a:r>
            <a:r>
              <a:rPr dirty="0" sz="2500" spc="56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can</a:t>
            </a:r>
            <a:r>
              <a:rPr dirty="0" sz="2500" spc="56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be</a:t>
            </a:r>
            <a:r>
              <a:rPr dirty="0" sz="2500" spc="57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 spc="-10">
                <a:solidFill>
                  <a:srgbClr val="5460A8"/>
                </a:solidFill>
                <a:latin typeface="Comic Sans MS"/>
                <a:cs typeface="Comic Sans MS"/>
              </a:rPr>
              <a:t>cracked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quickly</a:t>
            </a:r>
            <a:r>
              <a:rPr dirty="0" sz="2500" spc="-7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with</a:t>
            </a:r>
            <a:r>
              <a:rPr dirty="0" sz="2500" spc="-6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powerful</a:t>
            </a:r>
            <a:r>
              <a:rPr dirty="0" sz="2500" spc="-6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 spc="-10">
                <a:solidFill>
                  <a:srgbClr val="5460A8"/>
                </a:solidFill>
                <a:latin typeface="Comic Sans MS"/>
                <a:cs typeface="Comic Sans MS"/>
              </a:rPr>
              <a:t>systems.</a:t>
            </a:r>
            <a:endParaRPr sz="2500">
              <a:latin typeface="Comic Sans MS"/>
              <a:cs typeface="Comic Sans MS"/>
            </a:endParaRPr>
          </a:p>
          <a:p>
            <a:pPr algn="just" marL="12700" marR="5080">
              <a:lnSpc>
                <a:spcPct val="114999"/>
              </a:lnSpc>
              <a:spcBef>
                <a:spcPts val="3450"/>
              </a:spcBef>
            </a:pP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To</a:t>
            </a:r>
            <a:r>
              <a:rPr dirty="0" sz="2500" spc="33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prevent</a:t>
            </a:r>
            <a:r>
              <a:rPr dirty="0" sz="2500" spc="34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 spc="-10">
                <a:solidFill>
                  <a:srgbClr val="5460A8"/>
                </a:solidFill>
                <a:latin typeface="Comic Sans MS"/>
                <a:cs typeface="Comic Sans MS"/>
              </a:rPr>
              <a:t>brute-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force</a:t>
            </a:r>
            <a:r>
              <a:rPr dirty="0" sz="2500" spc="33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attacks,</a:t>
            </a:r>
            <a:r>
              <a:rPr dirty="0" sz="2500" spc="34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have</a:t>
            </a:r>
            <a:r>
              <a:rPr dirty="0" sz="2500" spc="34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 spc="-10">
                <a:solidFill>
                  <a:srgbClr val="5460A8"/>
                </a:solidFill>
                <a:latin typeface="Comic Sans MS"/>
                <a:cs typeface="Comic Sans MS"/>
              </a:rPr>
              <a:t>lock-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out</a:t>
            </a:r>
            <a:r>
              <a:rPr dirty="0" sz="2500" spc="33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policies</a:t>
            </a:r>
            <a:r>
              <a:rPr dirty="0" sz="2500" spc="34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in</a:t>
            </a:r>
            <a:r>
              <a:rPr dirty="0" sz="2500" spc="34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 spc="-10">
                <a:solidFill>
                  <a:srgbClr val="5460A8"/>
                </a:solidFill>
                <a:latin typeface="Comic Sans MS"/>
                <a:cs typeface="Comic Sans MS"/>
              </a:rPr>
              <a:t>place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as</a:t>
            </a:r>
            <a:r>
              <a:rPr dirty="0" sz="2500" spc="-2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part</a:t>
            </a:r>
            <a:r>
              <a:rPr dirty="0" sz="2500" spc="-2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of</a:t>
            </a:r>
            <a:r>
              <a:rPr dirty="0" sz="2500" spc="-2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your</a:t>
            </a:r>
            <a:r>
              <a:rPr dirty="0" sz="2500" spc="-2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authorization</a:t>
            </a:r>
            <a:r>
              <a:rPr dirty="0" sz="2500" spc="-2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security</a:t>
            </a:r>
            <a:r>
              <a:rPr dirty="0" sz="2500" spc="-2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architecture.</a:t>
            </a:r>
            <a:r>
              <a:rPr dirty="0" sz="2500" spc="-2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After</a:t>
            </a:r>
            <a:r>
              <a:rPr dirty="0" sz="2500" spc="-2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500" spc="-50">
                <a:solidFill>
                  <a:srgbClr val="5460A8"/>
                </a:solidFill>
                <a:latin typeface="Comic Sans MS"/>
                <a:cs typeface="Comic Sans MS"/>
              </a:rPr>
              <a:t>a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certain</a:t>
            </a:r>
            <a:r>
              <a:rPr dirty="0" sz="2500" spc="33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number</a:t>
            </a:r>
            <a:r>
              <a:rPr dirty="0" sz="2500" spc="33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of</a:t>
            </a:r>
            <a:r>
              <a:rPr dirty="0" sz="2500" spc="33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attempts,</a:t>
            </a:r>
            <a:r>
              <a:rPr dirty="0" sz="2500" spc="33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the</a:t>
            </a:r>
            <a:r>
              <a:rPr dirty="0" sz="2500" spc="33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user</a:t>
            </a:r>
            <a:r>
              <a:rPr dirty="0" sz="2500" spc="33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attempting</a:t>
            </a:r>
            <a:r>
              <a:rPr dirty="0" sz="2500" spc="33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to</a:t>
            </a:r>
            <a:r>
              <a:rPr dirty="0" sz="2500" spc="33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enter</a:t>
            </a:r>
            <a:r>
              <a:rPr dirty="0" sz="2500" spc="33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 spc="-25">
                <a:solidFill>
                  <a:srgbClr val="5460A8"/>
                </a:solidFill>
                <a:latin typeface="Comic Sans MS"/>
                <a:cs typeface="Comic Sans MS"/>
              </a:rPr>
              <a:t>the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credentials</a:t>
            </a:r>
            <a:r>
              <a:rPr dirty="0" sz="2500" spc="-5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gets</a:t>
            </a:r>
            <a:r>
              <a:rPr dirty="0" sz="2500" spc="-5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locked</a:t>
            </a:r>
            <a:r>
              <a:rPr dirty="0" sz="2500" spc="-5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out.</a:t>
            </a:r>
            <a:r>
              <a:rPr dirty="0" sz="2500" spc="-5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This</a:t>
            </a:r>
            <a:r>
              <a:rPr dirty="0" sz="2500" spc="-5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typically</a:t>
            </a:r>
            <a:r>
              <a:rPr dirty="0" sz="2500" spc="-5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involves</a:t>
            </a:r>
            <a:r>
              <a:rPr dirty="0" sz="2500" spc="-5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“freezing”</a:t>
            </a:r>
            <a:r>
              <a:rPr dirty="0" sz="2500" spc="-5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 spc="-25">
                <a:solidFill>
                  <a:srgbClr val="5460A8"/>
                </a:solidFill>
                <a:latin typeface="Comic Sans MS"/>
                <a:cs typeface="Comic Sans MS"/>
              </a:rPr>
              <a:t>the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account</a:t>
            </a:r>
            <a:r>
              <a:rPr dirty="0" sz="2500" spc="35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so</a:t>
            </a:r>
            <a:r>
              <a:rPr dirty="0" sz="2500" spc="35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even</a:t>
            </a:r>
            <a:r>
              <a:rPr dirty="0" sz="2500" spc="35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if</a:t>
            </a:r>
            <a:r>
              <a:rPr dirty="0" sz="2500" spc="35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someone</a:t>
            </a:r>
            <a:r>
              <a:rPr dirty="0" sz="2500" spc="35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else</a:t>
            </a:r>
            <a:r>
              <a:rPr dirty="0" sz="2500" spc="35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tries</a:t>
            </a:r>
            <a:r>
              <a:rPr dirty="0" sz="2500" spc="35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from</a:t>
            </a:r>
            <a:r>
              <a:rPr dirty="0" sz="2500" spc="35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a</a:t>
            </a:r>
            <a:r>
              <a:rPr dirty="0" sz="2500" spc="35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different</a:t>
            </a:r>
            <a:r>
              <a:rPr dirty="0" sz="2500" spc="35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 spc="-10">
                <a:solidFill>
                  <a:srgbClr val="5460A8"/>
                </a:solidFill>
                <a:latin typeface="Comic Sans MS"/>
                <a:cs typeface="Comic Sans MS"/>
              </a:rPr>
              <a:t>device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with</a:t>
            </a:r>
            <a:r>
              <a:rPr dirty="0" sz="2500" spc="-5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a</a:t>
            </a:r>
            <a:r>
              <a:rPr dirty="0" sz="2500" spc="-5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different</a:t>
            </a:r>
            <a:r>
              <a:rPr dirty="0" sz="2500" spc="-5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IP</a:t>
            </a:r>
            <a:r>
              <a:rPr dirty="0" sz="2500" spc="-5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address,</a:t>
            </a:r>
            <a:r>
              <a:rPr dirty="0" sz="2500" spc="-4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they</a:t>
            </a:r>
            <a:r>
              <a:rPr dirty="0" sz="2500" spc="-5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cannot</a:t>
            </a:r>
            <a:r>
              <a:rPr dirty="0" sz="2500" spc="-5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bypass</a:t>
            </a:r>
            <a:r>
              <a:rPr dirty="0" sz="2500" spc="-5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the</a:t>
            </a:r>
            <a:r>
              <a:rPr dirty="0" sz="2500" spc="-5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 spc="-10">
                <a:solidFill>
                  <a:srgbClr val="5460A8"/>
                </a:solidFill>
                <a:latin typeface="Comic Sans MS"/>
                <a:cs typeface="Comic Sans MS"/>
              </a:rPr>
              <a:t>lockout.</a:t>
            </a:r>
            <a:endParaRPr sz="2500">
              <a:latin typeface="Comic Sans MS"/>
              <a:cs typeface="Comic Sans MS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70943" y="4032320"/>
            <a:ext cx="114300" cy="11429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70943" y="5784919"/>
            <a:ext cx="114300" cy="11429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70943" y="7537519"/>
            <a:ext cx="114300" cy="114299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8038465" cy="10287000"/>
            <a:chOff x="0" y="0"/>
            <a:chExt cx="8038465" cy="102870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8038465" cy="10287000"/>
            </a:xfrm>
            <a:custGeom>
              <a:avLst/>
              <a:gdLst/>
              <a:ahLst/>
              <a:cxnLst/>
              <a:rect l="l" t="t" r="r" b="b"/>
              <a:pathLst>
                <a:path w="8038465" h="10287000">
                  <a:moveTo>
                    <a:pt x="7214878" y="10287000"/>
                  </a:moveTo>
                  <a:lnTo>
                    <a:pt x="7285409" y="7328219"/>
                  </a:lnTo>
                  <a:lnTo>
                    <a:pt x="7599718" y="7541090"/>
                  </a:lnTo>
                  <a:lnTo>
                    <a:pt x="7708468" y="7802370"/>
                  </a:lnTo>
                  <a:lnTo>
                    <a:pt x="7732673" y="8157691"/>
                  </a:lnTo>
                  <a:lnTo>
                    <a:pt x="8006222" y="8586022"/>
                  </a:lnTo>
                  <a:lnTo>
                    <a:pt x="7880827" y="9043658"/>
                  </a:lnTo>
                  <a:lnTo>
                    <a:pt x="7587575" y="9287249"/>
                  </a:lnTo>
                  <a:lnTo>
                    <a:pt x="7563743" y="10287000"/>
                  </a:lnTo>
                  <a:lnTo>
                    <a:pt x="7214878" y="10287000"/>
                  </a:lnTo>
                  <a:close/>
                </a:path>
                <a:path w="8038465" h="10287000">
                  <a:moveTo>
                    <a:pt x="7563743" y="10287000"/>
                  </a:moveTo>
                  <a:lnTo>
                    <a:pt x="7587575" y="9287249"/>
                  </a:lnTo>
                  <a:lnTo>
                    <a:pt x="7659301" y="9761868"/>
                  </a:lnTo>
                  <a:lnTo>
                    <a:pt x="7839357" y="9989717"/>
                  </a:lnTo>
                  <a:lnTo>
                    <a:pt x="7826355" y="10287000"/>
                  </a:lnTo>
                  <a:lnTo>
                    <a:pt x="7563743" y="10287000"/>
                  </a:lnTo>
                  <a:close/>
                </a:path>
                <a:path w="8038465" h="10287000">
                  <a:moveTo>
                    <a:pt x="7767526" y="1274543"/>
                  </a:moveTo>
                  <a:lnTo>
                    <a:pt x="7795037" y="120455"/>
                  </a:lnTo>
                  <a:lnTo>
                    <a:pt x="8037839" y="869878"/>
                  </a:lnTo>
                  <a:lnTo>
                    <a:pt x="7858604" y="1174409"/>
                  </a:lnTo>
                  <a:lnTo>
                    <a:pt x="7767526" y="1274543"/>
                  </a:lnTo>
                  <a:close/>
                </a:path>
                <a:path w="8038465" h="10287000">
                  <a:moveTo>
                    <a:pt x="0" y="0"/>
                  </a:moveTo>
                  <a:lnTo>
                    <a:pt x="7846322" y="0"/>
                  </a:lnTo>
                  <a:lnTo>
                    <a:pt x="7795037" y="120455"/>
                  </a:lnTo>
                  <a:lnTo>
                    <a:pt x="7767526" y="1274543"/>
                  </a:lnTo>
                  <a:lnTo>
                    <a:pt x="7502115" y="1566348"/>
                  </a:lnTo>
                  <a:lnTo>
                    <a:pt x="7480618" y="2468139"/>
                  </a:lnTo>
                  <a:lnTo>
                    <a:pt x="7479267" y="2473298"/>
                  </a:lnTo>
                  <a:lnTo>
                    <a:pt x="7444917" y="3914300"/>
                  </a:lnTo>
                  <a:lnTo>
                    <a:pt x="7336413" y="4054937"/>
                  </a:lnTo>
                  <a:lnTo>
                    <a:pt x="7286341" y="6155437"/>
                  </a:lnTo>
                  <a:lnTo>
                    <a:pt x="7257231" y="6232609"/>
                  </a:lnTo>
                  <a:lnTo>
                    <a:pt x="7160583" y="10287000"/>
                  </a:lnTo>
                  <a:lnTo>
                    <a:pt x="0" y="10287000"/>
                  </a:lnTo>
                  <a:lnTo>
                    <a:pt x="0" y="0"/>
                  </a:lnTo>
                  <a:close/>
                </a:path>
                <a:path w="8038465" h="10287000">
                  <a:moveTo>
                    <a:pt x="7444917" y="3914300"/>
                  </a:moveTo>
                  <a:lnTo>
                    <a:pt x="7479267" y="2473298"/>
                  </a:lnTo>
                  <a:lnTo>
                    <a:pt x="7497761" y="2820867"/>
                  </a:lnTo>
                  <a:lnTo>
                    <a:pt x="7568899" y="3196468"/>
                  </a:lnTo>
                  <a:lnTo>
                    <a:pt x="7691417" y="3653136"/>
                  </a:lnTo>
                  <a:lnTo>
                    <a:pt x="7444917" y="3914300"/>
                  </a:lnTo>
                  <a:close/>
                </a:path>
                <a:path w="8038465" h="10287000">
                  <a:moveTo>
                    <a:pt x="7480618" y="2468139"/>
                  </a:moveTo>
                  <a:lnTo>
                    <a:pt x="7502115" y="1566348"/>
                  </a:lnTo>
                  <a:lnTo>
                    <a:pt x="7603594" y="1998685"/>
                  </a:lnTo>
                  <a:lnTo>
                    <a:pt x="7480618" y="2468139"/>
                  </a:lnTo>
                  <a:close/>
                </a:path>
                <a:path w="8038465" h="10287000">
                  <a:moveTo>
                    <a:pt x="7160583" y="10287000"/>
                  </a:moveTo>
                  <a:lnTo>
                    <a:pt x="7257231" y="6232609"/>
                  </a:lnTo>
                  <a:lnTo>
                    <a:pt x="7464003" y="6524969"/>
                  </a:lnTo>
                  <a:lnTo>
                    <a:pt x="7323921" y="6794811"/>
                  </a:lnTo>
                  <a:lnTo>
                    <a:pt x="7313028" y="7251789"/>
                  </a:lnTo>
                  <a:lnTo>
                    <a:pt x="7285409" y="7328219"/>
                  </a:lnTo>
                  <a:lnTo>
                    <a:pt x="7214878" y="10287000"/>
                  </a:lnTo>
                  <a:lnTo>
                    <a:pt x="7160583" y="10287000"/>
                  </a:lnTo>
                  <a:close/>
                </a:path>
                <a:path w="8038465" h="10287000">
                  <a:moveTo>
                    <a:pt x="7286341" y="6155437"/>
                  </a:moveTo>
                  <a:lnTo>
                    <a:pt x="7310561" y="5139433"/>
                  </a:lnTo>
                  <a:lnTo>
                    <a:pt x="7419227" y="5466059"/>
                  </a:lnTo>
                  <a:lnTo>
                    <a:pt x="7456806" y="5703532"/>
                  </a:lnTo>
                  <a:lnTo>
                    <a:pt x="7286341" y="6155437"/>
                  </a:lnTo>
                  <a:close/>
                </a:path>
                <a:path w="8038465" h="10287000">
                  <a:moveTo>
                    <a:pt x="7313028" y="7251789"/>
                  </a:moveTo>
                  <a:lnTo>
                    <a:pt x="7323921" y="6794811"/>
                  </a:lnTo>
                  <a:lnTo>
                    <a:pt x="7399828" y="7011580"/>
                  </a:lnTo>
                  <a:lnTo>
                    <a:pt x="7313028" y="7251789"/>
                  </a:lnTo>
                  <a:close/>
                </a:path>
                <a:path w="8038465" h="10287000">
                  <a:moveTo>
                    <a:pt x="7310561" y="5139433"/>
                  </a:moveTo>
                  <a:lnTo>
                    <a:pt x="7336413" y="4054937"/>
                  </a:lnTo>
                  <a:lnTo>
                    <a:pt x="7406656" y="4447468"/>
                  </a:lnTo>
                  <a:lnTo>
                    <a:pt x="7377527" y="4803728"/>
                  </a:lnTo>
                  <a:lnTo>
                    <a:pt x="7310561" y="5139433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7855584" cy="10287000"/>
            </a:xfrm>
            <a:custGeom>
              <a:avLst/>
              <a:gdLst/>
              <a:ahLst/>
              <a:cxnLst/>
              <a:rect l="l" t="t" r="r" b="b"/>
              <a:pathLst>
                <a:path w="7855584" h="10287000">
                  <a:moveTo>
                    <a:pt x="7513358" y="8906835"/>
                  </a:moveTo>
                  <a:lnTo>
                    <a:pt x="7537499" y="7894104"/>
                  </a:lnTo>
                  <a:lnTo>
                    <a:pt x="7855359" y="8236279"/>
                  </a:lnTo>
                  <a:lnTo>
                    <a:pt x="7854099" y="8577728"/>
                  </a:lnTo>
                  <a:lnTo>
                    <a:pt x="7513358" y="8906835"/>
                  </a:lnTo>
                  <a:close/>
                </a:path>
                <a:path w="7855584" h="10287000">
                  <a:moveTo>
                    <a:pt x="7362286" y="10287000"/>
                  </a:moveTo>
                  <a:lnTo>
                    <a:pt x="7392401" y="9023662"/>
                  </a:lnTo>
                  <a:lnTo>
                    <a:pt x="7463647" y="9497779"/>
                  </a:lnTo>
                  <a:lnTo>
                    <a:pt x="7643453" y="9725868"/>
                  </a:lnTo>
                  <a:lnTo>
                    <a:pt x="7649466" y="10256899"/>
                  </a:lnTo>
                  <a:lnTo>
                    <a:pt x="7635295" y="10287000"/>
                  </a:lnTo>
                  <a:lnTo>
                    <a:pt x="7362286" y="10287000"/>
                  </a:lnTo>
                  <a:close/>
                </a:path>
                <a:path w="7855584" h="10287000">
                  <a:moveTo>
                    <a:pt x="0" y="0"/>
                  </a:moveTo>
                  <a:lnTo>
                    <a:pt x="7646400" y="0"/>
                  </a:lnTo>
                  <a:lnTo>
                    <a:pt x="7842653" y="606783"/>
                  </a:lnTo>
                  <a:lnTo>
                    <a:pt x="7663418" y="911314"/>
                  </a:lnTo>
                  <a:lnTo>
                    <a:pt x="7306930" y="1303254"/>
                  </a:lnTo>
                  <a:lnTo>
                    <a:pt x="7285414" y="2205834"/>
                  </a:lnTo>
                  <a:lnTo>
                    <a:pt x="7284064" y="2210939"/>
                  </a:lnTo>
                  <a:lnTo>
                    <a:pt x="7249713" y="3651941"/>
                  </a:lnTo>
                  <a:lnTo>
                    <a:pt x="7031253" y="3860219"/>
                  </a:lnTo>
                  <a:lnTo>
                    <a:pt x="6878051" y="10287000"/>
                  </a:lnTo>
                  <a:lnTo>
                    <a:pt x="0" y="10287000"/>
                  </a:lnTo>
                  <a:lnTo>
                    <a:pt x="0" y="0"/>
                  </a:lnTo>
                  <a:close/>
                </a:path>
                <a:path w="7855584" h="10287000">
                  <a:moveTo>
                    <a:pt x="7012684" y="10287000"/>
                  </a:moveTo>
                  <a:lnTo>
                    <a:pt x="7089493" y="7064862"/>
                  </a:lnTo>
                  <a:lnTo>
                    <a:pt x="7408015" y="7152542"/>
                  </a:lnTo>
                  <a:lnTo>
                    <a:pt x="7612487" y="7531076"/>
                  </a:lnTo>
                  <a:lnTo>
                    <a:pt x="7537499" y="7894104"/>
                  </a:lnTo>
                  <a:lnTo>
                    <a:pt x="7513358" y="8906835"/>
                  </a:lnTo>
                  <a:lnTo>
                    <a:pt x="7392401" y="9023662"/>
                  </a:lnTo>
                  <a:lnTo>
                    <a:pt x="7362286" y="10287000"/>
                  </a:lnTo>
                  <a:lnTo>
                    <a:pt x="7012684" y="10287000"/>
                  </a:lnTo>
                  <a:close/>
                </a:path>
                <a:path w="7855584" h="10287000">
                  <a:moveTo>
                    <a:pt x="7249713" y="3651941"/>
                  </a:moveTo>
                  <a:lnTo>
                    <a:pt x="7284064" y="2210939"/>
                  </a:lnTo>
                  <a:lnTo>
                    <a:pt x="7302558" y="2558508"/>
                  </a:lnTo>
                  <a:lnTo>
                    <a:pt x="7373702" y="2933864"/>
                  </a:lnTo>
                  <a:lnTo>
                    <a:pt x="7496459" y="3390783"/>
                  </a:lnTo>
                  <a:lnTo>
                    <a:pt x="7249713" y="3651941"/>
                  </a:lnTo>
                  <a:close/>
                </a:path>
                <a:path w="7855584" h="10287000">
                  <a:moveTo>
                    <a:pt x="7091865" y="5893517"/>
                  </a:moveTo>
                  <a:lnTo>
                    <a:pt x="7116124" y="4875865"/>
                  </a:lnTo>
                  <a:lnTo>
                    <a:pt x="7377056" y="5122348"/>
                  </a:lnTo>
                  <a:lnTo>
                    <a:pt x="7262854" y="5440220"/>
                  </a:lnTo>
                  <a:lnTo>
                    <a:pt x="7091865" y="5893517"/>
                  </a:lnTo>
                  <a:close/>
                </a:path>
                <a:path w="7855584" h="10287000">
                  <a:moveTo>
                    <a:pt x="7285414" y="2205834"/>
                  </a:moveTo>
                  <a:lnTo>
                    <a:pt x="7306930" y="1303254"/>
                  </a:lnTo>
                  <a:lnTo>
                    <a:pt x="7409624" y="1736110"/>
                  </a:lnTo>
                  <a:lnTo>
                    <a:pt x="7285414" y="2205834"/>
                  </a:lnTo>
                  <a:close/>
                </a:path>
                <a:path w="7855584" h="10287000">
                  <a:moveTo>
                    <a:pt x="6960354" y="10287000"/>
                  </a:moveTo>
                  <a:lnTo>
                    <a:pt x="7063279" y="5969298"/>
                  </a:lnTo>
                  <a:lnTo>
                    <a:pt x="7269806" y="6261652"/>
                  </a:lnTo>
                  <a:lnTo>
                    <a:pt x="7129963" y="6531746"/>
                  </a:lnTo>
                  <a:lnTo>
                    <a:pt x="7119223" y="6982289"/>
                  </a:lnTo>
                  <a:lnTo>
                    <a:pt x="7089493" y="7064862"/>
                  </a:lnTo>
                  <a:lnTo>
                    <a:pt x="7012684" y="10287000"/>
                  </a:lnTo>
                  <a:lnTo>
                    <a:pt x="6960354" y="10287000"/>
                  </a:lnTo>
                  <a:close/>
                </a:path>
                <a:path w="7855584" h="10287000">
                  <a:moveTo>
                    <a:pt x="6878051" y="10287000"/>
                  </a:moveTo>
                  <a:lnTo>
                    <a:pt x="7031253" y="3860219"/>
                  </a:lnTo>
                  <a:lnTo>
                    <a:pt x="7210500" y="4183859"/>
                  </a:lnTo>
                  <a:lnTo>
                    <a:pt x="7280664" y="4693080"/>
                  </a:lnTo>
                  <a:lnTo>
                    <a:pt x="7116124" y="4875865"/>
                  </a:lnTo>
                  <a:lnTo>
                    <a:pt x="7091865" y="5893517"/>
                  </a:lnTo>
                  <a:lnTo>
                    <a:pt x="7063279" y="5969298"/>
                  </a:lnTo>
                  <a:lnTo>
                    <a:pt x="6960354" y="10287000"/>
                  </a:lnTo>
                  <a:lnTo>
                    <a:pt x="6878051" y="10287000"/>
                  </a:lnTo>
                  <a:close/>
                </a:path>
                <a:path w="7855584" h="10287000">
                  <a:moveTo>
                    <a:pt x="7119223" y="6982289"/>
                  </a:moveTo>
                  <a:lnTo>
                    <a:pt x="7129963" y="6531746"/>
                  </a:lnTo>
                  <a:lnTo>
                    <a:pt x="7203941" y="6746994"/>
                  </a:lnTo>
                  <a:lnTo>
                    <a:pt x="7119223" y="69822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7455534" cy="10287000"/>
            </a:xfrm>
            <a:custGeom>
              <a:avLst/>
              <a:gdLst/>
              <a:ahLst/>
              <a:cxnLst/>
              <a:rect l="l" t="t" r="r" b="b"/>
              <a:pathLst>
                <a:path w="7455534" h="10287000">
                  <a:moveTo>
                    <a:pt x="7113128" y="8897294"/>
                  </a:moveTo>
                  <a:lnTo>
                    <a:pt x="7137269" y="7884563"/>
                  </a:lnTo>
                  <a:lnTo>
                    <a:pt x="7455129" y="8226739"/>
                  </a:lnTo>
                  <a:lnTo>
                    <a:pt x="7453869" y="8568187"/>
                  </a:lnTo>
                  <a:lnTo>
                    <a:pt x="7113128" y="8897294"/>
                  </a:lnTo>
                  <a:close/>
                </a:path>
                <a:path w="7455534" h="10287000">
                  <a:moveTo>
                    <a:pt x="6961828" y="10287000"/>
                  </a:moveTo>
                  <a:lnTo>
                    <a:pt x="6992171" y="9014121"/>
                  </a:lnTo>
                  <a:lnTo>
                    <a:pt x="7064154" y="9488256"/>
                  </a:lnTo>
                  <a:lnTo>
                    <a:pt x="7243959" y="9716345"/>
                  </a:lnTo>
                  <a:lnTo>
                    <a:pt x="7249218" y="10248094"/>
                  </a:lnTo>
                  <a:lnTo>
                    <a:pt x="7230870" y="10287000"/>
                  </a:lnTo>
                  <a:lnTo>
                    <a:pt x="6961828" y="10287000"/>
                  </a:lnTo>
                  <a:close/>
                </a:path>
                <a:path w="7455534" h="10287000">
                  <a:moveTo>
                    <a:pt x="0" y="0"/>
                  </a:moveTo>
                  <a:lnTo>
                    <a:pt x="7253029" y="0"/>
                  </a:lnTo>
                  <a:lnTo>
                    <a:pt x="7321853" y="200564"/>
                  </a:lnTo>
                  <a:lnTo>
                    <a:pt x="7405113" y="455417"/>
                  </a:lnTo>
                  <a:lnTo>
                    <a:pt x="7441704" y="596488"/>
                  </a:lnTo>
                  <a:lnTo>
                    <a:pt x="7429594" y="688685"/>
                  </a:lnTo>
                  <a:lnTo>
                    <a:pt x="7371847" y="1032847"/>
                  </a:lnTo>
                  <a:lnTo>
                    <a:pt x="6885061" y="1346015"/>
                  </a:lnTo>
                  <a:lnTo>
                    <a:pt x="6845235" y="3016749"/>
                  </a:lnTo>
                  <a:lnTo>
                    <a:pt x="6765524" y="3088369"/>
                  </a:lnTo>
                  <a:lnTo>
                    <a:pt x="6706464" y="3138813"/>
                  </a:lnTo>
                  <a:lnTo>
                    <a:pt x="6684412" y="4063909"/>
                  </a:lnTo>
                  <a:lnTo>
                    <a:pt x="6650971" y="4240290"/>
                  </a:lnTo>
                  <a:lnTo>
                    <a:pt x="6641489" y="4638061"/>
                  </a:lnTo>
                  <a:lnTo>
                    <a:pt x="6559218" y="4791346"/>
                  </a:lnTo>
                  <a:lnTo>
                    <a:pt x="6428212" y="10287000"/>
                  </a:lnTo>
                  <a:lnTo>
                    <a:pt x="0" y="10287000"/>
                  </a:lnTo>
                  <a:lnTo>
                    <a:pt x="0" y="0"/>
                  </a:lnTo>
                  <a:close/>
                </a:path>
                <a:path w="7455534" h="10287000">
                  <a:moveTo>
                    <a:pt x="6833092" y="10287000"/>
                  </a:moveTo>
                  <a:lnTo>
                    <a:pt x="6912064" y="6974157"/>
                  </a:lnTo>
                  <a:lnTo>
                    <a:pt x="7024226" y="7277773"/>
                  </a:lnTo>
                  <a:lnTo>
                    <a:pt x="7174229" y="7467810"/>
                  </a:lnTo>
                  <a:lnTo>
                    <a:pt x="7137269" y="7884563"/>
                  </a:lnTo>
                  <a:lnTo>
                    <a:pt x="7113128" y="8897294"/>
                  </a:lnTo>
                  <a:lnTo>
                    <a:pt x="6992171" y="9014121"/>
                  </a:lnTo>
                  <a:lnTo>
                    <a:pt x="6961828" y="10287000"/>
                  </a:lnTo>
                  <a:lnTo>
                    <a:pt x="6833092" y="10287000"/>
                  </a:lnTo>
                  <a:close/>
                </a:path>
                <a:path w="7455534" h="10287000">
                  <a:moveTo>
                    <a:pt x="6845235" y="3016749"/>
                  </a:moveTo>
                  <a:lnTo>
                    <a:pt x="6885061" y="1346015"/>
                  </a:lnTo>
                  <a:lnTo>
                    <a:pt x="6904927" y="1397204"/>
                  </a:lnTo>
                  <a:lnTo>
                    <a:pt x="6948402" y="1514087"/>
                  </a:lnTo>
                  <a:lnTo>
                    <a:pt x="6991300" y="1641643"/>
                  </a:lnTo>
                  <a:lnTo>
                    <a:pt x="7009435" y="1724849"/>
                  </a:lnTo>
                  <a:lnTo>
                    <a:pt x="7009429" y="1758706"/>
                  </a:lnTo>
                  <a:lnTo>
                    <a:pt x="7011500" y="1807503"/>
                  </a:lnTo>
                  <a:lnTo>
                    <a:pt x="7021925" y="1983775"/>
                  </a:lnTo>
                  <a:lnTo>
                    <a:pt x="7024056" y="2032573"/>
                  </a:lnTo>
                  <a:lnTo>
                    <a:pt x="7024140" y="2066432"/>
                  </a:lnTo>
                  <a:lnTo>
                    <a:pt x="7045461" y="2137930"/>
                  </a:lnTo>
                  <a:lnTo>
                    <a:pt x="7095126" y="2239723"/>
                  </a:lnTo>
                  <a:lnTo>
                    <a:pt x="7145322" y="2330841"/>
                  </a:lnTo>
                  <a:lnTo>
                    <a:pt x="7168235" y="2370318"/>
                  </a:lnTo>
                  <a:lnTo>
                    <a:pt x="7121105" y="2634308"/>
                  </a:lnTo>
                  <a:lnTo>
                    <a:pt x="7102403" y="2730617"/>
                  </a:lnTo>
                  <a:lnTo>
                    <a:pt x="7032121" y="2834410"/>
                  </a:lnTo>
                  <a:lnTo>
                    <a:pt x="6896952" y="2970281"/>
                  </a:lnTo>
                  <a:lnTo>
                    <a:pt x="6845235" y="3016749"/>
                  </a:lnTo>
                  <a:close/>
                </a:path>
                <a:path w="7455534" h="10287000">
                  <a:moveTo>
                    <a:pt x="6736049" y="10287000"/>
                  </a:moveTo>
                  <a:lnTo>
                    <a:pt x="6842619" y="5816392"/>
                  </a:lnTo>
                  <a:lnTo>
                    <a:pt x="6868576" y="6252824"/>
                  </a:lnTo>
                  <a:lnTo>
                    <a:pt x="6965954" y="6537663"/>
                  </a:lnTo>
                  <a:lnTo>
                    <a:pt x="6956268" y="6727578"/>
                  </a:lnTo>
                  <a:lnTo>
                    <a:pt x="6912064" y="6974157"/>
                  </a:lnTo>
                  <a:lnTo>
                    <a:pt x="6833092" y="10287000"/>
                  </a:lnTo>
                  <a:lnTo>
                    <a:pt x="6739273" y="10287000"/>
                  </a:lnTo>
                  <a:lnTo>
                    <a:pt x="6736049" y="10287000"/>
                  </a:lnTo>
                  <a:close/>
                </a:path>
                <a:path w="7455534" h="10287000">
                  <a:moveTo>
                    <a:pt x="6428212" y="10287000"/>
                  </a:moveTo>
                  <a:lnTo>
                    <a:pt x="6559218" y="4791346"/>
                  </a:lnTo>
                  <a:lnTo>
                    <a:pt x="6899580" y="5323222"/>
                  </a:lnTo>
                  <a:lnTo>
                    <a:pt x="6842619" y="5816392"/>
                  </a:lnTo>
                  <a:lnTo>
                    <a:pt x="6736049" y="10287000"/>
                  </a:lnTo>
                  <a:lnTo>
                    <a:pt x="6428212" y="10287000"/>
                  </a:lnTo>
                  <a:close/>
                </a:path>
                <a:path w="7455534" h="10287000">
                  <a:moveTo>
                    <a:pt x="6684412" y="4063909"/>
                  </a:moveTo>
                  <a:lnTo>
                    <a:pt x="6706464" y="3138813"/>
                  </a:lnTo>
                  <a:lnTo>
                    <a:pt x="6827983" y="3575558"/>
                  </a:lnTo>
                  <a:lnTo>
                    <a:pt x="6715885" y="3897903"/>
                  </a:lnTo>
                  <a:lnTo>
                    <a:pt x="6684412" y="4063909"/>
                  </a:lnTo>
                  <a:close/>
                </a:path>
                <a:path w="7455534" h="10287000">
                  <a:moveTo>
                    <a:pt x="6641489" y="4638061"/>
                  </a:moveTo>
                  <a:lnTo>
                    <a:pt x="6650971" y="4240290"/>
                  </a:lnTo>
                  <a:lnTo>
                    <a:pt x="6753070" y="4430168"/>
                  </a:lnTo>
                  <a:lnTo>
                    <a:pt x="6641489" y="4638061"/>
                  </a:lnTo>
                  <a:close/>
                </a:path>
              </a:pathLst>
            </a:custGeom>
            <a:solidFill>
              <a:srgbClr val="FFD04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5856" y="2601072"/>
              <a:ext cx="5086476" cy="5079999"/>
            </a:xfrm>
            <a:prstGeom prst="rect">
              <a:avLst/>
            </a:prstGeom>
          </p:spPr>
        </p:pic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61557" rIns="0" bIns="0" rtlCol="0" vert="horz">
            <a:spAutoFit/>
          </a:bodyPr>
          <a:lstStyle/>
          <a:p>
            <a:pPr marL="7261225">
              <a:lnSpc>
                <a:spcPct val="100000"/>
              </a:lnSpc>
              <a:spcBef>
                <a:spcPts val="100"/>
              </a:spcBef>
            </a:pPr>
            <a:r>
              <a:rPr dirty="0" sz="5000" b="0">
                <a:solidFill>
                  <a:srgbClr val="5460A8"/>
                </a:solidFill>
                <a:latin typeface="Comic Sans MS"/>
                <a:cs typeface="Comic Sans MS"/>
              </a:rPr>
              <a:t>CREDENTIAL</a:t>
            </a:r>
            <a:r>
              <a:rPr dirty="0" sz="5000" spc="-290" b="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5000" spc="-10" b="0">
                <a:solidFill>
                  <a:srgbClr val="5460A8"/>
                </a:solidFill>
                <a:latin typeface="Comic Sans MS"/>
                <a:cs typeface="Comic Sans MS"/>
              </a:rPr>
              <a:t>STUFFING</a:t>
            </a:r>
            <a:endParaRPr sz="5000">
              <a:latin typeface="Comic Sans MS"/>
              <a:cs typeface="Comic Sans MS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94771" y="3226435"/>
            <a:ext cx="114300" cy="11429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9076602" y="2994012"/>
            <a:ext cx="7581265" cy="4597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15399"/>
              </a:lnSpc>
              <a:spcBef>
                <a:spcPts val="100"/>
              </a:spcBef>
            </a:pP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Credentials</a:t>
            </a:r>
            <a:r>
              <a:rPr dirty="0" sz="2600" spc="21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stuffing</a:t>
            </a:r>
            <a:r>
              <a:rPr dirty="0" sz="2600" spc="21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happens</a:t>
            </a:r>
            <a:r>
              <a:rPr dirty="0" sz="2600" spc="21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when</a:t>
            </a:r>
            <a:r>
              <a:rPr dirty="0" sz="2600" spc="21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 spc="-10">
                <a:solidFill>
                  <a:srgbClr val="5460A8"/>
                </a:solidFill>
                <a:latin typeface="Comic Sans MS"/>
                <a:cs typeface="Comic Sans MS"/>
              </a:rPr>
              <a:t>attackers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take</a:t>
            </a:r>
            <a:r>
              <a:rPr dirty="0" sz="2600" spc="59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databases</a:t>
            </a:r>
            <a:r>
              <a:rPr dirty="0" sz="2600" spc="59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of</a:t>
            </a:r>
            <a:r>
              <a:rPr dirty="0" sz="2600" spc="59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known</a:t>
            </a:r>
            <a:r>
              <a:rPr dirty="0" sz="2600" spc="59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login</a:t>
            </a:r>
            <a:r>
              <a:rPr dirty="0" sz="2600" spc="59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credentials</a:t>
            </a:r>
            <a:r>
              <a:rPr dirty="0" sz="2600" spc="59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 spc="-25">
                <a:solidFill>
                  <a:srgbClr val="5460A8"/>
                </a:solidFill>
                <a:latin typeface="Comic Sans MS"/>
                <a:cs typeface="Comic Sans MS"/>
              </a:rPr>
              <a:t>and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use</a:t>
            </a:r>
            <a:r>
              <a:rPr dirty="0" sz="2600" spc="26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them</a:t>
            </a:r>
            <a:r>
              <a:rPr dirty="0" sz="2600" spc="26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on</a:t>
            </a:r>
            <a:r>
              <a:rPr dirty="0" sz="2600" spc="26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other</a:t>
            </a:r>
            <a:r>
              <a:rPr dirty="0" sz="2600" spc="26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sites</a:t>
            </a:r>
            <a:r>
              <a:rPr dirty="0" sz="2600" spc="26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and</a:t>
            </a:r>
            <a:r>
              <a:rPr dirty="0" sz="2600" spc="26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services,</a:t>
            </a:r>
            <a:r>
              <a:rPr dirty="0" sz="2600" spc="26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hoping</a:t>
            </a:r>
            <a:r>
              <a:rPr dirty="0" sz="2600" spc="26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 spc="-25">
                <a:solidFill>
                  <a:srgbClr val="5460A8"/>
                </a:solidFill>
                <a:latin typeface="Comic Sans MS"/>
                <a:cs typeface="Comic Sans MS"/>
              </a:rPr>
              <a:t>to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find</a:t>
            </a:r>
            <a:r>
              <a:rPr dirty="0" sz="2600" spc="-6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reused</a:t>
            </a:r>
            <a:r>
              <a:rPr dirty="0" sz="2600" spc="-6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 spc="-10">
                <a:solidFill>
                  <a:srgbClr val="5460A8"/>
                </a:solidFill>
                <a:latin typeface="Comic Sans MS"/>
                <a:cs typeface="Comic Sans MS"/>
              </a:rPr>
              <a:t>credentials.</a:t>
            </a:r>
            <a:endParaRPr sz="2600">
              <a:latin typeface="Comic Sans MS"/>
              <a:cs typeface="Comic Sans MS"/>
            </a:endParaRPr>
          </a:p>
          <a:p>
            <a:pPr algn="just" marL="12700" marR="5080">
              <a:lnSpc>
                <a:spcPct val="115399"/>
              </a:lnSpc>
              <a:spcBef>
                <a:spcPts val="3600"/>
              </a:spcBef>
            </a:pP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Frequent</a:t>
            </a:r>
            <a:r>
              <a:rPr dirty="0" sz="2600" spc="-2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data</a:t>
            </a:r>
            <a:r>
              <a:rPr dirty="0" sz="2600" spc="-2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breaches</a:t>
            </a:r>
            <a:r>
              <a:rPr dirty="0" sz="2600" spc="-2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give</a:t>
            </a:r>
            <a:r>
              <a:rPr dirty="0" sz="2600" spc="-2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attackers</a:t>
            </a:r>
            <a:r>
              <a:rPr dirty="0" sz="2600" spc="-2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access</a:t>
            </a:r>
            <a:r>
              <a:rPr dirty="0" sz="2600" spc="-2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 spc="-25">
                <a:solidFill>
                  <a:srgbClr val="5460A8"/>
                </a:solidFill>
                <a:latin typeface="Comic Sans MS"/>
                <a:cs typeface="Comic Sans MS"/>
              </a:rPr>
              <a:t>to ever-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larger</a:t>
            </a:r>
            <a:r>
              <a:rPr dirty="0" sz="2600" spc="12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amounts</a:t>
            </a:r>
            <a:r>
              <a:rPr dirty="0" sz="2600" spc="12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of</a:t>
            </a:r>
            <a:r>
              <a:rPr dirty="0" sz="2600" spc="12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compromised</a:t>
            </a:r>
            <a:r>
              <a:rPr dirty="0" sz="2600" spc="12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 spc="-10">
                <a:solidFill>
                  <a:srgbClr val="5460A8"/>
                </a:solidFill>
                <a:latin typeface="Comic Sans MS"/>
                <a:cs typeface="Comic Sans MS"/>
              </a:rPr>
              <a:t>credentials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they</a:t>
            </a:r>
            <a:r>
              <a:rPr dirty="0" sz="2600" spc="13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can</a:t>
            </a:r>
            <a:r>
              <a:rPr dirty="0" sz="2600" spc="13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weaponize,</a:t>
            </a:r>
            <a:r>
              <a:rPr dirty="0" sz="2600" spc="13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and</a:t>
            </a:r>
            <a:r>
              <a:rPr dirty="0" sz="2600" spc="13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the</a:t>
            </a:r>
            <a:r>
              <a:rPr dirty="0" sz="2600" spc="13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rise</a:t>
            </a:r>
            <a:r>
              <a:rPr dirty="0" sz="2600" spc="13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of</a:t>
            </a:r>
            <a:r>
              <a:rPr dirty="0" sz="2600" spc="13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AI</a:t>
            </a:r>
            <a:r>
              <a:rPr dirty="0" sz="2600" spc="13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makes</a:t>
            </a:r>
            <a:r>
              <a:rPr dirty="0" sz="2600" spc="13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 spc="-25">
                <a:solidFill>
                  <a:srgbClr val="5460A8"/>
                </a:solidFill>
                <a:latin typeface="Comic Sans MS"/>
                <a:cs typeface="Comic Sans MS"/>
              </a:rPr>
              <a:t>it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easier</a:t>
            </a:r>
            <a:r>
              <a:rPr dirty="0" sz="2600" spc="9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than</a:t>
            </a:r>
            <a:r>
              <a:rPr dirty="0" sz="2600" spc="9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ever</a:t>
            </a:r>
            <a:r>
              <a:rPr dirty="0" sz="2600" spc="9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to</a:t>
            </a:r>
            <a:r>
              <a:rPr dirty="0" sz="2600" spc="10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stuff</a:t>
            </a:r>
            <a:r>
              <a:rPr dirty="0" sz="2600" spc="9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credentials</a:t>
            </a:r>
            <a:r>
              <a:rPr dirty="0" sz="2600" spc="9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at</a:t>
            </a:r>
            <a:r>
              <a:rPr dirty="0" sz="2600" spc="10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scale</a:t>
            </a:r>
            <a:r>
              <a:rPr dirty="0" sz="2600" spc="9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 spc="-25">
                <a:solidFill>
                  <a:srgbClr val="5460A8"/>
                </a:solidFill>
                <a:latin typeface="Comic Sans MS"/>
                <a:cs typeface="Comic Sans MS"/>
              </a:rPr>
              <a:t>or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maximize</a:t>
            </a:r>
            <a:r>
              <a:rPr dirty="0" sz="2600" spc="-10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success</a:t>
            </a:r>
            <a:r>
              <a:rPr dirty="0" sz="2600" spc="-10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 spc="-10">
                <a:solidFill>
                  <a:srgbClr val="5460A8"/>
                </a:solidFill>
                <a:latin typeface="Comic Sans MS"/>
                <a:cs typeface="Comic Sans MS"/>
              </a:rPr>
              <a:t>rates.</a:t>
            </a:r>
            <a:endParaRPr sz="2600">
              <a:latin typeface="Comic Sans MS"/>
              <a:cs typeface="Comic Sans MS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94771" y="5512434"/>
            <a:ext cx="114300" cy="114299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8038465" cy="10287000"/>
            <a:chOff x="0" y="0"/>
            <a:chExt cx="8038465" cy="102870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8038465" cy="10287000"/>
            </a:xfrm>
            <a:custGeom>
              <a:avLst/>
              <a:gdLst/>
              <a:ahLst/>
              <a:cxnLst/>
              <a:rect l="l" t="t" r="r" b="b"/>
              <a:pathLst>
                <a:path w="8038465" h="10287000">
                  <a:moveTo>
                    <a:pt x="7214878" y="10287000"/>
                  </a:moveTo>
                  <a:lnTo>
                    <a:pt x="7285409" y="7328219"/>
                  </a:lnTo>
                  <a:lnTo>
                    <a:pt x="7599718" y="7541090"/>
                  </a:lnTo>
                  <a:lnTo>
                    <a:pt x="7708468" y="7802370"/>
                  </a:lnTo>
                  <a:lnTo>
                    <a:pt x="7732673" y="8157691"/>
                  </a:lnTo>
                  <a:lnTo>
                    <a:pt x="8006222" y="8586022"/>
                  </a:lnTo>
                  <a:lnTo>
                    <a:pt x="7880827" y="9043658"/>
                  </a:lnTo>
                  <a:lnTo>
                    <a:pt x="7587575" y="9287249"/>
                  </a:lnTo>
                  <a:lnTo>
                    <a:pt x="7563743" y="10287000"/>
                  </a:lnTo>
                  <a:lnTo>
                    <a:pt x="7214878" y="10287000"/>
                  </a:lnTo>
                  <a:close/>
                </a:path>
                <a:path w="8038465" h="10287000">
                  <a:moveTo>
                    <a:pt x="7563743" y="10287000"/>
                  </a:moveTo>
                  <a:lnTo>
                    <a:pt x="7587575" y="9287249"/>
                  </a:lnTo>
                  <a:lnTo>
                    <a:pt x="7659301" y="9761868"/>
                  </a:lnTo>
                  <a:lnTo>
                    <a:pt x="7839357" y="9989717"/>
                  </a:lnTo>
                  <a:lnTo>
                    <a:pt x="7826355" y="10287000"/>
                  </a:lnTo>
                  <a:lnTo>
                    <a:pt x="7563743" y="10287000"/>
                  </a:lnTo>
                  <a:close/>
                </a:path>
                <a:path w="8038465" h="10287000">
                  <a:moveTo>
                    <a:pt x="7767526" y="1274543"/>
                  </a:moveTo>
                  <a:lnTo>
                    <a:pt x="7795037" y="120455"/>
                  </a:lnTo>
                  <a:lnTo>
                    <a:pt x="8037839" y="869878"/>
                  </a:lnTo>
                  <a:lnTo>
                    <a:pt x="7858604" y="1174409"/>
                  </a:lnTo>
                  <a:lnTo>
                    <a:pt x="7767526" y="1274543"/>
                  </a:lnTo>
                  <a:close/>
                </a:path>
                <a:path w="8038465" h="10287000">
                  <a:moveTo>
                    <a:pt x="0" y="0"/>
                  </a:moveTo>
                  <a:lnTo>
                    <a:pt x="7846322" y="0"/>
                  </a:lnTo>
                  <a:lnTo>
                    <a:pt x="7795037" y="120455"/>
                  </a:lnTo>
                  <a:lnTo>
                    <a:pt x="7767526" y="1274543"/>
                  </a:lnTo>
                  <a:lnTo>
                    <a:pt x="7502115" y="1566348"/>
                  </a:lnTo>
                  <a:lnTo>
                    <a:pt x="7480618" y="2468139"/>
                  </a:lnTo>
                  <a:lnTo>
                    <a:pt x="7479267" y="2473298"/>
                  </a:lnTo>
                  <a:lnTo>
                    <a:pt x="7444917" y="3914300"/>
                  </a:lnTo>
                  <a:lnTo>
                    <a:pt x="7336413" y="4054937"/>
                  </a:lnTo>
                  <a:lnTo>
                    <a:pt x="7286341" y="6155437"/>
                  </a:lnTo>
                  <a:lnTo>
                    <a:pt x="7257231" y="6232609"/>
                  </a:lnTo>
                  <a:lnTo>
                    <a:pt x="7160583" y="10287000"/>
                  </a:lnTo>
                  <a:lnTo>
                    <a:pt x="0" y="10287000"/>
                  </a:lnTo>
                  <a:lnTo>
                    <a:pt x="0" y="0"/>
                  </a:lnTo>
                  <a:close/>
                </a:path>
                <a:path w="8038465" h="10287000">
                  <a:moveTo>
                    <a:pt x="7444917" y="3914300"/>
                  </a:moveTo>
                  <a:lnTo>
                    <a:pt x="7479267" y="2473298"/>
                  </a:lnTo>
                  <a:lnTo>
                    <a:pt x="7497761" y="2820867"/>
                  </a:lnTo>
                  <a:lnTo>
                    <a:pt x="7568899" y="3196468"/>
                  </a:lnTo>
                  <a:lnTo>
                    <a:pt x="7691417" y="3653136"/>
                  </a:lnTo>
                  <a:lnTo>
                    <a:pt x="7444917" y="3914300"/>
                  </a:lnTo>
                  <a:close/>
                </a:path>
                <a:path w="8038465" h="10287000">
                  <a:moveTo>
                    <a:pt x="7480618" y="2468139"/>
                  </a:moveTo>
                  <a:lnTo>
                    <a:pt x="7502115" y="1566348"/>
                  </a:lnTo>
                  <a:lnTo>
                    <a:pt x="7603594" y="1998685"/>
                  </a:lnTo>
                  <a:lnTo>
                    <a:pt x="7480618" y="2468139"/>
                  </a:lnTo>
                  <a:close/>
                </a:path>
                <a:path w="8038465" h="10287000">
                  <a:moveTo>
                    <a:pt x="7160583" y="10287000"/>
                  </a:moveTo>
                  <a:lnTo>
                    <a:pt x="7257231" y="6232609"/>
                  </a:lnTo>
                  <a:lnTo>
                    <a:pt x="7464003" y="6524969"/>
                  </a:lnTo>
                  <a:lnTo>
                    <a:pt x="7323921" y="6794811"/>
                  </a:lnTo>
                  <a:lnTo>
                    <a:pt x="7313028" y="7251789"/>
                  </a:lnTo>
                  <a:lnTo>
                    <a:pt x="7285409" y="7328219"/>
                  </a:lnTo>
                  <a:lnTo>
                    <a:pt x="7214878" y="10287000"/>
                  </a:lnTo>
                  <a:lnTo>
                    <a:pt x="7160583" y="10287000"/>
                  </a:lnTo>
                  <a:close/>
                </a:path>
                <a:path w="8038465" h="10287000">
                  <a:moveTo>
                    <a:pt x="7286341" y="6155437"/>
                  </a:moveTo>
                  <a:lnTo>
                    <a:pt x="7310561" y="5139433"/>
                  </a:lnTo>
                  <a:lnTo>
                    <a:pt x="7419227" y="5466059"/>
                  </a:lnTo>
                  <a:lnTo>
                    <a:pt x="7456806" y="5703532"/>
                  </a:lnTo>
                  <a:lnTo>
                    <a:pt x="7286341" y="6155437"/>
                  </a:lnTo>
                  <a:close/>
                </a:path>
                <a:path w="8038465" h="10287000">
                  <a:moveTo>
                    <a:pt x="7313028" y="7251789"/>
                  </a:moveTo>
                  <a:lnTo>
                    <a:pt x="7323921" y="6794811"/>
                  </a:lnTo>
                  <a:lnTo>
                    <a:pt x="7399828" y="7011580"/>
                  </a:lnTo>
                  <a:lnTo>
                    <a:pt x="7313028" y="7251789"/>
                  </a:lnTo>
                  <a:close/>
                </a:path>
                <a:path w="8038465" h="10287000">
                  <a:moveTo>
                    <a:pt x="7310561" y="5139433"/>
                  </a:moveTo>
                  <a:lnTo>
                    <a:pt x="7336413" y="4054937"/>
                  </a:lnTo>
                  <a:lnTo>
                    <a:pt x="7406656" y="4447468"/>
                  </a:lnTo>
                  <a:lnTo>
                    <a:pt x="7377527" y="4803728"/>
                  </a:lnTo>
                  <a:lnTo>
                    <a:pt x="7310561" y="5139433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7855584" cy="10287000"/>
            </a:xfrm>
            <a:custGeom>
              <a:avLst/>
              <a:gdLst/>
              <a:ahLst/>
              <a:cxnLst/>
              <a:rect l="l" t="t" r="r" b="b"/>
              <a:pathLst>
                <a:path w="7855584" h="10287000">
                  <a:moveTo>
                    <a:pt x="7513358" y="8906835"/>
                  </a:moveTo>
                  <a:lnTo>
                    <a:pt x="7537499" y="7894104"/>
                  </a:lnTo>
                  <a:lnTo>
                    <a:pt x="7855359" y="8236279"/>
                  </a:lnTo>
                  <a:lnTo>
                    <a:pt x="7854099" y="8577728"/>
                  </a:lnTo>
                  <a:lnTo>
                    <a:pt x="7513358" y="8906835"/>
                  </a:lnTo>
                  <a:close/>
                </a:path>
                <a:path w="7855584" h="10287000">
                  <a:moveTo>
                    <a:pt x="7362286" y="10287000"/>
                  </a:moveTo>
                  <a:lnTo>
                    <a:pt x="7392401" y="9023662"/>
                  </a:lnTo>
                  <a:lnTo>
                    <a:pt x="7463647" y="9497779"/>
                  </a:lnTo>
                  <a:lnTo>
                    <a:pt x="7643453" y="9725868"/>
                  </a:lnTo>
                  <a:lnTo>
                    <a:pt x="7649466" y="10256899"/>
                  </a:lnTo>
                  <a:lnTo>
                    <a:pt x="7635295" y="10287000"/>
                  </a:lnTo>
                  <a:lnTo>
                    <a:pt x="7362286" y="10287000"/>
                  </a:lnTo>
                  <a:close/>
                </a:path>
                <a:path w="7855584" h="10287000">
                  <a:moveTo>
                    <a:pt x="0" y="0"/>
                  </a:moveTo>
                  <a:lnTo>
                    <a:pt x="7646400" y="0"/>
                  </a:lnTo>
                  <a:lnTo>
                    <a:pt x="7842653" y="606783"/>
                  </a:lnTo>
                  <a:lnTo>
                    <a:pt x="7663418" y="911314"/>
                  </a:lnTo>
                  <a:lnTo>
                    <a:pt x="7306930" y="1303254"/>
                  </a:lnTo>
                  <a:lnTo>
                    <a:pt x="7285414" y="2205834"/>
                  </a:lnTo>
                  <a:lnTo>
                    <a:pt x="7284064" y="2210939"/>
                  </a:lnTo>
                  <a:lnTo>
                    <a:pt x="7249713" y="3651941"/>
                  </a:lnTo>
                  <a:lnTo>
                    <a:pt x="7031253" y="3860219"/>
                  </a:lnTo>
                  <a:lnTo>
                    <a:pt x="6878051" y="10287000"/>
                  </a:lnTo>
                  <a:lnTo>
                    <a:pt x="0" y="10287000"/>
                  </a:lnTo>
                  <a:lnTo>
                    <a:pt x="0" y="0"/>
                  </a:lnTo>
                  <a:close/>
                </a:path>
                <a:path w="7855584" h="10287000">
                  <a:moveTo>
                    <a:pt x="7012684" y="10287000"/>
                  </a:moveTo>
                  <a:lnTo>
                    <a:pt x="7089493" y="7064862"/>
                  </a:lnTo>
                  <a:lnTo>
                    <a:pt x="7408015" y="7152542"/>
                  </a:lnTo>
                  <a:lnTo>
                    <a:pt x="7612487" y="7531076"/>
                  </a:lnTo>
                  <a:lnTo>
                    <a:pt x="7537499" y="7894104"/>
                  </a:lnTo>
                  <a:lnTo>
                    <a:pt x="7513358" y="8906835"/>
                  </a:lnTo>
                  <a:lnTo>
                    <a:pt x="7392401" y="9023662"/>
                  </a:lnTo>
                  <a:lnTo>
                    <a:pt x="7362286" y="10287000"/>
                  </a:lnTo>
                  <a:lnTo>
                    <a:pt x="7012684" y="10287000"/>
                  </a:lnTo>
                  <a:close/>
                </a:path>
                <a:path w="7855584" h="10287000">
                  <a:moveTo>
                    <a:pt x="7249713" y="3651941"/>
                  </a:moveTo>
                  <a:lnTo>
                    <a:pt x="7284064" y="2210939"/>
                  </a:lnTo>
                  <a:lnTo>
                    <a:pt x="7302558" y="2558508"/>
                  </a:lnTo>
                  <a:lnTo>
                    <a:pt x="7373702" y="2933864"/>
                  </a:lnTo>
                  <a:lnTo>
                    <a:pt x="7496459" y="3390783"/>
                  </a:lnTo>
                  <a:lnTo>
                    <a:pt x="7249713" y="3651941"/>
                  </a:lnTo>
                  <a:close/>
                </a:path>
                <a:path w="7855584" h="10287000">
                  <a:moveTo>
                    <a:pt x="7091865" y="5893517"/>
                  </a:moveTo>
                  <a:lnTo>
                    <a:pt x="7116124" y="4875865"/>
                  </a:lnTo>
                  <a:lnTo>
                    <a:pt x="7377056" y="5122348"/>
                  </a:lnTo>
                  <a:lnTo>
                    <a:pt x="7262854" y="5440220"/>
                  </a:lnTo>
                  <a:lnTo>
                    <a:pt x="7091865" y="5893517"/>
                  </a:lnTo>
                  <a:close/>
                </a:path>
                <a:path w="7855584" h="10287000">
                  <a:moveTo>
                    <a:pt x="7285414" y="2205834"/>
                  </a:moveTo>
                  <a:lnTo>
                    <a:pt x="7306930" y="1303254"/>
                  </a:lnTo>
                  <a:lnTo>
                    <a:pt x="7409624" y="1736110"/>
                  </a:lnTo>
                  <a:lnTo>
                    <a:pt x="7285414" y="2205834"/>
                  </a:lnTo>
                  <a:close/>
                </a:path>
                <a:path w="7855584" h="10287000">
                  <a:moveTo>
                    <a:pt x="6960354" y="10287000"/>
                  </a:moveTo>
                  <a:lnTo>
                    <a:pt x="7063279" y="5969298"/>
                  </a:lnTo>
                  <a:lnTo>
                    <a:pt x="7269806" y="6261652"/>
                  </a:lnTo>
                  <a:lnTo>
                    <a:pt x="7129963" y="6531746"/>
                  </a:lnTo>
                  <a:lnTo>
                    <a:pt x="7119223" y="6982289"/>
                  </a:lnTo>
                  <a:lnTo>
                    <a:pt x="7089493" y="7064862"/>
                  </a:lnTo>
                  <a:lnTo>
                    <a:pt x="7012684" y="10287000"/>
                  </a:lnTo>
                  <a:lnTo>
                    <a:pt x="6960354" y="10287000"/>
                  </a:lnTo>
                  <a:close/>
                </a:path>
                <a:path w="7855584" h="10287000">
                  <a:moveTo>
                    <a:pt x="6878051" y="10287000"/>
                  </a:moveTo>
                  <a:lnTo>
                    <a:pt x="7031253" y="3860219"/>
                  </a:lnTo>
                  <a:lnTo>
                    <a:pt x="7210500" y="4183859"/>
                  </a:lnTo>
                  <a:lnTo>
                    <a:pt x="7280664" y="4693080"/>
                  </a:lnTo>
                  <a:lnTo>
                    <a:pt x="7116124" y="4875865"/>
                  </a:lnTo>
                  <a:lnTo>
                    <a:pt x="7091865" y="5893517"/>
                  </a:lnTo>
                  <a:lnTo>
                    <a:pt x="7063279" y="5969298"/>
                  </a:lnTo>
                  <a:lnTo>
                    <a:pt x="6960354" y="10287000"/>
                  </a:lnTo>
                  <a:lnTo>
                    <a:pt x="6878051" y="10287000"/>
                  </a:lnTo>
                  <a:close/>
                </a:path>
                <a:path w="7855584" h="10287000">
                  <a:moveTo>
                    <a:pt x="7119223" y="6982289"/>
                  </a:moveTo>
                  <a:lnTo>
                    <a:pt x="7129963" y="6531746"/>
                  </a:lnTo>
                  <a:lnTo>
                    <a:pt x="7203941" y="6746994"/>
                  </a:lnTo>
                  <a:lnTo>
                    <a:pt x="7119223" y="69822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7455534" cy="10287000"/>
            </a:xfrm>
            <a:custGeom>
              <a:avLst/>
              <a:gdLst/>
              <a:ahLst/>
              <a:cxnLst/>
              <a:rect l="l" t="t" r="r" b="b"/>
              <a:pathLst>
                <a:path w="7455534" h="10287000">
                  <a:moveTo>
                    <a:pt x="7113128" y="8897294"/>
                  </a:moveTo>
                  <a:lnTo>
                    <a:pt x="7137269" y="7884563"/>
                  </a:lnTo>
                  <a:lnTo>
                    <a:pt x="7455129" y="8226739"/>
                  </a:lnTo>
                  <a:lnTo>
                    <a:pt x="7453869" y="8568187"/>
                  </a:lnTo>
                  <a:lnTo>
                    <a:pt x="7113128" y="8897294"/>
                  </a:lnTo>
                  <a:close/>
                </a:path>
                <a:path w="7455534" h="10287000">
                  <a:moveTo>
                    <a:pt x="6961828" y="10287000"/>
                  </a:moveTo>
                  <a:lnTo>
                    <a:pt x="6992171" y="9014121"/>
                  </a:lnTo>
                  <a:lnTo>
                    <a:pt x="7064154" y="9488256"/>
                  </a:lnTo>
                  <a:lnTo>
                    <a:pt x="7243959" y="9716345"/>
                  </a:lnTo>
                  <a:lnTo>
                    <a:pt x="7249218" y="10248094"/>
                  </a:lnTo>
                  <a:lnTo>
                    <a:pt x="7230870" y="10287000"/>
                  </a:lnTo>
                  <a:lnTo>
                    <a:pt x="6961828" y="10287000"/>
                  </a:lnTo>
                  <a:close/>
                </a:path>
                <a:path w="7455534" h="10287000">
                  <a:moveTo>
                    <a:pt x="0" y="0"/>
                  </a:moveTo>
                  <a:lnTo>
                    <a:pt x="7253029" y="0"/>
                  </a:lnTo>
                  <a:lnTo>
                    <a:pt x="7321853" y="200564"/>
                  </a:lnTo>
                  <a:lnTo>
                    <a:pt x="7405113" y="455417"/>
                  </a:lnTo>
                  <a:lnTo>
                    <a:pt x="7441704" y="596488"/>
                  </a:lnTo>
                  <a:lnTo>
                    <a:pt x="7429594" y="688685"/>
                  </a:lnTo>
                  <a:lnTo>
                    <a:pt x="7371847" y="1032847"/>
                  </a:lnTo>
                  <a:lnTo>
                    <a:pt x="6885061" y="1346015"/>
                  </a:lnTo>
                  <a:lnTo>
                    <a:pt x="6845235" y="3016749"/>
                  </a:lnTo>
                  <a:lnTo>
                    <a:pt x="6765524" y="3088369"/>
                  </a:lnTo>
                  <a:lnTo>
                    <a:pt x="6706464" y="3138813"/>
                  </a:lnTo>
                  <a:lnTo>
                    <a:pt x="6684412" y="4063909"/>
                  </a:lnTo>
                  <a:lnTo>
                    <a:pt x="6650971" y="4240290"/>
                  </a:lnTo>
                  <a:lnTo>
                    <a:pt x="6641489" y="4638061"/>
                  </a:lnTo>
                  <a:lnTo>
                    <a:pt x="6559218" y="4791346"/>
                  </a:lnTo>
                  <a:lnTo>
                    <a:pt x="6428212" y="10287000"/>
                  </a:lnTo>
                  <a:lnTo>
                    <a:pt x="0" y="10287000"/>
                  </a:lnTo>
                  <a:lnTo>
                    <a:pt x="0" y="0"/>
                  </a:lnTo>
                  <a:close/>
                </a:path>
                <a:path w="7455534" h="10287000">
                  <a:moveTo>
                    <a:pt x="6833092" y="10287000"/>
                  </a:moveTo>
                  <a:lnTo>
                    <a:pt x="6912064" y="6974157"/>
                  </a:lnTo>
                  <a:lnTo>
                    <a:pt x="7024226" y="7277773"/>
                  </a:lnTo>
                  <a:lnTo>
                    <a:pt x="7174229" y="7467810"/>
                  </a:lnTo>
                  <a:lnTo>
                    <a:pt x="7137269" y="7884563"/>
                  </a:lnTo>
                  <a:lnTo>
                    <a:pt x="7113128" y="8897294"/>
                  </a:lnTo>
                  <a:lnTo>
                    <a:pt x="6992171" y="9014121"/>
                  </a:lnTo>
                  <a:lnTo>
                    <a:pt x="6961828" y="10287000"/>
                  </a:lnTo>
                  <a:lnTo>
                    <a:pt x="6833092" y="10287000"/>
                  </a:lnTo>
                  <a:close/>
                </a:path>
                <a:path w="7455534" h="10287000">
                  <a:moveTo>
                    <a:pt x="6845235" y="3016749"/>
                  </a:moveTo>
                  <a:lnTo>
                    <a:pt x="6885061" y="1346015"/>
                  </a:lnTo>
                  <a:lnTo>
                    <a:pt x="6904927" y="1397204"/>
                  </a:lnTo>
                  <a:lnTo>
                    <a:pt x="6948402" y="1514087"/>
                  </a:lnTo>
                  <a:lnTo>
                    <a:pt x="6991300" y="1641643"/>
                  </a:lnTo>
                  <a:lnTo>
                    <a:pt x="7009435" y="1724849"/>
                  </a:lnTo>
                  <a:lnTo>
                    <a:pt x="7009429" y="1758706"/>
                  </a:lnTo>
                  <a:lnTo>
                    <a:pt x="7011500" y="1807503"/>
                  </a:lnTo>
                  <a:lnTo>
                    <a:pt x="7021925" y="1983775"/>
                  </a:lnTo>
                  <a:lnTo>
                    <a:pt x="7024056" y="2032573"/>
                  </a:lnTo>
                  <a:lnTo>
                    <a:pt x="7024140" y="2066432"/>
                  </a:lnTo>
                  <a:lnTo>
                    <a:pt x="7045461" y="2137930"/>
                  </a:lnTo>
                  <a:lnTo>
                    <a:pt x="7095126" y="2239723"/>
                  </a:lnTo>
                  <a:lnTo>
                    <a:pt x="7145322" y="2330841"/>
                  </a:lnTo>
                  <a:lnTo>
                    <a:pt x="7168235" y="2370318"/>
                  </a:lnTo>
                  <a:lnTo>
                    <a:pt x="7121105" y="2634308"/>
                  </a:lnTo>
                  <a:lnTo>
                    <a:pt x="7102403" y="2730617"/>
                  </a:lnTo>
                  <a:lnTo>
                    <a:pt x="7032121" y="2834410"/>
                  </a:lnTo>
                  <a:lnTo>
                    <a:pt x="6896952" y="2970281"/>
                  </a:lnTo>
                  <a:lnTo>
                    <a:pt x="6845235" y="3016749"/>
                  </a:lnTo>
                  <a:close/>
                </a:path>
                <a:path w="7455534" h="10287000">
                  <a:moveTo>
                    <a:pt x="6736049" y="10287000"/>
                  </a:moveTo>
                  <a:lnTo>
                    <a:pt x="6842619" y="5816392"/>
                  </a:lnTo>
                  <a:lnTo>
                    <a:pt x="6868576" y="6252824"/>
                  </a:lnTo>
                  <a:lnTo>
                    <a:pt x="6965954" y="6537663"/>
                  </a:lnTo>
                  <a:lnTo>
                    <a:pt x="6956268" y="6727578"/>
                  </a:lnTo>
                  <a:lnTo>
                    <a:pt x="6912064" y="6974157"/>
                  </a:lnTo>
                  <a:lnTo>
                    <a:pt x="6833092" y="10287000"/>
                  </a:lnTo>
                  <a:lnTo>
                    <a:pt x="6739273" y="10287000"/>
                  </a:lnTo>
                  <a:lnTo>
                    <a:pt x="6736049" y="10287000"/>
                  </a:lnTo>
                  <a:close/>
                </a:path>
                <a:path w="7455534" h="10287000">
                  <a:moveTo>
                    <a:pt x="6428212" y="10287000"/>
                  </a:moveTo>
                  <a:lnTo>
                    <a:pt x="6559218" y="4791346"/>
                  </a:lnTo>
                  <a:lnTo>
                    <a:pt x="6899580" y="5323222"/>
                  </a:lnTo>
                  <a:lnTo>
                    <a:pt x="6842619" y="5816392"/>
                  </a:lnTo>
                  <a:lnTo>
                    <a:pt x="6736049" y="10287000"/>
                  </a:lnTo>
                  <a:lnTo>
                    <a:pt x="6428212" y="10287000"/>
                  </a:lnTo>
                  <a:close/>
                </a:path>
                <a:path w="7455534" h="10287000">
                  <a:moveTo>
                    <a:pt x="6684412" y="4063909"/>
                  </a:moveTo>
                  <a:lnTo>
                    <a:pt x="6706464" y="3138813"/>
                  </a:lnTo>
                  <a:lnTo>
                    <a:pt x="6827983" y="3575558"/>
                  </a:lnTo>
                  <a:lnTo>
                    <a:pt x="6715885" y="3897903"/>
                  </a:lnTo>
                  <a:lnTo>
                    <a:pt x="6684412" y="4063909"/>
                  </a:lnTo>
                  <a:close/>
                </a:path>
                <a:path w="7455534" h="10287000">
                  <a:moveTo>
                    <a:pt x="6641489" y="4638061"/>
                  </a:moveTo>
                  <a:lnTo>
                    <a:pt x="6650971" y="4240290"/>
                  </a:lnTo>
                  <a:lnTo>
                    <a:pt x="6753070" y="4430168"/>
                  </a:lnTo>
                  <a:lnTo>
                    <a:pt x="6641489" y="4638061"/>
                  </a:lnTo>
                  <a:close/>
                </a:path>
              </a:pathLst>
            </a:custGeom>
            <a:solidFill>
              <a:srgbClr val="FFD04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41140" y="2886413"/>
              <a:ext cx="4086224" cy="4343398"/>
            </a:xfrm>
            <a:prstGeom prst="rect">
              <a:avLst/>
            </a:prstGeom>
          </p:spPr>
        </p:pic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8886368" y="1220030"/>
            <a:ext cx="6290310" cy="1511300"/>
          </a:xfrm>
          <a:prstGeom prst="rect"/>
        </p:spPr>
        <p:txBody>
          <a:bodyPr wrap="square" lIns="0" tIns="63500" rIns="0" bIns="0" rtlCol="0" vert="horz">
            <a:spAutoFit/>
          </a:bodyPr>
          <a:lstStyle/>
          <a:p>
            <a:pPr marL="12700" marR="5080">
              <a:lnSpc>
                <a:spcPts val="5700"/>
              </a:lnSpc>
              <a:spcBef>
                <a:spcPts val="500"/>
              </a:spcBef>
            </a:pPr>
            <a:r>
              <a:rPr dirty="0" sz="5000" b="0">
                <a:solidFill>
                  <a:srgbClr val="5460A8"/>
                </a:solidFill>
                <a:latin typeface="Comic Sans MS"/>
                <a:cs typeface="Comic Sans MS"/>
              </a:rPr>
              <a:t>BUSINESS</a:t>
            </a:r>
            <a:r>
              <a:rPr dirty="0" sz="5000" spc="-180" b="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5000" spc="-10" b="0">
                <a:solidFill>
                  <a:srgbClr val="5460A8"/>
                </a:solidFill>
                <a:latin typeface="Comic Sans MS"/>
                <a:cs typeface="Comic Sans MS"/>
              </a:rPr>
              <a:t>EMAIL </a:t>
            </a:r>
            <a:r>
              <a:rPr dirty="0" sz="5000" b="0">
                <a:solidFill>
                  <a:srgbClr val="5460A8"/>
                </a:solidFill>
                <a:latin typeface="Comic Sans MS"/>
                <a:cs typeface="Comic Sans MS"/>
              </a:rPr>
              <a:t>COMPROMISE</a:t>
            </a:r>
            <a:r>
              <a:rPr dirty="0" sz="5000" spc="-110" b="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5000" spc="-10" b="0">
                <a:solidFill>
                  <a:srgbClr val="5460A8"/>
                </a:solidFill>
                <a:latin typeface="Comic Sans MS"/>
                <a:cs typeface="Comic Sans MS"/>
              </a:rPr>
              <a:t>(BEC)</a:t>
            </a:r>
            <a:endParaRPr sz="5000">
              <a:latin typeface="Comic Sans MS"/>
              <a:cs typeface="Comic Sans MS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510651" y="3629042"/>
            <a:ext cx="114300" cy="11429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8792482" y="3326068"/>
            <a:ext cx="7756525" cy="6497320"/>
          </a:xfrm>
          <a:prstGeom prst="rect">
            <a:avLst/>
          </a:prstGeom>
        </p:spPr>
        <p:txBody>
          <a:bodyPr wrap="square" lIns="0" tIns="108585" rIns="0" bIns="0" rtlCol="0" vert="horz">
            <a:spAutoFit/>
          </a:bodyPr>
          <a:lstStyle/>
          <a:p>
            <a:pPr algn="just" marL="12700" marR="5080">
              <a:lnSpc>
                <a:spcPts val="3600"/>
              </a:lnSpc>
              <a:spcBef>
                <a:spcPts val="855"/>
              </a:spcBef>
            </a:pP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A</a:t>
            </a:r>
            <a:r>
              <a:rPr dirty="0" sz="2600" spc="33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3200" spc="-310" b="1">
                <a:solidFill>
                  <a:srgbClr val="5460A8"/>
                </a:solidFill>
                <a:latin typeface="Comic Sans MS"/>
                <a:cs typeface="Comic Sans MS"/>
              </a:rPr>
              <a:t>Business</a:t>
            </a:r>
            <a:r>
              <a:rPr dirty="0" sz="3200" spc="225" b="1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3200" spc="-315" b="1">
                <a:solidFill>
                  <a:srgbClr val="5460A8"/>
                </a:solidFill>
                <a:latin typeface="Comic Sans MS"/>
                <a:cs typeface="Comic Sans MS"/>
              </a:rPr>
              <a:t>Email</a:t>
            </a:r>
            <a:r>
              <a:rPr dirty="0" sz="3200" spc="225" b="1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3200" spc="-345" b="1">
                <a:solidFill>
                  <a:srgbClr val="5460A8"/>
                </a:solidFill>
                <a:latin typeface="Comic Sans MS"/>
                <a:cs typeface="Comic Sans MS"/>
              </a:rPr>
              <a:t>Compromise</a:t>
            </a:r>
            <a:r>
              <a:rPr dirty="0" sz="3200" spc="225" b="1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3200" spc="-355" b="1">
                <a:solidFill>
                  <a:srgbClr val="5460A8"/>
                </a:solidFill>
                <a:latin typeface="Comic Sans MS"/>
                <a:cs typeface="Comic Sans MS"/>
              </a:rPr>
              <a:t>(BEC)</a:t>
            </a:r>
            <a:r>
              <a:rPr dirty="0" sz="3200" spc="10" b="1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attack</a:t>
            </a:r>
            <a:r>
              <a:rPr dirty="0" sz="2600" spc="47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is</a:t>
            </a:r>
            <a:r>
              <a:rPr dirty="0" sz="2600" spc="48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 spc="-50">
                <a:solidFill>
                  <a:srgbClr val="5460A8"/>
                </a:solidFill>
                <a:latin typeface="Comic Sans MS"/>
                <a:cs typeface="Comic Sans MS"/>
              </a:rPr>
              <a:t>a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specialized</a:t>
            </a:r>
            <a:r>
              <a:rPr dirty="0" sz="2600" spc="61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social</a:t>
            </a:r>
            <a:r>
              <a:rPr dirty="0" sz="2600" spc="61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engineering</a:t>
            </a:r>
            <a:r>
              <a:rPr dirty="0" sz="2600" spc="61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cybercrime</a:t>
            </a:r>
            <a:r>
              <a:rPr dirty="0" sz="2600" spc="61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 spc="-10">
                <a:solidFill>
                  <a:srgbClr val="5460A8"/>
                </a:solidFill>
                <a:latin typeface="Comic Sans MS"/>
                <a:cs typeface="Comic Sans MS"/>
              </a:rPr>
              <a:t>where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an</a:t>
            </a:r>
            <a:r>
              <a:rPr dirty="0" sz="2600" spc="34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attacker</a:t>
            </a:r>
            <a:r>
              <a:rPr dirty="0" sz="2600" spc="34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poses</a:t>
            </a:r>
            <a:r>
              <a:rPr dirty="0" sz="2600" spc="34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as</a:t>
            </a:r>
            <a:r>
              <a:rPr dirty="0" sz="2600" spc="34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a</a:t>
            </a:r>
            <a:r>
              <a:rPr dirty="0" sz="2600" spc="34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trusted</a:t>
            </a:r>
            <a:r>
              <a:rPr dirty="0" sz="2600" spc="34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source</a:t>
            </a:r>
            <a:r>
              <a:rPr dirty="0" sz="2600" spc="34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such</a:t>
            </a:r>
            <a:r>
              <a:rPr dirty="0" sz="2600" spc="34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as</a:t>
            </a:r>
            <a:r>
              <a:rPr dirty="0" sz="2600" spc="34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 spc="-50">
                <a:solidFill>
                  <a:srgbClr val="5460A8"/>
                </a:solidFill>
                <a:latin typeface="Comic Sans MS"/>
                <a:cs typeface="Comic Sans MS"/>
              </a:rPr>
              <a:t>a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CEO,</a:t>
            </a:r>
            <a:r>
              <a:rPr dirty="0" sz="2600" spc="58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vendor,</a:t>
            </a:r>
            <a:r>
              <a:rPr dirty="0" sz="2600" spc="58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or</a:t>
            </a:r>
            <a:r>
              <a:rPr dirty="0" sz="2600" spc="58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lawyer</a:t>
            </a:r>
            <a:r>
              <a:rPr dirty="0" sz="2600" spc="58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to</a:t>
            </a:r>
            <a:r>
              <a:rPr dirty="0" sz="2600" spc="58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trick</a:t>
            </a:r>
            <a:r>
              <a:rPr dirty="0" sz="2600" spc="58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employees</a:t>
            </a:r>
            <a:r>
              <a:rPr dirty="0" sz="2600" spc="58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 spc="-20">
                <a:solidFill>
                  <a:srgbClr val="5460A8"/>
                </a:solidFill>
                <a:latin typeface="Comic Sans MS"/>
                <a:cs typeface="Comic Sans MS"/>
              </a:rPr>
              <a:t>into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wiring</a:t>
            </a:r>
            <a:r>
              <a:rPr dirty="0" sz="2600" spc="45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money</a:t>
            </a:r>
            <a:r>
              <a:rPr dirty="0" sz="2600" spc="45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or</a:t>
            </a:r>
            <a:r>
              <a:rPr dirty="0" sz="2600" spc="45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sharing</a:t>
            </a:r>
            <a:r>
              <a:rPr dirty="0" sz="2600" spc="459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sensitive</a:t>
            </a:r>
            <a:r>
              <a:rPr dirty="0" sz="2600" spc="45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company</a:t>
            </a:r>
            <a:r>
              <a:rPr dirty="0" sz="2600" spc="45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 spc="-10">
                <a:solidFill>
                  <a:srgbClr val="5460A8"/>
                </a:solidFill>
                <a:latin typeface="Comic Sans MS"/>
                <a:cs typeface="Comic Sans MS"/>
              </a:rPr>
              <a:t>data.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These</a:t>
            </a:r>
            <a:r>
              <a:rPr dirty="0" sz="2600" spc="409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attacks</a:t>
            </a:r>
            <a:r>
              <a:rPr dirty="0" sz="2600" spc="41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rely</a:t>
            </a:r>
            <a:r>
              <a:rPr dirty="0" sz="2600" spc="409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on</a:t>
            </a:r>
            <a:r>
              <a:rPr dirty="0" sz="2600" spc="41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psychological</a:t>
            </a:r>
            <a:r>
              <a:rPr dirty="0" sz="2600" spc="409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 spc="-10">
                <a:solidFill>
                  <a:srgbClr val="5460A8"/>
                </a:solidFill>
                <a:latin typeface="Comic Sans MS"/>
                <a:cs typeface="Comic Sans MS"/>
              </a:rPr>
              <a:t>manipulation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rather</a:t>
            </a:r>
            <a:r>
              <a:rPr dirty="0" sz="2600" spc="-7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than</a:t>
            </a:r>
            <a:r>
              <a:rPr dirty="0" sz="2600" spc="-6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malicious</a:t>
            </a:r>
            <a:r>
              <a:rPr dirty="0" sz="2600" spc="-7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software</a:t>
            </a:r>
            <a:r>
              <a:rPr dirty="0" sz="2600" spc="-6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 spc="-10">
                <a:solidFill>
                  <a:srgbClr val="5460A8"/>
                </a:solidFill>
                <a:latin typeface="Comic Sans MS"/>
                <a:cs typeface="Comic Sans MS"/>
              </a:rPr>
              <a:t>links.</a:t>
            </a:r>
            <a:endParaRPr sz="2600">
              <a:latin typeface="Comic Sans MS"/>
              <a:cs typeface="Comic Sans MS"/>
            </a:endParaRPr>
          </a:p>
          <a:p>
            <a:pPr algn="just" marL="12700" marR="5080">
              <a:lnSpc>
                <a:spcPct val="115399"/>
              </a:lnSpc>
              <a:spcBef>
                <a:spcPts val="3400"/>
              </a:spcBef>
            </a:pP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Considered</a:t>
            </a:r>
            <a:r>
              <a:rPr dirty="0" sz="2600" spc="-1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a</a:t>
            </a:r>
            <a:r>
              <a:rPr dirty="0" sz="2600" spc="-1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subset</a:t>
            </a:r>
            <a:r>
              <a:rPr dirty="0" sz="2600" spc="-1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of</a:t>
            </a:r>
            <a:r>
              <a:rPr dirty="0" sz="2600" spc="-1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social</a:t>
            </a:r>
            <a:r>
              <a:rPr dirty="0" sz="2600" spc="-1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engineering,</a:t>
            </a:r>
            <a:r>
              <a:rPr dirty="0" sz="2600" spc="-1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 spc="-10">
                <a:solidFill>
                  <a:srgbClr val="5460A8"/>
                </a:solidFill>
                <a:latin typeface="Comic Sans MS"/>
                <a:cs typeface="Comic Sans MS"/>
              </a:rPr>
              <a:t>attacks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known</a:t>
            </a:r>
            <a:r>
              <a:rPr dirty="0" sz="2600" spc="56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as</a:t>
            </a:r>
            <a:r>
              <a:rPr dirty="0" sz="2600" spc="56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business</a:t>
            </a:r>
            <a:r>
              <a:rPr dirty="0" sz="2600" spc="56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email</a:t>
            </a:r>
            <a:r>
              <a:rPr dirty="0" sz="2600" spc="56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compromise</a:t>
            </a:r>
            <a:r>
              <a:rPr dirty="0" sz="2600" spc="56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target</a:t>
            </a:r>
            <a:r>
              <a:rPr dirty="0" sz="2600" spc="57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 spc="-25">
                <a:solidFill>
                  <a:srgbClr val="5460A8"/>
                </a:solidFill>
                <a:latin typeface="Comic Sans MS"/>
                <a:cs typeface="Comic Sans MS"/>
              </a:rPr>
              <a:t>the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inbox</a:t>
            </a:r>
            <a:r>
              <a:rPr dirty="0" sz="2600" spc="12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with</a:t>
            </a:r>
            <a:r>
              <a:rPr dirty="0" sz="2600" spc="12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messages</a:t>
            </a:r>
            <a:r>
              <a:rPr dirty="0" sz="2600" spc="12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that</a:t>
            </a:r>
            <a:r>
              <a:rPr dirty="0" sz="2600" spc="12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appear</a:t>
            </a:r>
            <a:r>
              <a:rPr dirty="0" sz="2600" spc="12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to</a:t>
            </a:r>
            <a:r>
              <a:rPr dirty="0" sz="2600" spc="12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be</a:t>
            </a:r>
            <a:r>
              <a:rPr dirty="0" sz="2600" spc="12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 spc="-20">
                <a:solidFill>
                  <a:srgbClr val="5460A8"/>
                </a:solidFill>
                <a:latin typeface="Comic Sans MS"/>
                <a:cs typeface="Comic Sans MS"/>
              </a:rPr>
              <a:t>from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superiors,</a:t>
            </a:r>
            <a:r>
              <a:rPr dirty="0" sz="2600" spc="55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collaborators,</a:t>
            </a:r>
            <a:r>
              <a:rPr dirty="0" sz="2600" spc="55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and</a:t>
            </a:r>
            <a:r>
              <a:rPr dirty="0" sz="2600" spc="55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vendors</a:t>
            </a:r>
            <a:r>
              <a:rPr dirty="0" sz="2600" spc="55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asking</a:t>
            </a:r>
            <a:r>
              <a:rPr dirty="0" sz="2600" spc="55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 spc="-25">
                <a:solidFill>
                  <a:srgbClr val="5460A8"/>
                </a:solidFill>
                <a:latin typeface="Comic Sans MS"/>
                <a:cs typeface="Comic Sans MS"/>
              </a:rPr>
              <a:t>for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money,</a:t>
            </a:r>
            <a:r>
              <a:rPr dirty="0" sz="2600" spc="38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access,</a:t>
            </a:r>
            <a:r>
              <a:rPr dirty="0" sz="2600" spc="39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or</a:t>
            </a:r>
            <a:r>
              <a:rPr dirty="0" sz="2600" spc="39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data</a:t>
            </a:r>
            <a:r>
              <a:rPr dirty="0" sz="2600" spc="39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using</a:t>
            </a:r>
            <a:r>
              <a:rPr dirty="0" sz="2600" spc="38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convincing</a:t>
            </a:r>
            <a:r>
              <a:rPr dirty="0" sz="2600" spc="39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 spc="-10">
                <a:solidFill>
                  <a:srgbClr val="5460A8"/>
                </a:solidFill>
                <a:latin typeface="Comic Sans MS"/>
                <a:cs typeface="Comic Sans MS"/>
              </a:rPr>
              <a:t>language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mixed</a:t>
            </a:r>
            <a:r>
              <a:rPr dirty="0" sz="2600" spc="-7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with</a:t>
            </a:r>
            <a:r>
              <a:rPr dirty="0" sz="2600" spc="-6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legitimate</a:t>
            </a:r>
            <a:r>
              <a:rPr dirty="0" sz="2600" spc="-7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 spc="-10">
                <a:solidFill>
                  <a:srgbClr val="5460A8"/>
                </a:solidFill>
                <a:latin typeface="Comic Sans MS"/>
                <a:cs typeface="Comic Sans MS"/>
              </a:rPr>
              <a:t>information.</a:t>
            </a:r>
            <a:endParaRPr sz="2600">
              <a:latin typeface="Comic Sans MS"/>
              <a:cs typeface="Comic Sans MS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510651" y="7286642"/>
            <a:ext cx="114300" cy="114299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8038465" cy="10287000"/>
            <a:chOff x="0" y="0"/>
            <a:chExt cx="8038465" cy="102870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8038465" cy="10287000"/>
            </a:xfrm>
            <a:custGeom>
              <a:avLst/>
              <a:gdLst/>
              <a:ahLst/>
              <a:cxnLst/>
              <a:rect l="l" t="t" r="r" b="b"/>
              <a:pathLst>
                <a:path w="8038465" h="10287000">
                  <a:moveTo>
                    <a:pt x="7214878" y="10287000"/>
                  </a:moveTo>
                  <a:lnTo>
                    <a:pt x="7285409" y="7328219"/>
                  </a:lnTo>
                  <a:lnTo>
                    <a:pt x="7599718" y="7541090"/>
                  </a:lnTo>
                  <a:lnTo>
                    <a:pt x="7708468" y="7802370"/>
                  </a:lnTo>
                  <a:lnTo>
                    <a:pt x="7732673" y="8157691"/>
                  </a:lnTo>
                  <a:lnTo>
                    <a:pt x="8006222" y="8586022"/>
                  </a:lnTo>
                  <a:lnTo>
                    <a:pt x="7880827" y="9043658"/>
                  </a:lnTo>
                  <a:lnTo>
                    <a:pt x="7587575" y="9287249"/>
                  </a:lnTo>
                  <a:lnTo>
                    <a:pt x="7563743" y="10287000"/>
                  </a:lnTo>
                  <a:lnTo>
                    <a:pt x="7214878" y="10287000"/>
                  </a:lnTo>
                  <a:close/>
                </a:path>
                <a:path w="8038465" h="10287000">
                  <a:moveTo>
                    <a:pt x="7563743" y="10287000"/>
                  </a:moveTo>
                  <a:lnTo>
                    <a:pt x="7587575" y="9287249"/>
                  </a:lnTo>
                  <a:lnTo>
                    <a:pt x="7659301" y="9761868"/>
                  </a:lnTo>
                  <a:lnTo>
                    <a:pt x="7839357" y="9989717"/>
                  </a:lnTo>
                  <a:lnTo>
                    <a:pt x="7826355" y="10287000"/>
                  </a:lnTo>
                  <a:lnTo>
                    <a:pt x="7563743" y="10287000"/>
                  </a:lnTo>
                  <a:close/>
                </a:path>
                <a:path w="8038465" h="10287000">
                  <a:moveTo>
                    <a:pt x="7767526" y="1274543"/>
                  </a:moveTo>
                  <a:lnTo>
                    <a:pt x="7795037" y="120455"/>
                  </a:lnTo>
                  <a:lnTo>
                    <a:pt x="8037839" y="869878"/>
                  </a:lnTo>
                  <a:lnTo>
                    <a:pt x="7858604" y="1174409"/>
                  </a:lnTo>
                  <a:lnTo>
                    <a:pt x="7767526" y="1274543"/>
                  </a:lnTo>
                  <a:close/>
                </a:path>
                <a:path w="8038465" h="10287000">
                  <a:moveTo>
                    <a:pt x="0" y="0"/>
                  </a:moveTo>
                  <a:lnTo>
                    <a:pt x="7846322" y="0"/>
                  </a:lnTo>
                  <a:lnTo>
                    <a:pt x="7795037" y="120455"/>
                  </a:lnTo>
                  <a:lnTo>
                    <a:pt x="7767526" y="1274543"/>
                  </a:lnTo>
                  <a:lnTo>
                    <a:pt x="7502115" y="1566348"/>
                  </a:lnTo>
                  <a:lnTo>
                    <a:pt x="7480618" y="2468139"/>
                  </a:lnTo>
                  <a:lnTo>
                    <a:pt x="7479267" y="2473298"/>
                  </a:lnTo>
                  <a:lnTo>
                    <a:pt x="7444917" y="3914300"/>
                  </a:lnTo>
                  <a:lnTo>
                    <a:pt x="7336413" y="4054937"/>
                  </a:lnTo>
                  <a:lnTo>
                    <a:pt x="7286341" y="6155437"/>
                  </a:lnTo>
                  <a:lnTo>
                    <a:pt x="7257231" y="6232609"/>
                  </a:lnTo>
                  <a:lnTo>
                    <a:pt x="7160583" y="10287000"/>
                  </a:lnTo>
                  <a:lnTo>
                    <a:pt x="0" y="10287000"/>
                  </a:lnTo>
                  <a:lnTo>
                    <a:pt x="0" y="0"/>
                  </a:lnTo>
                  <a:close/>
                </a:path>
                <a:path w="8038465" h="10287000">
                  <a:moveTo>
                    <a:pt x="7444917" y="3914300"/>
                  </a:moveTo>
                  <a:lnTo>
                    <a:pt x="7479267" y="2473298"/>
                  </a:lnTo>
                  <a:lnTo>
                    <a:pt x="7497761" y="2820867"/>
                  </a:lnTo>
                  <a:lnTo>
                    <a:pt x="7568899" y="3196468"/>
                  </a:lnTo>
                  <a:lnTo>
                    <a:pt x="7691417" y="3653136"/>
                  </a:lnTo>
                  <a:lnTo>
                    <a:pt x="7444917" y="3914300"/>
                  </a:lnTo>
                  <a:close/>
                </a:path>
                <a:path w="8038465" h="10287000">
                  <a:moveTo>
                    <a:pt x="7480618" y="2468139"/>
                  </a:moveTo>
                  <a:lnTo>
                    <a:pt x="7502115" y="1566348"/>
                  </a:lnTo>
                  <a:lnTo>
                    <a:pt x="7603594" y="1998685"/>
                  </a:lnTo>
                  <a:lnTo>
                    <a:pt x="7480618" y="2468139"/>
                  </a:lnTo>
                  <a:close/>
                </a:path>
                <a:path w="8038465" h="10287000">
                  <a:moveTo>
                    <a:pt x="7160583" y="10287000"/>
                  </a:moveTo>
                  <a:lnTo>
                    <a:pt x="7257231" y="6232609"/>
                  </a:lnTo>
                  <a:lnTo>
                    <a:pt x="7464003" y="6524969"/>
                  </a:lnTo>
                  <a:lnTo>
                    <a:pt x="7323921" y="6794811"/>
                  </a:lnTo>
                  <a:lnTo>
                    <a:pt x="7313028" y="7251789"/>
                  </a:lnTo>
                  <a:lnTo>
                    <a:pt x="7285409" y="7328219"/>
                  </a:lnTo>
                  <a:lnTo>
                    <a:pt x="7214878" y="10287000"/>
                  </a:lnTo>
                  <a:lnTo>
                    <a:pt x="7160583" y="10287000"/>
                  </a:lnTo>
                  <a:close/>
                </a:path>
                <a:path w="8038465" h="10287000">
                  <a:moveTo>
                    <a:pt x="7286341" y="6155437"/>
                  </a:moveTo>
                  <a:lnTo>
                    <a:pt x="7310561" y="5139433"/>
                  </a:lnTo>
                  <a:lnTo>
                    <a:pt x="7419227" y="5466059"/>
                  </a:lnTo>
                  <a:lnTo>
                    <a:pt x="7456806" y="5703532"/>
                  </a:lnTo>
                  <a:lnTo>
                    <a:pt x="7286341" y="6155437"/>
                  </a:lnTo>
                  <a:close/>
                </a:path>
                <a:path w="8038465" h="10287000">
                  <a:moveTo>
                    <a:pt x="7313028" y="7251789"/>
                  </a:moveTo>
                  <a:lnTo>
                    <a:pt x="7323921" y="6794811"/>
                  </a:lnTo>
                  <a:lnTo>
                    <a:pt x="7399828" y="7011580"/>
                  </a:lnTo>
                  <a:lnTo>
                    <a:pt x="7313028" y="7251789"/>
                  </a:lnTo>
                  <a:close/>
                </a:path>
                <a:path w="8038465" h="10287000">
                  <a:moveTo>
                    <a:pt x="7310561" y="5139433"/>
                  </a:moveTo>
                  <a:lnTo>
                    <a:pt x="7336413" y="4054937"/>
                  </a:lnTo>
                  <a:lnTo>
                    <a:pt x="7406656" y="4447468"/>
                  </a:lnTo>
                  <a:lnTo>
                    <a:pt x="7377527" y="4803728"/>
                  </a:lnTo>
                  <a:lnTo>
                    <a:pt x="7310561" y="5139433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7855584" cy="10287000"/>
            </a:xfrm>
            <a:custGeom>
              <a:avLst/>
              <a:gdLst/>
              <a:ahLst/>
              <a:cxnLst/>
              <a:rect l="l" t="t" r="r" b="b"/>
              <a:pathLst>
                <a:path w="7855584" h="10287000">
                  <a:moveTo>
                    <a:pt x="7513358" y="8906835"/>
                  </a:moveTo>
                  <a:lnTo>
                    <a:pt x="7537499" y="7894104"/>
                  </a:lnTo>
                  <a:lnTo>
                    <a:pt x="7855359" y="8236279"/>
                  </a:lnTo>
                  <a:lnTo>
                    <a:pt x="7854099" y="8577728"/>
                  </a:lnTo>
                  <a:lnTo>
                    <a:pt x="7513358" y="8906835"/>
                  </a:lnTo>
                  <a:close/>
                </a:path>
                <a:path w="7855584" h="10287000">
                  <a:moveTo>
                    <a:pt x="7362286" y="10287000"/>
                  </a:moveTo>
                  <a:lnTo>
                    <a:pt x="7392401" y="9023662"/>
                  </a:lnTo>
                  <a:lnTo>
                    <a:pt x="7463647" y="9497779"/>
                  </a:lnTo>
                  <a:lnTo>
                    <a:pt x="7643453" y="9725868"/>
                  </a:lnTo>
                  <a:lnTo>
                    <a:pt x="7649466" y="10256899"/>
                  </a:lnTo>
                  <a:lnTo>
                    <a:pt x="7635295" y="10287000"/>
                  </a:lnTo>
                  <a:lnTo>
                    <a:pt x="7362286" y="10287000"/>
                  </a:lnTo>
                  <a:close/>
                </a:path>
                <a:path w="7855584" h="10287000">
                  <a:moveTo>
                    <a:pt x="0" y="0"/>
                  </a:moveTo>
                  <a:lnTo>
                    <a:pt x="7646400" y="0"/>
                  </a:lnTo>
                  <a:lnTo>
                    <a:pt x="7842653" y="606783"/>
                  </a:lnTo>
                  <a:lnTo>
                    <a:pt x="7663418" y="911314"/>
                  </a:lnTo>
                  <a:lnTo>
                    <a:pt x="7306930" y="1303254"/>
                  </a:lnTo>
                  <a:lnTo>
                    <a:pt x="7285414" y="2205834"/>
                  </a:lnTo>
                  <a:lnTo>
                    <a:pt x="7284064" y="2210939"/>
                  </a:lnTo>
                  <a:lnTo>
                    <a:pt x="7249713" y="3651941"/>
                  </a:lnTo>
                  <a:lnTo>
                    <a:pt x="7031253" y="3860219"/>
                  </a:lnTo>
                  <a:lnTo>
                    <a:pt x="6878051" y="10287000"/>
                  </a:lnTo>
                  <a:lnTo>
                    <a:pt x="0" y="10287000"/>
                  </a:lnTo>
                  <a:lnTo>
                    <a:pt x="0" y="0"/>
                  </a:lnTo>
                  <a:close/>
                </a:path>
                <a:path w="7855584" h="10287000">
                  <a:moveTo>
                    <a:pt x="7012684" y="10287000"/>
                  </a:moveTo>
                  <a:lnTo>
                    <a:pt x="7089493" y="7064862"/>
                  </a:lnTo>
                  <a:lnTo>
                    <a:pt x="7408015" y="7152542"/>
                  </a:lnTo>
                  <a:lnTo>
                    <a:pt x="7612487" y="7531076"/>
                  </a:lnTo>
                  <a:lnTo>
                    <a:pt x="7537499" y="7894104"/>
                  </a:lnTo>
                  <a:lnTo>
                    <a:pt x="7513358" y="8906835"/>
                  </a:lnTo>
                  <a:lnTo>
                    <a:pt x="7392401" y="9023662"/>
                  </a:lnTo>
                  <a:lnTo>
                    <a:pt x="7362286" y="10287000"/>
                  </a:lnTo>
                  <a:lnTo>
                    <a:pt x="7012684" y="10287000"/>
                  </a:lnTo>
                  <a:close/>
                </a:path>
                <a:path w="7855584" h="10287000">
                  <a:moveTo>
                    <a:pt x="7249713" y="3651941"/>
                  </a:moveTo>
                  <a:lnTo>
                    <a:pt x="7284064" y="2210939"/>
                  </a:lnTo>
                  <a:lnTo>
                    <a:pt x="7302558" y="2558508"/>
                  </a:lnTo>
                  <a:lnTo>
                    <a:pt x="7373702" y="2933864"/>
                  </a:lnTo>
                  <a:lnTo>
                    <a:pt x="7496459" y="3390783"/>
                  </a:lnTo>
                  <a:lnTo>
                    <a:pt x="7249713" y="3651941"/>
                  </a:lnTo>
                  <a:close/>
                </a:path>
                <a:path w="7855584" h="10287000">
                  <a:moveTo>
                    <a:pt x="7091865" y="5893517"/>
                  </a:moveTo>
                  <a:lnTo>
                    <a:pt x="7116124" y="4875865"/>
                  </a:lnTo>
                  <a:lnTo>
                    <a:pt x="7377056" y="5122348"/>
                  </a:lnTo>
                  <a:lnTo>
                    <a:pt x="7262854" y="5440220"/>
                  </a:lnTo>
                  <a:lnTo>
                    <a:pt x="7091865" y="5893517"/>
                  </a:lnTo>
                  <a:close/>
                </a:path>
                <a:path w="7855584" h="10287000">
                  <a:moveTo>
                    <a:pt x="7285414" y="2205834"/>
                  </a:moveTo>
                  <a:lnTo>
                    <a:pt x="7306930" y="1303254"/>
                  </a:lnTo>
                  <a:lnTo>
                    <a:pt x="7409624" y="1736110"/>
                  </a:lnTo>
                  <a:lnTo>
                    <a:pt x="7285414" y="2205834"/>
                  </a:lnTo>
                  <a:close/>
                </a:path>
                <a:path w="7855584" h="10287000">
                  <a:moveTo>
                    <a:pt x="6960354" y="10287000"/>
                  </a:moveTo>
                  <a:lnTo>
                    <a:pt x="7063279" y="5969298"/>
                  </a:lnTo>
                  <a:lnTo>
                    <a:pt x="7269806" y="6261652"/>
                  </a:lnTo>
                  <a:lnTo>
                    <a:pt x="7129963" y="6531746"/>
                  </a:lnTo>
                  <a:lnTo>
                    <a:pt x="7119223" y="6982289"/>
                  </a:lnTo>
                  <a:lnTo>
                    <a:pt x="7089493" y="7064862"/>
                  </a:lnTo>
                  <a:lnTo>
                    <a:pt x="7012684" y="10287000"/>
                  </a:lnTo>
                  <a:lnTo>
                    <a:pt x="6960354" y="10287000"/>
                  </a:lnTo>
                  <a:close/>
                </a:path>
                <a:path w="7855584" h="10287000">
                  <a:moveTo>
                    <a:pt x="6878051" y="10287000"/>
                  </a:moveTo>
                  <a:lnTo>
                    <a:pt x="7031253" y="3860219"/>
                  </a:lnTo>
                  <a:lnTo>
                    <a:pt x="7210500" y="4183859"/>
                  </a:lnTo>
                  <a:lnTo>
                    <a:pt x="7280664" y="4693080"/>
                  </a:lnTo>
                  <a:lnTo>
                    <a:pt x="7116124" y="4875865"/>
                  </a:lnTo>
                  <a:lnTo>
                    <a:pt x="7091865" y="5893517"/>
                  </a:lnTo>
                  <a:lnTo>
                    <a:pt x="7063279" y="5969298"/>
                  </a:lnTo>
                  <a:lnTo>
                    <a:pt x="6960354" y="10287000"/>
                  </a:lnTo>
                  <a:lnTo>
                    <a:pt x="6878051" y="10287000"/>
                  </a:lnTo>
                  <a:close/>
                </a:path>
                <a:path w="7855584" h="10287000">
                  <a:moveTo>
                    <a:pt x="7119223" y="6982289"/>
                  </a:moveTo>
                  <a:lnTo>
                    <a:pt x="7129963" y="6531746"/>
                  </a:lnTo>
                  <a:lnTo>
                    <a:pt x="7203941" y="6746994"/>
                  </a:lnTo>
                  <a:lnTo>
                    <a:pt x="7119223" y="69822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7455534" cy="10287000"/>
            </a:xfrm>
            <a:custGeom>
              <a:avLst/>
              <a:gdLst/>
              <a:ahLst/>
              <a:cxnLst/>
              <a:rect l="l" t="t" r="r" b="b"/>
              <a:pathLst>
                <a:path w="7455534" h="10287000">
                  <a:moveTo>
                    <a:pt x="7113128" y="8897294"/>
                  </a:moveTo>
                  <a:lnTo>
                    <a:pt x="7137269" y="7884563"/>
                  </a:lnTo>
                  <a:lnTo>
                    <a:pt x="7455129" y="8226739"/>
                  </a:lnTo>
                  <a:lnTo>
                    <a:pt x="7453869" y="8568187"/>
                  </a:lnTo>
                  <a:lnTo>
                    <a:pt x="7113128" y="8897294"/>
                  </a:lnTo>
                  <a:close/>
                </a:path>
                <a:path w="7455534" h="10287000">
                  <a:moveTo>
                    <a:pt x="6961828" y="10287000"/>
                  </a:moveTo>
                  <a:lnTo>
                    <a:pt x="6992171" y="9014121"/>
                  </a:lnTo>
                  <a:lnTo>
                    <a:pt x="7064154" y="9488256"/>
                  </a:lnTo>
                  <a:lnTo>
                    <a:pt x="7243959" y="9716345"/>
                  </a:lnTo>
                  <a:lnTo>
                    <a:pt x="7249218" y="10248094"/>
                  </a:lnTo>
                  <a:lnTo>
                    <a:pt x="7230870" y="10287000"/>
                  </a:lnTo>
                  <a:lnTo>
                    <a:pt x="6961828" y="10287000"/>
                  </a:lnTo>
                  <a:close/>
                </a:path>
                <a:path w="7455534" h="10287000">
                  <a:moveTo>
                    <a:pt x="0" y="0"/>
                  </a:moveTo>
                  <a:lnTo>
                    <a:pt x="7253029" y="0"/>
                  </a:lnTo>
                  <a:lnTo>
                    <a:pt x="7321853" y="200564"/>
                  </a:lnTo>
                  <a:lnTo>
                    <a:pt x="7405113" y="455417"/>
                  </a:lnTo>
                  <a:lnTo>
                    <a:pt x="7441704" y="596488"/>
                  </a:lnTo>
                  <a:lnTo>
                    <a:pt x="7429594" y="688685"/>
                  </a:lnTo>
                  <a:lnTo>
                    <a:pt x="7371847" y="1032847"/>
                  </a:lnTo>
                  <a:lnTo>
                    <a:pt x="6885061" y="1346015"/>
                  </a:lnTo>
                  <a:lnTo>
                    <a:pt x="6845235" y="3016749"/>
                  </a:lnTo>
                  <a:lnTo>
                    <a:pt x="6765524" y="3088369"/>
                  </a:lnTo>
                  <a:lnTo>
                    <a:pt x="6706464" y="3138813"/>
                  </a:lnTo>
                  <a:lnTo>
                    <a:pt x="6684412" y="4063909"/>
                  </a:lnTo>
                  <a:lnTo>
                    <a:pt x="6650971" y="4240290"/>
                  </a:lnTo>
                  <a:lnTo>
                    <a:pt x="6641489" y="4638061"/>
                  </a:lnTo>
                  <a:lnTo>
                    <a:pt x="6559218" y="4791346"/>
                  </a:lnTo>
                  <a:lnTo>
                    <a:pt x="6428212" y="10287000"/>
                  </a:lnTo>
                  <a:lnTo>
                    <a:pt x="0" y="10287000"/>
                  </a:lnTo>
                  <a:lnTo>
                    <a:pt x="0" y="0"/>
                  </a:lnTo>
                  <a:close/>
                </a:path>
                <a:path w="7455534" h="10287000">
                  <a:moveTo>
                    <a:pt x="6833092" y="10287000"/>
                  </a:moveTo>
                  <a:lnTo>
                    <a:pt x="6912064" y="6974157"/>
                  </a:lnTo>
                  <a:lnTo>
                    <a:pt x="7024226" y="7277773"/>
                  </a:lnTo>
                  <a:lnTo>
                    <a:pt x="7174229" y="7467810"/>
                  </a:lnTo>
                  <a:lnTo>
                    <a:pt x="7137269" y="7884563"/>
                  </a:lnTo>
                  <a:lnTo>
                    <a:pt x="7113128" y="8897294"/>
                  </a:lnTo>
                  <a:lnTo>
                    <a:pt x="6992171" y="9014121"/>
                  </a:lnTo>
                  <a:lnTo>
                    <a:pt x="6961828" y="10287000"/>
                  </a:lnTo>
                  <a:lnTo>
                    <a:pt x="6833092" y="10287000"/>
                  </a:lnTo>
                  <a:close/>
                </a:path>
                <a:path w="7455534" h="10287000">
                  <a:moveTo>
                    <a:pt x="6845235" y="3016749"/>
                  </a:moveTo>
                  <a:lnTo>
                    <a:pt x="6885061" y="1346015"/>
                  </a:lnTo>
                  <a:lnTo>
                    <a:pt x="6904927" y="1397204"/>
                  </a:lnTo>
                  <a:lnTo>
                    <a:pt x="6948402" y="1514087"/>
                  </a:lnTo>
                  <a:lnTo>
                    <a:pt x="6991300" y="1641643"/>
                  </a:lnTo>
                  <a:lnTo>
                    <a:pt x="7009435" y="1724849"/>
                  </a:lnTo>
                  <a:lnTo>
                    <a:pt x="7009429" y="1758706"/>
                  </a:lnTo>
                  <a:lnTo>
                    <a:pt x="7011500" y="1807503"/>
                  </a:lnTo>
                  <a:lnTo>
                    <a:pt x="7021925" y="1983775"/>
                  </a:lnTo>
                  <a:lnTo>
                    <a:pt x="7024056" y="2032573"/>
                  </a:lnTo>
                  <a:lnTo>
                    <a:pt x="7024140" y="2066432"/>
                  </a:lnTo>
                  <a:lnTo>
                    <a:pt x="7045461" y="2137930"/>
                  </a:lnTo>
                  <a:lnTo>
                    <a:pt x="7095126" y="2239723"/>
                  </a:lnTo>
                  <a:lnTo>
                    <a:pt x="7145322" y="2330841"/>
                  </a:lnTo>
                  <a:lnTo>
                    <a:pt x="7168235" y="2370318"/>
                  </a:lnTo>
                  <a:lnTo>
                    <a:pt x="7121105" y="2634308"/>
                  </a:lnTo>
                  <a:lnTo>
                    <a:pt x="7102403" y="2730617"/>
                  </a:lnTo>
                  <a:lnTo>
                    <a:pt x="7032121" y="2834410"/>
                  </a:lnTo>
                  <a:lnTo>
                    <a:pt x="6896952" y="2970281"/>
                  </a:lnTo>
                  <a:lnTo>
                    <a:pt x="6845235" y="3016749"/>
                  </a:lnTo>
                  <a:close/>
                </a:path>
                <a:path w="7455534" h="10287000">
                  <a:moveTo>
                    <a:pt x="6736049" y="10287000"/>
                  </a:moveTo>
                  <a:lnTo>
                    <a:pt x="6842619" y="5816392"/>
                  </a:lnTo>
                  <a:lnTo>
                    <a:pt x="6868576" y="6252824"/>
                  </a:lnTo>
                  <a:lnTo>
                    <a:pt x="6965954" y="6537663"/>
                  </a:lnTo>
                  <a:lnTo>
                    <a:pt x="6956268" y="6727578"/>
                  </a:lnTo>
                  <a:lnTo>
                    <a:pt x="6912064" y="6974157"/>
                  </a:lnTo>
                  <a:lnTo>
                    <a:pt x="6833092" y="10287000"/>
                  </a:lnTo>
                  <a:lnTo>
                    <a:pt x="6739273" y="10287000"/>
                  </a:lnTo>
                  <a:lnTo>
                    <a:pt x="6736049" y="10287000"/>
                  </a:lnTo>
                  <a:close/>
                </a:path>
                <a:path w="7455534" h="10287000">
                  <a:moveTo>
                    <a:pt x="6428212" y="10287000"/>
                  </a:moveTo>
                  <a:lnTo>
                    <a:pt x="6559218" y="4791346"/>
                  </a:lnTo>
                  <a:lnTo>
                    <a:pt x="6899580" y="5323222"/>
                  </a:lnTo>
                  <a:lnTo>
                    <a:pt x="6842619" y="5816392"/>
                  </a:lnTo>
                  <a:lnTo>
                    <a:pt x="6736049" y="10287000"/>
                  </a:lnTo>
                  <a:lnTo>
                    <a:pt x="6428212" y="10287000"/>
                  </a:lnTo>
                  <a:close/>
                </a:path>
                <a:path w="7455534" h="10287000">
                  <a:moveTo>
                    <a:pt x="6684412" y="4063909"/>
                  </a:moveTo>
                  <a:lnTo>
                    <a:pt x="6706464" y="3138813"/>
                  </a:lnTo>
                  <a:lnTo>
                    <a:pt x="6827983" y="3575558"/>
                  </a:lnTo>
                  <a:lnTo>
                    <a:pt x="6715885" y="3897903"/>
                  </a:lnTo>
                  <a:lnTo>
                    <a:pt x="6684412" y="4063909"/>
                  </a:lnTo>
                  <a:close/>
                </a:path>
                <a:path w="7455534" h="10287000">
                  <a:moveTo>
                    <a:pt x="6641489" y="4638061"/>
                  </a:moveTo>
                  <a:lnTo>
                    <a:pt x="6650971" y="4240290"/>
                  </a:lnTo>
                  <a:lnTo>
                    <a:pt x="6753070" y="4430168"/>
                  </a:lnTo>
                  <a:lnTo>
                    <a:pt x="6641489" y="4638061"/>
                  </a:lnTo>
                  <a:close/>
                </a:path>
              </a:pathLst>
            </a:custGeom>
            <a:solidFill>
              <a:srgbClr val="FFD04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97588" y="2001016"/>
              <a:ext cx="3133724" cy="328612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85193" y="7020844"/>
              <a:ext cx="129576" cy="12953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66689" y="6838304"/>
              <a:ext cx="129577" cy="12953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97588" y="5994289"/>
              <a:ext cx="3716004" cy="3889177"/>
            </a:xfrm>
            <a:prstGeom prst="rect">
              <a:avLst/>
            </a:prstGeom>
          </p:spPr>
        </p:pic>
      </p:grp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34206" rIns="0" bIns="0" rtlCol="0" vert="horz">
            <a:spAutoFit/>
          </a:bodyPr>
          <a:lstStyle/>
          <a:p>
            <a:pPr marL="7632065">
              <a:lnSpc>
                <a:spcPct val="100000"/>
              </a:lnSpc>
              <a:spcBef>
                <a:spcPts val="100"/>
              </a:spcBef>
            </a:pPr>
            <a:r>
              <a:rPr dirty="0" sz="5000" b="0">
                <a:solidFill>
                  <a:srgbClr val="5460A8"/>
                </a:solidFill>
                <a:latin typeface="Comic Sans MS"/>
                <a:cs typeface="Comic Sans MS"/>
              </a:rPr>
              <a:t>SUPPLY</a:t>
            </a:r>
            <a:r>
              <a:rPr dirty="0" sz="5000" spc="-100" b="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5000" b="0">
                <a:solidFill>
                  <a:srgbClr val="5460A8"/>
                </a:solidFill>
                <a:latin typeface="Comic Sans MS"/>
                <a:cs typeface="Comic Sans MS"/>
              </a:rPr>
              <a:t>CHAIN</a:t>
            </a:r>
            <a:r>
              <a:rPr dirty="0" sz="5000" spc="-100" b="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5000" spc="-10" b="0">
                <a:solidFill>
                  <a:srgbClr val="5460A8"/>
                </a:solidFill>
                <a:latin typeface="Comic Sans MS"/>
                <a:cs typeface="Comic Sans MS"/>
              </a:rPr>
              <a:t>ATTACKS</a:t>
            </a:r>
            <a:endParaRPr sz="5000">
              <a:latin typeface="Comic Sans MS"/>
              <a:cs typeface="Comic Sans MS"/>
            </a:endParaRPr>
          </a:p>
        </p:txBody>
      </p:sp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981926" y="2821576"/>
            <a:ext cx="114300" cy="114299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9263757" y="2589153"/>
            <a:ext cx="7747634" cy="414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15399"/>
              </a:lnSpc>
              <a:spcBef>
                <a:spcPts val="100"/>
              </a:spcBef>
            </a:pP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In</a:t>
            </a:r>
            <a:r>
              <a:rPr dirty="0" sz="2600" spc="114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supply</a:t>
            </a:r>
            <a:r>
              <a:rPr dirty="0" sz="2600" spc="12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chain</a:t>
            </a:r>
            <a:r>
              <a:rPr dirty="0" sz="2600" spc="12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attacks,</a:t>
            </a:r>
            <a:r>
              <a:rPr dirty="0" sz="2600" spc="114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malicious</a:t>
            </a:r>
            <a:r>
              <a:rPr dirty="0" sz="2600" spc="12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actors</a:t>
            </a:r>
            <a:r>
              <a:rPr dirty="0" sz="2600" spc="114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 spc="-20">
                <a:solidFill>
                  <a:srgbClr val="5460A8"/>
                </a:solidFill>
                <a:latin typeface="Comic Sans MS"/>
                <a:cs typeface="Comic Sans MS"/>
              </a:rPr>
              <a:t>gain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access</a:t>
            </a:r>
            <a:r>
              <a:rPr dirty="0" sz="2600" spc="-2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to</a:t>
            </a:r>
            <a:r>
              <a:rPr dirty="0" sz="2600" spc="-2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a</a:t>
            </a:r>
            <a:r>
              <a:rPr dirty="0" sz="2600" spc="-2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target</a:t>
            </a:r>
            <a:r>
              <a:rPr dirty="0" sz="2600" spc="-2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by</a:t>
            </a:r>
            <a:r>
              <a:rPr dirty="0" sz="2600" spc="-2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way</a:t>
            </a:r>
            <a:r>
              <a:rPr dirty="0" sz="2600" spc="-2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of</a:t>
            </a:r>
            <a:r>
              <a:rPr dirty="0" sz="2600" spc="-2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a</a:t>
            </a:r>
            <a:r>
              <a:rPr dirty="0" sz="2600" spc="-2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 spc="-10">
                <a:solidFill>
                  <a:srgbClr val="5460A8"/>
                </a:solidFill>
                <a:latin typeface="Comic Sans MS"/>
                <a:cs typeface="Comic Sans MS"/>
              </a:rPr>
              <a:t>third-party.</a:t>
            </a:r>
            <a:endParaRPr sz="2600">
              <a:latin typeface="Comic Sans MS"/>
              <a:cs typeface="Comic Sans MS"/>
            </a:endParaRPr>
          </a:p>
          <a:p>
            <a:pPr algn="just" marL="12700" marR="5080">
              <a:lnSpc>
                <a:spcPct val="115399"/>
              </a:lnSpc>
              <a:spcBef>
                <a:spcPts val="3600"/>
              </a:spcBef>
            </a:pP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They</a:t>
            </a:r>
            <a:r>
              <a:rPr dirty="0" sz="2600" spc="17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will</a:t>
            </a:r>
            <a:r>
              <a:rPr dirty="0" sz="2600" spc="17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breach</a:t>
            </a:r>
            <a:r>
              <a:rPr dirty="0" sz="2600" spc="18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one</a:t>
            </a:r>
            <a:r>
              <a:rPr dirty="0" sz="2600" spc="17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company,</a:t>
            </a:r>
            <a:r>
              <a:rPr dirty="0" sz="2600" spc="18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then</a:t>
            </a:r>
            <a:r>
              <a:rPr dirty="0" sz="2600" spc="17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use</a:t>
            </a:r>
            <a:r>
              <a:rPr dirty="0" sz="2600" spc="18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 spc="-25">
                <a:solidFill>
                  <a:srgbClr val="5460A8"/>
                </a:solidFill>
                <a:latin typeface="Comic Sans MS"/>
                <a:cs typeface="Comic Sans MS"/>
              </a:rPr>
              <a:t>the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trusted</a:t>
            </a:r>
            <a:r>
              <a:rPr dirty="0" sz="2600" spc="61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relationships</a:t>
            </a:r>
            <a:r>
              <a:rPr dirty="0" sz="2600" spc="61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and</a:t>
            </a:r>
            <a:r>
              <a:rPr dirty="0" sz="2600" spc="61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integrated</a:t>
            </a:r>
            <a:r>
              <a:rPr dirty="0" sz="2600" spc="61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 spc="-10">
                <a:solidFill>
                  <a:srgbClr val="5460A8"/>
                </a:solidFill>
                <a:latin typeface="Comic Sans MS"/>
                <a:cs typeface="Comic Sans MS"/>
              </a:rPr>
              <a:t>technology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that</a:t>
            </a:r>
            <a:r>
              <a:rPr dirty="0" sz="2600" spc="250">
                <a:solidFill>
                  <a:srgbClr val="5460A8"/>
                </a:solidFill>
                <a:latin typeface="Comic Sans MS"/>
                <a:cs typeface="Comic Sans MS"/>
              </a:rPr>
              <a:t> 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company</a:t>
            </a:r>
            <a:r>
              <a:rPr dirty="0" sz="2600" spc="250">
                <a:solidFill>
                  <a:srgbClr val="5460A8"/>
                </a:solidFill>
                <a:latin typeface="Comic Sans MS"/>
                <a:cs typeface="Comic Sans MS"/>
              </a:rPr>
              <a:t> 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has</a:t>
            </a:r>
            <a:r>
              <a:rPr dirty="0" sz="2600" spc="254">
                <a:solidFill>
                  <a:srgbClr val="5460A8"/>
                </a:solidFill>
                <a:latin typeface="Comic Sans MS"/>
                <a:cs typeface="Comic Sans MS"/>
              </a:rPr>
              <a:t> 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with</a:t>
            </a:r>
            <a:r>
              <a:rPr dirty="0" sz="2600" spc="250">
                <a:solidFill>
                  <a:srgbClr val="5460A8"/>
                </a:solidFill>
                <a:latin typeface="Comic Sans MS"/>
                <a:cs typeface="Comic Sans MS"/>
              </a:rPr>
              <a:t> 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vendors,</a:t>
            </a:r>
            <a:r>
              <a:rPr dirty="0" sz="2600" spc="250">
                <a:solidFill>
                  <a:srgbClr val="5460A8"/>
                </a:solidFill>
                <a:latin typeface="Comic Sans MS"/>
                <a:cs typeface="Comic Sans MS"/>
              </a:rPr>
              <a:t>   </a:t>
            </a:r>
            <a:r>
              <a:rPr dirty="0" sz="2600" spc="-10">
                <a:solidFill>
                  <a:srgbClr val="5460A8"/>
                </a:solidFill>
                <a:latin typeface="Comic Sans MS"/>
                <a:cs typeface="Comic Sans MS"/>
              </a:rPr>
              <a:t>business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partners,</a:t>
            </a:r>
            <a:r>
              <a:rPr dirty="0" sz="2600" spc="210">
                <a:solidFill>
                  <a:srgbClr val="5460A8"/>
                </a:solidFill>
                <a:latin typeface="Comic Sans MS"/>
                <a:cs typeface="Comic Sans MS"/>
              </a:rPr>
              <a:t> 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and</a:t>
            </a:r>
            <a:r>
              <a:rPr dirty="0" sz="2600" spc="210">
                <a:solidFill>
                  <a:srgbClr val="5460A8"/>
                </a:solidFill>
                <a:latin typeface="Comic Sans MS"/>
                <a:cs typeface="Comic Sans MS"/>
              </a:rPr>
              <a:t> 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customers</a:t>
            </a:r>
            <a:r>
              <a:rPr dirty="0" sz="2600" spc="210">
                <a:solidFill>
                  <a:srgbClr val="5460A8"/>
                </a:solidFill>
                <a:latin typeface="Comic Sans MS"/>
                <a:cs typeface="Comic Sans MS"/>
              </a:rPr>
              <a:t> 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to</a:t>
            </a:r>
            <a:r>
              <a:rPr dirty="0" sz="2600" spc="210">
                <a:solidFill>
                  <a:srgbClr val="5460A8"/>
                </a:solidFill>
                <a:latin typeface="Comic Sans MS"/>
                <a:cs typeface="Comic Sans MS"/>
              </a:rPr>
              <a:t> 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breach</a:t>
            </a:r>
            <a:r>
              <a:rPr dirty="0" sz="2600" spc="210">
                <a:solidFill>
                  <a:srgbClr val="5460A8"/>
                </a:solidFill>
                <a:latin typeface="Comic Sans MS"/>
                <a:cs typeface="Comic Sans MS"/>
              </a:rPr>
              <a:t>   </a:t>
            </a:r>
            <a:r>
              <a:rPr dirty="0" sz="2600" spc="-10">
                <a:solidFill>
                  <a:srgbClr val="5460A8"/>
                </a:solidFill>
                <a:latin typeface="Comic Sans MS"/>
                <a:cs typeface="Comic Sans MS"/>
              </a:rPr>
              <a:t>other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companies,</a:t>
            </a:r>
            <a:r>
              <a:rPr dirty="0" sz="2600" spc="114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often</a:t>
            </a:r>
            <a:r>
              <a:rPr dirty="0" sz="2600" spc="12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without</a:t>
            </a:r>
            <a:r>
              <a:rPr dirty="0" sz="2600" spc="12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raising</a:t>
            </a:r>
            <a:r>
              <a:rPr dirty="0" sz="2600" spc="12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red</a:t>
            </a:r>
            <a:r>
              <a:rPr dirty="0" sz="2600" spc="12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flags</a:t>
            </a:r>
            <a:r>
              <a:rPr dirty="0" sz="2600" spc="12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 spc="-25">
                <a:solidFill>
                  <a:srgbClr val="5460A8"/>
                </a:solidFill>
                <a:latin typeface="Comic Sans MS"/>
                <a:cs typeface="Comic Sans MS"/>
              </a:rPr>
              <a:t>or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encountering</a:t>
            </a:r>
            <a:r>
              <a:rPr dirty="0" sz="2600" spc="-10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many</a:t>
            </a:r>
            <a:r>
              <a:rPr dirty="0" sz="2600" spc="-10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 spc="-10">
                <a:solidFill>
                  <a:srgbClr val="5460A8"/>
                </a:solidFill>
                <a:latin typeface="Comic Sans MS"/>
                <a:cs typeface="Comic Sans MS"/>
              </a:rPr>
              <a:t>obstacles.</a:t>
            </a:r>
            <a:endParaRPr sz="2600">
              <a:latin typeface="Comic Sans MS"/>
              <a:cs typeface="Comic Sans MS"/>
            </a:endParaRPr>
          </a:p>
        </p:txBody>
      </p:sp>
      <p:pic>
        <p:nvPicPr>
          <p:cNvPr id="13" name="object 1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981926" y="4193176"/>
            <a:ext cx="114300" cy="114299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8038465" cy="10287000"/>
            <a:chOff x="0" y="0"/>
            <a:chExt cx="8038465" cy="102870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8038465" cy="10287000"/>
            </a:xfrm>
            <a:custGeom>
              <a:avLst/>
              <a:gdLst/>
              <a:ahLst/>
              <a:cxnLst/>
              <a:rect l="l" t="t" r="r" b="b"/>
              <a:pathLst>
                <a:path w="8038465" h="10287000">
                  <a:moveTo>
                    <a:pt x="7214878" y="10287000"/>
                  </a:moveTo>
                  <a:lnTo>
                    <a:pt x="7285409" y="7328219"/>
                  </a:lnTo>
                  <a:lnTo>
                    <a:pt x="7599718" y="7541090"/>
                  </a:lnTo>
                  <a:lnTo>
                    <a:pt x="7708468" y="7802370"/>
                  </a:lnTo>
                  <a:lnTo>
                    <a:pt x="7732673" y="8157691"/>
                  </a:lnTo>
                  <a:lnTo>
                    <a:pt x="8006222" y="8586022"/>
                  </a:lnTo>
                  <a:lnTo>
                    <a:pt x="7880827" y="9043658"/>
                  </a:lnTo>
                  <a:lnTo>
                    <a:pt x="7587575" y="9287249"/>
                  </a:lnTo>
                  <a:lnTo>
                    <a:pt x="7563743" y="10287000"/>
                  </a:lnTo>
                  <a:lnTo>
                    <a:pt x="7214878" y="10287000"/>
                  </a:lnTo>
                  <a:close/>
                </a:path>
                <a:path w="8038465" h="10287000">
                  <a:moveTo>
                    <a:pt x="7563743" y="10287000"/>
                  </a:moveTo>
                  <a:lnTo>
                    <a:pt x="7587575" y="9287249"/>
                  </a:lnTo>
                  <a:lnTo>
                    <a:pt x="7659301" y="9761868"/>
                  </a:lnTo>
                  <a:lnTo>
                    <a:pt x="7839357" y="9989717"/>
                  </a:lnTo>
                  <a:lnTo>
                    <a:pt x="7826355" y="10287000"/>
                  </a:lnTo>
                  <a:lnTo>
                    <a:pt x="7563743" y="10287000"/>
                  </a:lnTo>
                  <a:close/>
                </a:path>
                <a:path w="8038465" h="10287000">
                  <a:moveTo>
                    <a:pt x="7767526" y="1274543"/>
                  </a:moveTo>
                  <a:lnTo>
                    <a:pt x="7795037" y="120455"/>
                  </a:lnTo>
                  <a:lnTo>
                    <a:pt x="8037839" y="869878"/>
                  </a:lnTo>
                  <a:lnTo>
                    <a:pt x="7858604" y="1174409"/>
                  </a:lnTo>
                  <a:lnTo>
                    <a:pt x="7767526" y="1274543"/>
                  </a:lnTo>
                  <a:close/>
                </a:path>
                <a:path w="8038465" h="10287000">
                  <a:moveTo>
                    <a:pt x="0" y="0"/>
                  </a:moveTo>
                  <a:lnTo>
                    <a:pt x="7846322" y="0"/>
                  </a:lnTo>
                  <a:lnTo>
                    <a:pt x="7795037" y="120455"/>
                  </a:lnTo>
                  <a:lnTo>
                    <a:pt x="7767526" y="1274543"/>
                  </a:lnTo>
                  <a:lnTo>
                    <a:pt x="7502115" y="1566348"/>
                  </a:lnTo>
                  <a:lnTo>
                    <a:pt x="7480618" y="2468139"/>
                  </a:lnTo>
                  <a:lnTo>
                    <a:pt x="7479267" y="2473298"/>
                  </a:lnTo>
                  <a:lnTo>
                    <a:pt x="7444917" y="3914300"/>
                  </a:lnTo>
                  <a:lnTo>
                    <a:pt x="7336413" y="4054937"/>
                  </a:lnTo>
                  <a:lnTo>
                    <a:pt x="7286341" y="6155437"/>
                  </a:lnTo>
                  <a:lnTo>
                    <a:pt x="7257231" y="6232609"/>
                  </a:lnTo>
                  <a:lnTo>
                    <a:pt x="7160583" y="10287000"/>
                  </a:lnTo>
                  <a:lnTo>
                    <a:pt x="0" y="10287000"/>
                  </a:lnTo>
                  <a:lnTo>
                    <a:pt x="0" y="0"/>
                  </a:lnTo>
                  <a:close/>
                </a:path>
                <a:path w="8038465" h="10287000">
                  <a:moveTo>
                    <a:pt x="7444917" y="3914300"/>
                  </a:moveTo>
                  <a:lnTo>
                    <a:pt x="7479267" y="2473298"/>
                  </a:lnTo>
                  <a:lnTo>
                    <a:pt x="7497761" y="2820867"/>
                  </a:lnTo>
                  <a:lnTo>
                    <a:pt x="7568899" y="3196468"/>
                  </a:lnTo>
                  <a:lnTo>
                    <a:pt x="7691417" y="3653136"/>
                  </a:lnTo>
                  <a:lnTo>
                    <a:pt x="7444917" y="3914300"/>
                  </a:lnTo>
                  <a:close/>
                </a:path>
                <a:path w="8038465" h="10287000">
                  <a:moveTo>
                    <a:pt x="7480618" y="2468139"/>
                  </a:moveTo>
                  <a:lnTo>
                    <a:pt x="7502115" y="1566348"/>
                  </a:lnTo>
                  <a:lnTo>
                    <a:pt x="7603594" y="1998685"/>
                  </a:lnTo>
                  <a:lnTo>
                    <a:pt x="7480618" y="2468139"/>
                  </a:lnTo>
                  <a:close/>
                </a:path>
                <a:path w="8038465" h="10287000">
                  <a:moveTo>
                    <a:pt x="7160583" y="10287000"/>
                  </a:moveTo>
                  <a:lnTo>
                    <a:pt x="7257231" y="6232609"/>
                  </a:lnTo>
                  <a:lnTo>
                    <a:pt x="7464003" y="6524969"/>
                  </a:lnTo>
                  <a:lnTo>
                    <a:pt x="7323921" y="6794811"/>
                  </a:lnTo>
                  <a:lnTo>
                    <a:pt x="7313028" y="7251789"/>
                  </a:lnTo>
                  <a:lnTo>
                    <a:pt x="7285409" y="7328219"/>
                  </a:lnTo>
                  <a:lnTo>
                    <a:pt x="7214878" y="10287000"/>
                  </a:lnTo>
                  <a:lnTo>
                    <a:pt x="7160583" y="10287000"/>
                  </a:lnTo>
                  <a:close/>
                </a:path>
                <a:path w="8038465" h="10287000">
                  <a:moveTo>
                    <a:pt x="7286341" y="6155437"/>
                  </a:moveTo>
                  <a:lnTo>
                    <a:pt x="7310561" y="5139433"/>
                  </a:lnTo>
                  <a:lnTo>
                    <a:pt x="7419227" y="5466059"/>
                  </a:lnTo>
                  <a:lnTo>
                    <a:pt x="7456806" y="5703532"/>
                  </a:lnTo>
                  <a:lnTo>
                    <a:pt x="7286341" y="6155437"/>
                  </a:lnTo>
                  <a:close/>
                </a:path>
                <a:path w="8038465" h="10287000">
                  <a:moveTo>
                    <a:pt x="7313028" y="7251789"/>
                  </a:moveTo>
                  <a:lnTo>
                    <a:pt x="7323921" y="6794811"/>
                  </a:lnTo>
                  <a:lnTo>
                    <a:pt x="7399828" y="7011580"/>
                  </a:lnTo>
                  <a:lnTo>
                    <a:pt x="7313028" y="7251789"/>
                  </a:lnTo>
                  <a:close/>
                </a:path>
                <a:path w="8038465" h="10287000">
                  <a:moveTo>
                    <a:pt x="7310561" y="5139433"/>
                  </a:moveTo>
                  <a:lnTo>
                    <a:pt x="7336413" y="4054937"/>
                  </a:lnTo>
                  <a:lnTo>
                    <a:pt x="7406656" y="4447468"/>
                  </a:lnTo>
                  <a:lnTo>
                    <a:pt x="7377527" y="4803728"/>
                  </a:lnTo>
                  <a:lnTo>
                    <a:pt x="7310561" y="5139433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7855584" cy="10287000"/>
            </a:xfrm>
            <a:custGeom>
              <a:avLst/>
              <a:gdLst/>
              <a:ahLst/>
              <a:cxnLst/>
              <a:rect l="l" t="t" r="r" b="b"/>
              <a:pathLst>
                <a:path w="7855584" h="10287000">
                  <a:moveTo>
                    <a:pt x="7513358" y="8906835"/>
                  </a:moveTo>
                  <a:lnTo>
                    <a:pt x="7537499" y="7894104"/>
                  </a:lnTo>
                  <a:lnTo>
                    <a:pt x="7855359" y="8236279"/>
                  </a:lnTo>
                  <a:lnTo>
                    <a:pt x="7854099" y="8577728"/>
                  </a:lnTo>
                  <a:lnTo>
                    <a:pt x="7513358" y="8906835"/>
                  </a:lnTo>
                  <a:close/>
                </a:path>
                <a:path w="7855584" h="10287000">
                  <a:moveTo>
                    <a:pt x="7362286" y="10287000"/>
                  </a:moveTo>
                  <a:lnTo>
                    <a:pt x="7392401" y="9023662"/>
                  </a:lnTo>
                  <a:lnTo>
                    <a:pt x="7463647" y="9497779"/>
                  </a:lnTo>
                  <a:lnTo>
                    <a:pt x="7643453" y="9725868"/>
                  </a:lnTo>
                  <a:lnTo>
                    <a:pt x="7649466" y="10256899"/>
                  </a:lnTo>
                  <a:lnTo>
                    <a:pt x="7635295" y="10287000"/>
                  </a:lnTo>
                  <a:lnTo>
                    <a:pt x="7362286" y="10287000"/>
                  </a:lnTo>
                  <a:close/>
                </a:path>
                <a:path w="7855584" h="10287000">
                  <a:moveTo>
                    <a:pt x="0" y="0"/>
                  </a:moveTo>
                  <a:lnTo>
                    <a:pt x="7646400" y="0"/>
                  </a:lnTo>
                  <a:lnTo>
                    <a:pt x="7842653" y="606783"/>
                  </a:lnTo>
                  <a:lnTo>
                    <a:pt x="7663418" y="911314"/>
                  </a:lnTo>
                  <a:lnTo>
                    <a:pt x="7306930" y="1303254"/>
                  </a:lnTo>
                  <a:lnTo>
                    <a:pt x="7285414" y="2205834"/>
                  </a:lnTo>
                  <a:lnTo>
                    <a:pt x="7284064" y="2210939"/>
                  </a:lnTo>
                  <a:lnTo>
                    <a:pt x="7249713" y="3651941"/>
                  </a:lnTo>
                  <a:lnTo>
                    <a:pt x="7031253" y="3860219"/>
                  </a:lnTo>
                  <a:lnTo>
                    <a:pt x="6878051" y="10287000"/>
                  </a:lnTo>
                  <a:lnTo>
                    <a:pt x="0" y="10287000"/>
                  </a:lnTo>
                  <a:lnTo>
                    <a:pt x="0" y="0"/>
                  </a:lnTo>
                  <a:close/>
                </a:path>
                <a:path w="7855584" h="10287000">
                  <a:moveTo>
                    <a:pt x="7012684" y="10287000"/>
                  </a:moveTo>
                  <a:lnTo>
                    <a:pt x="7089493" y="7064862"/>
                  </a:lnTo>
                  <a:lnTo>
                    <a:pt x="7408015" y="7152542"/>
                  </a:lnTo>
                  <a:lnTo>
                    <a:pt x="7612487" y="7531076"/>
                  </a:lnTo>
                  <a:lnTo>
                    <a:pt x="7537499" y="7894104"/>
                  </a:lnTo>
                  <a:lnTo>
                    <a:pt x="7513358" y="8906835"/>
                  </a:lnTo>
                  <a:lnTo>
                    <a:pt x="7392401" y="9023662"/>
                  </a:lnTo>
                  <a:lnTo>
                    <a:pt x="7362286" y="10287000"/>
                  </a:lnTo>
                  <a:lnTo>
                    <a:pt x="7012684" y="10287000"/>
                  </a:lnTo>
                  <a:close/>
                </a:path>
                <a:path w="7855584" h="10287000">
                  <a:moveTo>
                    <a:pt x="7249713" y="3651941"/>
                  </a:moveTo>
                  <a:lnTo>
                    <a:pt x="7284064" y="2210939"/>
                  </a:lnTo>
                  <a:lnTo>
                    <a:pt x="7302558" y="2558508"/>
                  </a:lnTo>
                  <a:lnTo>
                    <a:pt x="7373702" y="2933864"/>
                  </a:lnTo>
                  <a:lnTo>
                    <a:pt x="7496459" y="3390783"/>
                  </a:lnTo>
                  <a:lnTo>
                    <a:pt x="7249713" y="3651941"/>
                  </a:lnTo>
                  <a:close/>
                </a:path>
                <a:path w="7855584" h="10287000">
                  <a:moveTo>
                    <a:pt x="7091865" y="5893517"/>
                  </a:moveTo>
                  <a:lnTo>
                    <a:pt x="7116124" y="4875865"/>
                  </a:lnTo>
                  <a:lnTo>
                    <a:pt x="7377056" y="5122348"/>
                  </a:lnTo>
                  <a:lnTo>
                    <a:pt x="7262854" y="5440220"/>
                  </a:lnTo>
                  <a:lnTo>
                    <a:pt x="7091865" y="5893517"/>
                  </a:lnTo>
                  <a:close/>
                </a:path>
                <a:path w="7855584" h="10287000">
                  <a:moveTo>
                    <a:pt x="7285414" y="2205834"/>
                  </a:moveTo>
                  <a:lnTo>
                    <a:pt x="7306930" y="1303254"/>
                  </a:lnTo>
                  <a:lnTo>
                    <a:pt x="7409624" y="1736110"/>
                  </a:lnTo>
                  <a:lnTo>
                    <a:pt x="7285414" y="2205834"/>
                  </a:lnTo>
                  <a:close/>
                </a:path>
                <a:path w="7855584" h="10287000">
                  <a:moveTo>
                    <a:pt x="6960354" y="10287000"/>
                  </a:moveTo>
                  <a:lnTo>
                    <a:pt x="7063279" y="5969298"/>
                  </a:lnTo>
                  <a:lnTo>
                    <a:pt x="7269806" y="6261652"/>
                  </a:lnTo>
                  <a:lnTo>
                    <a:pt x="7129963" y="6531746"/>
                  </a:lnTo>
                  <a:lnTo>
                    <a:pt x="7119223" y="6982289"/>
                  </a:lnTo>
                  <a:lnTo>
                    <a:pt x="7089493" y="7064862"/>
                  </a:lnTo>
                  <a:lnTo>
                    <a:pt x="7012684" y="10287000"/>
                  </a:lnTo>
                  <a:lnTo>
                    <a:pt x="6960354" y="10287000"/>
                  </a:lnTo>
                  <a:close/>
                </a:path>
                <a:path w="7855584" h="10287000">
                  <a:moveTo>
                    <a:pt x="6878051" y="10287000"/>
                  </a:moveTo>
                  <a:lnTo>
                    <a:pt x="7031253" y="3860219"/>
                  </a:lnTo>
                  <a:lnTo>
                    <a:pt x="7210500" y="4183859"/>
                  </a:lnTo>
                  <a:lnTo>
                    <a:pt x="7280664" y="4693080"/>
                  </a:lnTo>
                  <a:lnTo>
                    <a:pt x="7116124" y="4875865"/>
                  </a:lnTo>
                  <a:lnTo>
                    <a:pt x="7091865" y="5893517"/>
                  </a:lnTo>
                  <a:lnTo>
                    <a:pt x="7063279" y="5969298"/>
                  </a:lnTo>
                  <a:lnTo>
                    <a:pt x="6960354" y="10287000"/>
                  </a:lnTo>
                  <a:lnTo>
                    <a:pt x="6878051" y="10287000"/>
                  </a:lnTo>
                  <a:close/>
                </a:path>
                <a:path w="7855584" h="10287000">
                  <a:moveTo>
                    <a:pt x="7119223" y="6982289"/>
                  </a:moveTo>
                  <a:lnTo>
                    <a:pt x="7129963" y="6531746"/>
                  </a:lnTo>
                  <a:lnTo>
                    <a:pt x="7203941" y="6746994"/>
                  </a:lnTo>
                  <a:lnTo>
                    <a:pt x="7119223" y="69822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7455534" cy="10287000"/>
            </a:xfrm>
            <a:custGeom>
              <a:avLst/>
              <a:gdLst/>
              <a:ahLst/>
              <a:cxnLst/>
              <a:rect l="l" t="t" r="r" b="b"/>
              <a:pathLst>
                <a:path w="7455534" h="10287000">
                  <a:moveTo>
                    <a:pt x="7113128" y="8897294"/>
                  </a:moveTo>
                  <a:lnTo>
                    <a:pt x="7137269" y="7884563"/>
                  </a:lnTo>
                  <a:lnTo>
                    <a:pt x="7455129" y="8226739"/>
                  </a:lnTo>
                  <a:lnTo>
                    <a:pt x="7453869" y="8568187"/>
                  </a:lnTo>
                  <a:lnTo>
                    <a:pt x="7113128" y="8897294"/>
                  </a:lnTo>
                  <a:close/>
                </a:path>
                <a:path w="7455534" h="10287000">
                  <a:moveTo>
                    <a:pt x="6961828" y="10287000"/>
                  </a:moveTo>
                  <a:lnTo>
                    <a:pt x="6992171" y="9014121"/>
                  </a:lnTo>
                  <a:lnTo>
                    <a:pt x="7064154" y="9488256"/>
                  </a:lnTo>
                  <a:lnTo>
                    <a:pt x="7243959" y="9716345"/>
                  </a:lnTo>
                  <a:lnTo>
                    <a:pt x="7249218" y="10248094"/>
                  </a:lnTo>
                  <a:lnTo>
                    <a:pt x="7230870" y="10287000"/>
                  </a:lnTo>
                  <a:lnTo>
                    <a:pt x="6961828" y="10287000"/>
                  </a:lnTo>
                  <a:close/>
                </a:path>
                <a:path w="7455534" h="10287000">
                  <a:moveTo>
                    <a:pt x="0" y="0"/>
                  </a:moveTo>
                  <a:lnTo>
                    <a:pt x="7253029" y="0"/>
                  </a:lnTo>
                  <a:lnTo>
                    <a:pt x="7321853" y="200564"/>
                  </a:lnTo>
                  <a:lnTo>
                    <a:pt x="7405113" y="455417"/>
                  </a:lnTo>
                  <a:lnTo>
                    <a:pt x="7441704" y="596488"/>
                  </a:lnTo>
                  <a:lnTo>
                    <a:pt x="7429594" y="688685"/>
                  </a:lnTo>
                  <a:lnTo>
                    <a:pt x="7371847" y="1032847"/>
                  </a:lnTo>
                  <a:lnTo>
                    <a:pt x="6885061" y="1346015"/>
                  </a:lnTo>
                  <a:lnTo>
                    <a:pt x="6845235" y="3016749"/>
                  </a:lnTo>
                  <a:lnTo>
                    <a:pt x="6765524" y="3088369"/>
                  </a:lnTo>
                  <a:lnTo>
                    <a:pt x="6706464" y="3138813"/>
                  </a:lnTo>
                  <a:lnTo>
                    <a:pt x="6684412" y="4063909"/>
                  </a:lnTo>
                  <a:lnTo>
                    <a:pt x="6650971" y="4240290"/>
                  </a:lnTo>
                  <a:lnTo>
                    <a:pt x="6641489" y="4638061"/>
                  </a:lnTo>
                  <a:lnTo>
                    <a:pt x="6559218" y="4791346"/>
                  </a:lnTo>
                  <a:lnTo>
                    <a:pt x="6428212" y="10287000"/>
                  </a:lnTo>
                  <a:lnTo>
                    <a:pt x="0" y="10287000"/>
                  </a:lnTo>
                  <a:lnTo>
                    <a:pt x="0" y="0"/>
                  </a:lnTo>
                  <a:close/>
                </a:path>
                <a:path w="7455534" h="10287000">
                  <a:moveTo>
                    <a:pt x="6833092" y="10287000"/>
                  </a:moveTo>
                  <a:lnTo>
                    <a:pt x="6912064" y="6974157"/>
                  </a:lnTo>
                  <a:lnTo>
                    <a:pt x="7024226" y="7277773"/>
                  </a:lnTo>
                  <a:lnTo>
                    <a:pt x="7174229" y="7467810"/>
                  </a:lnTo>
                  <a:lnTo>
                    <a:pt x="7137269" y="7884563"/>
                  </a:lnTo>
                  <a:lnTo>
                    <a:pt x="7113128" y="8897294"/>
                  </a:lnTo>
                  <a:lnTo>
                    <a:pt x="6992171" y="9014121"/>
                  </a:lnTo>
                  <a:lnTo>
                    <a:pt x="6961828" y="10287000"/>
                  </a:lnTo>
                  <a:lnTo>
                    <a:pt x="6833092" y="10287000"/>
                  </a:lnTo>
                  <a:close/>
                </a:path>
                <a:path w="7455534" h="10287000">
                  <a:moveTo>
                    <a:pt x="6845235" y="3016749"/>
                  </a:moveTo>
                  <a:lnTo>
                    <a:pt x="6885061" y="1346015"/>
                  </a:lnTo>
                  <a:lnTo>
                    <a:pt x="6904927" y="1397204"/>
                  </a:lnTo>
                  <a:lnTo>
                    <a:pt x="6948402" y="1514087"/>
                  </a:lnTo>
                  <a:lnTo>
                    <a:pt x="6991300" y="1641643"/>
                  </a:lnTo>
                  <a:lnTo>
                    <a:pt x="7009435" y="1724849"/>
                  </a:lnTo>
                  <a:lnTo>
                    <a:pt x="7009429" y="1758706"/>
                  </a:lnTo>
                  <a:lnTo>
                    <a:pt x="7011500" y="1807503"/>
                  </a:lnTo>
                  <a:lnTo>
                    <a:pt x="7021925" y="1983775"/>
                  </a:lnTo>
                  <a:lnTo>
                    <a:pt x="7024056" y="2032573"/>
                  </a:lnTo>
                  <a:lnTo>
                    <a:pt x="7024140" y="2066432"/>
                  </a:lnTo>
                  <a:lnTo>
                    <a:pt x="7045461" y="2137930"/>
                  </a:lnTo>
                  <a:lnTo>
                    <a:pt x="7095126" y="2239723"/>
                  </a:lnTo>
                  <a:lnTo>
                    <a:pt x="7145322" y="2330841"/>
                  </a:lnTo>
                  <a:lnTo>
                    <a:pt x="7168235" y="2370318"/>
                  </a:lnTo>
                  <a:lnTo>
                    <a:pt x="7121105" y="2634308"/>
                  </a:lnTo>
                  <a:lnTo>
                    <a:pt x="7102403" y="2730617"/>
                  </a:lnTo>
                  <a:lnTo>
                    <a:pt x="7032121" y="2834410"/>
                  </a:lnTo>
                  <a:lnTo>
                    <a:pt x="6896952" y="2970281"/>
                  </a:lnTo>
                  <a:lnTo>
                    <a:pt x="6845235" y="3016749"/>
                  </a:lnTo>
                  <a:close/>
                </a:path>
                <a:path w="7455534" h="10287000">
                  <a:moveTo>
                    <a:pt x="6736049" y="10287000"/>
                  </a:moveTo>
                  <a:lnTo>
                    <a:pt x="6842619" y="5816392"/>
                  </a:lnTo>
                  <a:lnTo>
                    <a:pt x="6868576" y="6252824"/>
                  </a:lnTo>
                  <a:lnTo>
                    <a:pt x="6965954" y="6537663"/>
                  </a:lnTo>
                  <a:lnTo>
                    <a:pt x="6956268" y="6727578"/>
                  </a:lnTo>
                  <a:lnTo>
                    <a:pt x="6912064" y="6974157"/>
                  </a:lnTo>
                  <a:lnTo>
                    <a:pt x="6833092" y="10287000"/>
                  </a:lnTo>
                  <a:lnTo>
                    <a:pt x="6739273" y="10287000"/>
                  </a:lnTo>
                  <a:lnTo>
                    <a:pt x="6736049" y="10287000"/>
                  </a:lnTo>
                  <a:close/>
                </a:path>
                <a:path w="7455534" h="10287000">
                  <a:moveTo>
                    <a:pt x="6428212" y="10287000"/>
                  </a:moveTo>
                  <a:lnTo>
                    <a:pt x="6559218" y="4791346"/>
                  </a:lnTo>
                  <a:lnTo>
                    <a:pt x="6899580" y="5323222"/>
                  </a:lnTo>
                  <a:lnTo>
                    <a:pt x="6842619" y="5816392"/>
                  </a:lnTo>
                  <a:lnTo>
                    <a:pt x="6736049" y="10287000"/>
                  </a:lnTo>
                  <a:lnTo>
                    <a:pt x="6428212" y="10287000"/>
                  </a:lnTo>
                  <a:close/>
                </a:path>
                <a:path w="7455534" h="10287000">
                  <a:moveTo>
                    <a:pt x="6684412" y="4063909"/>
                  </a:moveTo>
                  <a:lnTo>
                    <a:pt x="6706464" y="3138813"/>
                  </a:lnTo>
                  <a:lnTo>
                    <a:pt x="6827983" y="3575558"/>
                  </a:lnTo>
                  <a:lnTo>
                    <a:pt x="6715885" y="3897903"/>
                  </a:lnTo>
                  <a:lnTo>
                    <a:pt x="6684412" y="4063909"/>
                  </a:lnTo>
                  <a:close/>
                </a:path>
                <a:path w="7455534" h="10287000">
                  <a:moveTo>
                    <a:pt x="6641489" y="4638061"/>
                  </a:moveTo>
                  <a:lnTo>
                    <a:pt x="6650971" y="4240290"/>
                  </a:lnTo>
                  <a:lnTo>
                    <a:pt x="6753070" y="4430168"/>
                  </a:lnTo>
                  <a:lnTo>
                    <a:pt x="6641489" y="4638061"/>
                  </a:lnTo>
                  <a:close/>
                </a:path>
              </a:pathLst>
            </a:custGeom>
            <a:solidFill>
              <a:srgbClr val="FFD04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49987" y="3245879"/>
              <a:ext cx="6667499" cy="4819649"/>
            </a:xfrm>
            <a:prstGeom prst="rect">
              <a:avLst/>
            </a:prstGeom>
          </p:spPr>
        </p:pic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34206" rIns="0" bIns="0" rtlCol="0" vert="horz">
            <a:spAutoFit/>
          </a:bodyPr>
          <a:lstStyle/>
          <a:p>
            <a:pPr marL="7632065">
              <a:lnSpc>
                <a:spcPct val="100000"/>
              </a:lnSpc>
              <a:spcBef>
                <a:spcPts val="100"/>
              </a:spcBef>
            </a:pPr>
            <a:r>
              <a:rPr dirty="0" sz="5000" b="0">
                <a:solidFill>
                  <a:srgbClr val="5460A8"/>
                </a:solidFill>
                <a:latin typeface="Comic Sans MS"/>
                <a:cs typeface="Comic Sans MS"/>
              </a:rPr>
              <a:t>INSIDER</a:t>
            </a:r>
            <a:r>
              <a:rPr dirty="0" sz="5000" spc="-200" b="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5000" spc="-10" b="0">
                <a:solidFill>
                  <a:srgbClr val="5460A8"/>
                </a:solidFill>
                <a:latin typeface="Comic Sans MS"/>
                <a:cs typeface="Comic Sans MS"/>
              </a:rPr>
              <a:t>THREATS</a:t>
            </a:r>
            <a:endParaRPr sz="5000">
              <a:latin typeface="Comic Sans MS"/>
              <a:cs typeface="Comic Sans MS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65768" y="2898436"/>
            <a:ext cx="114300" cy="11429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9447599" y="2666013"/>
            <a:ext cx="7625080" cy="6426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15399"/>
              </a:lnSpc>
              <a:spcBef>
                <a:spcPts val="100"/>
              </a:spcBef>
            </a:pP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Insider</a:t>
            </a:r>
            <a:r>
              <a:rPr dirty="0" sz="2600" spc="565">
                <a:solidFill>
                  <a:srgbClr val="5460A8"/>
                </a:solidFill>
                <a:latin typeface="Comic Sans MS"/>
                <a:cs typeface="Comic Sans MS"/>
              </a:rPr>
              <a:t> 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threats</a:t>
            </a:r>
            <a:r>
              <a:rPr dirty="0" sz="2600" spc="570">
                <a:solidFill>
                  <a:srgbClr val="5460A8"/>
                </a:solidFill>
                <a:latin typeface="Comic Sans MS"/>
                <a:cs typeface="Comic Sans MS"/>
              </a:rPr>
              <a:t> 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come</a:t>
            </a:r>
            <a:r>
              <a:rPr dirty="0" sz="2600" spc="570">
                <a:solidFill>
                  <a:srgbClr val="5460A8"/>
                </a:solidFill>
                <a:latin typeface="Comic Sans MS"/>
                <a:cs typeface="Comic Sans MS"/>
              </a:rPr>
              <a:t> 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from</a:t>
            </a:r>
            <a:r>
              <a:rPr dirty="0" sz="2600" spc="570">
                <a:solidFill>
                  <a:srgbClr val="5460A8"/>
                </a:solidFill>
                <a:latin typeface="Comic Sans MS"/>
                <a:cs typeface="Comic Sans MS"/>
              </a:rPr>
              <a:t>   </a:t>
            </a:r>
            <a:r>
              <a:rPr dirty="0" sz="2600" spc="-10">
                <a:solidFill>
                  <a:srgbClr val="5460A8"/>
                </a:solidFill>
                <a:latin typeface="Comic Sans MS"/>
                <a:cs typeface="Comic Sans MS"/>
              </a:rPr>
              <a:t>employees,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contractors,</a:t>
            </a:r>
            <a:r>
              <a:rPr dirty="0" sz="2600" spc="20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of</a:t>
            </a:r>
            <a:r>
              <a:rPr dirty="0" sz="2600" spc="20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vendors</a:t>
            </a:r>
            <a:r>
              <a:rPr dirty="0" sz="2600" spc="204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working</a:t>
            </a:r>
            <a:r>
              <a:rPr dirty="0" sz="2600" spc="20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“inside”</a:t>
            </a:r>
            <a:r>
              <a:rPr dirty="0" sz="2600" spc="20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 spc="-25">
                <a:solidFill>
                  <a:srgbClr val="5460A8"/>
                </a:solidFill>
                <a:latin typeface="Comic Sans MS"/>
                <a:cs typeface="Comic Sans MS"/>
              </a:rPr>
              <a:t>the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organization,</a:t>
            </a:r>
            <a:r>
              <a:rPr dirty="0" sz="2600" spc="56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where</a:t>
            </a:r>
            <a:r>
              <a:rPr dirty="0" sz="2600" spc="56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they</a:t>
            </a:r>
            <a:r>
              <a:rPr dirty="0" sz="2600" spc="56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have</a:t>
            </a:r>
            <a:r>
              <a:rPr dirty="0" sz="2600" spc="56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access</a:t>
            </a:r>
            <a:r>
              <a:rPr dirty="0" sz="2600" spc="56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 spc="-25">
                <a:solidFill>
                  <a:srgbClr val="5460A8"/>
                </a:solidFill>
                <a:latin typeface="Comic Sans MS"/>
                <a:cs typeface="Comic Sans MS"/>
              </a:rPr>
              <a:t>and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permissions</a:t>
            </a:r>
            <a:r>
              <a:rPr dirty="0" sz="2600" spc="62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that</a:t>
            </a:r>
            <a:r>
              <a:rPr dirty="0" sz="2600" spc="62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can</a:t>
            </a:r>
            <a:r>
              <a:rPr dirty="0" sz="2600" spc="62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be</a:t>
            </a:r>
            <a:r>
              <a:rPr dirty="0" sz="2600" spc="62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abused,</a:t>
            </a:r>
            <a:r>
              <a:rPr dirty="0" sz="2600" spc="62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 spc="-10">
                <a:solidFill>
                  <a:srgbClr val="5460A8"/>
                </a:solidFill>
                <a:latin typeface="Comic Sans MS"/>
                <a:cs typeface="Comic Sans MS"/>
              </a:rPr>
              <a:t>whether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accidentally</a:t>
            </a:r>
            <a:r>
              <a:rPr dirty="0" sz="2600" spc="-8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or</a:t>
            </a:r>
            <a:r>
              <a:rPr dirty="0" sz="2600" spc="-7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 spc="-10">
                <a:solidFill>
                  <a:srgbClr val="5460A8"/>
                </a:solidFill>
                <a:latin typeface="Comic Sans MS"/>
                <a:cs typeface="Comic Sans MS"/>
              </a:rPr>
              <a:t>intentionally.</a:t>
            </a:r>
            <a:endParaRPr sz="2600">
              <a:latin typeface="Comic Sans MS"/>
              <a:cs typeface="Comic Sans MS"/>
            </a:endParaRPr>
          </a:p>
          <a:p>
            <a:pPr algn="just" marL="12700" marR="5080">
              <a:lnSpc>
                <a:spcPct val="115399"/>
              </a:lnSpc>
              <a:spcBef>
                <a:spcPts val="3600"/>
              </a:spcBef>
            </a:pP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Although</a:t>
            </a:r>
            <a:r>
              <a:rPr dirty="0" sz="2600" spc="32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most</a:t>
            </a:r>
            <a:r>
              <a:rPr dirty="0" sz="2600" spc="32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attacks</a:t>
            </a:r>
            <a:r>
              <a:rPr dirty="0" sz="2600" spc="32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are</a:t>
            </a:r>
            <a:r>
              <a:rPr dirty="0" sz="2600" spc="32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conducted</a:t>
            </a:r>
            <a:r>
              <a:rPr dirty="0" sz="2600" spc="32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by</a:t>
            </a:r>
            <a:r>
              <a:rPr dirty="0" sz="2600" spc="32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 spc="-10">
                <a:solidFill>
                  <a:srgbClr val="5460A8"/>
                </a:solidFill>
                <a:latin typeface="Comic Sans MS"/>
                <a:cs typeface="Comic Sans MS"/>
              </a:rPr>
              <a:t>people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outside</a:t>
            </a:r>
            <a:r>
              <a:rPr dirty="0" sz="2600" spc="1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an</a:t>
            </a:r>
            <a:r>
              <a:rPr dirty="0" sz="2600" spc="2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organization,</a:t>
            </a:r>
            <a:r>
              <a:rPr dirty="0" sz="2600" spc="2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security</a:t>
            </a:r>
            <a:r>
              <a:rPr dirty="0" sz="2600" spc="2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teams</a:t>
            </a:r>
            <a:r>
              <a:rPr dirty="0" sz="2600" spc="2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also</a:t>
            </a:r>
            <a:r>
              <a:rPr dirty="0" sz="2600" spc="1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 spc="-20">
                <a:solidFill>
                  <a:srgbClr val="5460A8"/>
                </a:solidFill>
                <a:latin typeface="Comic Sans MS"/>
                <a:cs typeface="Comic Sans MS"/>
              </a:rPr>
              <a:t>need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to</a:t>
            </a:r>
            <a:r>
              <a:rPr dirty="0" sz="2600" spc="-4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be</a:t>
            </a:r>
            <a:r>
              <a:rPr dirty="0" sz="2600" spc="-3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on</a:t>
            </a:r>
            <a:r>
              <a:rPr dirty="0" sz="2600" spc="-3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the</a:t>
            </a:r>
            <a:r>
              <a:rPr dirty="0" sz="2600" spc="-3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lookout</a:t>
            </a:r>
            <a:r>
              <a:rPr dirty="0" sz="2600" spc="-3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for</a:t>
            </a:r>
            <a:r>
              <a:rPr dirty="0" sz="2600" spc="-3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insider</a:t>
            </a:r>
            <a:r>
              <a:rPr dirty="0" sz="2600" spc="-3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 spc="-10">
                <a:solidFill>
                  <a:srgbClr val="5460A8"/>
                </a:solidFill>
                <a:latin typeface="Comic Sans MS"/>
                <a:cs typeface="Comic Sans MS"/>
              </a:rPr>
              <a:t>threats.</a:t>
            </a:r>
            <a:endParaRPr sz="2600">
              <a:latin typeface="Comic Sans MS"/>
              <a:cs typeface="Comic Sans MS"/>
            </a:endParaRPr>
          </a:p>
          <a:p>
            <a:pPr algn="just" marL="12700" marR="5080">
              <a:lnSpc>
                <a:spcPct val="115399"/>
              </a:lnSpc>
              <a:spcBef>
                <a:spcPts val="3595"/>
              </a:spcBef>
            </a:pP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Employees</a:t>
            </a:r>
            <a:r>
              <a:rPr dirty="0" sz="2600" spc="16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and</a:t>
            </a:r>
            <a:r>
              <a:rPr dirty="0" sz="2600" spc="16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other</a:t>
            </a:r>
            <a:r>
              <a:rPr dirty="0" sz="2600" spc="16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people</a:t>
            </a:r>
            <a:r>
              <a:rPr dirty="0" sz="2600" spc="16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who</a:t>
            </a:r>
            <a:r>
              <a:rPr dirty="0" sz="2600" spc="16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 spc="-10">
                <a:solidFill>
                  <a:srgbClr val="5460A8"/>
                </a:solidFill>
                <a:latin typeface="Comic Sans MS"/>
                <a:cs typeface="Comic Sans MS"/>
              </a:rPr>
              <a:t>legitimately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have</a:t>
            </a:r>
            <a:r>
              <a:rPr dirty="0" sz="2600" spc="63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access</a:t>
            </a:r>
            <a:r>
              <a:rPr dirty="0" sz="2600" spc="63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to</a:t>
            </a:r>
            <a:r>
              <a:rPr dirty="0" sz="2600" spc="63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restricted</a:t>
            </a:r>
            <a:r>
              <a:rPr dirty="0" sz="2600" spc="63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resources</a:t>
            </a:r>
            <a:r>
              <a:rPr dirty="0" sz="2600" spc="63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 spc="-25">
                <a:solidFill>
                  <a:srgbClr val="5460A8"/>
                </a:solidFill>
                <a:latin typeface="Comic Sans MS"/>
                <a:cs typeface="Comic Sans MS"/>
              </a:rPr>
              <a:t>may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inadvertently</a:t>
            </a:r>
            <a:r>
              <a:rPr dirty="0" sz="2600" spc="23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or</a:t>
            </a:r>
            <a:r>
              <a:rPr dirty="0" sz="2600" spc="24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in</a:t>
            </a:r>
            <a:r>
              <a:rPr dirty="0" sz="2600" spc="24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some</a:t>
            </a:r>
            <a:r>
              <a:rPr dirty="0" sz="2600" spc="23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cases</a:t>
            </a:r>
            <a:r>
              <a:rPr dirty="0" sz="2600" spc="24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intentionally</a:t>
            </a:r>
            <a:r>
              <a:rPr dirty="0" sz="2600" spc="24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 spc="-20">
                <a:solidFill>
                  <a:srgbClr val="5460A8"/>
                </a:solidFill>
                <a:latin typeface="Comic Sans MS"/>
                <a:cs typeface="Comic Sans MS"/>
              </a:rPr>
              <a:t>leak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sensitive</a:t>
            </a:r>
            <a:r>
              <a:rPr dirty="0" sz="2600" spc="-9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 spc="-10">
                <a:solidFill>
                  <a:srgbClr val="5460A8"/>
                </a:solidFill>
                <a:latin typeface="Comic Sans MS"/>
                <a:cs typeface="Comic Sans MS"/>
              </a:rPr>
              <a:t>data.</a:t>
            </a:r>
            <a:endParaRPr sz="2600">
              <a:latin typeface="Comic Sans MS"/>
              <a:cs typeface="Comic Sans MS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65768" y="5641636"/>
            <a:ext cx="114300" cy="11429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65768" y="7470436"/>
            <a:ext cx="114300" cy="114299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8659495" cy="10287000"/>
            <a:chOff x="0" y="0"/>
            <a:chExt cx="8659495" cy="102870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8038465" cy="10287000"/>
            </a:xfrm>
            <a:custGeom>
              <a:avLst/>
              <a:gdLst/>
              <a:ahLst/>
              <a:cxnLst/>
              <a:rect l="l" t="t" r="r" b="b"/>
              <a:pathLst>
                <a:path w="8038465" h="10287000">
                  <a:moveTo>
                    <a:pt x="7214878" y="10287000"/>
                  </a:moveTo>
                  <a:lnTo>
                    <a:pt x="7285409" y="7328219"/>
                  </a:lnTo>
                  <a:lnTo>
                    <a:pt x="7599718" y="7541090"/>
                  </a:lnTo>
                  <a:lnTo>
                    <a:pt x="7708468" y="7802370"/>
                  </a:lnTo>
                  <a:lnTo>
                    <a:pt x="7732673" y="8157691"/>
                  </a:lnTo>
                  <a:lnTo>
                    <a:pt x="8006222" y="8586022"/>
                  </a:lnTo>
                  <a:lnTo>
                    <a:pt x="7880827" y="9043658"/>
                  </a:lnTo>
                  <a:lnTo>
                    <a:pt x="7587575" y="9287249"/>
                  </a:lnTo>
                  <a:lnTo>
                    <a:pt x="7563743" y="10287000"/>
                  </a:lnTo>
                  <a:lnTo>
                    <a:pt x="7214878" y="10287000"/>
                  </a:lnTo>
                  <a:close/>
                </a:path>
                <a:path w="8038465" h="10287000">
                  <a:moveTo>
                    <a:pt x="7563743" y="10287000"/>
                  </a:moveTo>
                  <a:lnTo>
                    <a:pt x="7587575" y="9287249"/>
                  </a:lnTo>
                  <a:lnTo>
                    <a:pt x="7659301" y="9761868"/>
                  </a:lnTo>
                  <a:lnTo>
                    <a:pt x="7839357" y="9989717"/>
                  </a:lnTo>
                  <a:lnTo>
                    <a:pt x="7826355" y="10287000"/>
                  </a:lnTo>
                  <a:lnTo>
                    <a:pt x="7563743" y="10287000"/>
                  </a:lnTo>
                  <a:close/>
                </a:path>
                <a:path w="8038465" h="10287000">
                  <a:moveTo>
                    <a:pt x="7767526" y="1274543"/>
                  </a:moveTo>
                  <a:lnTo>
                    <a:pt x="7795037" y="120455"/>
                  </a:lnTo>
                  <a:lnTo>
                    <a:pt x="8037839" y="869878"/>
                  </a:lnTo>
                  <a:lnTo>
                    <a:pt x="7858604" y="1174409"/>
                  </a:lnTo>
                  <a:lnTo>
                    <a:pt x="7767526" y="1274543"/>
                  </a:lnTo>
                  <a:close/>
                </a:path>
                <a:path w="8038465" h="10287000">
                  <a:moveTo>
                    <a:pt x="0" y="0"/>
                  </a:moveTo>
                  <a:lnTo>
                    <a:pt x="7846322" y="0"/>
                  </a:lnTo>
                  <a:lnTo>
                    <a:pt x="7795037" y="120455"/>
                  </a:lnTo>
                  <a:lnTo>
                    <a:pt x="7767526" y="1274543"/>
                  </a:lnTo>
                  <a:lnTo>
                    <a:pt x="7502115" y="1566348"/>
                  </a:lnTo>
                  <a:lnTo>
                    <a:pt x="7480618" y="2468139"/>
                  </a:lnTo>
                  <a:lnTo>
                    <a:pt x="7479267" y="2473298"/>
                  </a:lnTo>
                  <a:lnTo>
                    <a:pt x="7444917" y="3914300"/>
                  </a:lnTo>
                  <a:lnTo>
                    <a:pt x="7336413" y="4054937"/>
                  </a:lnTo>
                  <a:lnTo>
                    <a:pt x="7286341" y="6155437"/>
                  </a:lnTo>
                  <a:lnTo>
                    <a:pt x="7257231" y="6232609"/>
                  </a:lnTo>
                  <a:lnTo>
                    <a:pt x="7160583" y="10287000"/>
                  </a:lnTo>
                  <a:lnTo>
                    <a:pt x="0" y="10287000"/>
                  </a:lnTo>
                  <a:lnTo>
                    <a:pt x="0" y="0"/>
                  </a:lnTo>
                  <a:close/>
                </a:path>
                <a:path w="8038465" h="10287000">
                  <a:moveTo>
                    <a:pt x="7444917" y="3914300"/>
                  </a:moveTo>
                  <a:lnTo>
                    <a:pt x="7479267" y="2473298"/>
                  </a:lnTo>
                  <a:lnTo>
                    <a:pt x="7497761" y="2820867"/>
                  </a:lnTo>
                  <a:lnTo>
                    <a:pt x="7568899" y="3196468"/>
                  </a:lnTo>
                  <a:lnTo>
                    <a:pt x="7691417" y="3653136"/>
                  </a:lnTo>
                  <a:lnTo>
                    <a:pt x="7444917" y="3914300"/>
                  </a:lnTo>
                  <a:close/>
                </a:path>
                <a:path w="8038465" h="10287000">
                  <a:moveTo>
                    <a:pt x="7480618" y="2468139"/>
                  </a:moveTo>
                  <a:lnTo>
                    <a:pt x="7502115" y="1566348"/>
                  </a:lnTo>
                  <a:lnTo>
                    <a:pt x="7603594" y="1998685"/>
                  </a:lnTo>
                  <a:lnTo>
                    <a:pt x="7480618" y="2468139"/>
                  </a:lnTo>
                  <a:close/>
                </a:path>
                <a:path w="8038465" h="10287000">
                  <a:moveTo>
                    <a:pt x="7160583" y="10287000"/>
                  </a:moveTo>
                  <a:lnTo>
                    <a:pt x="7257231" y="6232609"/>
                  </a:lnTo>
                  <a:lnTo>
                    <a:pt x="7464003" y="6524969"/>
                  </a:lnTo>
                  <a:lnTo>
                    <a:pt x="7323921" y="6794811"/>
                  </a:lnTo>
                  <a:lnTo>
                    <a:pt x="7313028" y="7251789"/>
                  </a:lnTo>
                  <a:lnTo>
                    <a:pt x="7285409" y="7328219"/>
                  </a:lnTo>
                  <a:lnTo>
                    <a:pt x="7214878" y="10287000"/>
                  </a:lnTo>
                  <a:lnTo>
                    <a:pt x="7160583" y="10287000"/>
                  </a:lnTo>
                  <a:close/>
                </a:path>
                <a:path w="8038465" h="10287000">
                  <a:moveTo>
                    <a:pt x="7286341" y="6155437"/>
                  </a:moveTo>
                  <a:lnTo>
                    <a:pt x="7310561" y="5139433"/>
                  </a:lnTo>
                  <a:lnTo>
                    <a:pt x="7419227" y="5466059"/>
                  </a:lnTo>
                  <a:lnTo>
                    <a:pt x="7456806" y="5703532"/>
                  </a:lnTo>
                  <a:lnTo>
                    <a:pt x="7286341" y="6155437"/>
                  </a:lnTo>
                  <a:close/>
                </a:path>
                <a:path w="8038465" h="10287000">
                  <a:moveTo>
                    <a:pt x="7313028" y="7251789"/>
                  </a:moveTo>
                  <a:lnTo>
                    <a:pt x="7323921" y="6794811"/>
                  </a:lnTo>
                  <a:lnTo>
                    <a:pt x="7399828" y="7011580"/>
                  </a:lnTo>
                  <a:lnTo>
                    <a:pt x="7313028" y="7251789"/>
                  </a:lnTo>
                  <a:close/>
                </a:path>
                <a:path w="8038465" h="10287000">
                  <a:moveTo>
                    <a:pt x="7310561" y="5139433"/>
                  </a:moveTo>
                  <a:lnTo>
                    <a:pt x="7336413" y="4054937"/>
                  </a:lnTo>
                  <a:lnTo>
                    <a:pt x="7406656" y="4447468"/>
                  </a:lnTo>
                  <a:lnTo>
                    <a:pt x="7377527" y="4803728"/>
                  </a:lnTo>
                  <a:lnTo>
                    <a:pt x="7310561" y="5139433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7855584" cy="10287000"/>
            </a:xfrm>
            <a:custGeom>
              <a:avLst/>
              <a:gdLst/>
              <a:ahLst/>
              <a:cxnLst/>
              <a:rect l="l" t="t" r="r" b="b"/>
              <a:pathLst>
                <a:path w="7855584" h="10287000">
                  <a:moveTo>
                    <a:pt x="7513358" y="8906835"/>
                  </a:moveTo>
                  <a:lnTo>
                    <a:pt x="7537499" y="7894104"/>
                  </a:lnTo>
                  <a:lnTo>
                    <a:pt x="7855359" y="8236279"/>
                  </a:lnTo>
                  <a:lnTo>
                    <a:pt x="7854099" y="8577728"/>
                  </a:lnTo>
                  <a:lnTo>
                    <a:pt x="7513358" y="8906835"/>
                  </a:lnTo>
                  <a:close/>
                </a:path>
                <a:path w="7855584" h="10287000">
                  <a:moveTo>
                    <a:pt x="7362286" y="10287000"/>
                  </a:moveTo>
                  <a:lnTo>
                    <a:pt x="7392401" y="9023662"/>
                  </a:lnTo>
                  <a:lnTo>
                    <a:pt x="7463647" y="9497779"/>
                  </a:lnTo>
                  <a:lnTo>
                    <a:pt x="7643453" y="9725868"/>
                  </a:lnTo>
                  <a:lnTo>
                    <a:pt x="7649466" y="10256899"/>
                  </a:lnTo>
                  <a:lnTo>
                    <a:pt x="7635295" y="10287000"/>
                  </a:lnTo>
                  <a:lnTo>
                    <a:pt x="7362286" y="10287000"/>
                  </a:lnTo>
                  <a:close/>
                </a:path>
                <a:path w="7855584" h="10287000">
                  <a:moveTo>
                    <a:pt x="0" y="0"/>
                  </a:moveTo>
                  <a:lnTo>
                    <a:pt x="7646400" y="0"/>
                  </a:lnTo>
                  <a:lnTo>
                    <a:pt x="7842653" y="606783"/>
                  </a:lnTo>
                  <a:lnTo>
                    <a:pt x="7663418" y="911314"/>
                  </a:lnTo>
                  <a:lnTo>
                    <a:pt x="7306930" y="1303254"/>
                  </a:lnTo>
                  <a:lnTo>
                    <a:pt x="7285414" y="2205834"/>
                  </a:lnTo>
                  <a:lnTo>
                    <a:pt x="7284064" y="2210939"/>
                  </a:lnTo>
                  <a:lnTo>
                    <a:pt x="7249713" y="3651941"/>
                  </a:lnTo>
                  <a:lnTo>
                    <a:pt x="7031253" y="3860219"/>
                  </a:lnTo>
                  <a:lnTo>
                    <a:pt x="6878051" y="10287000"/>
                  </a:lnTo>
                  <a:lnTo>
                    <a:pt x="0" y="10287000"/>
                  </a:lnTo>
                  <a:lnTo>
                    <a:pt x="0" y="0"/>
                  </a:lnTo>
                  <a:close/>
                </a:path>
                <a:path w="7855584" h="10287000">
                  <a:moveTo>
                    <a:pt x="7012684" y="10287000"/>
                  </a:moveTo>
                  <a:lnTo>
                    <a:pt x="7089493" y="7064862"/>
                  </a:lnTo>
                  <a:lnTo>
                    <a:pt x="7408015" y="7152542"/>
                  </a:lnTo>
                  <a:lnTo>
                    <a:pt x="7612487" y="7531076"/>
                  </a:lnTo>
                  <a:lnTo>
                    <a:pt x="7537499" y="7894104"/>
                  </a:lnTo>
                  <a:lnTo>
                    <a:pt x="7513358" y="8906835"/>
                  </a:lnTo>
                  <a:lnTo>
                    <a:pt x="7392401" y="9023662"/>
                  </a:lnTo>
                  <a:lnTo>
                    <a:pt x="7362286" y="10287000"/>
                  </a:lnTo>
                  <a:lnTo>
                    <a:pt x="7012684" y="10287000"/>
                  </a:lnTo>
                  <a:close/>
                </a:path>
                <a:path w="7855584" h="10287000">
                  <a:moveTo>
                    <a:pt x="7249713" y="3651941"/>
                  </a:moveTo>
                  <a:lnTo>
                    <a:pt x="7284064" y="2210939"/>
                  </a:lnTo>
                  <a:lnTo>
                    <a:pt x="7302558" y="2558508"/>
                  </a:lnTo>
                  <a:lnTo>
                    <a:pt x="7373702" y="2933864"/>
                  </a:lnTo>
                  <a:lnTo>
                    <a:pt x="7496459" y="3390783"/>
                  </a:lnTo>
                  <a:lnTo>
                    <a:pt x="7249713" y="3651941"/>
                  </a:lnTo>
                  <a:close/>
                </a:path>
                <a:path w="7855584" h="10287000">
                  <a:moveTo>
                    <a:pt x="7091865" y="5893517"/>
                  </a:moveTo>
                  <a:lnTo>
                    <a:pt x="7116124" y="4875865"/>
                  </a:lnTo>
                  <a:lnTo>
                    <a:pt x="7377056" y="5122348"/>
                  </a:lnTo>
                  <a:lnTo>
                    <a:pt x="7262854" y="5440220"/>
                  </a:lnTo>
                  <a:lnTo>
                    <a:pt x="7091865" y="5893517"/>
                  </a:lnTo>
                  <a:close/>
                </a:path>
                <a:path w="7855584" h="10287000">
                  <a:moveTo>
                    <a:pt x="7285414" y="2205834"/>
                  </a:moveTo>
                  <a:lnTo>
                    <a:pt x="7306930" y="1303254"/>
                  </a:lnTo>
                  <a:lnTo>
                    <a:pt x="7409624" y="1736110"/>
                  </a:lnTo>
                  <a:lnTo>
                    <a:pt x="7285414" y="2205834"/>
                  </a:lnTo>
                  <a:close/>
                </a:path>
                <a:path w="7855584" h="10287000">
                  <a:moveTo>
                    <a:pt x="6960354" y="10287000"/>
                  </a:moveTo>
                  <a:lnTo>
                    <a:pt x="7063279" y="5969298"/>
                  </a:lnTo>
                  <a:lnTo>
                    <a:pt x="7269806" y="6261652"/>
                  </a:lnTo>
                  <a:lnTo>
                    <a:pt x="7129963" y="6531746"/>
                  </a:lnTo>
                  <a:lnTo>
                    <a:pt x="7119223" y="6982289"/>
                  </a:lnTo>
                  <a:lnTo>
                    <a:pt x="7089493" y="7064862"/>
                  </a:lnTo>
                  <a:lnTo>
                    <a:pt x="7012684" y="10287000"/>
                  </a:lnTo>
                  <a:lnTo>
                    <a:pt x="6960354" y="10287000"/>
                  </a:lnTo>
                  <a:close/>
                </a:path>
                <a:path w="7855584" h="10287000">
                  <a:moveTo>
                    <a:pt x="6878051" y="10287000"/>
                  </a:moveTo>
                  <a:lnTo>
                    <a:pt x="7031253" y="3860219"/>
                  </a:lnTo>
                  <a:lnTo>
                    <a:pt x="7210500" y="4183859"/>
                  </a:lnTo>
                  <a:lnTo>
                    <a:pt x="7280664" y="4693080"/>
                  </a:lnTo>
                  <a:lnTo>
                    <a:pt x="7116124" y="4875865"/>
                  </a:lnTo>
                  <a:lnTo>
                    <a:pt x="7091865" y="5893517"/>
                  </a:lnTo>
                  <a:lnTo>
                    <a:pt x="7063279" y="5969298"/>
                  </a:lnTo>
                  <a:lnTo>
                    <a:pt x="6960354" y="10287000"/>
                  </a:lnTo>
                  <a:lnTo>
                    <a:pt x="6878051" y="10287000"/>
                  </a:lnTo>
                  <a:close/>
                </a:path>
                <a:path w="7855584" h="10287000">
                  <a:moveTo>
                    <a:pt x="7119223" y="6982289"/>
                  </a:moveTo>
                  <a:lnTo>
                    <a:pt x="7129963" y="6531746"/>
                  </a:lnTo>
                  <a:lnTo>
                    <a:pt x="7203941" y="6746994"/>
                  </a:lnTo>
                  <a:lnTo>
                    <a:pt x="7119223" y="69822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7455534" cy="10287000"/>
            </a:xfrm>
            <a:custGeom>
              <a:avLst/>
              <a:gdLst/>
              <a:ahLst/>
              <a:cxnLst/>
              <a:rect l="l" t="t" r="r" b="b"/>
              <a:pathLst>
                <a:path w="7455534" h="10287000">
                  <a:moveTo>
                    <a:pt x="7113128" y="8897294"/>
                  </a:moveTo>
                  <a:lnTo>
                    <a:pt x="7137269" y="7884563"/>
                  </a:lnTo>
                  <a:lnTo>
                    <a:pt x="7455129" y="8226739"/>
                  </a:lnTo>
                  <a:lnTo>
                    <a:pt x="7453869" y="8568187"/>
                  </a:lnTo>
                  <a:lnTo>
                    <a:pt x="7113128" y="8897294"/>
                  </a:lnTo>
                  <a:close/>
                </a:path>
                <a:path w="7455534" h="10287000">
                  <a:moveTo>
                    <a:pt x="6961828" y="10287000"/>
                  </a:moveTo>
                  <a:lnTo>
                    <a:pt x="6992171" y="9014121"/>
                  </a:lnTo>
                  <a:lnTo>
                    <a:pt x="7064154" y="9488256"/>
                  </a:lnTo>
                  <a:lnTo>
                    <a:pt x="7243959" y="9716345"/>
                  </a:lnTo>
                  <a:lnTo>
                    <a:pt x="7249218" y="10248094"/>
                  </a:lnTo>
                  <a:lnTo>
                    <a:pt x="7230870" y="10287000"/>
                  </a:lnTo>
                  <a:lnTo>
                    <a:pt x="6961828" y="10287000"/>
                  </a:lnTo>
                  <a:close/>
                </a:path>
                <a:path w="7455534" h="10287000">
                  <a:moveTo>
                    <a:pt x="0" y="0"/>
                  </a:moveTo>
                  <a:lnTo>
                    <a:pt x="7253029" y="0"/>
                  </a:lnTo>
                  <a:lnTo>
                    <a:pt x="7321853" y="200564"/>
                  </a:lnTo>
                  <a:lnTo>
                    <a:pt x="7405113" y="455417"/>
                  </a:lnTo>
                  <a:lnTo>
                    <a:pt x="7441704" y="596488"/>
                  </a:lnTo>
                  <a:lnTo>
                    <a:pt x="7429594" y="688685"/>
                  </a:lnTo>
                  <a:lnTo>
                    <a:pt x="7371847" y="1032847"/>
                  </a:lnTo>
                  <a:lnTo>
                    <a:pt x="6885061" y="1346015"/>
                  </a:lnTo>
                  <a:lnTo>
                    <a:pt x="6845235" y="3016749"/>
                  </a:lnTo>
                  <a:lnTo>
                    <a:pt x="6765524" y="3088369"/>
                  </a:lnTo>
                  <a:lnTo>
                    <a:pt x="6706464" y="3138813"/>
                  </a:lnTo>
                  <a:lnTo>
                    <a:pt x="6684412" y="4063909"/>
                  </a:lnTo>
                  <a:lnTo>
                    <a:pt x="6650971" y="4240290"/>
                  </a:lnTo>
                  <a:lnTo>
                    <a:pt x="6641489" y="4638061"/>
                  </a:lnTo>
                  <a:lnTo>
                    <a:pt x="6559218" y="4791346"/>
                  </a:lnTo>
                  <a:lnTo>
                    <a:pt x="6428212" y="10287000"/>
                  </a:lnTo>
                  <a:lnTo>
                    <a:pt x="0" y="10287000"/>
                  </a:lnTo>
                  <a:lnTo>
                    <a:pt x="0" y="0"/>
                  </a:lnTo>
                  <a:close/>
                </a:path>
                <a:path w="7455534" h="10287000">
                  <a:moveTo>
                    <a:pt x="6833092" y="10287000"/>
                  </a:moveTo>
                  <a:lnTo>
                    <a:pt x="6912064" y="6974157"/>
                  </a:lnTo>
                  <a:lnTo>
                    <a:pt x="7024226" y="7277773"/>
                  </a:lnTo>
                  <a:lnTo>
                    <a:pt x="7174229" y="7467810"/>
                  </a:lnTo>
                  <a:lnTo>
                    <a:pt x="7137269" y="7884563"/>
                  </a:lnTo>
                  <a:lnTo>
                    <a:pt x="7113128" y="8897294"/>
                  </a:lnTo>
                  <a:lnTo>
                    <a:pt x="6992171" y="9014121"/>
                  </a:lnTo>
                  <a:lnTo>
                    <a:pt x="6961828" y="10287000"/>
                  </a:lnTo>
                  <a:lnTo>
                    <a:pt x="6833092" y="10287000"/>
                  </a:lnTo>
                  <a:close/>
                </a:path>
                <a:path w="7455534" h="10287000">
                  <a:moveTo>
                    <a:pt x="6845235" y="3016749"/>
                  </a:moveTo>
                  <a:lnTo>
                    <a:pt x="6885061" y="1346015"/>
                  </a:lnTo>
                  <a:lnTo>
                    <a:pt x="6904927" y="1397204"/>
                  </a:lnTo>
                  <a:lnTo>
                    <a:pt x="6948402" y="1514087"/>
                  </a:lnTo>
                  <a:lnTo>
                    <a:pt x="6991300" y="1641643"/>
                  </a:lnTo>
                  <a:lnTo>
                    <a:pt x="7009435" y="1724849"/>
                  </a:lnTo>
                  <a:lnTo>
                    <a:pt x="7009429" y="1758706"/>
                  </a:lnTo>
                  <a:lnTo>
                    <a:pt x="7011500" y="1807503"/>
                  </a:lnTo>
                  <a:lnTo>
                    <a:pt x="7021925" y="1983775"/>
                  </a:lnTo>
                  <a:lnTo>
                    <a:pt x="7024056" y="2032573"/>
                  </a:lnTo>
                  <a:lnTo>
                    <a:pt x="7024140" y="2066432"/>
                  </a:lnTo>
                  <a:lnTo>
                    <a:pt x="7045461" y="2137930"/>
                  </a:lnTo>
                  <a:lnTo>
                    <a:pt x="7095126" y="2239723"/>
                  </a:lnTo>
                  <a:lnTo>
                    <a:pt x="7145322" y="2330841"/>
                  </a:lnTo>
                  <a:lnTo>
                    <a:pt x="7168235" y="2370318"/>
                  </a:lnTo>
                  <a:lnTo>
                    <a:pt x="7121105" y="2634308"/>
                  </a:lnTo>
                  <a:lnTo>
                    <a:pt x="7102403" y="2730617"/>
                  </a:lnTo>
                  <a:lnTo>
                    <a:pt x="7032121" y="2834410"/>
                  </a:lnTo>
                  <a:lnTo>
                    <a:pt x="6896952" y="2970281"/>
                  </a:lnTo>
                  <a:lnTo>
                    <a:pt x="6845235" y="3016749"/>
                  </a:lnTo>
                  <a:close/>
                </a:path>
                <a:path w="7455534" h="10287000">
                  <a:moveTo>
                    <a:pt x="6736049" y="10287000"/>
                  </a:moveTo>
                  <a:lnTo>
                    <a:pt x="6842619" y="5816392"/>
                  </a:lnTo>
                  <a:lnTo>
                    <a:pt x="6868576" y="6252824"/>
                  </a:lnTo>
                  <a:lnTo>
                    <a:pt x="6965954" y="6537663"/>
                  </a:lnTo>
                  <a:lnTo>
                    <a:pt x="6956268" y="6727578"/>
                  </a:lnTo>
                  <a:lnTo>
                    <a:pt x="6912064" y="6974157"/>
                  </a:lnTo>
                  <a:lnTo>
                    <a:pt x="6833092" y="10287000"/>
                  </a:lnTo>
                  <a:lnTo>
                    <a:pt x="6739273" y="10287000"/>
                  </a:lnTo>
                  <a:lnTo>
                    <a:pt x="6736049" y="10287000"/>
                  </a:lnTo>
                  <a:close/>
                </a:path>
                <a:path w="7455534" h="10287000">
                  <a:moveTo>
                    <a:pt x="6428212" y="10287000"/>
                  </a:moveTo>
                  <a:lnTo>
                    <a:pt x="6559218" y="4791346"/>
                  </a:lnTo>
                  <a:lnTo>
                    <a:pt x="6899580" y="5323222"/>
                  </a:lnTo>
                  <a:lnTo>
                    <a:pt x="6842619" y="5816392"/>
                  </a:lnTo>
                  <a:lnTo>
                    <a:pt x="6736049" y="10287000"/>
                  </a:lnTo>
                  <a:lnTo>
                    <a:pt x="6428212" y="10287000"/>
                  </a:lnTo>
                  <a:close/>
                </a:path>
                <a:path w="7455534" h="10287000">
                  <a:moveTo>
                    <a:pt x="6684412" y="4063909"/>
                  </a:moveTo>
                  <a:lnTo>
                    <a:pt x="6706464" y="3138813"/>
                  </a:lnTo>
                  <a:lnTo>
                    <a:pt x="6827983" y="3575558"/>
                  </a:lnTo>
                  <a:lnTo>
                    <a:pt x="6715885" y="3897903"/>
                  </a:lnTo>
                  <a:lnTo>
                    <a:pt x="6684412" y="4063909"/>
                  </a:lnTo>
                  <a:close/>
                </a:path>
                <a:path w="7455534" h="10287000">
                  <a:moveTo>
                    <a:pt x="6641489" y="4638061"/>
                  </a:moveTo>
                  <a:lnTo>
                    <a:pt x="6650971" y="4240290"/>
                  </a:lnTo>
                  <a:lnTo>
                    <a:pt x="6753070" y="4430168"/>
                  </a:lnTo>
                  <a:lnTo>
                    <a:pt x="6641489" y="4638061"/>
                  </a:lnTo>
                  <a:close/>
                </a:path>
              </a:pathLst>
            </a:custGeom>
            <a:solidFill>
              <a:srgbClr val="FFD04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4473" y="3212291"/>
              <a:ext cx="8124824" cy="4571999"/>
            </a:xfrm>
            <a:prstGeom prst="rect">
              <a:avLst/>
            </a:prstGeom>
          </p:spPr>
        </p:pic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9131300" y="1263676"/>
            <a:ext cx="6132195" cy="1511300"/>
          </a:xfrm>
          <a:prstGeom prst="rect"/>
        </p:spPr>
        <p:txBody>
          <a:bodyPr wrap="square" lIns="0" tIns="63500" rIns="0" bIns="0" rtlCol="0" vert="horz">
            <a:spAutoFit/>
          </a:bodyPr>
          <a:lstStyle/>
          <a:p>
            <a:pPr marL="12700" marR="5080">
              <a:lnSpc>
                <a:spcPts val="5700"/>
              </a:lnSpc>
              <a:spcBef>
                <a:spcPts val="500"/>
              </a:spcBef>
            </a:pPr>
            <a:r>
              <a:rPr dirty="0" sz="5000" b="0">
                <a:solidFill>
                  <a:srgbClr val="5460A8"/>
                </a:solidFill>
                <a:latin typeface="Comic Sans MS"/>
                <a:cs typeface="Comic Sans MS"/>
              </a:rPr>
              <a:t>WEB</a:t>
            </a:r>
            <a:r>
              <a:rPr dirty="0" sz="5000" spc="-100" b="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5000" spc="-10" b="0">
                <a:solidFill>
                  <a:srgbClr val="5460A8"/>
                </a:solidFill>
                <a:latin typeface="Comic Sans MS"/>
                <a:cs typeface="Comic Sans MS"/>
              </a:rPr>
              <a:t>APPLICATION ATTACKS</a:t>
            </a:r>
            <a:endParaRPr sz="5000">
              <a:latin typeface="Comic Sans MS"/>
              <a:cs typeface="Comic Sans MS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81408" y="3371634"/>
            <a:ext cx="114300" cy="11429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9463239" y="3139210"/>
            <a:ext cx="7751445" cy="6426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15399"/>
              </a:lnSpc>
              <a:spcBef>
                <a:spcPts val="100"/>
              </a:spcBef>
            </a:pP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When</a:t>
            </a:r>
            <a:r>
              <a:rPr dirty="0" sz="2600" spc="645">
                <a:solidFill>
                  <a:srgbClr val="5460A8"/>
                </a:solidFill>
                <a:latin typeface="Comic Sans MS"/>
                <a:cs typeface="Comic Sans MS"/>
              </a:rPr>
              <a:t> 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attackers</a:t>
            </a:r>
            <a:r>
              <a:rPr dirty="0" sz="2600" spc="295">
                <a:solidFill>
                  <a:srgbClr val="5460A8"/>
                </a:solidFill>
                <a:latin typeface="Comic Sans MS"/>
                <a:cs typeface="Comic Sans MS"/>
              </a:rPr>
              <a:t>  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find</a:t>
            </a:r>
            <a:r>
              <a:rPr dirty="0" sz="2600" spc="295">
                <a:solidFill>
                  <a:srgbClr val="5460A8"/>
                </a:solidFill>
                <a:latin typeface="Comic Sans MS"/>
                <a:cs typeface="Comic Sans MS"/>
              </a:rPr>
              <a:t>  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vulnerabilities</a:t>
            </a:r>
            <a:r>
              <a:rPr dirty="0" sz="2600" spc="290">
                <a:solidFill>
                  <a:srgbClr val="5460A8"/>
                </a:solidFill>
                <a:latin typeface="Comic Sans MS"/>
                <a:cs typeface="Comic Sans MS"/>
              </a:rPr>
              <a:t>    </a:t>
            </a:r>
            <a:r>
              <a:rPr dirty="0" sz="2600" spc="-25">
                <a:solidFill>
                  <a:srgbClr val="5460A8"/>
                </a:solidFill>
                <a:latin typeface="Comic Sans MS"/>
                <a:cs typeface="Comic Sans MS"/>
              </a:rPr>
              <a:t>or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implementation</a:t>
            </a:r>
            <a:r>
              <a:rPr dirty="0" sz="2600" spc="-1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issues</a:t>
            </a:r>
            <a:r>
              <a:rPr dirty="0" sz="2600" spc="-1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in</a:t>
            </a:r>
            <a:r>
              <a:rPr dirty="0" sz="2600" spc="-1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web</a:t>
            </a:r>
            <a:r>
              <a:rPr dirty="0" sz="2600" spc="-1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applications,</a:t>
            </a:r>
            <a:r>
              <a:rPr dirty="0" sz="2600" spc="-1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 spc="-20">
                <a:solidFill>
                  <a:srgbClr val="5460A8"/>
                </a:solidFill>
                <a:latin typeface="Comic Sans MS"/>
                <a:cs typeface="Comic Sans MS"/>
              </a:rPr>
              <a:t>they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can</a:t>
            </a:r>
            <a:r>
              <a:rPr dirty="0" sz="2600" spc="63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attack</a:t>
            </a:r>
            <a:r>
              <a:rPr dirty="0" sz="2600" spc="64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those</a:t>
            </a:r>
            <a:r>
              <a:rPr dirty="0" sz="2600" spc="64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applications</a:t>
            </a:r>
            <a:r>
              <a:rPr dirty="0" sz="2600" spc="64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to</a:t>
            </a:r>
            <a:r>
              <a:rPr dirty="0" sz="2600" spc="64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steal</a:t>
            </a:r>
            <a:r>
              <a:rPr dirty="0" sz="2600" spc="63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 spc="-10">
                <a:solidFill>
                  <a:srgbClr val="5460A8"/>
                </a:solidFill>
                <a:latin typeface="Comic Sans MS"/>
                <a:cs typeface="Comic Sans MS"/>
              </a:rPr>
              <a:t>sensitive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information,</a:t>
            </a:r>
            <a:r>
              <a:rPr dirty="0" sz="2600" spc="254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gain</a:t>
            </a:r>
            <a:r>
              <a:rPr dirty="0" sz="2600" spc="26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unauthorized</a:t>
            </a:r>
            <a:r>
              <a:rPr dirty="0" sz="2600" spc="254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system</a:t>
            </a:r>
            <a:r>
              <a:rPr dirty="0" sz="2600" spc="26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access,</a:t>
            </a:r>
            <a:r>
              <a:rPr dirty="0" sz="2600" spc="254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 spc="-25">
                <a:solidFill>
                  <a:srgbClr val="5460A8"/>
                </a:solidFill>
                <a:latin typeface="Comic Sans MS"/>
                <a:cs typeface="Comic Sans MS"/>
              </a:rPr>
              <a:t>or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take</a:t>
            </a:r>
            <a:r>
              <a:rPr dirty="0" sz="2600" spc="-7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critical</a:t>
            </a:r>
            <a:r>
              <a:rPr dirty="0" sz="2600" spc="-7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applications</a:t>
            </a:r>
            <a:r>
              <a:rPr dirty="0" sz="2600" spc="-7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 spc="-10">
                <a:solidFill>
                  <a:srgbClr val="5460A8"/>
                </a:solidFill>
                <a:latin typeface="Comic Sans MS"/>
                <a:cs typeface="Comic Sans MS"/>
              </a:rPr>
              <a:t>offline.</a:t>
            </a:r>
            <a:endParaRPr sz="2600">
              <a:latin typeface="Comic Sans MS"/>
              <a:cs typeface="Comic Sans MS"/>
            </a:endParaRPr>
          </a:p>
          <a:p>
            <a:pPr algn="just" marL="12700" marR="5080">
              <a:lnSpc>
                <a:spcPct val="115399"/>
              </a:lnSpc>
              <a:spcBef>
                <a:spcPts val="3600"/>
              </a:spcBef>
            </a:pP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Incidents</a:t>
            </a:r>
            <a:r>
              <a:rPr dirty="0" sz="2600" spc="21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like</a:t>
            </a:r>
            <a:r>
              <a:rPr dirty="0" sz="2600" spc="21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these</a:t>
            </a:r>
            <a:r>
              <a:rPr dirty="0" sz="2600" spc="21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have</a:t>
            </a:r>
            <a:r>
              <a:rPr dirty="0" sz="2600" spc="21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become</a:t>
            </a:r>
            <a:r>
              <a:rPr dirty="0" sz="2600" spc="21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more</a:t>
            </a:r>
            <a:r>
              <a:rPr dirty="0" sz="2600" spc="21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 spc="-10">
                <a:solidFill>
                  <a:srgbClr val="5460A8"/>
                </a:solidFill>
                <a:latin typeface="Comic Sans MS"/>
                <a:cs typeface="Comic Sans MS"/>
              </a:rPr>
              <a:t>damaging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as</a:t>
            </a:r>
            <a:r>
              <a:rPr dirty="0" sz="2600" spc="16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companies</a:t>
            </a:r>
            <a:r>
              <a:rPr dirty="0" sz="2600" spc="16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rely</a:t>
            </a:r>
            <a:r>
              <a:rPr dirty="0" sz="2600" spc="16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on</a:t>
            </a:r>
            <a:r>
              <a:rPr dirty="0" sz="2600" spc="16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larger</a:t>
            </a:r>
            <a:r>
              <a:rPr dirty="0" sz="2600" spc="16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numbers</a:t>
            </a:r>
            <a:r>
              <a:rPr dirty="0" sz="2600" spc="16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of</a:t>
            </a:r>
            <a:r>
              <a:rPr dirty="0" sz="2600" spc="16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 spc="-25">
                <a:solidFill>
                  <a:srgbClr val="5460A8"/>
                </a:solidFill>
                <a:latin typeface="Comic Sans MS"/>
                <a:cs typeface="Comic Sans MS"/>
              </a:rPr>
              <a:t>web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applications</a:t>
            </a:r>
            <a:r>
              <a:rPr dirty="0" sz="2600" spc="-7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to</a:t>
            </a:r>
            <a:r>
              <a:rPr dirty="0" sz="2600" spc="-7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enable</a:t>
            </a:r>
            <a:r>
              <a:rPr dirty="0" sz="2600" spc="-7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remote</a:t>
            </a:r>
            <a:r>
              <a:rPr dirty="0" sz="2600" spc="-6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 spc="-10">
                <a:solidFill>
                  <a:srgbClr val="5460A8"/>
                </a:solidFill>
                <a:latin typeface="Comic Sans MS"/>
                <a:cs typeface="Comic Sans MS"/>
              </a:rPr>
              <a:t>work.</a:t>
            </a:r>
            <a:endParaRPr sz="2600">
              <a:latin typeface="Comic Sans MS"/>
              <a:cs typeface="Comic Sans MS"/>
            </a:endParaRPr>
          </a:p>
          <a:p>
            <a:pPr algn="just" marL="12700" marR="5080">
              <a:lnSpc>
                <a:spcPct val="115399"/>
              </a:lnSpc>
              <a:spcBef>
                <a:spcPts val="3595"/>
              </a:spcBef>
            </a:pP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Examples:</a:t>
            </a:r>
            <a:r>
              <a:rPr dirty="0" sz="2600" spc="7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SQL</a:t>
            </a:r>
            <a:r>
              <a:rPr dirty="0" sz="2600" spc="7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Injection,</a:t>
            </a:r>
            <a:r>
              <a:rPr dirty="0" sz="2600" spc="7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 spc="-10">
                <a:solidFill>
                  <a:srgbClr val="5460A8"/>
                </a:solidFill>
                <a:latin typeface="Comic Sans MS"/>
                <a:cs typeface="Comic Sans MS"/>
              </a:rPr>
              <a:t>Cross-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Site</a:t>
            </a:r>
            <a:r>
              <a:rPr dirty="0" sz="2600" spc="7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 spc="-10">
                <a:solidFill>
                  <a:srgbClr val="5460A8"/>
                </a:solidFill>
                <a:latin typeface="Comic Sans MS"/>
                <a:cs typeface="Comic Sans MS"/>
              </a:rPr>
              <a:t>Scripting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(XSS),</a:t>
            </a:r>
            <a:r>
              <a:rPr dirty="0" sz="2600" spc="14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Command</a:t>
            </a:r>
            <a:r>
              <a:rPr dirty="0" sz="2600" spc="14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Injection,</a:t>
            </a:r>
            <a:r>
              <a:rPr dirty="0" sz="2600" spc="14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File</a:t>
            </a:r>
            <a:r>
              <a:rPr dirty="0" sz="2600" spc="15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Inclusion,</a:t>
            </a:r>
            <a:r>
              <a:rPr dirty="0" sz="2600" spc="14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 spc="-10">
                <a:solidFill>
                  <a:srgbClr val="5460A8"/>
                </a:solidFill>
                <a:latin typeface="Comic Sans MS"/>
                <a:cs typeface="Comic Sans MS"/>
              </a:rPr>
              <a:t>Broken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Authentication,</a:t>
            </a:r>
            <a:r>
              <a:rPr dirty="0" sz="2600" spc="23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Broken</a:t>
            </a:r>
            <a:r>
              <a:rPr dirty="0" sz="2600" spc="23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Access</a:t>
            </a:r>
            <a:r>
              <a:rPr dirty="0" sz="2600" spc="23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Control,</a:t>
            </a:r>
            <a:r>
              <a:rPr dirty="0" sz="2600" spc="23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 spc="-10">
                <a:solidFill>
                  <a:srgbClr val="5460A8"/>
                </a:solidFill>
                <a:latin typeface="Comic Sans MS"/>
                <a:cs typeface="Comic Sans MS"/>
              </a:rPr>
              <a:t>Malicious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File</a:t>
            </a:r>
            <a:r>
              <a:rPr dirty="0" sz="2600" spc="-5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Upload,</a:t>
            </a:r>
            <a:r>
              <a:rPr dirty="0" sz="2600" spc="-5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Session</a:t>
            </a:r>
            <a:r>
              <a:rPr dirty="0" sz="2600" spc="-5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 spc="-10">
                <a:solidFill>
                  <a:srgbClr val="5460A8"/>
                </a:solidFill>
                <a:latin typeface="Comic Sans MS"/>
                <a:cs typeface="Comic Sans MS"/>
              </a:rPr>
              <a:t>attacks</a:t>
            </a:r>
            <a:endParaRPr sz="2600">
              <a:latin typeface="Comic Sans MS"/>
              <a:cs typeface="Comic Sans MS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81408" y="6114833"/>
            <a:ext cx="114300" cy="11429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81408" y="7943633"/>
            <a:ext cx="114300" cy="114299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8195309" cy="10287000"/>
            <a:chOff x="0" y="0"/>
            <a:chExt cx="8195309" cy="102870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8038465" cy="10287000"/>
            </a:xfrm>
            <a:custGeom>
              <a:avLst/>
              <a:gdLst/>
              <a:ahLst/>
              <a:cxnLst/>
              <a:rect l="l" t="t" r="r" b="b"/>
              <a:pathLst>
                <a:path w="8038465" h="10287000">
                  <a:moveTo>
                    <a:pt x="7214878" y="10287000"/>
                  </a:moveTo>
                  <a:lnTo>
                    <a:pt x="7285409" y="7328219"/>
                  </a:lnTo>
                  <a:lnTo>
                    <a:pt x="7599718" y="7541090"/>
                  </a:lnTo>
                  <a:lnTo>
                    <a:pt x="7708468" y="7802370"/>
                  </a:lnTo>
                  <a:lnTo>
                    <a:pt x="7732673" y="8157691"/>
                  </a:lnTo>
                  <a:lnTo>
                    <a:pt x="8006222" y="8586022"/>
                  </a:lnTo>
                  <a:lnTo>
                    <a:pt x="7880827" y="9043658"/>
                  </a:lnTo>
                  <a:lnTo>
                    <a:pt x="7587575" y="9287249"/>
                  </a:lnTo>
                  <a:lnTo>
                    <a:pt x="7563743" y="10287000"/>
                  </a:lnTo>
                  <a:lnTo>
                    <a:pt x="7214878" y="10287000"/>
                  </a:lnTo>
                  <a:close/>
                </a:path>
                <a:path w="8038465" h="10287000">
                  <a:moveTo>
                    <a:pt x="7563743" y="10287000"/>
                  </a:moveTo>
                  <a:lnTo>
                    <a:pt x="7587575" y="9287249"/>
                  </a:lnTo>
                  <a:lnTo>
                    <a:pt x="7659301" y="9761868"/>
                  </a:lnTo>
                  <a:lnTo>
                    <a:pt x="7839357" y="9989717"/>
                  </a:lnTo>
                  <a:lnTo>
                    <a:pt x="7826355" y="10287000"/>
                  </a:lnTo>
                  <a:lnTo>
                    <a:pt x="7563743" y="10287000"/>
                  </a:lnTo>
                  <a:close/>
                </a:path>
                <a:path w="8038465" h="10287000">
                  <a:moveTo>
                    <a:pt x="7767526" y="1274543"/>
                  </a:moveTo>
                  <a:lnTo>
                    <a:pt x="7795037" y="120455"/>
                  </a:lnTo>
                  <a:lnTo>
                    <a:pt x="8037839" y="869878"/>
                  </a:lnTo>
                  <a:lnTo>
                    <a:pt x="7858604" y="1174409"/>
                  </a:lnTo>
                  <a:lnTo>
                    <a:pt x="7767526" y="1274543"/>
                  </a:lnTo>
                  <a:close/>
                </a:path>
                <a:path w="8038465" h="10287000">
                  <a:moveTo>
                    <a:pt x="0" y="0"/>
                  </a:moveTo>
                  <a:lnTo>
                    <a:pt x="7846322" y="0"/>
                  </a:lnTo>
                  <a:lnTo>
                    <a:pt x="7795037" y="120455"/>
                  </a:lnTo>
                  <a:lnTo>
                    <a:pt x="7767526" y="1274543"/>
                  </a:lnTo>
                  <a:lnTo>
                    <a:pt x="7502115" y="1566348"/>
                  </a:lnTo>
                  <a:lnTo>
                    <a:pt x="7480618" y="2468139"/>
                  </a:lnTo>
                  <a:lnTo>
                    <a:pt x="7479267" y="2473298"/>
                  </a:lnTo>
                  <a:lnTo>
                    <a:pt x="7444917" y="3914300"/>
                  </a:lnTo>
                  <a:lnTo>
                    <a:pt x="7336413" y="4054937"/>
                  </a:lnTo>
                  <a:lnTo>
                    <a:pt x="7286341" y="6155437"/>
                  </a:lnTo>
                  <a:lnTo>
                    <a:pt x="7257231" y="6232609"/>
                  </a:lnTo>
                  <a:lnTo>
                    <a:pt x="7160583" y="10287000"/>
                  </a:lnTo>
                  <a:lnTo>
                    <a:pt x="0" y="10287000"/>
                  </a:lnTo>
                  <a:lnTo>
                    <a:pt x="0" y="0"/>
                  </a:lnTo>
                  <a:close/>
                </a:path>
                <a:path w="8038465" h="10287000">
                  <a:moveTo>
                    <a:pt x="7444917" y="3914300"/>
                  </a:moveTo>
                  <a:lnTo>
                    <a:pt x="7479267" y="2473298"/>
                  </a:lnTo>
                  <a:lnTo>
                    <a:pt x="7497761" y="2820867"/>
                  </a:lnTo>
                  <a:lnTo>
                    <a:pt x="7568899" y="3196468"/>
                  </a:lnTo>
                  <a:lnTo>
                    <a:pt x="7691417" y="3653136"/>
                  </a:lnTo>
                  <a:lnTo>
                    <a:pt x="7444917" y="3914300"/>
                  </a:lnTo>
                  <a:close/>
                </a:path>
                <a:path w="8038465" h="10287000">
                  <a:moveTo>
                    <a:pt x="7480618" y="2468139"/>
                  </a:moveTo>
                  <a:lnTo>
                    <a:pt x="7502115" y="1566348"/>
                  </a:lnTo>
                  <a:lnTo>
                    <a:pt x="7603594" y="1998685"/>
                  </a:lnTo>
                  <a:lnTo>
                    <a:pt x="7480618" y="2468139"/>
                  </a:lnTo>
                  <a:close/>
                </a:path>
                <a:path w="8038465" h="10287000">
                  <a:moveTo>
                    <a:pt x="7160583" y="10287000"/>
                  </a:moveTo>
                  <a:lnTo>
                    <a:pt x="7257231" y="6232609"/>
                  </a:lnTo>
                  <a:lnTo>
                    <a:pt x="7464003" y="6524969"/>
                  </a:lnTo>
                  <a:lnTo>
                    <a:pt x="7323921" y="6794811"/>
                  </a:lnTo>
                  <a:lnTo>
                    <a:pt x="7313028" y="7251789"/>
                  </a:lnTo>
                  <a:lnTo>
                    <a:pt x="7285409" y="7328219"/>
                  </a:lnTo>
                  <a:lnTo>
                    <a:pt x="7214878" y="10287000"/>
                  </a:lnTo>
                  <a:lnTo>
                    <a:pt x="7160583" y="10287000"/>
                  </a:lnTo>
                  <a:close/>
                </a:path>
                <a:path w="8038465" h="10287000">
                  <a:moveTo>
                    <a:pt x="7286341" y="6155437"/>
                  </a:moveTo>
                  <a:lnTo>
                    <a:pt x="7310561" y="5139433"/>
                  </a:lnTo>
                  <a:lnTo>
                    <a:pt x="7419227" y="5466059"/>
                  </a:lnTo>
                  <a:lnTo>
                    <a:pt x="7456806" y="5703532"/>
                  </a:lnTo>
                  <a:lnTo>
                    <a:pt x="7286341" y="6155437"/>
                  </a:lnTo>
                  <a:close/>
                </a:path>
                <a:path w="8038465" h="10287000">
                  <a:moveTo>
                    <a:pt x="7313028" y="7251789"/>
                  </a:moveTo>
                  <a:lnTo>
                    <a:pt x="7323921" y="6794811"/>
                  </a:lnTo>
                  <a:lnTo>
                    <a:pt x="7399828" y="7011580"/>
                  </a:lnTo>
                  <a:lnTo>
                    <a:pt x="7313028" y="7251789"/>
                  </a:lnTo>
                  <a:close/>
                </a:path>
                <a:path w="8038465" h="10287000">
                  <a:moveTo>
                    <a:pt x="7310561" y="5139433"/>
                  </a:moveTo>
                  <a:lnTo>
                    <a:pt x="7336413" y="4054937"/>
                  </a:lnTo>
                  <a:lnTo>
                    <a:pt x="7406656" y="4447468"/>
                  </a:lnTo>
                  <a:lnTo>
                    <a:pt x="7377527" y="4803728"/>
                  </a:lnTo>
                  <a:lnTo>
                    <a:pt x="7310561" y="5139433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7855584" cy="10287000"/>
            </a:xfrm>
            <a:custGeom>
              <a:avLst/>
              <a:gdLst/>
              <a:ahLst/>
              <a:cxnLst/>
              <a:rect l="l" t="t" r="r" b="b"/>
              <a:pathLst>
                <a:path w="7855584" h="10287000">
                  <a:moveTo>
                    <a:pt x="7513358" y="8906835"/>
                  </a:moveTo>
                  <a:lnTo>
                    <a:pt x="7537499" y="7894104"/>
                  </a:lnTo>
                  <a:lnTo>
                    <a:pt x="7855359" y="8236279"/>
                  </a:lnTo>
                  <a:lnTo>
                    <a:pt x="7854099" y="8577728"/>
                  </a:lnTo>
                  <a:lnTo>
                    <a:pt x="7513358" y="8906835"/>
                  </a:lnTo>
                  <a:close/>
                </a:path>
                <a:path w="7855584" h="10287000">
                  <a:moveTo>
                    <a:pt x="7362286" y="10287000"/>
                  </a:moveTo>
                  <a:lnTo>
                    <a:pt x="7392401" y="9023662"/>
                  </a:lnTo>
                  <a:lnTo>
                    <a:pt x="7463647" y="9497779"/>
                  </a:lnTo>
                  <a:lnTo>
                    <a:pt x="7643453" y="9725868"/>
                  </a:lnTo>
                  <a:lnTo>
                    <a:pt x="7649466" y="10256899"/>
                  </a:lnTo>
                  <a:lnTo>
                    <a:pt x="7635295" y="10287000"/>
                  </a:lnTo>
                  <a:lnTo>
                    <a:pt x="7362286" y="10287000"/>
                  </a:lnTo>
                  <a:close/>
                </a:path>
                <a:path w="7855584" h="10287000">
                  <a:moveTo>
                    <a:pt x="0" y="0"/>
                  </a:moveTo>
                  <a:lnTo>
                    <a:pt x="7646400" y="0"/>
                  </a:lnTo>
                  <a:lnTo>
                    <a:pt x="7842653" y="606783"/>
                  </a:lnTo>
                  <a:lnTo>
                    <a:pt x="7663418" y="911314"/>
                  </a:lnTo>
                  <a:lnTo>
                    <a:pt x="7306930" y="1303254"/>
                  </a:lnTo>
                  <a:lnTo>
                    <a:pt x="7285414" y="2205834"/>
                  </a:lnTo>
                  <a:lnTo>
                    <a:pt x="7284064" y="2210939"/>
                  </a:lnTo>
                  <a:lnTo>
                    <a:pt x="7249713" y="3651941"/>
                  </a:lnTo>
                  <a:lnTo>
                    <a:pt x="7031253" y="3860219"/>
                  </a:lnTo>
                  <a:lnTo>
                    <a:pt x="6878051" y="10287000"/>
                  </a:lnTo>
                  <a:lnTo>
                    <a:pt x="0" y="10287000"/>
                  </a:lnTo>
                  <a:lnTo>
                    <a:pt x="0" y="0"/>
                  </a:lnTo>
                  <a:close/>
                </a:path>
                <a:path w="7855584" h="10287000">
                  <a:moveTo>
                    <a:pt x="7012684" y="10287000"/>
                  </a:moveTo>
                  <a:lnTo>
                    <a:pt x="7089493" y="7064862"/>
                  </a:lnTo>
                  <a:lnTo>
                    <a:pt x="7408015" y="7152542"/>
                  </a:lnTo>
                  <a:lnTo>
                    <a:pt x="7612487" y="7531076"/>
                  </a:lnTo>
                  <a:lnTo>
                    <a:pt x="7537499" y="7894104"/>
                  </a:lnTo>
                  <a:lnTo>
                    <a:pt x="7513358" y="8906835"/>
                  </a:lnTo>
                  <a:lnTo>
                    <a:pt x="7392401" y="9023662"/>
                  </a:lnTo>
                  <a:lnTo>
                    <a:pt x="7362286" y="10287000"/>
                  </a:lnTo>
                  <a:lnTo>
                    <a:pt x="7012684" y="10287000"/>
                  </a:lnTo>
                  <a:close/>
                </a:path>
                <a:path w="7855584" h="10287000">
                  <a:moveTo>
                    <a:pt x="7249713" y="3651941"/>
                  </a:moveTo>
                  <a:lnTo>
                    <a:pt x="7284064" y="2210939"/>
                  </a:lnTo>
                  <a:lnTo>
                    <a:pt x="7302558" y="2558508"/>
                  </a:lnTo>
                  <a:lnTo>
                    <a:pt x="7373702" y="2933864"/>
                  </a:lnTo>
                  <a:lnTo>
                    <a:pt x="7496459" y="3390783"/>
                  </a:lnTo>
                  <a:lnTo>
                    <a:pt x="7249713" y="3651941"/>
                  </a:lnTo>
                  <a:close/>
                </a:path>
                <a:path w="7855584" h="10287000">
                  <a:moveTo>
                    <a:pt x="7091865" y="5893517"/>
                  </a:moveTo>
                  <a:lnTo>
                    <a:pt x="7116124" y="4875865"/>
                  </a:lnTo>
                  <a:lnTo>
                    <a:pt x="7377056" y="5122348"/>
                  </a:lnTo>
                  <a:lnTo>
                    <a:pt x="7262854" y="5440220"/>
                  </a:lnTo>
                  <a:lnTo>
                    <a:pt x="7091865" y="5893517"/>
                  </a:lnTo>
                  <a:close/>
                </a:path>
                <a:path w="7855584" h="10287000">
                  <a:moveTo>
                    <a:pt x="7285414" y="2205834"/>
                  </a:moveTo>
                  <a:lnTo>
                    <a:pt x="7306930" y="1303254"/>
                  </a:lnTo>
                  <a:lnTo>
                    <a:pt x="7409624" y="1736110"/>
                  </a:lnTo>
                  <a:lnTo>
                    <a:pt x="7285414" y="2205834"/>
                  </a:lnTo>
                  <a:close/>
                </a:path>
                <a:path w="7855584" h="10287000">
                  <a:moveTo>
                    <a:pt x="6960354" y="10287000"/>
                  </a:moveTo>
                  <a:lnTo>
                    <a:pt x="7063279" y="5969298"/>
                  </a:lnTo>
                  <a:lnTo>
                    <a:pt x="7269806" y="6261652"/>
                  </a:lnTo>
                  <a:lnTo>
                    <a:pt x="7129963" y="6531746"/>
                  </a:lnTo>
                  <a:lnTo>
                    <a:pt x="7119223" y="6982289"/>
                  </a:lnTo>
                  <a:lnTo>
                    <a:pt x="7089493" y="7064862"/>
                  </a:lnTo>
                  <a:lnTo>
                    <a:pt x="7012684" y="10287000"/>
                  </a:lnTo>
                  <a:lnTo>
                    <a:pt x="6960354" y="10287000"/>
                  </a:lnTo>
                  <a:close/>
                </a:path>
                <a:path w="7855584" h="10287000">
                  <a:moveTo>
                    <a:pt x="6878051" y="10287000"/>
                  </a:moveTo>
                  <a:lnTo>
                    <a:pt x="7031253" y="3860219"/>
                  </a:lnTo>
                  <a:lnTo>
                    <a:pt x="7210500" y="4183859"/>
                  </a:lnTo>
                  <a:lnTo>
                    <a:pt x="7280664" y="4693080"/>
                  </a:lnTo>
                  <a:lnTo>
                    <a:pt x="7116124" y="4875865"/>
                  </a:lnTo>
                  <a:lnTo>
                    <a:pt x="7091865" y="5893517"/>
                  </a:lnTo>
                  <a:lnTo>
                    <a:pt x="7063279" y="5969298"/>
                  </a:lnTo>
                  <a:lnTo>
                    <a:pt x="6960354" y="10287000"/>
                  </a:lnTo>
                  <a:lnTo>
                    <a:pt x="6878051" y="10287000"/>
                  </a:lnTo>
                  <a:close/>
                </a:path>
                <a:path w="7855584" h="10287000">
                  <a:moveTo>
                    <a:pt x="7119223" y="6982289"/>
                  </a:moveTo>
                  <a:lnTo>
                    <a:pt x="7129963" y="6531746"/>
                  </a:lnTo>
                  <a:lnTo>
                    <a:pt x="7203941" y="6746994"/>
                  </a:lnTo>
                  <a:lnTo>
                    <a:pt x="7119223" y="69822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7455534" cy="10287000"/>
            </a:xfrm>
            <a:custGeom>
              <a:avLst/>
              <a:gdLst/>
              <a:ahLst/>
              <a:cxnLst/>
              <a:rect l="l" t="t" r="r" b="b"/>
              <a:pathLst>
                <a:path w="7455534" h="10287000">
                  <a:moveTo>
                    <a:pt x="7113128" y="8897294"/>
                  </a:moveTo>
                  <a:lnTo>
                    <a:pt x="7137269" y="7884563"/>
                  </a:lnTo>
                  <a:lnTo>
                    <a:pt x="7455129" y="8226739"/>
                  </a:lnTo>
                  <a:lnTo>
                    <a:pt x="7453869" y="8568187"/>
                  </a:lnTo>
                  <a:lnTo>
                    <a:pt x="7113128" y="8897294"/>
                  </a:lnTo>
                  <a:close/>
                </a:path>
                <a:path w="7455534" h="10287000">
                  <a:moveTo>
                    <a:pt x="6961828" y="10287000"/>
                  </a:moveTo>
                  <a:lnTo>
                    <a:pt x="6992171" y="9014121"/>
                  </a:lnTo>
                  <a:lnTo>
                    <a:pt x="7064154" y="9488256"/>
                  </a:lnTo>
                  <a:lnTo>
                    <a:pt x="7243959" y="9716345"/>
                  </a:lnTo>
                  <a:lnTo>
                    <a:pt x="7249218" y="10248094"/>
                  </a:lnTo>
                  <a:lnTo>
                    <a:pt x="7230870" y="10287000"/>
                  </a:lnTo>
                  <a:lnTo>
                    <a:pt x="6961828" y="10287000"/>
                  </a:lnTo>
                  <a:close/>
                </a:path>
                <a:path w="7455534" h="10287000">
                  <a:moveTo>
                    <a:pt x="0" y="0"/>
                  </a:moveTo>
                  <a:lnTo>
                    <a:pt x="7253029" y="0"/>
                  </a:lnTo>
                  <a:lnTo>
                    <a:pt x="7321853" y="200564"/>
                  </a:lnTo>
                  <a:lnTo>
                    <a:pt x="7405113" y="455417"/>
                  </a:lnTo>
                  <a:lnTo>
                    <a:pt x="7441704" y="596488"/>
                  </a:lnTo>
                  <a:lnTo>
                    <a:pt x="7429594" y="688685"/>
                  </a:lnTo>
                  <a:lnTo>
                    <a:pt x="7371847" y="1032847"/>
                  </a:lnTo>
                  <a:lnTo>
                    <a:pt x="6885061" y="1346015"/>
                  </a:lnTo>
                  <a:lnTo>
                    <a:pt x="6845235" y="3016749"/>
                  </a:lnTo>
                  <a:lnTo>
                    <a:pt x="6765524" y="3088369"/>
                  </a:lnTo>
                  <a:lnTo>
                    <a:pt x="6706464" y="3138813"/>
                  </a:lnTo>
                  <a:lnTo>
                    <a:pt x="6684412" y="4063909"/>
                  </a:lnTo>
                  <a:lnTo>
                    <a:pt x="6650971" y="4240290"/>
                  </a:lnTo>
                  <a:lnTo>
                    <a:pt x="6641489" y="4638061"/>
                  </a:lnTo>
                  <a:lnTo>
                    <a:pt x="6559218" y="4791346"/>
                  </a:lnTo>
                  <a:lnTo>
                    <a:pt x="6428212" y="10287000"/>
                  </a:lnTo>
                  <a:lnTo>
                    <a:pt x="0" y="10287000"/>
                  </a:lnTo>
                  <a:lnTo>
                    <a:pt x="0" y="0"/>
                  </a:lnTo>
                  <a:close/>
                </a:path>
                <a:path w="7455534" h="10287000">
                  <a:moveTo>
                    <a:pt x="6833092" y="10287000"/>
                  </a:moveTo>
                  <a:lnTo>
                    <a:pt x="6912064" y="6974157"/>
                  </a:lnTo>
                  <a:lnTo>
                    <a:pt x="7024226" y="7277773"/>
                  </a:lnTo>
                  <a:lnTo>
                    <a:pt x="7174229" y="7467810"/>
                  </a:lnTo>
                  <a:lnTo>
                    <a:pt x="7137269" y="7884563"/>
                  </a:lnTo>
                  <a:lnTo>
                    <a:pt x="7113128" y="8897294"/>
                  </a:lnTo>
                  <a:lnTo>
                    <a:pt x="6992171" y="9014121"/>
                  </a:lnTo>
                  <a:lnTo>
                    <a:pt x="6961828" y="10287000"/>
                  </a:lnTo>
                  <a:lnTo>
                    <a:pt x="6833092" y="10287000"/>
                  </a:lnTo>
                  <a:close/>
                </a:path>
                <a:path w="7455534" h="10287000">
                  <a:moveTo>
                    <a:pt x="6845235" y="3016749"/>
                  </a:moveTo>
                  <a:lnTo>
                    <a:pt x="6885061" y="1346015"/>
                  </a:lnTo>
                  <a:lnTo>
                    <a:pt x="6904927" y="1397204"/>
                  </a:lnTo>
                  <a:lnTo>
                    <a:pt x="6948402" y="1514087"/>
                  </a:lnTo>
                  <a:lnTo>
                    <a:pt x="6991300" y="1641643"/>
                  </a:lnTo>
                  <a:lnTo>
                    <a:pt x="7009435" y="1724849"/>
                  </a:lnTo>
                  <a:lnTo>
                    <a:pt x="7009429" y="1758706"/>
                  </a:lnTo>
                  <a:lnTo>
                    <a:pt x="7011500" y="1807503"/>
                  </a:lnTo>
                  <a:lnTo>
                    <a:pt x="7021925" y="1983775"/>
                  </a:lnTo>
                  <a:lnTo>
                    <a:pt x="7024056" y="2032573"/>
                  </a:lnTo>
                  <a:lnTo>
                    <a:pt x="7024140" y="2066432"/>
                  </a:lnTo>
                  <a:lnTo>
                    <a:pt x="7045461" y="2137930"/>
                  </a:lnTo>
                  <a:lnTo>
                    <a:pt x="7095126" y="2239723"/>
                  </a:lnTo>
                  <a:lnTo>
                    <a:pt x="7145322" y="2330841"/>
                  </a:lnTo>
                  <a:lnTo>
                    <a:pt x="7168235" y="2370318"/>
                  </a:lnTo>
                  <a:lnTo>
                    <a:pt x="7121105" y="2634308"/>
                  </a:lnTo>
                  <a:lnTo>
                    <a:pt x="7102403" y="2730617"/>
                  </a:lnTo>
                  <a:lnTo>
                    <a:pt x="7032121" y="2834410"/>
                  </a:lnTo>
                  <a:lnTo>
                    <a:pt x="6896952" y="2970281"/>
                  </a:lnTo>
                  <a:lnTo>
                    <a:pt x="6845235" y="3016749"/>
                  </a:lnTo>
                  <a:close/>
                </a:path>
                <a:path w="7455534" h="10287000">
                  <a:moveTo>
                    <a:pt x="6736049" y="10287000"/>
                  </a:moveTo>
                  <a:lnTo>
                    <a:pt x="6842619" y="5816392"/>
                  </a:lnTo>
                  <a:lnTo>
                    <a:pt x="6868576" y="6252824"/>
                  </a:lnTo>
                  <a:lnTo>
                    <a:pt x="6965954" y="6537663"/>
                  </a:lnTo>
                  <a:lnTo>
                    <a:pt x="6956268" y="6727578"/>
                  </a:lnTo>
                  <a:lnTo>
                    <a:pt x="6912064" y="6974157"/>
                  </a:lnTo>
                  <a:lnTo>
                    <a:pt x="6833092" y="10287000"/>
                  </a:lnTo>
                  <a:lnTo>
                    <a:pt x="6739273" y="10287000"/>
                  </a:lnTo>
                  <a:lnTo>
                    <a:pt x="6736049" y="10287000"/>
                  </a:lnTo>
                  <a:close/>
                </a:path>
                <a:path w="7455534" h="10287000">
                  <a:moveTo>
                    <a:pt x="6428212" y="10287000"/>
                  </a:moveTo>
                  <a:lnTo>
                    <a:pt x="6559218" y="4791346"/>
                  </a:lnTo>
                  <a:lnTo>
                    <a:pt x="6899580" y="5323222"/>
                  </a:lnTo>
                  <a:lnTo>
                    <a:pt x="6842619" y="5816392"/>
                  </a:lnTo>
                  <a:lnTo>
                    <a:pt x="6736049" y="10287000"/>
                  </a:lnTo>
                  <a:lnTo>
                    <a:pt x="6428212" y="10287000"/>
                  </a:lnTo>
                  <a:close/>
                </a:path>
                <a:path w="7455534" h="10287000">
                  <a:moveTo>
                    <a:pt x="6684412" y="4063909"/>
                  </a:moveTo>
                  <a:lnTo>
                    <a:pt x="6706464" y="3138813"/>
                  </a:lnTo>
                  <a:lnTo>
                    <a:pt x="6827983" y="3575558"/>
                  </a:lnTo>
                  <a:lnTo>
                    <a:pt x="6715885" y="3897903"/>
                  </a:lnTo>
                  <a:lnTo>
                    <a:pt x="6684412" y="4063909"/>
                  </a:lnTo>
                  <a:close/>
                </a:path>
                <a:path w="7455534" h="10287000">
                  <a:moveTo>
                    <a:pt x="6641489" y="4638061"/>
                  </a:moveTo>
                  <a:lnTo>
                    <a:pt x="6650971" y="4240290"/>
                  </a:lnTo>
                  <a:lnTo>
                    <a:pt x="6753070" y="4430168"/>
                  </a:lnTo>
                  <a:lnTo>
                    <a:pt x="6641489" y="4638061"/>
                  </a:lnTo>
                  <a:close/>
                </a:path>
              </a:pathLst>
            </a:custGeom>
            <a:solidFill>
              <a:srgbClr val="FFD04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1091" y="2953256"/>
              <a:ext cx="7943849" cy="5124449"/>
            </a:xfrm>
            <a:prstGeom prst="rect">
              <a:avLst/>
            </a:prstGeom>
          </p:spPr>
        </p:pic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9131300" y="1591027"/>
            <a:ext cx="4503420" cy="7874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000" b="0">
                <a:solidFill>
                  <a:srgbClr val="5460A8"/>
                </a:solidFill>
                <a:latin typeface="Comic Sans MS"/>
                <a:cs typeface="Comic Sans MS"/>
              </a:rPr>
              <a:t>IOT</a:t>
            </a:r>
            <a:r>
              <a:rPr dirty="0" sz="5000" spc="-80" b="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5000" spc="-10" b="0">
                <a:solidFill>
                  <a:srgbClr val="5460A8"/>
                </a:solidFill>
                <a:latin typeface="Comic Sans MS"/>
                <a:cs typeface="Comic Sans MS"/>
              </a:rPr>
              <a:t>ATTACKS</a:t>
            </a:r>
            <a:endParaRPr sz="5000">
              <a:latin typeface="Comic Sans MS"/>
              <a:cs typeface="Comic Sans MS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61902" y="3101212"/>
            <a:ext cx="114300" cy="11429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9843733" y="2868789"/>
            <a:ext cx="6621780" cy="5054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15399"/>
              </a:lnSpc>
              <a:spcBef>
                <a:spcPts val="100"/>
              </a:spcBef>
            </a:pPr>
            <a:r>
              <a:rPr dirty="0" sz="2600" spc="-25">
                <a:solidFill>
                  <a:srgbClr val="5460A8"/>
                </a:solidFill>
                <a:latin typeface="Comic Sans MS"/>
                <a:cs typeface="Comic Sans MS"/>
              </a:rPr>
              <a:t>Internet-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connected</a:t>
            </a:r>
            <a:r>
              <a:rPr dirty="0" sz="2600" spc="3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devices</a:t>
            </a:r>
            <a:r>
              <a:rPr dirty="0" sz="2600" spc="5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(known</a:t>
            </a:r>
            <a:r>
              <a:rPr dirty="0" sz="2600" spc="5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as</a:t>
            </a:r>
            <a:r>
              <a:rPr dirty="0" sz="2600" spc="5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 spc="-25">
                <a:solidFill>
                  <a:srgbClr val="5460A8"/>
                </a:solidFill>
                <a:latin typeface="Comic Sans MS"/>
                <a:cs typeface="Comic Sans MS"/>
              </a:rPr>
              <a:t>IoT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devices)</a:t>
            </a:r>
            <a:r>
              <a:rPr dirty="0" sz="2600" spc="38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are</a:t>
            </a:r>
            <a:r>
              <a:rPr dirty="0" sz="2600" spc="39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ubiquitous</a:t>
            </a:r>
            <a:r>
              <a:rPr dirty="0" sz="2600" spc="39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in</a:t>
            </a:r>
            <a:r>
              <a:rPr dirty="0" sz="2600" spc="39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the</a:t>
            </a:r>
            <a:r>
              <a:rPr dirty="0" sz="2600" spc="39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 spc="-10">
                <a:solidFill>
                  <a:srgbClr val="5460A8"/>
                </a:solidFill>
                <a:latin typeface="Comic Sans MS"/>
                <a:cs typeface="Comic Sans MS"/>
              </a:rPr>
              <a:t>digital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world,</a:t>
            </a:r>
            <a:r>
              <a:rPr dirty="0" sz="2600" spc="175">
                <a:solidFill>
                  <a:srgbClr val="5460A8"/>
                </a:solidFill>
                <a:latin typeface="Comic Sans MS"/>
                <a:cs typeface="Comic Sans MS"/>
              </a:rPr>
              <a:t> 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and</a:t>
            </a:r>
            <a:r>
              <a:rPr dirty="0" sz="2600" spc="180">
                <a:solidFill>
                  <a:srgbClr val="5460A8"/>
                </a:solidFill>
                <a:latin typeface="Comic Sans MS"/>
                <a:cs typeface="Comic Sans MS"/>
              </a:rPr>
              <a:t> 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they</a:t>
            </a:r>
            <a:r>
              <a:rPr dirty="0" sz="2600" spc="175">
                <a:solidFill>
                  <a:srgbClr val="5460A8"/>
                </a:solidFill>
                <a:latin typeface="Comic Sans MS"/>
                <a:cs typeface="Comic Sans MS"/>
              </a:rPr>
              <a:t> 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are</a:t>
            </a:r>
            <a:r>
              <a:rPr dirty="0" sz="2600" spc="180">
                <a:solidFill>
                  <a:srgbClr val="5460A8"/>
                </a:solidFill>
                <a:latin typeface="Comic Sans MS"/>
                <a:cs typeface="Comic Sans MS"/>
              </a:rPr>
              <a:t> 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developed</a:t>
            </a:r>
            <a:r>
              <a:rPr dirty="0" sz="2600" spc="175">
                <a:solidFill>
                  <a:srgbClr val="5460A8"/>
                </a:solidFill>
                <a:latin typeface="Comic Sans MS"/>
                <a:cs typeface="Comic Sans MS"/>
              </a:rPr>
              <a:t>   </a:t>
            </a:r>
            <a:r>
              <a:rPr dirty="0" sz="2600" spc="-25">
                <a:solidFill>
                  <a:srgbClr val="5460A8"/>
                </a:solidFill>
                <a:latin typeface="Comic Sans MS"/>
                <a:cs typeface="Comic Sans MS"/>
              </a:rPr>
              <a:t>and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deployed</a:t>
            </a:r>
            <a:r>
              <a:rPr dirty="0" sz="2600" spc="54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so</a:t>
            </a:r>
            <a:r>
              <a:rPr dirty="0" sz="2600" spc="55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quickly</a:t>
            </a:r>
            <a:r>
              <a:rPr dirty="0" sz="2600" spc="55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that</a:t>
            </a:r>
            <a:r>
              <a:rPr dirty="0" sz="2600" spc="55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many</a:t>
            </a:r>
            <a:r>
              <a:rPr dirty="0" sz="2600" spc="55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 spc="-20">
                <a:solidFill>
                  <a:srgbClr val="5460A8"/>
                </a:solidFill>
                <a:latin typeface="Comic Sans MS"/>
                <a:cs typeface="Comic Sans MS"/>
              </a:rPr>
              <a:t>have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inadequate</a:t>
            </a:r>
            <a:r>
              <a:rPr dirty="0" sz="2600" spc="38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or</a:t>
            </a:r>
            <a:r>
              <a:rPr dirty="0" sz="2600" spc="38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minimal</a:t>
            </a:r>
            <a:r>
              <a:rPr dirty="0" sz="2600" spc="38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cybersecurity</a:t>
            </a:r>
            <a:r>
              <a:rPr dirty="0" sz="2600" spc="38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 spc="-10">
                <a:solidFill>
                  <a:srgbClr val="5460A8"/>
                </a:solidFill>
                <a:latin typeface="Comic Sans MS"/>
                <a:cs typeface="Comic Sans MS"/>
              </a:rPr>
              <a:t>built </a:t>
            </a:r>
            <a:r>
              <a:rPr dirty="0" sz="2600" spc="-25">
                <a:solidFill>
                  <a:srgbClr val="5460A8"/>
                </a:solidFill>
                <a:latin typeface="Comic Sans MS"/>
                <a:cs typeface="Comic Sans MS"/>
              </a:rPr>
              <a:t>in.</a:t>
            </a:r>
            <a:endParaRPr sz="2600">
              <a:latin typeface="Comic Sans MS"/>
              <a:cs typeface="Comic Sans MS"/>
            </a:endParaRPr>
          </a:p>
          <a:p>
            <a:pPr algn="just" marL="12700" marR="5080">
              <a:lnSpc>
                <a:spcPct val="115399"/>
              </a:lnSpc>
              <a:spcBef>
                <a:spcPts val="3600"/>
              </a:spcBef>
            </a:pP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From</a:t>
            </a:r>
            <a:r>
              <a:rPr dirty="0" sz="2600" spc="34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eavesdropping</a:t>
            </a:r>
            <a:r>
              <a:rPr dirty="0" sz="2600" spc="34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on</a:t>
            </a:r>
            <a:r>
              <a:rPr dirty="0" sz="2600" spc="34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video</a:t>
            </a:r>
            <a:r>
              <a:rPr dirty="0" sz="2600" spc="34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 spc="-10">
                <a:solidFill>
                  <a:srgbClr val="5460A8"/>
                </a:solidFill>
                <a:latin typeface="Comic Sans MS"/>
                <a:cs typeface="Comic Sans MS"/>
              </a:rPr>
              <a:t>conferences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to</a:t>
            </a:r>
            <a:r>
              <a:rPr dirty="0" sz="2600" spc="6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taking</a:t>
            </a:r>
            <a:r>
              <a:rPr dirty="0" sz="2600" spc="5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control</a:t>
            </a:r>
            <a:r>
              <a:rPr dirty="0" sz="2600" spc="6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of</a:t>
            </a:r>
            <a:r>
              <a:rPr dirty="0" sz="2600" spc="6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a</a:t>
            </a:r>
            <a:r>
              <a:rPr dirty="0" sz="2600" spc="6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moving</a:t>
            </a:r>
            <a:r>
              <a:rPr dirty="0" sz="2600" spc="6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car,</a:t>
            </a:r>
            <a:r>
              <a:rPr dirty="0" sz="2600" spc="6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 spc="-25">
                <a:solidFill>
                  <a:srgbClr val="5460A8"/>
                </a:solidFill>
                <a:latin typeface="Comic Sans MS"/>
                <a:cs typeface="Comic Sans MS"/>
              </a:rPr>
              <a:t>IoT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attacks</a:t>
            </a:r>
            <a:r>
              <a:rPr dirty="0" sz="2600" spc="58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can</a:t>
            </a:r>
            <a:r>
              <a:rPr dirty="0" sz="2600" spc="58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have</a:t>
            </a:r>
            <a:r>
              <a:rPr dirty="0" sz="2600" spc="58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many</a:t>
            </a:r>
            <a:r>
              <a:rPr dirty="0" sz="2600" spc="58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alarming</a:t>
            </a:r>
            <a:r>
              <a:rPr dirty="0" sz="2600" spc="58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 spc="-10">
                <a:solidFill>
                  <a:srgbClr val="5460A8"/>
                </a:solidFill>
                <a:latin typeface="Comic Sans MS"/>
                <a:cs typeface="Comic Sans MS"/>
              </a:rPr>
              <a:t>effects,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especially</a:t>
            </a:r>
            <a:r>
              <a:rPr dirty="0" sz="2600" spc="-5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as</a:t>
            </a:r>
            <a:r>
              <a:rPr dirty="0" sz="2600" spc="-5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they</a:t>
            </a:r>
            <a:r>
              <a:rPr dirty="0" sz="2600" spc="-5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 spc="-10">
                <a:solidFill>
                  <a:srgbClr val="5460A8"/>
                </a:solidFill>
                <a:latin typeface="Comic Sans MS"/>
                <a:cs typeface="Comic Sans MS"/>
              </a:rPr>
              <a:t>proliferate.</a:t>
            </a:r>
            <a:endParaRPr sz="2600">
              <a:latin typeface="Comic Sans MS"/>
              <a:cs typeface="Comic Sans MS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61902" y="6301611"/>
            <a:ext cx="114300" cy="114299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6330950" cy="10287000"/>
            <a:chOff x="0" y="0"/>
            <a:chExt cx="6330950" cy="102870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6240780" cy="10287000"/>
            </a:xfrm>
            <a:custGeom>
              <a:avLst/>
              <a:gdLst/>
              <a:ahLst/>
              <a:cxnLst/>
              <a:rect l="l" t="t" r="r" b="b"/>
              <a:pathLst>
                <a:path w="6240780" h="10287000">
                  <a:moveTo>
                    <a:pt x="5409897" y="10287000"/>
                  </a:moveTo>
                  <a:lnTo>
                    <a:pt x="5487820" y="7018150"/>
                  </a:lnTo>
                  <a:lnTo>
                    <a:pt x="5802129" y="7231020"/>
                  </a:lnTo>
                  <a:lnTo>
                    <a:pt x="5910878" y="7492301"/>
                  </a:lnTo>
                  <a:lnTo>
                    <a:pt x="5935084" y="7847621"/>
                  </a:lnTo>
                  <a:lnTo>
                    <a:pt x="6208633" y="8275952"/>
                  </a:lnTo>
                  <a:lnTo>
                    <a:pt x="6083237" y="8733589"/>
                  </a:lnTo>
                  <a:lnTo>
                    <a:pt x="5789985" y="8977179"/>
                  </a:lnTo>
                  <a:lnTo>
                    <a:pt x="5758762" y="10287000"/>
                  </a:lnTo>
                  <a:lnTo>
                    <a:pt x="5409897" y="10287000"/>
                  </a:lnTo>
                  <a:close/>
                </a:path>
                <a:path w="6240780" h="10287000">
                  <a:moveTo>
                    <a:pt x="5758762" y="10287000"/>
                  </a:moveTo>
                  <a:lnTo>
                    <a:pt x="5789985" y="8977179"/>
                  </a:lnTo>
                  <a:lnTo>
                    <a:pt x="5861711" y="9451798"/>
                  </a:lnTo>
                  <a:lnTo>
                    <a:pt x="6041768" y="9679647"/>
                  </a:lnTo>
                  <a:lnTo>
                    <a:pt x="6019088" y="10198201"/>
                  </a:lnTo>
                  <a:lnTo>
                    <a:pt x="5944806" y="10287000"/>
                  </a:lnTo>
                  <a:lnTo>
                    <a:pt x="5758762" y="10287000"/>
                  </a:lnTo>
                  <a:close/>
                </a:path>
                <a:path w="6240780" h="10287000">
                  <a:moveTo>
                    <a:pt x="0" y="0"/>
                  </a:moveTo>
                  <a:lnTo>
                    <a:pt x="6058880" y="0"/>
                  </a:lnTo>
                  <a:lnTo>
                    <a:pt x="6240249" y="559808"/>
                  </a:lnTo>
                  <a:lnTo>
                    <a:pt x="6061014" y="864339"/>
                  </a:lnTo>
                  <a:lnTo>
                    <a:pt x="5704526" y="1256279"/>
                  </a:lnTo>
                  <a:lnTo>
                    <a:pt x="5683029" y="2158070"/>
                  </a:lnTo>
                  <a:lnTo>
                    <a:pt x="5681678" y="2163229"/>
                  </a:lnTo>
                  <a:lnTo>
                    <a:pt x="5647327" y="3604231"/>
                  </a:lnTo>
                  <a:lnTo>
                    <a:pt x="5538824" y="3744868"/>
                  </a:lnTo>
                  <a:lnTo>
                    <a:pt x="5488752" y="5845368"/>
                  </a:lnTo>
                  <a:lnTo>
                    <a:pt x="5459642" y="5922540"/>
                  </a:lnTo>
                  <a:lnTo>
                    <a:pt x="5355602" y="10287000"/>
                  </a:lnTo>
                  <a:lnTo>
                    <a:pt x="0" y="10287000"/>
                  </a:lnTo>
                  <a:lnTo>
                    <a:pt x="0" y="0"/>
                  </a:lnTo>
                  <a:close/>
                </a:path>
                <a:path w="6240780" h="10287000">
                  <a:moveTo>
                    <a:pt x="5647327" y="3604231"/>
                  </a:moveTo>
                  <a:lnTo>
                    <a:pt x="5681678" y="2163229"/>
                  </a:lnTo>
                  <a:lnTo>
                    <a:pt x="5700171" y="2510798"/>
                  </a:lnTo>
                  <a:lnTo>
                    <a:pt x="5771309" y="2886399"/>
                  </a:lnTo>
                  <a:lnTo>
                    <a:pt x="5893827" y="3343067"/>
                  </a:lnTo>
                  <a:lnTo>
                    <a:pt x="5647327" y="3604231"/>
                  </a:lnTo>
                  <a:close/>
                </a:path>
                <a:path w="6240780" h="10287000">
                  <a:moveTo>
                    <a:pt x="5683029" y="2158070"/>
                  </a:moveTo>
                  <a:lnTo>
                    <a:pt x="5704526" y="1256279"/>
                  </a:lnTo>
                  <a:lnTo>
                    <a:pt x="5806004" y="1688615"/>
                  </a:lnTo>
                  <a:lnTo>
                    <a:pt x="5683029" y="2158070"/>
                  </a:lnTo>
                  <a:close/>
                </a:path>
                <a:path w="6240780" h="10287000">
                  <a:moveTo>
                    <a:pt x="5355602" y="10287000"/>
                  </a:moveTo>
                  <a:lnTo>
                    <a:pt x="5459642" y="5922540"/>
                  </a:lnTo>
                  <a:lnTo>
                    <a:pt x="5666414" y="6214899"/>
                  </a:lnTo>
                  <a:lnTo>
                    <a:pt x="5526332" y="6484742"/>
                  </a:lnTo>
                  <a:lnTo>
                    <a:pt x="5515438" y="6941720"/>
                  </a:lnTo>
                  <a:lnTo>
                    <a:pt x="5487820" y="7018150"/>
                  </a:lnTo>
                  <a:lnTo>
                    <a:pt x="5409897" y="10287000"/>
                  </a:lnTo>
                  <a:lnTo>
                    <a:pt x="5355602" y="10287000"/>
                  </a:lnTo>
                  <a:close/>
                </a:path>
                <a:path w="6240780" h="10287000">
                  <a:moveTo>
                    <a:pt x="5488752" y="5845368"/>
                  </a:moveTo>
                  <a:lnTo>
                    <a:pt x="5512971" y="4829364"/>
                  </a:lnTo>
                  <a:lnTo>
                    <a:pt x="5621637" y="5155989"/>
                  </a:lnTo>
                  <a:lnTo>
                    <a:pt x="5659216" y="5393463"/>
                  </a:lnTo>
                  <a:lnTo>
                    <a:pt x="5488752" y="5845368"/>
                  </a:lnTo>
                  <a:close/>
                </a:path>
                <a:path w="6240780" h="10287000">
                  <a:moveTo>
                    <a:pt x="5515438" y="6941720"/>
                  </a:moveTo>
                  <a:lnTo>
                    <a:pt x="5526332" y="6484742"/>
                  </a:lnTo>
                  <a:lnTo>
                    <a:pt x="5602239" y="6701510"/>
                  </a:lnTo>
                  <a:lnTo>
                    <a:pt x="5515438" y="6941720"/>
                  </a:lnTo>
                  <a:close/>
                </a:path>
                <a:path w="6240780" h="10287000">
                  <a:moveTo>
                    <a:pt x="5512971" y="4829364"/>
                  </a:moveTo>
                  <a:lnTo>
                    <a:pt x="5538824" y="3744868"/>
                  </a:lnTo>
                  <a:lnTo>
                    <a:pt x="5609067" y="4137399"/>
                  </a:lnTo>
                  <a:lnTo>
                    <a:pt x="5579937" y="4493659"/>
                  </a:lnTo>
                  <a:lnTo>
                    <a:pt x="5512971" y="4829364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6057900" cy="10287000"/>
            </a:xfrm>
            <a:custGeom>
              <a:avLst/>
              <a:gdLst/>
              <a:ahLst/>
              <a:cxnLst/>
              <a:rect l="l" t="t" r="r" b="b"/>
              <a:pathLst>
                <a:path w="6057900" h="10287000">
                  <a:moveTo>
                    <a:pt x="5715768" y="8596765"/>
                  </a:moveTo>
                  <a:lnTo>
                    <a:pt x="5739910" y="7584034"/>
                  </a:lnTo>
                  <a:lnTo>
                    <a:pt x="6057770" y="7926210"/>
                  </a:lnTo>
                  <a:lnTo>
                    <a:pt x="6056509" y="8267658"/>
                  </a:lnTo>
                  <a:lnTo>
                    <a:pt x="5715768" y="8596765"/>
                  </a:lnTo>
                  <a:close/>
                </a:path>
                <a:path w="6057900" h="10287000">
                  <a:moveTo>
                    <a:pt x="5557305" y="10287000"/>
                  </a:moveTo>
                  <a:lnTo>
                    <a:pt x="5594812" y="8713592"/>
                  </a:lnTo>
                  <a:lnTo>
                    <a:pt x="5666058" y="9187710"/>
                  </a:lnTo>
                  <a:lnTo>
                    <a:pt x="5845863" y="9415799"/>
                  </a:lnTo>
                  <a:lnTo>
                    <a:pt x="5851876" y="9946830"/>
                  </a:lnTo>
                  <a:lnTo>
                    <a:pt x="5709028" y="10250263"/>
                  </a:lnTo>
                  <a:lnTo>
                    <a:pt x="5693446" y="10287000"/>
                  </a:lnTo>
                  <a:lnTo>
                    <a:pt x="5557305" y="10287000"/>
                  </a:lnTo>
                  <a:close/>
                </a:path>
                <a:path w="6057900" h="10287000">
                  <a:moveTo>
                    <a:pt x="0" y="0"/>
                  </a:moveTo>
                  <a:lnTo>
                    <a:pt x="5949097" y="0"/>
                  </a:lnTo>
                  <a:lnTo>
                    <a:pt x="6045064" y="296714"/>
                  </a:lnTo>
                  <a:lnTo>
                    <a:pt x="5865828" y="601245"/>
                  </a:lnTo>
                  <a:lnTo>
                    <a:pt x="5509340" y="993184"/>
                  </a:lnTo>
                  <a:lnTo>
                    <a:pt x="5487825" y="1895764"/>
                  </a:lnTo>
                  <a:lnTo>
                    <a:pt x="5486475" y="1900870"/>
                  </a:lnTo>
                  <a:lnTo>
                    <a:pt x="5452124" y="3341872"/>
                  </a:lnTo>
                  <a:lnTo>
                    <a:pt x="5233664" y="3550149"/>
                  </a:lnTo>
                  <a:lnTo>
                    <a:pt x="5073071" y="10287000"/>
                  </a:lnTo>
                  <a:lnTo>
                    <a:pt x="0" y="10287000"/>
                  </a:lnTo>
                  <a:lnTo>
                    <a:pt x="0" y="0"/>
                  </a:lnTo>
                  <a:close/>
                </a:path>
                <a:path w="6057900" h="10287000">
                  <a:moveTo>
                    <a:pt x="5207703" y="10287000"/>
                  </a:moveTo>
                  <a:lnTo>
                    <a:pt x="5291904" y="6754792"/>
                  </a:lnTo>
                  <a:lnTo>
                    <a:pt x="5610425" y="6842473"/>
                  </a:lnTo>
                  <a:lnTo>
                    <a:pt x="5814897" y="7221007"/>
                  </a:lnTo>
                  <a:lnTo>
                    <a:pt x="5739910" y="7584034"/>
                  </a:lnTo>
                  <a:lnTo>
                    <a:pt x="5715768" y="8596765"/>
                  </a:lnTo>
                  <a:lnTo>
                    <a:pt x="5594812" y="8713592"/>
                  </a:lnTo>
                  <a:lnTo>
                    <a:pt x="5557305" y="10287000"/>
                  </a:lnTo>
                  <a:lnTo>
                    <a:pt x="5207703" y="10287000"/>
                  </a:lnTo>
                  <a:close/>
                </a:path>
                <a:path w="6057900" h="10287000">
                  <a:moveTo>
                    <a:pt x="5452124" y="3341872"/>
                  </a:moveTo>
                  <a:lnTo>
                    <a:pt x="5486475" y="1900870"/>
                  </a:lnTo>
                  <a:lnTo>
                    <a:pt x="5504968" y="2248439"/>
                  </a:lnTo>
                  <a:lnTo>
                    <a:pt x="5576112" y="2623794"/>
                  </a:lnTo>
                  <a:lnTo>
                    <a:pt x="5698870" y="3080714"/>
                  </a:lnTo>
                  <a:lnTo>
                    <a:pt x="5452124" y="3341872"/>
                  </a:lnTo>
                  <a:close/>
                </a:path>
                <a:path w="6057900" h="10287000">
                  <a:moveTo>
                    <a:pt x="5294275" y="5583447"/>
                  </a:moveTo>
                  <a:lnTo>
                    <a:pt x="5318534" y="4565796"/>
                  </a:lnTo>
                  <a:lnTo>
                    <a:pt x="5579466" y="4812278"/>
                  </a:lnTo>
                  <a:lnTo>
                    <a:pt x="5465264" y="5130151"/>
                  </a:lnTo>
                  <a:lnTo>
                    <a:pt x="5294275" y="5583447"/>
                  </a:lnTo>
                  <a:close/>
                </a:path>
                <a:path w="6057900" h="10287000">
                  <a:moveTo>
                    <a:pt x="5487825" y="1895764"/>
                  </a:moveTo>
                  <a:lnTo>
                    <a:pt x="5509340" y="993184"/>
                  </a:lnTo>
                  <a:lnTo>
                    <a:pt x="5612034" y="1426041"/>
                  </a:lnTo>
                  <a:lnTo>
                    <a:pt x="5487825" y="1895764"/>
                  </a:lnTo>
                  <a:close/>
                </a:path>
                <a:path w="6057900" h="10287000">
                  <a:moveTo>
                    <a:pt x="5155373" y="10287000"/>
                  </a:moveTo>
                  <a:lnTo>
                    <a:pt x="5265690" y="5659229"/>
                  </a:lnTo>
                  <a:lnTo>
                    <a:pt x="5472216" y="5951583"/>
                  </a:lnTo>
                  <a:lnTo>
                    <a:pt x="5332374" y="6221677"/>
                  </a:lnTo>
                  <a:lnTo>
                    <a:pt x="5321634" y="6672220"/>
                  </a:lnTo>
                  <a:lnTo>
                    <a:pt x="5291904" y="6754792"/>
                  </a:lnTo>
                  <a:lnTo>
                    <a:pt x="5207703" y="10287000"/>
                  </a:lnTo>
                  <a:lnTo>
                    <a:pt x="5155373" y="10287000"/>
                  </a:lnTo>
                  <a:close/>
                </a:path>
                <a:path w="6057900" h="10287000">
                  <a:moveTo>
                    <a:pt x="5073071" y="10287000"/>
                  </a:moveTo>
                  <a:lnTo>
                    <a:pt x="5233664" y="3550149"/>
                  </a:lnTo>
                  <a:lnTo>
                    <a:pt x="5412911" y="3873790"/>
                  </a:lnTo>
                  <a:lnTo>
                    <a:pt x="5483074" y="4383011"/>
                  </a:lnTo>
                  <a:lnTo>
                    <a:pt x="5318534" y="4565796"/>
                  </a:lnTo>
                  <a:lnTo>
                    <a:pt x="5294275" y="5583447"/>
                  </a:lnTo>
                  <a:lnTo>
                    <a:pt x="5265690" y="5659229"/>
                  </a:lnTo>
                  <a:lnTo>
                    <a:pt x="5155373" y="10287000"/>
                  </a:lnTo>
                  <a:lnTo>
                    <a:pt x="5073071" y="10287000"/>
                  </a:lnTo>
                  <a:close/>
                </a:path>
                <a:path w="6057900" h="10287000">
                  <a:moveTo>
                    <a:pt x="5321634" y="6672220"/>
                  </a:moveTo>
                  <a:lnTo>
                    <a:pt x="5332374" y="6221677"/>
                  </a:lnTo>
                  <a:lnTo>
                    <a:pt x="5406351" y="6436925"/>
                  </a:lnTo>
                  <a:lnTo>
                    <a:pt x="5321634" y="667222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5657850" cy="10287000"/>
            </a:xfrm>
            <a:custGeom>
              <a:avLst/>
              <a:gdLst/>
              <a:ahLst/>
              <a:cxnLst/>
              <a:rect l="l" t="t" r="r" b="b"/>
              <a:pathLst>
                <a:path w="5657850" h="10287000">
                  <a:moveTo>
                    <a:pt x="5315538" y="8587225"/>
                  </a:moveTo>
                  <a:lnTo>
                    <a:pt x="5339680" y="7574494"/>
                  </a:lnTo>
                  <a:lnTo>
                    <a:pt x="5657540" y="7916669"/>
                  </a:lnTo>
                  <a:lnTo>
                    <a:pt x="5656279" y="8258117"/>
                  </a:lnTo>
                  <a:lnTo>
                    <a:pt x="5315538" y="8587225"/>
                  </a:lnTo>
                  <a:close/>
                </a:path>
                <a:path w="5657850" h="10287000">
                  <a:moveTo>
                    <a:pt x="5156847" y="10287000"/>
                  </a:moveTo>
                  <a:lnTo>
                    <a:pt x="5194582" y="8704052"/>
                  </a:lnTo>
                  <a:lnTo>
                    <a:pt x="5266564" y="9178187"/>
                  </a:lnTo>
                  <a:lnTo>
                    <a:pt x="5446370" y="9406275"/>
                  </a:lnTo>
                  <a:lnTo>
                    <a:pt x="5451628" y="9938025"/>
                  </a:lnTo>
                  <a:lnTo>
                    <a:pt x="5308535" y="10241452"/>
                  </a:lnTo>
                  <a:lnTo>
                    <a:pt x="5271992" y="10287000"/>
                  </a:lnTo>
                  <a:lnTo>
                    <a:pt x="5156847" y="10287000"/>
                  </a:lnTo>
                  <a:close/>
                </a:path>
                <a:path w="5657850" h="10287000">
                  <a:moveTo>
                    <a:pt x="0" y="0"/>
                  </a:moveTo>
                  <a:lnTo>
                    <a:pt x="5560039" y="0"/>
                  </a:lnTo>
                  <a:lnTo>
                    <a:pt x="5607524" y="145347"/>
                  </a:lnTo>
                  <a:lnTo>
                    <a:pt x="5644114" y="286419"/>
                  </a:lnTo>
                  <a:lnTo>
                    <a:pt x="5632005" y="378616"/>
                  </a:lnTo>
                  <a:lnTo>
                    <a:pt x="5574258" y="722778"/>
                  </a:lnTo>
                  <a:lnTo>
                    <a:pt x="5087472" y="1035946"/>
                  </a:lnTo>
                  <a:lnTo>
                    <a:pt x="5047645" y="2706680"/>
                  </a:lnTo>
                  <a:lnTo>
                    <a:pt x="4967935" y="2778300"/>
                  </a:lnTo>
                  <a:lnTo>
                    <a:pt x="4908875" y="2828743"/>
                  </a:lnTo>
                  <a:lnTo>
                    <a:pt x="4886822" y="3753840"/>
                  </a:lnTo>
                  <a:lnTo>
                    <a:pt x="4853382" y="3930221"/>
                  </a:lnTo>
                  <a:lnTo>
                    <a:pt x="4843900" y="4327992"/>
                  </a:lnTo>
                  <a:lnTo>
                    <a:pt x="4761628" y="4481277"/>
                  </a:lnTo>
                  <a:lnTo>
                    <a:pt x="4623231" y="10287000"/>
                  </a:lnTo>
                  <a:lnTo>
                    <a:pt x="0" y="10287000"/>
                  </a:lnTo>
                  <a:lnTo>
                    <a:pt x="0" y="0"/>
                  </a:lnTo>
                  <a:close/>
                </a:path>
                <a:path w="5657850" h="10287000">
                  <a:moveTo>
                    <a:pt x="5028111" y="10287000"/>
                  </a:moveTo>
                  <a:lnTo>
                    <a:pt x="5114474" y="6664087"/>
                  </a:lnTo>
                  <a:lnTo>
                    <a:pt x="5226637" y="6967703"/>
                  </a:lnTo>
                  <a:lnTo>
                    <a:pt x="5376639" y="7157741"/>
                  </a:lnTo>
                  <a:lnTo>
                    <a:pt x="5339680" y="7574494"/>
                  </a:lnTo>
                  <a:lnTo>
                    <a:pt x="5315538" y="8587225"/>
                  </a:lnTo>
                  <a:lnTo>
                    <a:pt x="5194582" y="8704052"/>
                  </a:lnTo>
                  <a:lnTo>
                    <a:pt x="5156847" y="10287000"/>
                  </a:lnTo>
                  <a:lnTo>
                    <a:pt x="5028111" y="10287000"/>
                  </a:lnTo>
                  <a:close/>
                </a:path>
                <a:path w="5657850" h="10287000">
                  <a:moveTo>
                    <a:pt x="5047645" y="2706680"/>
                  </a:moveTo>
                  <a:lnTo>
                    <a:pt x="5087472" y="1035946"/>
                  </a:lnTo>
                  <a:lnTo>
                    <a:pt x="5107338" y="1087134"/>
                  </a:lnTo>
                  <a:lnTo>
                    <a:pt x="5150812" y="1204017"/>
                  </a:lnTo>
                  <a:lnTo>
                    <a:pt x="5193710" y="1331573"/>
                  </a:lnTo>
                  <a:lnTo>
                    <a:pt x="5211845" y="1414780"/>
                  </a:lnTo>
                  <a:lnTo>
                    <a:pt x="5211840" y="1448637"/>
                  </a:lnTo>
                  <a:lnTo>
                    <a:pt x="5213911" y="1497434"/>
                  </a:lnTo>
                  <a:lnTo>
                    <a:pt x="5224336" y="1673705"/>
                  </a:lnTo>
                  <a:lnTo>
                    <a:pt x="5226466" y="1722504"/>
                  </a:lnTo>
                  <a:lnTo>
                    <a:pt x="5226551" y="1756363"/>
                  </a:lnTo>
                  <a:lnTo>
                    <a:pt x="5247871" y="1827861"/>
                  </a:lnTo>
                  <a:lnTo>
                    <a:pt x="5297537" y="1929653"/>
                  </a:lnTo>
                  <a:lnTo>
                    <a:pt x="5347733" y="2020772"/>
                  </a:lnTo>
                  <a:lnTo>
                    <a:pt x="5370645" y="2060249"/>
                  </a:lnTo>
                  <a:lnTo>
                    <a:pt x="5323516" y="2324239"/>
                  </a:lnTo>
                  <a:lnTo>
                    <a:pt x="5304813" y="2420548"/>
                  </a:lnTo>
                  <a:lnTo>
                    <a:pt x="5234532" y="2524340"/>
                  </a:lnTo>
                  <a:lnTo>
                    <a:pt x="5099363" y="2660212"/>
                  </a:lnTo>
                  <a:lnTo>
                    <a:pt x="5047645" y="2706680"/>
                  </a:lnTo>
                  <a:close/>
                </a:path>
                <a:path w="5657850" h="10287000">
                  <a:moveTo>
                    <a:pt x="4931068" y="10287000"/>
                  </a:moveTo>
                  <a:lnTo>
                    <a:pt x="5045029" y="5506323"/>
                  </a:lnTo>
                  <a:lnTo>
                    <a:pt x="5070986" y="5942755"/>
                  </a:lnTo>
                  <a:lnTo>
                    <a:pt x="5168365" y="6227594"/>
                  </a:lnTo>
                  <a:lnTo>
                    <a:pt x="5158678" y="6417509"/>
                  </a:lnTo>
                  <a:lnTo>
                    <a:pt x="5114474" y="6664087"/>
                  </a:lnTo>
                  <a:lnTo>
                    <a:pt x="5028111" y="10287000"/>
                  </a:lnTo>
                  <a:lnTo>
                    <a:pt x="4934292" y="10287000"/>
                  </a:lnTo>
                  <a:lnTo>
                    <a:pt x="4931068" y="10287000"/>
                  </a:lnTo>
                  <a:close/>
                </a:path>
                <a:path w="5657850" h="10287000">
                  <a:moveTo>
                    <a:pt x="4623231" y="10287000"/>
                  </a:moveTo>
                  <a:lnTo>
                    <a:pt x="4761628" y="4481277"/>
                  </a:lnTo>
                  <a:lnTo>
                    <a:pt x="5101991" y="5013153"/>
                  </a:lnTo>
                  <a:lnTo>
                    <a:pt x="5045029" y="5506323"/>
                  </a:lnTo>
                  <a:lnTo>
                    <a:pt x="4931068" y="10287000"/>
                  </a:lnTo>
                  <a:lnTo>
                    <a:pt x="4623231" y="10287000"/>
                  </a:lnTo>
                  <a:close/>
                </a:path>
                <a:path w="5657850" h="10287000">
                  <a:moveTo>
                    <a:pt x="4886822" y="3753840"/>
                  </a:moveTo>
                  <a:lnTo>
                    <a:pt x="4908875" y="2828743"/>
                  </a:lnTo>
                  <a:lnTo>
                    <a:pt x="5030393" y="3265488"/>
                  </a:lnTo>
                  <a:lnTo>
                    <a:pt x="4918295" y="3587834"/>
                  </a:lnTo>
                  <a:lnTo>
                    <a:pt x="4886822" y="3753840"/>
                  </a:lnTo>
                  <a:close/>
                </a:path>
                <a:path w="5657850" h="10287000">
                  <a:moveTo>
                    <a:pt x="4843900" y="4327992"/>
                  </a:moveTo>
                  <a:lnTo>
                    <a:pt x="4853382" y="3930221"/>
                  </a:lnTo>
                  <a:lnTo>
                    <a:pt x="4955480" y="4120099"/>
                  </a:lnTo>
                  <a:lnTo>
                    <a:pt x="4843900" y="4327992"/>
                  </a:lnTo>
                  <a:close/>
                </a:path>
              </a:pathLst>
            </a:custGeom>
            <a:solidFill>
              <a:srgbClr val="FFD04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5660" y="3216471"/>
              <a:ext cx="5904774" cy="150494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9559" y="6282867"/>
              <a:ext cx="5657849" cy="2981324"/>
            </a:xfrm>
            <a:prstGeom prst="rect">
              <a:avLst/>
            </a:prstGeom>
          </p:spPr>
        </p:pic>
      </p:grp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6534938" y="696268"/>
            <a:ext cx="10420985" cy="2235200"/>
          </a:xfrm>
          <a:prstGeom prst="rect"/>
        </p:spPr>
        <p:txBody>
          <a:bodyPr wrap="square" lIns="0" tIns="63500" rIns="0" bIns="0" rtlCol="0" vert="horz">
            <a:spAutoFit/>
          </a:bodyPr>
          <a:lstStyle/>
          <a:p>
            <a:pPr marL="12700" marR="5080">
              <a:lnSpc>
                <a:spcPts val="5700"/>
              </a:lnSpc>
              <a:spcBef>
                <a:spcPts val="500"/>
              </a:spcBef>
            </a:pPr>
            <a:r>
              <a:rPr dirty="0" sz="5000" spc="-40" b="0">
                <a:solidFill>
                  <a:srgbClr val="5460A8"/>
                </a:solidFill>
                <a:latin typeface="Comic Sans MS"/>
                <a:cs typeface="Comic Sans MS"/>
              </a:rPr>
              <a:t>DENIAL-</a:t>
            </a:r>
            <a:r>
              <a:rPr dirty="0" sz="5000" spc="-30" b="0">
                <a:solidFill>
                  <a:srgbClr val="5460A8"/>
                </a:solidFill>
                <a:latin typeface="Comic Sans MS"/>
                <a:cs typeface="Comic Sans MS"/>
              </a:rPr>
              <a:t>OF-</a:t>
            </a:r>
            <a:r>
              <a:rPr dirty="0" sz="5000" b="0">
                <a:solidFill>
                  <a:srgbClr val="5460A8"/>
                </a:solidFill>
                <a:latin typeface="Comic Sans MS"/>
                <a:cs typeface="Comic Sans MS"/>
              </a:rPr>
              <a:t>SERVICE</a:t>
            </a:r>
            <a:r>
              <a:rPr dirty="0" sz="5000" spc="-75" b="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5000" b="0">
                <a:solidFill>
                  <a:srgbClr val="5460A8"/>
                </a:solidFill>
                <a:latin typeface="Comic Sans MS"/>
                <a:cs typeface="Comic Sans MS"/>
              </a:rPr>
              <a:t>(DOS)</a:t>
            </a:r>
            <a:r>
              <a:rPr dirty="0" sz="5000" spc="-70" b="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5000" spc="-25" b="0">
                <a:solidFill>
                  <a:srgbClr val="5460A8"/>
                </a:solidFill>
                <a:latin typeface="Comic Sans MS"/>
                <a:cs typeface="Comic Sans MS"/>
              </a:rPr>
              <a:t>AND </a:t>
            </a:r>
            <a:r>
              <a:rPr dirty="0" sz="5000" b="0">
                <a:solidFill>
                  <a:srgbClr val="5460A8"/>
                </a:solidFill>
                <a:latin typeface="Comic Sans MS"/>
                <a:cs typeface="Comic Sans MS"/>
              </a:rPr>
              <a:t>DISTRIBUTED</a:t>
            </a:r>
            <a:r>
              <a:rPr dirty="0" sz="5000" spc="-270" b="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5000" spc="-40" b="0">
                <a:solidFill>
                  <a:srgbClr val="5460A8"/>
                </a:solidFill>
                <a:latin typeface="Comic Sans MS"/>
                <a:cs typeface="Comic Sans MS"/>
              </a:rPr>
              <a:t>DENIAL-</a:t>
            </a:r>
            <a:r>
              <a:rPr dirty="0" sz="5000" spc="-25" b="0">
                <a:solidFill>
                  <a:srgbClr val="5460A8"/>
                </a:solidFill>
                <a:latin typeface="Comic Sans MS"/>
                <a:cs typeface="Comic Sans MS"/>
              </a:rPr>
              <a:t>OF-</a:t>
            </a:r>
            <a:r>
              <a:rPr dirty="0" sz="5000" b="0">
                <a:solidFill>
                  <a:srgbClr val="5460A8"/>
                </a:solidFill>
                <a:latin typeface="Comic Sans MS"/>
                <a:cs typeface="Comic Sans MS"/>
              </a:rPr>
              <a:t>SERVICE</a:t>
            </a:r>
            <a:r>
              <a:rPr dirty="0" sz="5000" spc="-130" b="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5000" b="0">
                <a:solidFill>
                  <a:srgbClr val="5460A8"/>
                </a:solidFill>
                <a:latin typeface="Comic Sans MS"/>
                <a:cs typeface="Comic Sans MS"/>
              </a:rPr>
              <a:t>(DDOS)</a:t>
            </a:r>
            <a:r>
              <a:rPr dirty="0" sz="5000" spc="-130" b="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5000" spc="-10" b="0">
                <a:solidFill>
                  <a:srgbClr val="5460A8"/>
                </a:solidFill>
                <a:latin typeface="Comic Sans MS"/>
                <a:cs typeface="Comic Sans MS"/>
              </a:rPr>
              <a:t>ATTACKS</a:t>
            </a:r>
            <a:endParaRPr sz="5000">
              <a:latin typeface="Comic Sans MS"/>
              <a:cs typeface="Comic Sans MS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945868" y="3708080"/>
            <a:ext cx="114300" cy="114299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7225169" y="3492174"/>
            <a:ext cx="10371455" cy="65976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In</a:t>
            </a:r>
            <a:r>
              <a:rPr dirty="0" sz="2500" spc="-3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both</a:t>
            </a:r>
            <a:r>
              <a:rPr dirty="0" sz="2500" spc="-3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these</a:t>
            </a:r>
            <a:r>
              <a:rPr dirty="0" sz="2500" spc="-3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types</a:t>
            </a:r>
            <a:r>
              <a:rPr dirty="0" sz="2500" spc="-3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of</a:t>
            </a:r>
            <a:r>
              <a:rPr dirty="0" sz="2500" spc="-2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attacks,</a:t>
            </a:r>
            <a:r>
              <a:rPr dirty="0" sz="2500" spc="-3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servers</a:t>
            </a:r>
            <a:r>
              <a:rPr dirty="0" sz="2500" spc="-2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are</a:t>
            </a:r>
            <a:r>
              <a:rPr dirty="0" sz="2500" spc="-3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flooded</a:t>
            </a:r>
            <a:r>
              <a:rPr dirty="0" sz="2500" spc="-2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with</a:t>
            </a:r>
            <a:r>
              <a:rPr dirty="0" sz="2500" spc="-3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traffic</a:t>
            </a:r>
            <a:r>
              <a:rPr dirty="0" sz="2500" spc="-3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 spc="-10">
                <a:solidFill>
                  <a:srgbClr val="5460A8"/>
                </a:solidFill>
                <a:latin typeface="Comic Sans MS"/>
                <a:cs typeface="Comic Sans MS"/>
              </a:rPr>
              <a:t>until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they</a:t>
            </a:r>
            <a:r>
              <a:rPr dirty="0" sz="2500" spc="-5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go</a:t>
            </a:r>
            <a:r>
              <a:rPr dirty="0" sz="2500" spc="-4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offline,</a:t>
            </a:r>
            <a:r>
              <a:rPr dirty="0" sz="2500" spc="-5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taking</a:t>
            </a:r>
            <a:r>
              <a:rPr dirty="0" sz="2500" spc="-4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critical</a:t>
            </a:r>
            <a:r>
              <a:rPr dirty="0" sz="2500" spc="-5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apps,</a:t>
            </a:r>
            <a:r>
              <a:rPr dirty="0" sz="2500" spc="-5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services,</a:t>
            </a:r>
            <a:r>
              <a:rPr dirty="0" sz="2500" spc="-4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and</a:t>
            </a:r>
            <a:r>
              <a:rPr dirty="0" sz="2500" spc="-5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data</a:t>
            </a:r>
            <a:r>
              <a:rPr dirty="0" sz="2500" spc="-4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with</a:t>
            </a:r>
            <a:r>
              <a:rPr dirty="0" sz="2500" spc="-5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 spc="-10">
                <a:solidFill>
                  <a:srgbClr val="5460A8"/>
                </a:solidFill>
                <a:latin typeface="Comic Sans MS"/>
                <a:cs typeface="Comic Sans MS"/>
              </a:rPr>
              <a:t>them.</a:t>
            </a:r>
            <a:endParaRPr sz="2500">
              <a:latin typeface="Comic Sans MS"/>
              <a:cs typeface="Comic Sans MS"/>
            </a:endParaRPr>
          </a:p>
          <a:p>
            <a:pPr algn="just" marL="12700" marR="5080">
              <a:lnSpc>
                <a:spcPct val="114999"/>
              </a:lnSpc>
              <a:spcBef>
                <a:spcPts val="3450"/>
              </a:spcBef>
            </a:pP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Denial</a:t>
            </a:r>
            <a:r>
              <a:rPr dirty="0" sz="2500" spc="-2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of</a:t>
            </a:r>
            <a:r>
              <a:rPr dirty="0" sz="2500" spc="-1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services</a:t>
            </a:r>
            <a:r>
              <a:rPr dirty="0" sz="2500" spc="-1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attacks</a:t>
            </a:r>
            <a:r>
              <a:rPr dirty="0" sz="2500" spc="-1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send</a:t>
            </a:r>
            <a:r>
              <a:rPr dirty="0" sz="2500" spc="-2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the</a:t>
            </a:r>
            <a:r>
              <a:rPr dirty="0" sz="2500" spc="-1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traffic</a:t>
            </a:r>
            <a:r>
              <a:rPr dirty="0" sz="2500" spc="-1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from</a:t>
            </a:r>
            <a:r>
              <a:rPr dirty="0" sz="2500" spc="-1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one</a:t>
            </a:r>
            <a:r>
              <a:rPr dirty="0" sz="2500" spc="-1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source</a:t>
            </a:r>
            <a:r>
              <a:rPr dirty="0" sz="2500" spc="-2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while</a:t>
            </a:r>
            <a:r>
              <a:rPr dirty="0" sz="2500" spc="-1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 spc="-25">
                <a:solidFill>
                  <a:srgbClr val="5460A8"/>
                </a:solidFill>
                <a:latin typeface="Comic Sans MS"/>
                <a:cs typeface="Comic Sans MS"/>
              </a:rPr>
              <a:t>the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distributed</a:t>
            </a:r>
            <a:r>
              <a:rPr dirty="0" sz="2500" spc="-5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variety</a:t>
            </a:r>
            <a:r>
              <a:rPr dirty="0" sz="2500" spc="-4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sends</a:t>
            </a:r>
            <a:r>
              <a:rPr dirty="0" sz="2500" spc="-4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it</a:t>
            </a:r>
            <a:r>
              <a:rPr dirty="0" sz="2500" spc="-4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from</a:t>
            </a:r>
            <a:r>
              <a:rPr dirty="0" sz="2500" spc="-4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multiple</a:t>
            </a:r>
            <a:r>
              <a:rPr dirty="0" sz="2500" spc="-4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 spc="-10">
                <a:solidFill>
                  <a:srgbClr val="5460A8"/>
                </a:solidFill>
                <a:latin typeface="Comic Sans MS"/>
                <a:cs typeface="Comic Sans MS"/>
              </a:rPr>
              <a:t>sources.</a:t>
            </a:r>
            <a:endParaRPr sz="2500">
              <a:latin typeface="Comic Sans MS"/>
              <a:cs typeface="Comic Sans MS"/>
            </a:endParaRPr>
          </a:p>
          <a:p>
            <a:pPr algn="just" marL="12700" marR="5080">
              <a:lnSpc>
                <a:spcPct val="114999"/>
              </a:lnSpc>
              <a:spcBef>
                <a:spcPts val="3450"/>
              </a:spcBef>
            </a:pP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Some</a:t>
            </a:r>
            <a:r>
              <a:rPr dirty="0" sz="2500" spc="16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best</a:t>
            </a:r>
            <a:r>
              <a:rPr dirty="0" sz="2500" spc="16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practices</a:t>
            </a:r>
            <a:r>
              <a:rPr dirty="0" sz="2500" spc="16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to</a:t>
            </a:r>
            <a:r>
              <a:rPr dirty="0" sz="2500" spc="16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keep</a:t>
            </a:r>
            <a:r>
              <a:rPr dirty="0" sz="2500" spc="16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from</a:t>
            </a:r>
            <a:r>
              <a:rPr dirty="0" sz="2500" spc="16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getting</a:t>
            </a:r>
            <a:r>
              <a:rPr dirty="0" sz="2500" spc="16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overwhelmed</a:t>
            </a:r>
            <a:r>
              <a:rPr dirty="0" sz="2500" spc="16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by</a:t>
            </a:r>
            <a:r>
              <a:rPr dirty="0" sz="2500" spc="16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 spc="-10">
                <a:solidFill>
                  <a:srgbClr val="5460A8"/>
                </a:solidFill>
                <a:latin typeface="Comic Sans MS"/>
                <a:cs typeface="Comic Sans MS"/>
              </a:rPr>
              <a:t>malicious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traffic</a:t>
            </a:r>
            <a:r>
              <a:rPr dirty="0" sz="2500" spc="48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include</a:t>
            </a:r>
            <a:r>
              <a:rPr dirty="0" sz="2500" spc="48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rate</a:t>
            </a:r>
            <a:r>
              <a:rPr dirty="0" sz="2500" spc="484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limiting,</a:t>
            </a:r>
            <a:r>
              <a:rPr dirty="0" sz="2500" spc="48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network</a:t>
            </a:r>
            <a:r>
              <a:rPr dirty="0" sz="2500" spc="484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segmentation,</a:t>
            </a:r>
            <a:r>
              <a:rPr dirty="0" sz="2500" spc="48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and</a:t>
            </a:r>
            <a:r>
              <a:rPr dirty="0" sz="2500" spc="484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 spc="-10">
                <a:solidFill>
                  <a:srgbClr val="5460A8"/>
                </a:solidFill>
                <a:latin typeface="Comic Sans MS"/>
                <a:cs typeface="Comic Sans MS"/>
              </a:rPr>
              <a:t>continuous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monitoring</a:t>
            </a:r>
            <a:r>
              <a:rPr dirty="0" sz="2500" spc="-6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plus</a:t>
            </a:r>
            <a:r>
              <a:rPr dirty="0" sz="2500" spc="-5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immediate</a:t>
            </a:r>
            <a:r>
              <a:rPr dirty="0" sz="2500" spc="-5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response</a:t>
            </a:r>
            <a:r>
              <a:rPr dirty="0" sz="2500" spc="-5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capabilities</a:t>
            </a:r>
            <a:r>
              <a:rPr dirty="0" sz="2500" spc="-5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if</a:t>
            </a:r>
            <a:r>
              <a:rPr dirty="0" sz="2500" spc="-5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an</a:t>
            </a:r>
            <a:r>
              <a:rPr dirty="0" sz="2500" spc="-5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attack</a:t>
            </a:r>
            <a:r>
              <a:rPr dirty="0" sz="2500" spc="-5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 spc="-10">
                <a:solidFill>
                  <a:srgbClr val="5460A8"/>
                </a:solidFill>
                <a:latin typeface="Comic Sans MS"/>
                <a:cs typeface="Comic Sans MS"/>
              </a:rPr>
              <a:t>occurs.</a:t>
            </a:r>
            <a:endParaRPr sz="2500">
              <a:latin typeface="Comic Sans MS"/>
              <a:cs typeface="Comic Sans MS"/>
            </a:endParaRPr>
          </a:p>
          <a:p>
            <a:pPr algn="just" marL="12700" marR="5080">
              <a:lnSpc>
                <a:spcPct val="114999"/>
              </a:lnSpc>
              <a:spcBef>
                <a:spcPts val="3450"/>
              </a:spcBef>
            </a:pP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In</a:t>
            </a:r>
            <a:r>
              <a:rPr dirty="0" sz="2500" spc="37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a</a:t>
            </a:r>
            <a:r>
              <a:rPr dirty="0" sz="2500" spc="37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500" spc="-10">
                <a:solidFill>
                  <a:srgbClr val="5460A8"/>
                </a:solidFill>
                <a:latin typeface="Comic Sans MS"/>
                <a:cs typeface="Comic Sans MS"/>
              </a:rPr>
              <a:t>denial-of-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service</a:t>
            </a:r>
            <a:r>
              <a:rPr dirty="0" sz="2500" spc="38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attack</a:t>
            </a:r>
            <a:r>
              <a:rPr dirty="0" sz="2500" spc="37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(DDoS</a:t>
            </a:r>
            <a:r>
              <a:rPr dirty="0" sz="2500" spc="38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attack),</a:t>
            </a:r>
            <a:r>
              <a:rPr dirty="0" sz="2500" spc="37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a</a:t>
            </a:r>
            <a:r>
              <a:rPr dirty="0" sz="2500" spc="37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threat</a:t>
            </a:r>
            <a:r>
              <a:rPr dirty="0" sz="2500" spc="38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500" spc="-10">
                <a:solidFill>
                  <a:srgbClr val="5460A8"/>
                </a:solidFill>
                <a:latin typeface="Comic Sans MS"/>
                <a:cs typeface="Comic Sans MS"/>
              </a:rPr>
              <a:t>actor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overwhelms</a:t>
            </a:r>
            <a:r>
              <a:rPr dirty="0" sz="2500" spc="11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a</a:t>
            </a:r>
            <a:r>
              <a:rPr dirty="0" sz="2500" spc="11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network</a:t>
            </a:r>
            <a:r>
              <a:rPr dirty="0" sz="2500" spc="114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or</a:t>
            </a:r>
            <a:r>
              <a:rPr dirty="0" sz="2500" spc="11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system</a:t>
            </a:r>
            <a:r>
              <a:rPr dirty="0" sz="2500" spc="114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with</a:t>
            </a:r>
            <a:r>
              <a:rPr dirty="0" sz="2500" spc="11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traffic</a:t>
            </a:r>
            <a:r>
              <a:rPr dirty="0" sz="2500" spc="114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until</a:t>
            </a:r>
            <a:r>
              <a:rPr dirty="0" sz="2500" spc="11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it</a:t>
            </a:r>
            <a:r>
              <a:rPr dirty="0" sz="2500" spc="114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slows</a:t>
            </a:r>
            <a:r>
              <a:rPr dirty="0" sz="2500" spc="11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500" spc="-25">
                <a:solidFill>
                  <a:srgbClr val="5460A8"/>
                </a:solidFill>
                <a:latin typeface="Comic Sans MS"/>
                <a:cs typeface="Comic Sans MS"/>
              </a:rPr>
              <a:t>or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crashes.</a:t>
            </a:r>
            <a:r>
              <a:rPr dirty="0" sz="2500" spc="-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Typically,</a:t>
            </a:r>
            <a:r>
              <a:rPr dirty="0" sz="2500" spc="-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attackers</a:t>
            </a:r>
            <a:r>
              <a:rPr dirty="0" sz="2500" spc="-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target</a:t>
            </a:r>
            <a:r>
              <a:rPr dirty="0" sz="2500" spc="-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 spc="-10">
                <a:solidFill>
                  <a:srgbClr val="5460A8"/>
                </a:solidFill>
                <a:latin typeface="Comic Sans MS"/>
                <a:cs typeface="Comic Sans MS"/>
              </a:rPr>
              <a:t>high-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profile</a:t>
            </a:r>
            <a:r>
              <a:rPr dirty="0" sz="2500" spc="-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companies</a:t>
            </a:r>
            <a:r>
              <a:rPr dirty="0" sz="2500" spc="-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like</a:t>
            </a:r>
            <a:r>
              <a:rPr dirty="0" sz="2500" spc="-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 spc="-10">
                <a:solidFill>
                  <a:srgbClr val="5460A8"/>
                </a:solidFill>
                <a:latin typeface="Comic Sans MS"/>
                <a:cs typeface="Comic Sans MS"/>
              </a:rPr>
              <a:t>banks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or</a:t>
            </a:r>
            <a:r>
              <a:rPr dirty="0" sz="2500" spc="36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governments</a:t>
            </a:r>
            <a:r>
              <a:rPr dirty="0" sz="2500" spc="36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with</a:t>
            </a:r>
            <a:r>
              <a:rPr dirty="0" sz="2500" spc="36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the</a:t>
            </a:r>
            <a:r>
              <a:rPr dirty="0" sz="2500" spc="36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goal</a:t>
            </a:r>
            <a:r>
              <a:rPr dirty="0" sz="2500" spc="36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of</a:t>
            </a:r>
            <a:r>
              <a:rPr dirty="0" sz="2500" spc="36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costing</a:t>
            </a:r>
            <a:r>
              <a:rPr dirty="0" sz="2500" spc="36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them</a:t>
            </a:r>
            <a:r>
              <a:rPr dirty="0" sz="2500" spc="36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time</a:t>
            </a:r>
            <a:r>
              <a:rPr dirty="0" sz="2500" spc="36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and</a:t>
            </a:r>
            <a:r>
              <a:rPr dirty="0" sz="2500" spc="36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money,</a:t>
            </a:r>
            <a:r>
              <a:rPr dirty="0" sz="2500" spc="36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 spc="-25">
                <a:solidFill>
                  <a:srgbClr val="5460A8"/>
                </a:solidFill>
                <a:latin typeface="Comic Sans MS"/>
                <a:cs typeface="Comic Sans MS"/>
              </a:rPr>
              <a:t>but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organizations</a:t>
            </a:r>
            <a:r>
              <a:rPr dirty="0" sz="2500" spc="-4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of</a:t>
            </a:r>
            <a:r>
              <a:rPr dirty="0" sz="2500" spc="-4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all</a:t>
            </a:r>
            <a:r>
              <a:rPr dirty="0" sz="2500" spc="-4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sizes</a:t>
            </a:r>
            <a:r>
              <a:rPr dirty="0" sz="2500" spc="-4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can</a:t>
            </a:r>
            <a:r>
              <a:rPr dirty="0" sz="2500" spc="-3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be</a:t>
            </a:r>
            <a:r>
              <a:rPr dirty="0" sz="2500" spc="-4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victims</a:t>
            </a:r>
            <a:r>
              <a:rPr dirty="0" sz="2500" spc="-4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of</a:t>
            </a:r>
            <a:r>
              <a:rPr dirty="0" sz="2500" spc="-4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this</a:t>
            </a:r>
            <a:r>
              <a:rPr dirty="0" sz="2500" spc="-4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type</a:t>
            </a:r>
            <a:r>
              <a:rPr dirty="0" sz="2500" spc="-3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of</a:t>
            </a:r>
            <a:r>
              <a:rPr dirty="0" sz="2500" spc="-4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 spc="-10">
                <a:solidFill>
                  <a:srgbClr val="5460A8"/>
                </a:solidFill>
                <a:latin typeface="Comic Sans MS"/>
                <a:cs typeface="Comic Sans MS"/>
              </a:rPr>
              <a:t>attack.</a:t>
            </a:r>
            <a:endParaRPr sz="2500">
              <a:latin typeface="Comic Sans MS"/>
              <a:cs typeface="Comic Sans MS"/>
            </a:endParaRPr>
          </a:p>
        </p:txBody>
      </p: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945868" y="5022530"/>
            <a:ext cx="114300" cy="11429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945868" y="6336980"/>
            <a:ext cx="114300" cy="114299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945868" y="8089579"/>
            <a:ext cx="114300" cy="114299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0299" y="0"/>
            <a:ext cx="16668749" cy="10286999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8038465" cy="10287000"/>
            <a:chOff x="0" y="0"/>
            <a:chExt cx="8038465" cy="102870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8038465" cy="10287000"/>
            </a:xfrm>
            <a:custGeom>
              <a:avLst/>
              <a:gdLst/>
              <a:ahLst/>
              <a:cxnLst/>
              <a:rect l="l" t="t" r="r" b="b"/>
              <a:pathLst>
                <a:path w="8038465" h="10287000">
                  <a:moveTo>
                    <a:pt x="7214878" y="10287000"/>
                  </a:moveTo>
                  <a:lnTo>
                    <a:pt x="7285409" y="7328219"/>
                  </a:lnTo>
                  <a:lnTo>
                    <a:pt x="7599718" y="7541090"/>
                  </a:lnTo>
                  <a:lnTo>
                    <a:pt x="7708468" y="7802370"/>
                  </a:lnTo>
                  <a:lnTo>
                    <a:pt x="7732673" y="8157691"/>
                  </a:lnTo>
                  <a:lnTo>
                    <a:pt x="8006222" y="8586022"/>
                  </a:lnTo>
                  <a:lnTo>
                    <a:pt x="7880827" y="9043658"/>
                  </a:lnTo>
                  <a:lnTo>
                    <a:pt x="7587575" y="9287249"/>
                  </a:lnTo>
                  <a:lnTo>
                    <a:pt x="7563743" y="10287000"/>
                  </a:lnTo>
                  <a:lnTo>
                    <a:pt x="7214878" y="10287000"/>
                  </a:lnTo>
                  <a:close/>
                </a:path>
                <a:path w="8038465" h="10287000">
                  <a:moveTo>
                    <a:pt x="7563743" y="10287000"/>
                  </a:moveTo>
                  <a:lnTo>
                    <a:pt x="7587575" y="9287249"/>
                  </a:lnTo>
                  <a:lnTo>
                    <a:pt x="7659301" y="9761868"/>
                  </a:lnTo>
                  <a:lnTo>
                    <a:pt x="7839357" y="9989717"/>
                  </a:lnTo>
                  <a:lnTo>
                    <a:pt x="7826355" y="10287000"/>
                  </a:lnTo>
                  <a:lnTo>
                    <a:pt x="7563743" y="10287000"/>
                  </a:lnTo>
                  <a:close/>
                </a:path>
                <a:path w="8038465" h="10287000">
                  <a:moveTo>
                    <a:pt x="7767526" y="1274543"/>
                  </a:moveTo>
                  <a:lnTo>
                    <a:pt x="7795037" y="120455"/>
                  </a:lnTo>
                  <a:lnTo>
                    <a:pt x="8037839" y="869878"/>
                  </a:lnTo>
                  <a:lnTo>
                    <a:pt x="7858604" y="1174409"/>
                  </a:lnTo>
                  <a:lnTo>
                    <a:pt x="7767526" y="1274543"/>
                  </a:lnTo>
                  <a:close/>
                </a:path>
                <a:path w="8038465" h="10287000">
                  <a:moveTo>
                    <a:pt x="0" y="0"/>
                  </a:moveTo>
                  <a:lnTo>
                    <a:pt x="7846322" y="0"/>
                  </a:lnTo>
                  <a:lnTo>
                    <a:pt x="7795037" y="120455"/>
                  </a:lnTo>
                  <a:lnTo>
                    <a:pt x="7767526" y="1274543"/>
                  </a:lnTo>
                  <a:lnTo>
                    <a:pt x="7502115" y="1566348"/>
                  </a:lnTo>
                  <a:lnTo>
                    <a:pt x="7480618" y="2468139"/>
                  </a:lnTo>
                  <a:lnTo>
                    <a:pt x="7479267" y="2473298"/>
                  </a:lnTo>
                  <a:lnTo>
                    <a:pt x="7444917" y="3914300"/>
                  </a:lnTo>
                  <a:lnTo>
                    <a:pt x="7336413" y="4054937"/>
                  </a:lnTo>
                  <a:lnTo>
                    <a:pt x="7286341" y="6155437"/>
                  </a:lnTo>
                  <a:lnTo>
                    <a:pt x="7257231" y="6232609"/>
                  </a:lnTo>
                  <a:lnTo>
                    <a:pt x="7160583" y="10287000"/>
                  </a:lnTo>
                  <a:lnTo>
                    <a:pt x="0" y="10287000"/>
                  </a:lnTo>
                  <a:lnTo>
                    <a:pt x="0" y="0"/>
                  </a:lnTo>
                  <a:close/>
                </a:path>
                <a:path w="8038465" h="10287000">
                  <a:moveTo>
                    <a:pt x="7444917" y="3914300"/>
                  </a:moveTo>
                  <a:lnTo>
                    <a:pt x="7479267" y="2473298"/>
                  </a:lnTo>
                  <a:lnTo>
                    <a:pt x="7497761" y="2820867"/>
                  </a:lnTo>
                  <a:lnTo>
                    <a:pt x="7568899" y="3196468"/>
                  </a:lnTo>
                  <a:lnTo>
                    <a:pt x="7691417" y="3653136"/>
                  </a:lnTo>
                  <a:lnTo>
                    <a:pt x="7444917" y="3914300"/>
                  </a:lnTo>
                  <a:close/>
                </a:path>
                <a:path w="8038465" h="10287000">
                  <a:moveTo>
                    <a:pt x="7480618" y="2468139"/>
                  </a:moveTo>
                  <a:lnTo>
                    <a:pt x="7502115" y="1566348"/>
                  </a:lnTo>
                  <a:lnTo>
                    <a:pt x="7603594" y="1998685"/>
                  </a:lnTo>
                  <a:lnTo>
                    <a:pt x="7480618" y="2468139"/>
                  </a:lnTo>
                  <a:close/>
                </a:path>
                <a:path w="8038465" h="10287000">
                  <a:moveTo>
                    <a:pt x="7160583" y="10287000"/>
                  </a:moveTo>
                  <a:lnTo>
                    <a:pt x="7257231" y="6232609"/>
                  </a:lnTo>
                  <a:lnTo>
                    <a:pt x="7464003" y="6524969"/>
                  </a:lnTo>
                  <a:lnTo>
                    <a:pt x="7323921" y="6794811"/>
                  </a:lnTo>
                  <a:lnTo>
                    <a:pt x="7313028" y="7251789"/>
                  </a:lnTo>
                  <a:lnTo>
                    <a:pt x="7285409" y="7328219"/>
                  </a:lnTo>
                  <a:lnTo>
                    <a:pt x="7214878" y="10287000"/>
                  </a:lnTo>
                  <a:lnTo>
                    <a:pt x="7160583" y="10287000"/>
                  </a:lnTo>
                  <a:close/>
                </a:path>
                <a:path w="8038465" h="10287000">
                  <a:moveTo>
                    <a:pt x="7286341" y="6155437"/>
                  </a:moveTo>
                  <a:lnTo>
                    <a:pt x="7310561" y="5139433"/>
                  </a:lnTo>
                  <a:lnTo>
                    <a:pt x="7419227" y="5466059"/>
                  </a:lnTo>
                  <a:lnTo>
                    <a:pt x="7456806" y="5703532"/>
                  </a:lnTo>
                  <a:lnTo>
                    <a:pt x="7286341" y="6155437"/>
                  </a:lnTo>
                  <a:close/>
                </a:path>
                <a:path w="8038465" h="10287000">
                  <a:moveTo>
                    <a:pt x="7313028" y="7251789"/>
                  </a:moveTo>
                  <a:lnTo>
                    <a:pt x="7323921" y="6794811"/>
                  </a:lnTo>
                  <a:lnTo>
                    <a:pt x="7399828" y="7011580"/>
                  </a:lnTo>
                  <a:lnTo>
                    <a:pt x="7313028" y="7251789"/>
                  </a:lnTo>
                  <a:close/>
                </a:path>
                <a:path w="8038465" h="10287000">
                  <a:moveTo>
                    <a:pt x="7310561" y="5139433"/>
                  </a:moveTo>
                  <a:lnTo>
                    <a:pt x="7336413" y="4054937"/>
                  </a:lnTo>
                  <a:lnTo>
                    <a:pt x="7406656" y="4447468"/>
                  </a:lnTo>
                  <a:lnTo>
                    <a:pt x="7377527" y="4803728"/>
                  </a:lnTo>
                  <a:lnTo>
                    <a:pt x="7310561" y="5139433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7855584" cy="10287000"/>
            </a:xfrm>
            <a:custGeom>
              <a:avLst/>
              <a:gdLst/>
              <a:ahLst/>
              <a:cxnLst/>
              <a:rect l="l" t="t" r="r" b="b"/>
              <a:pathLst>
                <a:path w="7855584" h="10287000">
                  <a:moveTo>
                    <a:pt x="7513358" y="8906835"/>
                  </a:moveTo>
                  <a:lnTo>
                    <a:pt x="7537499" y="7894104"/>
                  </a:lnTo>
                  <a:lnTo>
                    <a:pt x="7855359" y="8236279"/>
                  </a:lnTo>
                  <a:lnTo>
                    <a:pt x="7854099" y="8577728"/>
                  </a:lnTo>
                  <a:lnTo>
                    <a:pt x="7513358" y="8906835"/>
                  </a:lnTo>
                  <a:close/>
                </a:path>
                <a:path w="7855584" h="10287000">
                  <a:moveTo>
                    <a:pt x="7362286" y="10287000"/>
                  </a:moveTo>
                  <a:lnTo>
                    <a:pt x="7392401" y="9023662"/>
                  </a:lnTo>
                  <a:lnTo>
                    <a:pt x="7463647" y="9497779"/>
                  </a:lnTo>
                  <a:lnTo>
                    <a:pt x="7643453" y="9725868"/>
                  </a:lnTo>
                  <a:lnTo>
                    <a:pt x="7649466" y="10256899"/>
                  </a:lnTo>
                  <a:lnTo>
                    <a:pt x="7635295" y="10287000"/>
                  </a:lnTo>
                  <a:lnTo>
                    <a:pt x="7362286" y="10287000"/>
                  </a:lnTo>
                  <a:close/>
                </a:path>
                <a:path w="7855584" h="10287000">
                  <a:moveTo>
                    <a:pt x="0" y="0"/>
                  </a:moveTo>
                  <a:lnTo>
                    <a:pt x="7646400" y="0"/>
                  </a:lnTo>
                  <a:lnTo>
                    <a:pt x="7842653" y="606783"/>
                  </a:lnTo>
                  <a:lnTo>
                    <a:pt x="7663418" y="911314"/>
                  </a:lnTo>
                  <a:lnTo>
                    <a:pt x="7306930" y="1303254"/>
                  </a:lnTo>
                  <a:lnTo>
                    <a:pt x="7285414" y="2205834"/>
                  </a:lnTo>
                  <a:lnTo>
                    <a:pt x="7284064" y="2210939"/>
                  </a:lnTo>
                  <a:lnTo>
                    <a:pt x="7249713" y="3651941"/>
                  </a:lnTo>
                  <a:lnTo>
                    <a:pt x="7031253" y="3860219"/>
                  </a:lnTo>
                  <a:lnTo>
                    <a:pt x="6878051" y="10287000"/>
                  </a:lnTo>
                  <a:lnTo>
                    <a:pt x="0" y="10287000"/>
                  </a:lnTo>
                  <a:lnTo>
                    <a:pt x="0" y="0"/>
                  </a:lnTo>
                  <a:close/>
                </a:path>
                <a:path w="7855584" h="10287000">
                  <a:moveTo>
                    <a:pt x="7012684" y="10287000"/>
                  </a:moveTo>
                  <a:lnTo>
                    <a:pt x="7089493" y="7064862"/>
                  </a:lnTo>
                  <a:lnTo>
                    <a:pt x="7408015" y="7152542"/>
                  </a:lnTo>
                  <a:lnTo>
                    <a:pt x="7612487" y="7531076"/>
                  </a:lnTo>
                  <a:lnTo>
                    <a:pt x="7537499" y="7894104"/>
                  </a:lnTo>
                  <a:lnTo>
                    <a:pt x="7513358" y="8906835"/>
                  </a:lnTo>
                  <a:lnTo>
                    <a:pt x="7392401" y="9023662"/>
                  </a:lnTo>
                  <a:lnTo>
                    <a:pt x="7362286" y="10287000"/>
                  </a:lnTo>
                  <a:lnTo>
                    <a:pt x="7012684" y="10287000"/>
                  </a:lnTo>
                  <a:close/>
                </a:path>
                <a:path w="7855584" h="10287000">
                  <a:moveTo>
                    <a:pt x="7249713" y="3651941"/>
                  </a:moveTo>
                  <a:lnTo>
                    <a:pt x="7284064" y="2210939"/>
                  </a:lnTo>
                  <a:lnTo>
                    <a:pt x="7302558" y="2558508"/>
                  </a:lnTo>
                  <a:lnTo>
                    <a:pt x="7373702" y="2933864"/>
                  </a:lnTo>
                  <a:lnTo>
                    <a:pt x="7496459" y="3390783"/>
                  </a:lnTo>
                  <a:lnTo>
                    <a:pt x="7249713" y="3651941"/>
                  </a:lnTo>
                  <a:close/>
                </a:path>
                <a:path w="7855584" h="10287000">
                  <a:moveTo>
                    <a:pt x="7091865" y="5893517"/>
                  </a:moveTo>
                  <a:lnTo>
                    <a:pt x="7116124" y="4875865"/>
                  </a:lnTo>
                  <a:lnTo>
                    <a:pt x="7377056" y="5122348"/>
                  </a:lnTo>
                  <a:lnTo>
                    <a:pt x="7262854" y="5440220"/>
                  </a:lnTo>
                  <a:lnTo>
                    <a:pt x="7091865" y="5893517"/>
                  </a:lnTo>
                  <a:close/>
                </a:path>
                <a:path w="7855584" h="10287000">
                  <a:moveTo>
                    <a:pt x="7285414" y="2205834"/>
                  </a:moveTo>
                  <a:lnTo>
                    <a:pt x="7306930" y="1303254"/>
                  </a:lnTo>
                  <a:lnTo>
                    <a:pt x="7409624" y="1736110"/>
                  </a:lnTo>
                  <a:lnTo>
                    <a:pt x="7285414" y="2205834"/>
                  </a:lnTo>
                  <a:close/>
                </a:path>
                <a:path w="7855584" h="10287000">
                  <a:moveTo>
                    <a:pt x="6960354" y="10287000"/>
                  </a:moveTo>
                  <a:lnTo>
                    <a:pt x="7063279" y="5969298"/>
                  </a:lnTo>
                  <a:lnTo>
                    <a:pt x="7269806" y="6261652"/>
                  </a:lnTo>
                  <a:lnTo>
                    <a:pt x="7129963" y="6531746"/>
                  </a:lnTo>
                  <a:lnTo>
                    <a:pt x="7119223" y="6982289"/>
                  </a:lnTo>
                  <a:lnTo>
                    <a:pt x="7089493" y="7064862"/>
                  </a:lnTo>
                  <a:lnTo>
                    <a:pt x="7012684" y="10287000"/>
                  </a:lnTo>
                  <a:lnTo>
                    <a:pt x="6960354" y="10287000"/>
                  </a:lnTo>
                  <a:close/>
                </a:path>
                <a:path w="7855584" h="10287000">
                  <a:moveTo>
                    <a:pt x="6878051" y="10287000"/>
                  </a:moveTo>
                  <a:lnTo>
                    <a:pt x="7031253" y="3860219"/>
                  </a:lnTo>
                  <a:lnTo>
                    <a:pt x="7210500" y="4183859"/>
                  </a:lnTo>
                  <a:lnTo>
                    <a:pt x="7280664" y="4693080"/>
                  </a:lnTo>
                  <a:lnTo>
                    <a:pt x="7116124" y="4875865"/>
                  </a:lnTo>
                  <a:lnTo>
                    <a:pt x="7091865" y="5893517"/>
                  </a:lnTo>
                  <a:lnTo>
                    <a:pt x="7063279" y="5969298"/>
                  </a:lnTo>
                  <a:lnTo>
                    <a:pt x="6960354" y="10287000"/>
                  </a:lnTo>
                  <a:lnTo>
                    <a:pt x="6878051" y="10287000"/>
                  </a:lnTo>
                  <a:close/>
                </a:path>
                <a:path w="7855584" h="10287000">
                  <a:moveTo>
                    <a:pt x="7119223" y="6982289"/>
                  </a:moveTo>
                  <a:lnTo>
                    <a:pt x="7129963" y="6531746"/>
                  </a:lnTo>
                  <a:lnTo>
                    <a:pt x="7203941" y="6746994"/>
                  </a:lnTo>
                  <a:lnTo>
                    <a:pt x="7119223" y="69822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7455534" cy="10287000"/>
            </a:xfrm>
            <a:custGeom>
              <a:avLst/>
              <a:gdLst/>
              <a:ahLst/>
              <a:cxnLst/>
              <a:rect l="l" t="t" r="r" b="b"/>
              <a:pathLst>
                <a:path w="7455534" h="10287000">
                  <a:moveTo>
                    <a:pt x="7113128" y="8897294"/>
                  </a:moveTo>
                  <a:lnTo>
                    <a:pt x="7137269" y="7884563"/>
                  </a:lnTo>
                  <a:lnTo>
                    <a:pt x="7455129" y="8226739"/>
                  </a:lnTo>
                  <a:lnTo>
                    <a:pt x="7453869" y="8568187"/>
                  </a:lnTo>
                  <a:lnTo>
                    <a:pt x="7113128" y="8897294"/>
                  </a:lnTo>
                  <a:close/>
                </a:path>
                <a:path w="7455534" h="10287000">
                  <a:moveTo>
                    <a:pt x="6961828" y="10287000"/>
                  </a:moveTo>
                  <a:lnTo>
                    <a:pt x="6992171" y="9014121"/>
                  </a:lnTo>
                  <a:lnTo>
                    <a:pt x="7064154" y="9488256"/>
                  </a:lnTo>
                  <a:lnTo>
                    <a:pt x="7243959" y="9716345"/>
                  </a:lnTo>
                  <a:lnTo>
                    <a:pt x="7249218" y="10248094"/>
                  </a:lnTo>
                  <a:lnTo>
                    <a:pt x="7230870" y="10287000"/>
                  </a:lnTo>
                  <a:lnTo>
                    <a:pt x="6961828" y="10287000"/>
                  </a:lnTo>
                  <a:close/>
                </a:path>
                <a:path w="7455534" h="10287000">
                  <a:moveTo>
                    <a:pt x="0" y="0"/>
                  </a:moveTo>
                  <a:lnTo>
                    <a:pt x="7253029" y="0"/>
                  </a:lnTo>
                  <a:lnTo>
                    <a:pt x="7321853" y="200564"/>
                  </a:lnTo>
                  <a:lnTo>
                    <a:pt x="7405113" y="455417"/>
                  </a:lnTo>
                  <a:lnTo>
                    <a:pt x="7441704" y="596488"/>
                  </a:lnTo>
                  <a:lnTo>
                    <a:pt x="7429594" y="688685"/>
                  </a:lnTo>
                  <a:lnTo>
                    <a:pt x="7371847" y="1032847"/>
                  </a:lnTo>
                  <a:lnTo>
                    <a:pt x="6885061" y="1346015"/>
                  </a:lnTo>
                  <a:lnTo>
                    <a:pt x="6845235" y="3016749"/>
                  </a:lnTo>
                  <a:lnTo>
                    <a:pt x="6765524" y="3088369"/>
                  </a:lnTo>
                  <a:lnTo>
                    <a:pt x="6706464" y="3138813"/>
                  </a:lnTo>
                  <a:lnTo>
                    <a:pt x="6684412" y="4063909"/>
                  </a:lnTo>
                  <a:lnTo>
                    <a:pt x="6650971" y="4240290"/>
                  </a:lnTo>
                  <a:lnTo>
                    <a:pt x="6641489" y="4638061"/>
                  </a:lnTo>
                  <a:lnTo>
                    <a:pt x="6559218" y="4791346"/>
                  </a:lnTo>
                  <a:lnTo>
                    <a:pt x="6428212" y="10287000"/>
                  </a:lnTo>
                  <a:lnTo>
                    <a:pt x="0" y="10287000"/>
                  </a:lnTo>
                  <a:lnTo>
                    <a:pt x="0" y="0"/>
                  </a:lnTo>
                  <a:close/>
                </a:path>
                <a:path w="7455534" h="10287000">
                  <a:moveTo>
                    <a:pt x="6833092" y="10287000"/>
                  </a:moveTo>
                  <a:lnTo>
                    <a:pt x="6912064" y="6974157"/>
                  </a:lnTo>
                  <a:lnTo>
                    <a:pt x="7024226" y="7277773"/>
                  </a:lnTo>
                  <a:lnTo>
                    <a:pt x="7174229" y="7467810"/>
                  </a:lnTo>
                  <a:lnTo>
                    <a:pt x="7137269" y="7884563"/>
                  </a:lnTo>
                  <a:lnTo>
                    <a:pt x="7113128" y="8897294"/>
                  </a:lnTo>
                  <a:lnTo>
                    <a:pt x="6992171" y="9014121"/>
                  </a:lnTo>
                  <a:lnTo>
                    <a:pt x="6961828" y="10287000"/>
                  </a:lnTo>
                  <a:lnTo>
                    <a:pt x="6833092" y="10287000"/>
                  </a:lnTo>
                  <a:close/>
                </a:path>
                <a:path w="7455534" h="10287000">
                  <a:moveTo>
                    <a:pt x="6845235" y="3016749"/>
                  </a:moveTo>
                  <a:lnTo>
                    <a:pt x="6885061" y="1346015"/>
                  </a:lnTo>
                  <a:lnTo>
                    <a:pt x="6904927" y="1397204"/>
                  </a:lnTo>
                  <a:lnTo>
                    <a:pt x="6948402" y="1514087"/>
                  </a:lnTo>
                  <a:lnTo>
                    <a:pt x="6991300" y="1641643"/>
                  </a:lnTo>
                  <a:lnTo>
                    <a:pt x="7009435" y="1724849"/>
                  </a:lnTo>
                  <a:lnTo>
                    <a:pt x="7009429" y="1758706"/>
                  </a:lnTo>
                  <a:lnTo>
                    <a:pt x="7011500" y="1807503"/>
                  </a:lnTo>
                  <a:lnTo>
                    <a:pt x="7021925" y="1983775"/>
                  </a:lnTo>
                  <a:lnTo>
                    <a:pt x="7024056" y="2032573"/>
                  </a:lnTo>
                  <a:lnTo>
                    <a:pt x="7024140" y="2066432"/>
                  </a:lnTo>
                  <a:lnTo>
                    <a:pt x="7045461" y="2137930"/>
                  </a:lnTo>
                  <a:lnTo>
                    <a:pt x="7095126" y="2239723"/>
                  </a:lnTo>
                  <a:lnTo>
                    <a:pt x="7145322" y="2330841"/>
                  </a:lnTo>
                  <a:lnTo>
                    <a:pt x="7168235" y="2370318"/>
                  </a:lnTo>
                  <a:lnTo>
                    <a:pt x="7121105" y="2634308"/>
                  </a:lnTo>
                  <a:lnTo>
                    <a:pt x="7102403" y="2730617"/>
                  </a:lnTo>
                  <a:lnTo>
                    <a:pt x="7032121" y="2834410"/>
                  </a:lnTo>
                  <a:lnTo>
                    <a:pt x="6896952" y="2970281"/>
                  </a:lnTo>
                  <a:lnTo>
                    <a:pt x="6845235" y="3016749"/>
                  </a:lnTo>
                  <a:close/>
                </a:path>
                <a:path w="7455534" h="10287000">
                  <a:moveTo>
                    <a:pt x="6736049" y="10287000"/>
                  </a:moveTo>
                  <a:lnTo>
                    <a:pt x="6842619" y="5816392"/>
                  </a:lnTo>
                  <a:lnTo>
                    <a:pt x="6868576" y="6252824"/>
                  </a:lnTo>
                  <a:lnTo>
                    <a:pt x="6965954" y="6537663"/>
                  </a:lnTo>
                  <a:lnTo>
                    <a:pt x="6956268" y="6727578"/>
                  </a:lnTo>
                  <a:lnTo>
                    <a:pt x="6912064" y="6974157"/>
                  </a:lnTo>
                  <a:lnTo>
                    <a:pt x="6833092" y="10287000"/>
                  </a:lnTo>
                  <a:lnTo>
                    <a:pt x="6739273" y="10287000"/>
                  </a:lnTo>
                  <a:lnTo>
                    <a:pt x="6736049" y="10287000"/>
                  </a:lnTo>
                  <a:close/>
                </a:path>
                <a:path w="7455534" h="10287000">
                  <a:moveTo>
                    <a:pt x="6428212" y="10287000"/>
                  </a:moveTo>
                  <a:lnTo>
                    <a:pt x="6559218" y="4791346"/>
                  </a:lnTo>
                  <a:lnTo>
                    <a:pt x="6899580" y="5323222"/>
                  </a:lnTo>
                  <a:lnTo>
                    <a:pt x="6842619" y="5816392"/>
                  </a:lnTo>
                  <a:lnTo>
                    <a:pt x="6736049" y="10287000"/>
                  </a:lnTo>
                  <a:lnTo>
                    <a:pt x="6428212" y="10287000"/>
                  </a:lnTo>
                  <a:close/>
                </a:path>
                <a:path w="7455534" h="10287000">
                  <a:moveTo>
                    <a:pt x="6684412" y="4063909"/>
                  </a:moveTo>
                  <a:lnTo>
                    <a:pt x="6706464" y="3138813"/>
                  </a:lnTo>
                  <a:lnTo>
                    <a:pt x="6827983" y="3575558"/>
                  </a:lnTo>
                  <a:lnTo>
                    <a:pt x="6715885" y="3897903"/>
                  </a:lnTo>
                  <a:lnTo>
                    <a:pt x="6684412" y="4063909"/>
                  </a:lnTo>
                  <a:close/>
                </a:path>
                <a:path w="7455534" h="10287000">
                  <a:moveTo>
                    <a:pt x="6641489" y="4638061"/>
                  </a:moveTo>
                  <a:lnTo>
                    <a:pt x="6650971" y="4240290"/>
                  </a:lnTo>
                  <a:lnTo>
                    <a:pt x="6753070" y="4430168"/>
                  </a:lnTo>
                  <a:lnTo>
                    <a:pt x="6641489" y="4638061"/>
                  </a:lnTo>
                  <a:close/>
                </a:path>
              </a:pathLst>
            </a:custGeom>
            <a:solidFill>
              <a:srgbClr val="FFD04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15640" y="3190660"/>
              <a:ext cx="4114799" cy="4114800"/>
            </a:xfrm>
            <a:prstGeom prst="rect">
              <a:avLst/>
            </a:prstGeom>
          </p:spPr>
        </p:pic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8886368" y="1220030"/>
            <a:ext cx="7877175" cy="1511300"/>
          </a:xfrm>
          <a:prstGeom prst="rect"/>
        </p:spPr>
        <p:txBody>
          <a:bodyPr wrap="square" lIns="0" tIns="63500" rIns="0" bIns="0" rtlCol="0" vert="horz">
            <a:spAutoFit/>
          </a:bodyPr>
          <a:lstStyle/>
          <a:p>
            <a:pPr marL="12700" marR="5080">
              <a:lnSpc>
                <a:spcPts val="5700"/>
              </a:lnSpc>
              <a:spcBef>
                <a:spcPts val="500"/>
              </a:spcBef>
            </a:pPr>
            <a:r>
              <a:rPr dirty="0" sz="5000" b="0">
                <a:solidFill>
                  <a:srgbClr val="5460A8"/>
                </a:solidFill>
                <a:latin typeface="Comic Sans MS"/>
                <a:cs typeface="Comic Sans MS"/>
              </a:rPr>
              <a:t>ADVANCED</a:t>
            </a:r>
            <a:r>
              <a:rPr dirty="0" sz="5000" spc="-290" b="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5000" spc="-10" b="0">
                <a:solidFill>
                  <a:srgbClr val="5460A8"/>
                </a:solidFill>
                <a:latin typeface="Comic Sans MS"/>
                <a:cs typeface="Comic Sans MS"/>
              </a:rPr>
              <a:t>PERSISTENT </a:t>
            </a:r>
            <a:r>
              <a:rPr dirty="0" sz="5000" b="0">
                <a:solidFill>
                  <a:srgbClr val="5460A8"/>
                </a:solidFill>
                <a:latin typeface="Comic Sans MS"/>
                <a:cs typeface="Comic Sans MS"/>
              </a:rPr>
              <a:t>THREATS</a:t>
            </a:r>
            <a:r>
              <a:rPr dirty="0" sz="5000" spc="-175" b="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5000" spc="-10" b="0">
                <a:solidFill>
                  <a:srgbClr val="5460A8"/>
                </a:solidFill>
                <a:latin typeface="Comic Sans MS"/>
                <a:cs typeface="Comic Sans MS"/>
              </a:rPr>
              <a:t>(APTS)</a:t>
            </a:r>
            <a:endParaRPr sz="5000">
              <a:latin typeface="Comic Sans MS"/>
              <a:cs typeface="Comic Sans MS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72698" y="3476278"/>
            <a:ext cx="114300" cy="11429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9054529" y="3243855"/>
            <a:ext cx="8217534" cy="5969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15399"/>
              </a:lnSpc>
              <a:spcBef>
                <a:spcPts val="100"/>
              </a:spcBef>
            </a:pP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Advanced</a:t>
            </a:r>
            <a:r>
              <a:rPr dirty="0" sz="2600" spc="-5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Persistent</a:t>
            </a:r>
            <a:r>
              <a:rPr dirty="0" sz="2600" spc="-4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Threats</a:t>
            </a:r>
            <a:r>
              <a:rPr dirty="0" sz="2600" spc="-5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(APTs)</a:t>
            </a:r>
            <a:r>
              <a:rPr dirty="0" sz="2600" spc="-4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are</a:t>
            </a:r>
            <a:r>
              <a:rPr dirty="0" sz="2600" spc="-4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 spc="-10">
                <a:solidFill>
                  <a:srgbClr val="5460A8"/>
                </a:solidFill>
                <a:latin typeface="Comic Sans MS"/>
                <a:cs typeface="Comic Sans MS"/>
              </a:rPr>
              <a:t>stealthy, </a:t>
            </a:r>
            <a:r>
              <a:rPr dirty="0" sz="2600" spc="-20">
                <a:solidFill>
                  <a:srgbClr val="5460A8"/>
                </a:solidFill>
                <a:latin typeface="Comic Sans MS"/>
                <a:cs typeface="Comic Sans MS"/>
              </a:rPr>
              <a:t>long-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term</a:t>
            </a:r>
            <a:r>
              <a:rPr dirty="0" sz="2600" spc="40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cyberattacks</a:t>
            </a:r>
            <a:r>
              <a:rPr dirty="0" sz="2600" spc="40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where</a:t>
            </a:r>
            <a:r>
              <a:rPr dirty="0" sz="2600" spc="409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skilled</a:t>
            </a:r>
            <a:r>
              <a:rPr dirty="0" sz="2600" spc="40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 spc="-10">
                <a:solidFill>
                  <a:srgbClr val="5460A8"/>
                </a:solidFill>
                <a:latin typeface="Comic Sans MS"/>
                <a:cs typeface="Comic Sans MS"/>
              </a:rPr>
              <a:t>attackers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(often</a:t>
            </a:r>
            <a:r>
              <a:rPr dirty="0" sz="2600" spc="2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 spc="-10">
                <a:solidFill>
                  <a:srgbClr val="5460A8"/>
                </a:solidFill>
                <a:latin typeface="Comic Sans MS"/>
                <a:cs typeface="Comic Sans MS"/>
              </a:rPr>
              <a:t>state-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sponsored)</a:t>
            </a:r>
            <a:r>
              <a:rPr dirty="0" sz="2600" spc="2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infiltrate</a:t>
            </a:r>
            <a:r>
              <a:rPr dirty="0" sz="2600" spc="2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a</a:t>
            </a:r>
            <a:r>
              <a:rPr dirty="0" sz="2600" spc="2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network</a:t>
            </a:r>
            <a:r>
              <a:rPr dirty="0" sz="2600" spc="2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to</a:t>
            </a:r>
            <a:r>
              <a:rPr dirty="0" sz="2600" spc="2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 spc="-10">
                <a:solidFill>
                  <a:srgbClr val="5460A8"/>
                </a:solidFill>
                <a:latin typeface="Comic Sans MS"/>
                <a:cs typeface="Comic Sans MS"/>
              </a:rPr>
              <a:t>steal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sensitive</a:t>
            </a:r>
            <a:r>
              <a:rPr dirty="0" sz="2600" spc="42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data,</a:t>
            </a:r>
            <a:r>
              <a:rPr dirty="0" sz="2600" spc="42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conduct</a:t>
            </a:r>
            <a:r>
              <a:rPr dirty="0" sz="2600" spc="42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espionage,</a:t>
            </a:r>
            <a:r>
              <a:rPr dirty="0" sz="2600" spc="42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or</a:t>
            </a:r>
            <a:r>
              <a:rPr dirty="0" sz="2600" spc="42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 spc="-10">
                <a:solidFill>
                  <a:srgbClr val="5460A8"/>
                </a:solidFill>
                <a:latin typeface="Comic Sans MS"/>
                <a:cs typeface="Comic Sans MS"/>
              </a:rPr>
              <a:t>sabotage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systems,</a:t>
            </a:r>
            <a:r>
              <a:rPr dirty="0" sz="2600" spc="-2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remaining</a:t>
            </a:r>
            <a:r>
              <a:rPr dirty="0" sz="2600" spc="-2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undetected</a:t>
            </a:r>
            <a:r>
              <a:rPr dirty="0" sz="2600" spc="-2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for</a:t>
            </a:r>
            <a:r>
              <a:rPr dirty="0" sz="2600" spc="-2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extended</a:t>
            </a:r>
            <a:r>
              <a:rPr dirty="0" sz="2600" spc="-2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 spc="-10">
                <a:solidFill>
                  <a:srgbClr val="5460A8"/>
                </a:solidFill>
                <a:latin typeface="Comic Sans MS"/>
                <a:cs typeface="Comic Sans MS"/>
              </a:rPr>
              <a:t>periods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by</a:t>
            </a:r>
            <a:r>
              <a:rPr dirty="0" sz="2600" spc="42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using</a:t>
            </a:r>
            <a:r>
              <a:rPr dirty="0" sz="2600" spc="42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custom</a:t>
            </a:r>
            <a:r>
              <a:rPr dirty="0" sz="2600" spc="42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tools,</a:t>
            </a:r>
            <a:r>
              <a:rPr dirty="0" sz="2600" spc="43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social</a:t>
            </a:r>
            <a:r>
              <a:rPr dirty="0" sz="2600" spc="42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engineering,</a:t>
            </a:r>
            <a:r>
              <a:rPr dirty="0" sz="2600" spc="42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 spc="-25">
                <a:solidFill>
                  <a:srgbClr val="5460A8"/>
                </a:solidFill>
                <a:latin typeface="Comic Sans MS"/>
                <a:cs typeface="Comic Sans MS"/>
              </a:rPr>
              <a:t>and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adapting</a:t>
            </a:r>
            <a:r>
              <a:rPr dirty="0" sz="2600" spc="-4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tactics</a:t>
            </a:r>
            <a:r>
              <a:rPr dirty="0" sz="2600" spc="-4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to</a:t>
            </a:r>
            <a:r>
              <a:rPr dirty="0" sz="2600" spc="-4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bypass</a:t>
            </a:r>
            <a:r>
              <a:rPr dirty="0" sz="2600" spc="-4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 spc="-10">
                <a:solidFill>
                  <a:srgbClr val="5460A8"/>
                </a:solidFill>
                <a:latin typeface="Comic Sans MS"/>
                <a:cs typeface="Comic Sans MS"/>
              </a:rPr>
              <a:t>security.</a:t>
            </a:r>
            <a:endParaRPr sz="2600">
              <a:latin typeface="Comic Sans MS"/>
              <a:cs typeface="Comic Sans MS"/>
            </a:endParaRPr>
          </a:p>
          <a:p>
            <a:pPr algn="just" marL="12700" marR="5080">
              <a:lnSpc>
                <a:spcPct val="115399"/>
              </a:lnSpc>
              <a:spcBef>
                <a:spcPts val="3600"/>
              </a:spcBef>
            </a:pP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They</a:t>
            </a:r>
            <a:r>
              <a:rPr dirty="0" sz="2600" spc="29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differ</a:t>
            </a:r>
            <a:r>
              <a:rPr dirty="0" sz="2600" spc="29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from</a:t>
            </a:r>
            <a:r>
              <a:rPr dirty="0" sz="2600" spc="29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typical</a:t>
            </a:r>
            <a:r>
              <a:rPr dirty="0" sz="2600" spc="29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attacks</a:t>
            </a:r>
            <a:r>
              <a:rPr dirty="0" sz="2600" spc="29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by</a:t>
            </a:r>
            <a:r>
              <a:rPr dirty="0" sz="2600" spc="29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their</a:t>
            </a:r>
            <a:r>
              <a:rPr dirty="0" sz="2600" spc="29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 spc="-10">
                <a:solidFill>
                  <a:srgbClr val="5460A8"/>
                </a:solidFill>
                <a:latin typeface="Comic Sans MS"/>
                <a:cs typeface="Comic Sans MS"/>
              </a:rPr>
              <a:t>patience,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targeted</a:t>
            </a:r>
            <a:r>
              <a:rPr dirty="0" sz="2600" spc="18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nature,</a:t>
            </a:r>
            <a:r>
              <a:rPr dirty="0" sz="2600" spc="18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high</a:t>
            </a:r>
            <a:r>
              <a:rPr dirty="0" sz="2600" spc="18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resources,</a:t>
            </a:r>
            <a:r>
              <a:rPr dirty="0" sz="2600" spc="18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and</a:t>
            </a:r>
            <a:r>
              <a:rPr dirty="0" sz="2600" spc="18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 spc="-10">
                <a:solidFill>
                  <a:srgbClr val="5460A8"/>
                </a:solidFill>
                <a:latin typeface="Comic Sans MS"/>
                <a:cs typeface="Comic Sans MS"/>
              </a:rPr>
              <a:t>methodical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approach,</a:t>
            </a:r>
            <a:r>
              <a:rPr dirty="0" sz="2600" spc="21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aiming</a:t>
            </a:r>
            <a:r>
              <a:rPr dirty="0" sz="2600" spc="22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for</a:t>
            </a:r>
            <a:r>
              <a:rPr dirty="0" sz="2600" spc="22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deep</a:t>
            </a:r>
            <a:r>
              <a:rPr dirty="0" sz="2600" spc="22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network</a:t>
            </a:r>
            <a:r>
              <a:rPr dirty="0" sz="2600" spc="22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presence</a:t>
            </a:r>
            <a:r>
              <a:rPr dirty="0" sz="2600" spc="22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 spc="-25">
                <a:solidFill>
                  <a:srgbClr val="5460A8"/>
                </a:solidFill>
                <a:latin typeface="Comic Sans MS"/>
                <a:cs typeface="Comic Sans MS"/>
              </a:rPr>
              <a:t>to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achieve</a:t>
            </a:r>
            <a:r>
              <a:rPr dirty="0" sz="2600" spc="16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goals</a:t>
            </a:r>
            <a:r>
              <a:rPr dirty="0" sz="2600" spc="16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like</a:t>
            </a:r>
            <a:r>
              <a:rPr dirty="0" sz="2600" spc="16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intellectual</a:t>
            </a:r>
            <a:r>
              <a:rPr dirty="0" sz="2600" spc="16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property</a:t>
            </a:r>
            <a:r>
              <a:rPr dirty="0" sz="2600" spc="16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theft</a:t>
            </a:r>
            <a:r>
              <a:rPr dirty="0" sz="2600" spc="16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 spc="-25">
                <a:solidFill>
                  <a:srgbClr val="5460A8"/>
                </a:solidFill>
                <a:latin typeface="Comic Sans MS"/>
                <a:cs typeface="Comic Sans MS"/>
              </a:rPr>
              <a:t>or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disruption</a:t>
            </a:r>
            <a:r>
              <a:rPr dirty="0" sz="2600" spc="-5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over</a:t>
            </a:r>
            <a:r>
              <a:rPr dirty="0" sz="2600" spc="-5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months</a:t>
            </a:r>
            <a:r>
              <a:rPr dirty="0" sz="2600" spc="-5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or</a:t>
            </a:r>
            <a:r>
              <a:rPr dirty="0" sz="2600" spc="-5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 spc="-10">
                <a:solidFill>
                  <a:srgbClr val="5460A8"/>
                </a:solidFill>
                <a:latin typeface="Comic Sans MS"/>
                <a:cs typeface="Comic Sans MS"/>
              </a:rPr>
              <a:t>years.</a:t>
            </a:r>
            <a:endParaRPr sz="2600">
              <a:latin typeface="Comic Sans MS"/>
              <a:cs typeface="Comic Sans MS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72698" y="7133878"/>
            <a:ext cx="114300" cy="114299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8038465" cy="10287000"/>
            <a:chOff x="0" y="0"/>
            <a:chExt cx="8038465" cy="102870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8038465" cy="10287000"/>
            </a:xfrm>
            <a:custGeom>
              <a:avLst/>
              <a:gdLst/>
              <a:ahLst/>
              <a:cxnLst/>
              <a:rect l="l" t="t" r="r" b="b"/>
              <a:pathLst>
                <a:path w="8038465" h="10287000">
                  <a:moveTo>
                    <a:pt x="7214878" y="10287000"/>
                  </a:moveTo>
                  <a:lnTo>
                    <a:pt x="7285409" y="7328219"/>
                  </a:lnTo>
                  <a:lnTo>
                    <a:pt x="7599718" y="7541090"/>
                  </a:lnTo>
                  <a:lnTo>
                    <a:pt x="7708468" y="7802370"/>
                  </a:lnTo>
                  <a:lnTo>
                    <a:pt x="7732673" y="8157691"/>
                  </a:lnTo>
                  <a:lnTo>
                    <a:pt x="8006222" y="8586022"/>
                  </a:lnTo>
                  <a:lnTo>
                    <a:pt x="7880827" y="9043658"/>
                  </a:lnTo>
                  <a:lnTo>
                    <a:pt x="7587575" y="9287249"/>
                  </a:lnTo>
                  <a:lnTo>
                    <a:pt x="7563743" y="10287000"/>
                  </a:lnTo>
                  <a:lnTo>
                    <a:pt x="7214878" y="10287000"/>
                  </a:lnTo>
                  <a:close/>
                </a:path>
                <a:path w="8038465" h="10287000">
                  <a:moveTo>
                    <a:pt x="7563743" y="10287000"/>
                  </a:moveTo>
                  <a:lnTo>
                    <a:pt x="7587575" y="9287249"/>
                  </a:lnTo>
                  <a:lnTo>
                    <a:pt x="7659301" y="9761868"/>
                  </a:lnTo>
                  <a:lnTo>
                    <a:pt x="7839357" y="9989717"/>
                  </a:lnTo>
                  <a:lnTo>
                    <a:pt x="7826355" y="10287000"/>
                  </a:lnTo>
                  <a:lnTo>
                    <a:pt x="7563743" y="10287000"/>
                  </a:lnTo>
                  <a:close/>
                </a:path>
                <a:path w="8038465" h="10287000">
                  <a:moveTo>
                    <a:pt x="7767526" y="1274543"/>
                  </a:moveTo>
                  <a:lnTo>
                    <a:pt x="7795037" y="120455"/>
                  </a:lnTo>
                  <a:lnTo>
                    <a:pt x="8037839" y="869878"/>
                  </a:lnTo>
                  <a:lnTo>
                    <a:pt x="7858604" y="1174409"/>
                  </a:lnTo>
                  <a:lnTo>
                    <a:pt x="7767526" y="1274543"/>
                  </a:lnTo>
                  <a:close/>
                </a:path>
                <a:path w="8038465" h="10287000">
                  <a:moveTo>
                    <a:pt x="0" y="0"/>
                  </a:moveTo>
                  <a:lnTo>
                    <a:pt x="7846322" y="0"/>
                  </a:lnTo>
                  <a:lnTo>
                    <a:pt x="7795037" y="120455"/>
                  </a:lnTo>
                  <a:lnTo>
                    <a:pt x="7767526" y="1274543"/>
                  </a:lnTo>
                  <a:lnTo>
                    <a:pt x="7502115" y="1566348"/>
                  </a:lnTo>
                  <a:lnTo>
                    <a:pt x="7480618" y="2468139"/>
                  </a:lnTo>
                  <a:lnTo>
                    <a:pt x="7479267" y="2473298"/>
                  </a:lnTo>
                  <a:lnTo>
                    <a:pt x="7444917" y="3914300"/>
                  </a:lnTo>
                  <a:lnTo>
                    <a:pt x="7336413" y="4054937"/>
                  </a:lnTo>
                  <a:lnTo>
                    <a:pt x="7286341" y="6155437"/>
                  </a:lnTo>
                  <a:lnTo>
                    <a:pt x="7257231" y="6232609"/>
                  </a:lnTo>
                  <a:lnTo>
                    <a:pt x="7160583" y="10287000"/>
                  </a:lnTo>
                  <a:lnTo>
                    <a:pt x="0" y="10287000"/>
                  </a:lnTo>
                  <a:lnTo>
                    <a:pt x="0" y="0"/>
                  </a:lnTo>
                  <a:close/>
                </a:path>
                <a:path w="8038465" h="10287000">
                  <a:moveTo>
                    <a:pt x="7444917" y="3914300"/>
                  </a:moveTo>
                  <a:lnTo>
                    <a:pt x="7479267" y="2473298"/>
                  </a:lnTo>
                  <a:lnTo>
                    <a:pt x="7497761" y="2820867"/>
                  </a:lnTo>
                  <a:lnTo>
                    <a:pt x="7568899" y="3196468"/>
                  </a:lnTo>
                  <a:lnTo>
                    <a:pt x="7691417" y="3653136"/>
                  </a:lnTo>
                  <a:lnTo>
                    <a:pt x="7444917" y="3914300"/>
                  </a:lnTo>
                  <a:close/>
                </a:path>
                <a:path w="8038465" h="10287000">
                  <a:moveTo>
                    <a:pt x="7480618" y="2468139"/>
                  </a:moveTo>
                  <a:lnTo>
                    <a:pt x="7502115" y="1566348"/>
                  </a:lnTo>
                  <a:lnTo>
                    <a:pt x="7603594" y="1998685"/>
                  </a:lnTo>
                  <a:lnTo>
                    <a:pt x="7480618" y="2468139"/>
                  </a:lnTo>
                  <a:close/>
                </a:path>
                <a:path w="8038465" h="10287000">
                  <a:moveTo>
                    <a:pt x="7160583" y="10287000"/>
                  </a:moveTo>
                  <a:lnTo>
                    <a:pt x="7257231" y="6232609"/>
                  </a:lnTo>
                  <a:lnTo>
                    <a:pt x="7464003" y="6524969"/>
                  </a:lnTo>
                  <a:lnTo>
                    <a:pt x="7323921" y="6794811"/>
                  </a:lnTo>
                  <a:lnTo>
                    <a:pt x="7313028" y="7251789"/>
                  </a:lnTo>
                  <a:lnTo>
                    <a:pt x="7285409" y="7328219"/>
                  </a:lnTo>
                  <a:lnTo>
                    <a:pt x="7214878" y="10287000"/>
                  </a:lnTo>
                  <a:lnTo>
                    <a:pt x="7160583" y="10287000"/>
                  </a:lnTo>
                  <a:close/>
                </a:path>
                <a:path w="8038465" h="10287000">
                  <a:moveTo>
                    <a:pt x="7286341" y="6155437"/>
                  </a:moveTo>
                  <a:lnTo>
                    <a:pt x="7310561" y="5139433"/>
                  </a:lnTo>
                  <a:lnTo>
                    <a:pt x="7419227" y="5466059"/>
                  </a:lnTo>
                  <a:lnTo>
                    <a:pt x="7456806" y="5703532"/>
                  </a:lnTo>
                  <a:lnTo>
                    <a:pt x="7286341" y="6155437"/>
                  </a:lnTo>
                  <a:close/>
                </a:path>
                <a:path w="8038465" h="10287000">
                  <a:moveTo>
                    <a:pt x="7313028" y="7251789"/>
                  </a:moveTo>
                  <a:lnTo>
                    <a:pt x="7323921" y="6794811"/>
                  </a:lnTo>
                  <a:lnTo>
                    <a:pt x="7399828" y="7011580"/>
                  </a:lnTo>
                  <a:lnTo>
                    <a:pt x="7313028" y="7251789"/>
                  </a:lnTo>
                  <a:close/>
                </a:path>
                <a:path w="8038465" h="10287000">
                  <a:moveTo>
                    <a:pt x="7310561" y="5139433"/>
                  </a:moveTo>
                  <a:lnTo>
                    <a:pt x="7336413" y="4054937"/>
                  </a:lnTo>
                  <a:lnTo>
                    <a:pt x="7406656" y="4447468"/>
                  </a:lnTo>
                  <a:lnTo>
                    <a:pt x="7377527" y="4803728"/>
                  </a:lnTo>
                  <a:lnTo>
                    <a:pt x="7310561" y="5139433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7855584" cy="10287000"/>
            </a:xfrm>
            <a:custGeom>
              <a:avLst/>
              <a:gdLst/>
              <a:ahLst/>
              <a:cxnLst/>
              <a:rect l="l" t="t" r="r" b="b"/>
              <a:pathLst>
                <a:path w="7855584" h="10287000">
                  <a:moveTo>
                    <a:pt x="7513358" y="8906835"/>
                  </a:moveTo>
                  <a:lnTo>
                    <a:pt x="7537499" y="7894104"/>
                  </a:lnTo>
                  <a:lnTo>
                    <a:pt x="7855359" y="8236279"/>
                  </a:lnTo>
                  <a:lnTo>
                    <a:pt x="7854099" y="8577728"/>
                  </a:lnTo>
                  <a:lnTo>
                    <a:pt x="7513358" y="8906835"/>
                  </a:lnTo>
                  <a:close/>
                </a:path>
                <a:path w="7855584" h="10287000">
                  <a:moveTo>
                    <a:pt x="7362286" y="10287000"/>
                  </a:moveTo>
                  <a:lnTo>
                    <a:pt x="7392401" y="9023662"/>
                  </a:lnTo>
                  <a:lnTo>
                    <a:pt x="7463647" y="9497779"/>
                  </a:lnTo>
                  <a:lnTo>
                    <a:pt x="7643453" y="9725868"/>
                  </a:lnTo>
                  <a:lnTo>
                    <a:pt x="7649466" y="10256899"/>
                  </a:lnTo>
                  <a:lnTo>
                    <a:pt x="7635295" y="10287000"/>
                  </a:lnTo>
                  <a:lnTo>
                    <a:pt x="7362286" y="10287000"/>
                  </a:lnTo>
                  <a:close/>
                </a:path>
                <a:path w="7855584" h="10287000">
                  <a:moveTo>
                    <a:pt x="0" y="0"/>
                  </a:moveTo>
                  <a:lnTo>
                    <a:pt x="7646400" y="0"/>
                  </a:lnTo>
                  <a:lnTo>
                    <a:pt x="7842653" y="606783"/>
                  </a:lnTo>
                  <a:lnTo>
                    <a:pt x="7663418" y="911314"/>
                  </a:lnTo>
                  <a:lnTo>
                    <a:pt x="7306930" y="1303254"/>
                  </a:lnTo>
                  <a:lnTo>
                    <a:pt x="7285414" y="2205834"/>
                  </a:lnTo>
                  <a:lnTo>
                    <a:pt x="7284064" y="2210939"/>
                  </a:lnTo>
                  <a:lnTo>
                    <a:pt x="7249713" y="3651941"/>
                  </a:lnTo>
                  <a:lnTo>
                    <a:pt x="7031253" y="3860219"/>
                  </a:lnTo>
                  <a:lnTo>
                    <a:pt x="6878051" y="10287000"/>
                  </a:lnTo>
                  <a:lnTo>
                    <a:pt x="0" y="10287000"/>
                  </a:lnTo>
                  <a:lnTo>
                    <a:pt x="0" y="0"/>
                  </a:lnTo>
                  <a:close/>
                </a:path>
                <a:path w="7855584" h="10287000">
                  <a:moveTo>
                    <a:pt x="7012684" y="10287000"/>
                  </a:moveTo>
                  <a:lnTo>
                    <a:pt x="7089493" y="7064862"/>
                  </a:lnTo>
                  <a:lnTo>
                    <a:pt x="7408015" y="7152542"/>
                  </a:lnTo>
                  <a:lnTo>
                    <a:pt x="7612487" y="7531076"/>
                  </a:lnTo>
                  <a:lnTo>
                    <a:pt x="7537499" y="7894104"/>
                  </a:lnTo>
                  <a:lnTo>
                    <a:pt x="7513358" y="8906835"/>
                  </a:lnTo>
                  <a:lnTo>
                    <a:pt x="7392401" y="9023662"/>
                  </a:lnTo>
                  <a:lnTo>
                    <a:pt x="7362286" y="10287000"/>
                  </a:lnTo>
                  <a:lnTo>
                    <a:pt x="7012684" y="10287000"/>
                  </a:lnTo>
                  <a:close/>
                </a:path>
                <a:path w="7855584" h="10287000">
                  <a:moveTo>
                    <a:pt x="7249713" y="3651941"/>
                  </a:moveTo>
                  <a:lnTo>
                    <a:pt x="7284064" y="2210939"/>
                  </a:lnTo>
                  <a:lnTo>
                    <a:pt x="7302558" y="2558508"/>
                  </a:lnTo>
                  <a:lnTo>
                    <a:pt x="7373702" y="2933864"/>
                  </a:lnTo>
                  <a:lnTo>
                    <a:pt x="7496459" y="3390783"/>
                  </a:lnTo>
                  <a:lnTo>
                    <a:pt x="7249713" y="3651941"/>
                  </a:lnTo>
                  <a:close/>
                </a:path>
                <a:path w="7855584" h="10287000">
                  <a:moveTo>
                    <a:pt x="7091865" y="5893517"/>
                  </a:moveTo>
                  <a:lnTo>
                    <a:pt x="7116124" y="4875865"/>
                  </a:lnTo>
                  <a:lnTo>
                    <a:pt x="7377056" y="5122348"/>
                  </a:lnTo>
                  <a:lnTo>
                    <a:pt x="7262854" y="5440220"/>
                  </a:lnTo>
                  <a:lnTo>
                    <a:pt x="7091865" y="5893517"/>
                  </a:lnTo>
                  <a:close/>
                </a:path>
                <a:path w="7855584" h="10287000">
                  <a:moveTo>
                    <a:pt x="7285414" y="2205834"/>
                  </a:moveTo>
                  <a:lnTo>
                    <a:pt x="7306930" y="1303254"/>
                  </a:lnTo>
                  <a:lnTo>
                    <a:pt x="7409624" y="1736110"/>
                  </a:lnTo>
                  <a:lnTo>
                    <a:pt x="7285414" y="2205834"/>
                  </a:lnTo>
                  <a:close/>
                </a:path>
                <a:path w="7855584" h="10287000">
                  <a:moveTo>
                    <a:pt x="6960354" y="10287000"/>
                  </a:moveTo>
                  <a:lnTo>
                    <a:pt x="7063279" y="5969298"/>
                  </a:lnTo>
                  <a:lnTo>
                    <a:pt x="7269806" y="6261652"/>
                  </a:lnTo>
                  <a:lnTo>
                    <a:pt x="7129963" y="6531746"/>
                  </a:lnTo>
                  <a:lnTo>
                    <a:pt x="7119223" y="6982289"/>
                  </a:lnTo>
                  <a:lnTo>
                    <a:pt x="7089493" y="7064862"/>
                  </a:lnTo>
                  <a:lnTo>
                    <a:pt x="7012684" y="10287000"/>
                  </a:lnTo>
                  <a:lnTo>
                    <a:pt x="6960354" y="10287000"/>
                  </a:lnTo>
                  <a:close/>
                </a:path>
                <a:path w="7855584" h="10287000">
                  <a:moveTo>
                    <a:pt x="6878051" y="10287000"/>
                  </a:moveTo>
                  <a:lnTo>
                    <a:pt x="7031253" y="3860219"/>
                  </a:lnTo>
                  <a:lnTo>
                    <a:pt x="7210500" y="4183859"/>
                  </a:lnTo>
                  <a:lnTo>
                    <a:pt x="7280664" y="4693080"/>
                  </a:lnTo>
                  <a:lnTo>
                    <a:pt x="7116124" y="4875865"/>
                  </a:lnTo>
                  <a:lnTo>
                    <a:pt x="7091865" y="5893517"/>
                  </a:lnTo>
                  <a:lnTo>
                    <a:pt x="7063279" y="5969298"/>
                  </a:lnTo>
                  <a:lnTo>
                    <a:pt x="6960354" y="10287000"/>
                  </a:lnTo>
                  <a:lnTo>
                    <a:pt x="6878051" y="10287000"/>
                  </a:lnTo>
                  <a:close/>
                </a:path>
                <a:path w="7855584" h="10287000">
                  <a:moveTo>
                    <a:pt x="7119223" y="6982289"/>
                  </a:moveTo>
                  <a:lnTo>
                    <a:pt x="7129963" y="6531746"/>
                  </a:lnTo>
                  <a:lnTo>
                    <a:pt x="7203941" y="6746994"/>
                  </a:lnTo>
                  <a:lnTo>
                    <a:pt x="7119223" y="69822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7455534" cy="10287000"/>
            </a:xfrm>
            <a:custGeom>
              <a:avLst/>
              <a:gdLst/>
              <a:ahLst/>
              <a:cxnLst/>
              <a:rect l="l" t="t" r="r" b="b"/>
              <a:pathLst>
                <a:path w="7455534" h="10287000">
                  <a:moveTo>
                    <a:pt x="7113128" y="8897294"/>
                  </a:moveTo>
                  <a:lnTo>
                    <a:pt x="7137269" y="7884563"/>
                  </a:lnTo>
                  <a:lnTo>
                    <a:pt x="7455129" y="8226739"/>
                  </a:lnTo>
                  <a:lnTo>
                    <a:pt x="7453869" y="8568187"/>
                  </a:lnTo>
                  <a:lnTo>
                    <a:pt x="7113128" y="8897294"/>
                  </a:lnTo>
                  <a:close/>
                </a:path>
                <a:path w="7455534" h="10287000">
                  <a:moveTo>
                    <a:pt x="6961828" y="10287000"/>
                  </a:moveTo>
                  <a:lnTo>
                    <a:pt x="6992171" y="9014121"/>
                  </a:lnTo>
                  <a:lnTo>
                    <a:pt x="7064154" y="9488256"/>
                  </a:lnTo>
                  <a:lnTo>
                    <a:pt x="7243959" y="9716345"/>
                  </a:lnTo>
                  <a:lnTo>
                    <a:pt x="7249218" y="10248094"/>
                  </a:lnTo>
                  <a:lnTo>
                    <a:pt x="7230870" y="10287000"/>
                  </a:lnTo>
                  <a:lnTo>
                    <a:pt x="6961828" y="10287000"/>
                  </a:lnTo>
                  <a:close/>
                </a:path>
                <a:path w="7455534" h="10287000">
                  <a:moveTo>
                    <a:pt x="0" y="0"/>
                  </a:moveTo>
                  <a:lnTo>
                    <a:pt x="7253029" y="0"/>
                  </a:lnTo>
                  <a:lnTo>
                    <a:pt x="7321853" y="200564"/>
                  </a:lnTo>
                  <a:lnTo>
                    <a:pt x="7405113" y="455417"/>
                  </a:lnTo>
                  <a:lnTo>
                    <a:pt x="7441704" y="596488"/>
                  </a:lnTo>
                  <a:lnTo>
                    <a:pt x="7429594" y="688685"/>
                  </a:lnTo>
                  <a:lnTo>
                    <a:pt x="7371847" y="1032847"/>
                  </a:lnTo>
                  <a:lnTo>
                    <a:pt x="6885061" y="1346015"/>
                  </a:lnTo>
                  <a:lnTo>
                    <a:pt x="6845235" y="3016749"/>
                  </a:lnTo>
                  <a:lnTo>
                    <a:pt x="6765524" y="3088369"/>
                  </a:lnTo>
                  <a:lnTo>
                    <a:pt x="6706464" y="3138813"/>
                  </a:lnTo>
                  <a:lnTo>
                    <a:pt x="6684412" y="4063909"/>
                  </a:lnTo>
                  <a:lnTo>
                    <a:pt x="6650971" y="4240290"/>
                  </a:lnTo>
                  <a:lnTo>
                    <a:pt x="6641489" y="4638061"/>
                  </a:lnTo>
                  <a:lnTo>
                    <a:pt x="6559218" y="4791346"/>
                  </a:lnTo>
                  <a:lnTo>
                    <a:pt x="6428212" y="10287000"/>
                  </a:lnTo>
                  <a:lnTo>
                    <a:pt x="0" y="10287000"/>
                  </a:lnTo>
                  <a:lnTo>
                    <a:pt x="0" y="0"/>
                  </a:lnTo>
                  <a:close/>
                </a:path>
                <a:path w="7455534" h="10287000">
                  <a:moveTo>
                    <a:pt x="6833092" y="10287000"/>
                  </a:moveTo>
                  <a:lnTo>
                    <a:pt x="6912064" y="6974157"/>
                  </a:lnTo>
                  <a:lnTo>
                    <a:pt x="7024226" y="7277773"/>
                  </a:lnTo>
                  <a:lnTo>
                    <a:pt x="7174229" y="7467810"/>
                  </a:lnTo>
                  <a:lnTo>
                    <a:pt x="7137269" y="7884563"/>
                  </a:lnTo>
                  <a:lnTo>
                    <a:pt x="7113128" y="8897294"/>
                  </a:lnTo>
                  <a:lnTo>
                    <a:pt x="6992171" y="9014121"/>
                  </a:lnTo>
                  <a:lnTo>
                    <a:pt x="6961828" y="10287000"/>
                  </a:lnTo>
                  <a:lnTo>
                    <a:pt x="6833092" y="10287000"/>
                  </a:lnTo>
                  <a:close/>
                </a:path>
                <a:path w="7455534" h="10287000">
                  <a:moveTo>
                    <a:pt x="6845235" y="3016749"/>
                  </a:moveTo>
                  <a:lnTo>
                    <a:pt x="6885061" y="1346015"/>
                  </a:lnTo>
                  <a:lnTo>
                    <a:pt x="6904927" y="1397204"/>
                  </a:lnTo>
                  <a:lnTo>
                    <a:pt x="6948402" y="1514087"/>
                  </a:lnTo>
                  <a:lnTo>
                    <a:pt x="6991300" y="1641643"/>
                  </a:lnTo>
                  <a:lnTo>
                    <a:pt x="7009435" y="1724849"/>
                  </a:lnTo>
                  <a:lnTo>
                    <a:pt x="7009429" y="1758706"/>
                  </a:lnTo>
                  <a:lnTo>
                    <a:pt x="7011500" y="1807503"/>
                  </a:lnTo>
                  <a:lnTo>
                    <a:pt x="7021925" y="1983775"/>
                  </a:lnTo>
                  <a:lnTo>
                    <a:pt x="7024056" y="2032573"/>
                  </a:lnTo>
                  <a:lnTo>
                    <a:pt x="7024140" y="2066432"/>
                  </a:lnTo>
                  <a:lnTo>
                    <a:pt x="7045461" y="2137930"/>
                  </a:lnTo>
                  <a:lnTo>
                    <a:pt x="7095126" y="2239723"/>
                  </a:lnTo>
                  <a:lnTo>
                    <a:pt x="7145322" y="2330841"/>
                  </a:lnTo>
                  <a:lnTo>
                    <a:pt x="7168235" y="2370318"/>
                  </a:lnTo>
                  <a:lnTo>
                    <a:pt x="7121105" y="2634308"/>
                  </a:lnTo>
                  <a:lnTo>
                    <a:pt x="7102403" y="2730617"/>
                  </a:lnTo>
                  <a:lnTo>
                    <a:pt x="7032121" y="2834410"/>
                  </a:lnTo>
                  <a:lnTo>
                    <a:pt x="6896952" y="2970281"/>
                  </a:lnTo>
                  <a:lnTo>
                    <a:pt x="6845235" y="3016749"/>
                  </a:lnTo>
                  <a:close/>
                </a:path>
                <a:path w="7455534" h="10287000">
                  <a:moveTo>
                    <a:pt x="6736049" y="10287000"/>
                  </a:moveTo>
                  <a:lnTo>
                    <a:pt x="6842619" y="5816392"/>
                  </a:lnTo>
                  <a:lnTo>
                    <a:pt x="6868576" y="6252824"/>
                  </a:lnTo>
                  <a:lnTo>
                    <a:pt x="6965954" y="6537663"/>
                  </a:lnTo>
                  <a:lnTo>
                    <a:pt x="6956268" y="6727578"/>
                  </a:lnTo>
                  <a:lnTo>
                    <a:pt x="6912064" y="6974157"/>
                  </a:lnTo>
                  <a:lnTo>
                    <a:pt x="6833092" y="10287000"/>
                  </a:lnTo>
                  <a:lnTo>
                    <a:pt x="6739273" y="10287000"/>
                  </a:lnTo>
                  <a:lnTo>
                    <a:pt x="6736049" y="10287000"/>
                  </a:lnTo>
                  <a:close/>
                </a:path>
                <a:path w="7455534" h="10287000">
                  <a:moveTo>
                    <a:pt x="6428212" y="10287000"/>
                  </a:moveTo>
                  <a:lnTo>
                    <a:pt x="6559218" y="4791346"/>
                  </a:lnTo>
                  <a:lnTo>
                    <a:pt x="6899580" y="5323222"/>
                  </a:lnTo>
                  <a:lnTo>
                    <a:pt x="6842619" y="5816392"/>
                  </a:lnTo>
                  <a:lnTo>
                    <a:pt x="6736049" y="10287000"/>
                  </a:lnTo>
                  <a:lnTo>
                    <a:pt x="6428212" y="10287000"/>
                  </a:lnTo>
                  <a:close/>
                </a:path>
                <a:path w="7455534" h="10287000">
                  <a:moveTo>
                    <a:pt x="6684412" y="4063909"/>
                  </a:moveTo>
                  <a:lnTo>
                    <a:pt x="6706464" y="3138813"/>
                  </a:lnTo>
                  <a:lnTo>
                    <a:pt x="6827983" y="3575558"/>
                  </a:lnTo>
                  <a:lnTo>
                    <a:pt x="6715885" y="3897903"/>
                  </a:lnTo>
                  <a:lnTo>
                    <a:pt x="6684412" y="4063909"/>
                  </a:lnTo>
                  <a:close/>
                </a:path>
                <a:path w="7455534" h="10287000">
                  <a:moveTo>
                    <a:pt x="6641489" y="4638061"/>
                  </a:moveTo>
                  <a:lnTo>
                    <a:pt x="6650971" y="4240290"/>
                  </a:lnTo>
                  <a:lnTo>
                    <a:pt x="6753070" y="4430168"/>
                  </a:lnTo>
                  <a:lnTo>
                    <a:pt x="6641489" y="4638061"/>
                  </a:lnTo>
                  <a:close/>
                </a:path>
              </a:pathLst>
            </a:custGeom>
            <a:solidFill>
              <a:srgbClr val="FFD04D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10699" y="1377314"/>
            <a:ext cx="123825" cy="123824"/>
          </a:xfrm>
          <a:prstGeom prst="rect">
            <a:avLst/>
          </a:prstGeom>
        </p:spPr>
      </p:pic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9714110" y="1074171"/>
            <a:ext cx="7472045" cy="1527810"/>
          </a:xfrm>
          <a:prstGeom prst="rect"/>
        </p:spPr>
        <p:txBody>
          <a:bodyPr wrap="square" lIns="0" tIns="10160" rIns="0" bIns="0" rtlCol="0" vert="horz">
            <a:spAutoFit/>
          </a:bodyPr>
          <a:lstStyle/>
          <a:p>
            <a:pPr algn="just" marL="12700" marR="5080">
              <a:lnSpc>
                <a:spcPct val="112799"/>
              </a:lnSpc>
              <a:spcBef>
                <a:spcPts val="80"/>
              </a:spcBef>
            </a:pPr>
            <a:r>
              <a:rPr dirty="0" spc="-355">
                <a:solidFill>
                  <a:srgbClr val="5460A8"/>
                </a:solidFill>
              </a:rPr>
              <a:t>Advanced:</a:t>
            </a:r>
            <a:r>
              <a:rPr dirty="0" spc="-5">
                <a:solidFill>
                  <a:srgbClr val="5460A8"/>
                </a:solidFill>
              </a:rPr>
              <a:t> </a:t>
            </a:r>
            <a:r>
              <a:rPr dirty="0" sz="2700" b="0">
                <a:solidFill>
                  <a:srgbClr val="5460A8"/>
                </a:solidFill>
                <a:latin typeface="Comic Sans MS"/>
                <a:cs typeface="Comic Sans MS"/>
              </a:rPr>
              <a:t>Involves</a:t>
            </a:r>
            <a:r>
              <a:rPr dirty="0" sz="2700" spc="145" b="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700" b="0">
                <a:solidFill>
                  <a:srgbClr val="5460A8"/>
                </a:solidFill>
                <a:latin typeface="Comic Sans MS"/>
                <a:cs typeface="Comic Sans MS"/>
              </a:rPr>
              <a:t>sophisticated</a:t>
            </a:r>
            <a:r>
              <a:rPr dirty="0" sz="2700" spc="210" b="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700" spc="-10" b="0">
                <a:solidFill>
                  <a:srgbClr val="5460A8"/>
                </a:solidFill>
                <a:latin typeface="Comic Sans MS"/>
                <a:cs typeface="Comic Sans MS"/>
              </a:rPr>
              <a:t>techniques, </a:t>
            </a:r>
            <a:r>
              <a:rPr dirty="0" sz="2700" b="0">
                <a:solidFill>
                  <a:srgbClr val="5460A8"/>
                </a:solidFill>
                <a:latin typeface="Comic Sans MS"/>
                <a:cs typeface="Comic Sans MS"/>
              </a:rPr>
              <a:t>custom</a:t>
            </a:r>
            <a:r>
              <a:rPr dirty="0" sz="2700" spc="204" b="0">
                <a:solidFill>
                  <a:srgbClr val="5460A8"/>
                </a:solidFill>
                <a:latin typeface="Comic Sans MS"/>
                <a:cs typeface="Comic Sans MS"/>
              </a:rPr>
              <a:t>   </a:t>
            </a:r>
            <a:r>
              <a:rPr dirty="0" sz="2700" b="0">
                <a:solidFill>
                  <a:srgbClr val="5460A8"/>
                </a:solidFill>
                <a:latin typeface="Comic Sans MS"/>
                <a:cs typeface="Comic Sans MS"/>
              </a:rPr>
              <a:t>malware,</a:t>
            </a:r>
            <a:r>
              <a:rPr dirty="0" sz="2700" spc="210" b="0">
                <a:solidFill>
                  <a:srgbClr val="5460A8"/>
                </a:solidFill>
                <a:latin typeface="Comic Sans MS"/>
                <a:cs typeface="Comic Sans MS"/>
              </a:rPr>
              <a:t>   </a:t>
            </a:r>
            <a:r>
              <a:rPr dirty="0" sz="2700" spc="-20" b="0">
                <a:solidFill>
                  <a:srgbClr val="5460A8"/>
                </a:solidFill>
                <a:latin typeface="Comic Sans MS"/>
                <a:cs typeface="Comic Sans MS"/>
              </a:rPr>
              <a:t>zero-</a:t>
            </a:r>
            <a:r>
              <a:rPr dirty="0" sz="2700" b="0">
                <a:solidFill>
                  <a:srgbClr val="5460A8"/>
                </a:solidFill>
                <a:latin typeface="Comic Sans MS"/>
                <a:cs typeface="Comic Sans MS"/>
              </a:rPr>
              <a:t>day</a:t>
            </a:r>
            <a:r>
              <a:rPr dirty="0" sz="2700" spc="210" b="0">
                <a:solidFill>
                  <a:srgbClr val="5460A8"/>
                </a:solidFill>
                <a:latin typeface="Comic Sans MS"/>
                <a:cs typeface="Comic Sans MS"/>
              </a:rPr>
              <a:t>   </a:t>
            </a:r>
            <a:r>
              <a:rPr dirty="0" sz="2700" b="0">
                <a:solidFill>
                  <a:srgbClr val="5460A8"/>
                </a:solidFill>
                <a:latin typeface="Comic Sans MS"/>
                <a:cs typeface="Comic Sans MS"/>
              </a:rPr>
              <a:t>exploits,</a:t>
            </a:r>
            <a:r>
              <a:rPr dirty="0" sz="2700" spc="210" b="0">
                <a:solidFill>
                  <a:srgbClr val="5460A8"/>
                </a:solidFill>
                <a:latin typeface="Comic Sans MS"/>
                <a:cs typeface="Comic Sans MS"/>
              </a:rPr>
              <a:t>   </a:t>
            </a:r>
            <a:r>
              <a:rPr dirty="0" sz="2700" spc="-25" b="0">
                <a:solidFill>
                  <a:srgbClr val="5460A8"/>
                </a:solidFill>
                <a:latin typeface="Comic Sans MS"/>
                <a:cs typeface="Comic Sans MS"/>
              </a:rPr>
              <a:t>and </a:t>
            </a:r>
            <a:r>
              <a:rPr dirty="0" sz="2700" b="0">
                <a:solidFill>
                  <a:srgbClr val="5460A8"/>
                </a:solidFill>
                <a:latin typeface="Comic Sans MS"/>
                <a:cs typeface="Comic Sans MS"/>
              </a:rPr>
              <a:t>significant</a:t>
            </a:r>
            <a:r>
              <a:rPr dirty="0" sz="2700" spc="-150" b="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700" spc="-10" b="0">
                <a:solidFill>
                  <a:srgbClr val="5460A8"/>
                </a:solidFill>
                <a:latin typeface="Comic Sans MS"/>
                <a:cs typeface="Comic Sans MS"/>
              </a:rPr>
              <a:t>resources.</a:t>
            </a:r>
            <a:endParaRPr sz="2700">
              <a:latin typeface="Comic Sans MS"/>
              <a:cs typeface="Comic Sans MS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10699" y="3282314"/>
            <a:ext cx="123825" cy="123824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9714110" y="2979170"/>
            <a:ext cx="6130290" cy="1051560"/>
          </a:xfrm>
          <a:prstGeom prst="rect">
            <a:avLst/>
          </a:prstGeom>
        </p:spPr>
        <p:txBody>
          <a:bodyPr wrap="square" lIns="0" tIns="24765" rIns="0" bIns="0" rtlCol="0" vert="horz">
            <a:spAutoFit/>
          </a:bodyPr>
          <a:lstStyle/>
          <a:p>
            <a:pPr marL="12700" marR="5080">
              <a:lnSpc>
                <a:spcPct val="109800"/>
              </a:lnSpc>
              <a:spcBef>
                <a:spcPts val="195"/>
              </a:spcBef>
              <a:tabLst>
                <a:tab pos="1913889" algn="l"/>
                <a:tab pos="2150745" algn="l"/>
                <a:tab pos="3351529" algn="l"/>
                <a:tab pos="3742054" algn="l"/>
                <a:tab pos="4244975" algn="l"/>
                <a:tab pos="4429125" algn="l"/>
                <a:tab pos="5771515" algn="l"/>
              </a:tabLst>
            </a:pPr>
            <a:r>
              <a:rPr dirty="0" sz="3300" spc="-320" b="1">
                <a:solidFill>
                  <a:srgbClr val="5460A8"/>
                </a:solidFill>
                <a:latin typeface="Comic Sans MS"/>
                <a:cs typeface="Comic Sans MS"/>
              </a:rPr>
              <a:t>Persistent:</a:t>
            </a:r>
            <a:r>
              <a:rPr dirty="0" sz="3300" b="1">
                <a:solidFill>
                  <a:srgbClr val="5460A8"/>
                </a:solidFill>
                <a:latin typeface="Comic Sans MS"/>
                <a:cs typeface="Comic Sans MS"/>
              </a:rPr>
              <a:t>		</a:t>
            </a:r>
            <a:r>
              <a:rPr dirty="0" sz="2700" spc="-10">
                <a:solidFill>
                  <a:srgbClr val="5460A8"/>
                </a:solidFill>
                <a:latin typeface="Comic Sans MS"/>
                <a:cs typeface="Comic Sans MS"/>
              </a:rPr>
              <a:t>Focuses</a:t>
            </a:r>
            <a:r>
              <a:rPr dirty="0" sz="2700">
                <a:solidFill>
                  <a:srgbClr val="5460A8"/>
                </a:solidFill>
                <a:latin typeface="Comic Sans MS"/>
                <a:cs typeface="Comic Sans MS"/>
              </a:rPr>
              <a:t>	</a:t>
            </a:r>
            <a:r>
              <a:rPr dirty="0" sz="2700" spc="-25">
                <a:solidFill>
                  <a:srgbClr val="5460A8"/>
                </a:solidFill>
                <a:latin typeface="Comic Sans MS"/>
                <a:cs typeface="Comic Sans MS"/>
              </a:rPr>
              <a:t>on</a:t>
            </a:r>
            <a:r>
              <a:rPr dirty="0" sz="2700">
                <a:solidFill>
                  <a:srgbClr val="5460A8"/>
                </a:solidFill>
                <a:latin typeface="Comic Sans MS"/>
                <a:cs typeface="Comic Sans MS"/>
              </a:rPr>
              <a:t>		</a:t>
            </a:r>
            <a:r>
              <a:rPr dirty="0" sz="2700" spc="-20">
                <a:solidFill>
                  <a:srgbClr val="5460A8"/>
                </a:solidFill>
                <a:latin typeface="Comic Sans MS"/>
                <a:cs typeface="Comic Sans MS"/>
              </a:rPr>
              <a:t>long-term </a:t>
            </a:r>
            <a:r>
              <a:rPr dirty="0" sz="2700" spc="-10">
                <a:solidFill>
                  <a:srgbClr val="5460A8"/>
                </a:solidFill>
                <a:latin typeface="Comic Sans MS"/>
                <a:cs typeface="Comic Sans MS"/>
              </a:rPr>
              <a:t>remaining</a:t>
            </a:r>
            <a:r>
              <a:rPr dirty="0" sz="2700">
                <a:solidFill>
                  <a:srgbClr val="5460A8"/>
                </a:solidFill>
                <a:latin typeface="Comic Sans MS"/>
                <a:cs typeface="Comic Sans MS"/>
              </a:rPr>
              <a:t>	</a:t>
            </a:r>
            <a:r>
              <a:rPr dirty="0" sz="2700" spc="-10">
                <a:solidFill>
                  <a:srgbClr val="5460A8"/>
                </a:solidFill>
                <a:latin typeface="Comic Sans MS"/>
                <a:cs typeface="Comic Sans MS"/>
              </a:rPr>
              <a:t>hidden</a:t>
            </a:r>
            <a:r>
              <a:rPr dirty="0" sz="2700">
                <a:solidFill>
                  <a:srgbClr val="5460A8"/>
                </a:solidFill>
                <a:latin typeface="Comic Sans MS"/>
                <a:cs typeface="Comic Sans MS"/>
              </a:rPr>
              <a:t>	</a:t>
            </a:r>
            <a:r>
              <a:rPr dirty="0" sz="2700" spc="-25">
                <a:solidFill>
                  <a:srgbClr val="5460A8"/>
                </a:solidFill>
                <a:latin typeface="Comic Sans MS"/>
                <a:cs typeface="Comic Sans MS"/>
              </a:rPr>
              <a:t>for</a:t>
            </a:r>
            <a:r>
              <a:rPr dirty="0" sz="2700">
                <a:solidFill>
                  <a:srgbClr val="5460A8"/>
                </a:solidFill>
                <a:latin typeface="Comic Sans MS"/>
                <a:cs typeface="Comic Sans MS"/>
              </a:rPr>
              <a:t>	</a:t>
            </a:r>
            <a:r>
              <a:rPr dirty="0" sz="2700" spc="-10">
                <a:solidFill>
                  <a:srgbClr val="5460A8"/>
                </a:solidFill>
                <a:latin typeface="Comic Sans MS"/>
                <a:cs typeface="Comic Sans MS"/>
              </a:rPr>
              <a:t>months</a:t>
            </a:r>
            <a:r>
              <a:rPr dirty="0" sz="2700">
                <a:solidFill>
                  <a:srgbClr val="5460A8"/>
                </a:solidFill>
                <a:latin typeface="Comic Sans MS"/>
                <a:cs typeface="Comic Sans MS"/>
              </a:rPr>
              <a:t>	</a:t>
            </a:r>
            <a:r>
              <a:rPr dirty="0" sz="2700" spc="-25">
                <a:solidFill>
                  <a:srgbClr val="5460A8"/>
                </a:solidFill>
                <a:latin typeface="Comic Sans MS"/>
                <a:cs typeface="Comic Sans MS"/>
              </a:rPr>
              <a:t>or</a:t>
            </a:r>
            <a:endParaRPr sz="2700">
              <a:latin typeface="Comic Sans MS"/>
              <a:cs typeface="Comic Sans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016724" y="3052424"/>
            <a:ext cx="1169670" cy="977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8595" marR="5080" indent="-176530">
              <a:lnSpc>
                <a:spcPct val="115700"/>
              </a:lnSpc>
              <a:spcBef>
                <a:spcPts val="100"/>
              </a:spcBef>
            </a:pPr>
            <a:r>
              <a:rPr dirty="0" sz="2700" spc="-10">
                <a:solidFill>
                  <a:srgbClr val="5460A8"/>
                </a:solidFill>
                <a:latin typeface="Comic Sans MS"/>
                <a:cs typeface="Comic Sans MS"/>
              </a:rPr>
              <a:t>access, years,</a:t>
            </a:r>
            <a:endParaRPr sz="2700">
              <a:latin typeface="Comic Sans MS"/>
              <a:cs typeface="Comic Sans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714110" y="4069810"/>
            <a:ext cx="7088505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>
                <a:solidFill>
                  <a:srgbClr val="5460A8"/>
                </a:solidFill>
                <a:latin typeface="Comic Sans MS"/>
                <a:cs typeface="Comic Sans MS"/>
              </a:rPr>
              <a:t>continuously</a:t>
            </a:r>
            <a:r>
              <a:rPr dirty="0" sz="2700" spc="-10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700">
                <a:solidFill>
                  <a:srgbClr val="5460A8"/>
                </a:solidFill>
                <a:latin typeface="Comic Sans MS"/>
                <a:cs typeface="Comic Sans MS"/>
              </a:rPr>
              <a:t>exfiltrating</a:t>
            </a:r>
            <a:r>
              <a:rPr dirty="0" sz="2700" spc="-10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700">
                <a:solidFill>
                  <a:srgbClr val="5460A8"/>
                </a:solidFill>
                <a:latin typeface="Comic Sans MS"/>
                <a:cs typeface="Comic Sans MS"/>
              </a:rPr>
              <a:t>data</a:t>
            </a:r>
            <a:r>
              <a:rPr dirty="0" sz="2700" spc="-10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700">
                <a:solidFill>
                  <a:srgbClr val="5460A8"/>
                </a:solidFill>
                <a:latin typeface="Comic Sans MS"/>
                <a:cs typeface="Comic Sans MS"/>
              </a:rPr>
              <a:t>or</a:t>
            </a:r>
            <a:r>
              <a:rPr dirty="0" sz="2700" spc="-10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700" spc="-10">
                <a:solidFill>
                  <a:srgbClr val="5460A8"/>
                </a:solidFill>
                <a:latin typeface="Comic Sans MS"/>
                <a:cs typeface="Comic Sans MS"/>
              </a:rPr>
              <a:t>monitoring.</a:t>
            </a:r>
            <a:endParaRPr sz="2700">
              <a:latin typeface="Comic Sans MS"/>
              <a:cs typeface="Comic Sans MS"/>
            </a:endParaRPr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10699" y="5187314"/>
            <a:ext cx="123825" cy="123824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9714110" y="5498560"/>
            <a:ext cx="5529580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272790" algn="l"/>
              </a:tabLst>
            </a:pPr>
            <a:r>
              <a:rPr dirty="0" sz="2700" spc="-10">
                <a:solidFill>
                  <a:srgbClr val="5460A8"/>
                </a:solidFill>
                <a:latin typeface="Comic Sans MS"/>
                <a:cs typeface="Comic Sans MS"/>
              </a:rPr>
              <a:t>organizations</a:t>
            </a:r>
            <a:r>
              <a:rPr dirty="0" sz="2700">
                <a:solidFill>
                  <a:srgbClr val="5460A8"/>
                </a:solidFill>
                <a:latin typeface="Comic Sans MS"/>
                <a:cs typeface="Comic Sans MS"/>
              </a:rPr>
              <a:t>	</a:t>
            </a:r>
            <a:r>
              <a:rPr dirty="0" sz="2700" spc="-10">
                <a:solidFill>
                  <a:srgbClr val="5460A8"/>
                </a:solidFill>
                <a:latin typeface="Comic Sans MS"/>
                <a:cs typeface="Comic Sans MS"/>
              </a:rPr>
              <a:t>(governments,</a:t>
            </a:r>
            <a:endParaRPr sz="2700">
              <a:latin typeface="Comic Sans MS"/>
              <a:cs typeface="Comic Sans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714110" y="4884171"/>
            <a:ext cx="7472045" cy="1051560"/>
          </a:xfrm>
          <a:prstGeom prst="rect">
            <a:avLst/>
          </a:prstGeom>
        </p:spPr>
        <p:txBody>
          <a:bodyPr wrap="square" lIns="0" tIns="74295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585"/>
              </a:spcBef>
              <a:tabLst>
                <a:tab pos="2115820" algn="l"/>
                <a:tab pos="3342004" algn="l"/>
                <a:tab pos="4124960" algn="l"/>
                <a:tab pos="5827395" algn="l"/>
              </a:tabLst>
            </a:pPr>
            <a:r>
              <a:rPr dirty="0" sz="3300" spc="-355" b="1">
                <a:solidFill>
                  <a:srgbClr val="5460A8"/>
                </a:solidFill>
                <a:latin typeface="Comic Sans MS"/>
                <a:cs typeface="Comic Sans MS"/>
              </a:rPr>
              <a:t>Targeted:</a:t>
            </a:r>
            <a:r>
              <a:rPr dirty="0" sz="3300" b="1">
                <a:solidFill>
                  <a:srgbClr val="5460A8"/>
                </a:solidFill>
                <a:latin typeface="Comic Sans MS"/>
                <a:cs typeface="Comic Sans MS"/>
              </a:rPr>
              <a:t>	</a:t>
            </a:r>
            <a:r>
              <a:rPr dirty="0" sz="2700" spc="-20">
                <a:solidFill>
                  <a:srgbClr val="5460A8"/>
                </a:solidFill>
                <a:latin typeface="Comic Sans MS"/>
                <a:cs typeface="Comic Sans MS"/>
              </a:rPr>
              <a:t>Aims</a:t>
            </a:r>
            <a:r>
              <a:rPr dirty="0" sz="2700">
                <a:solidFill>
                  <a:srgbClr val="5460A8"/>
                </a:solidFill>
                <a:latin typeface="Comic Sans MS"/>
                <a:cs typeface="Comic Sans MS"/>
              </a:rPr>
              <a:t>	</a:t>
            </a:r>
            <a:r>
              <a:rPr dirty="0" sz="2700" spc="-25">
                <a:solidFill>
                  <a:srgbClr val="5460A8"/>
                </a:solidFill>
                <a:latin typeface="Comic Sans MS"/>
                <a:cs typeface="Comic Sans MS"/>
              </a:rPr>
              <a:t>at</a:t>
            </a:r>
            <a:r>
              <a:rPr dirty="0" sz="2700">
                <a:solidFill>
                  <a:srgbClr val="5460A8"/>
                </a:solidFill>
                <a:latin typeface="Comic Sans MS"/>
                <a:cs typeface="Comic Sans MS"/>
              </a:rPr>
              <a:t>	</a:t>
            </a:r>
            <a:r>
              <a:rPr dirty="0" sz="2700" spc="-10">
                <a:solidFill>
                  <a:srgbClr val="5460A8"/>
                </a:solidFill>
                <a:latin typeface="Comic Sans MS"/>
                <a:cs typeface="Comic Sans MS"/>
              </a:rPr>
              <a:t>specific</a:t>
            </a:r>
            <a:r>
              <a:rPr dirty="0" sz="2700">
                <a:solidFill>
                  <a:srgbClr val="5460A8"/>
                </a:solidFill>
                <a:latin typeface="Comic Sans MS"/>
                <a:cs typeface="Comic Sans MS"/>
              </a:rPr>
              <a:t>	</a:t>
            </a:r>
            <a:r>
              <a:rPr dirty="0" sz="2700" spc="-25">
                <a:solidFill>
                  <a:srgbClr val="5460A8"/>
                </a:solidFill>
                <a:latin typeface="Comic Sans MS"/>
                <a:cs typeface="Comic Sans MS"/>
              </a:rPr>
              <a:t>high-</a:t>
            </a:r>
            <a:r>
              <a:rPr dirty="0" sz="2700" spc="-10">
                <a:solidFill>
                  <a:srgbClr val="5460A8"/>
                </a:solidFill>
                <a:latin typeface="Comic Sans MS"/>
                <a:cs typeface="Comic Sans MS"/>
              </a:rPr>
              <a:t>value</a:t>
            </a:r>
            <a:endParaRPr sz="2700">
              <a:latin typeface="Comic Sans MS"/>
              <a:cs typeface="Comic Sans MS"/>
            </a:endParaRPr>
          </a:p>
          <a:p>
            <a:pPr algn="r" marR="5080">
              <a:lnSpc>
                <a:spcPct val="100000"/>
              </a:lnSpc>
              <a:spcBef>
                <a:spcPts val="390"/>
              </a:spcBef>
            </a:pPr>
            <a:r>
              <a:rPr dirty="0" sz="2700" spc="-10">
                <a:solidFill>
                  <a:srgbClr val="5460A8"/>
                </a:solidFill>
                <a:latin typeface="Comic Sans MS"/>
                <a:cs typeface="Comic Sans MS"/>
              </a:rPr>
              <a:t>large</a:t>
            </a:r>
            <a:endParaRPr sz="2700">
              <a:latin typeface="Comic Sans MS"/>
              <a:cs typeface="Comic Sans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714110" y="5909926"/>
            <a:ext cx="7472045" cy="977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5700"/>
              </a:lnSpc>
              <a:spcBef>
                <a:spcPts val="100"/>
              </a:spcBef>
            </a:pPr>
            <a:r>
              <a:rPr dirty="0" sz="2700">
                <a:solidFill>
                  <a:srgbClr val="5460A8"/>
                </a:solidFill>
                <a:latin typeface="Comic Sans MS"/>
                <a:cs typeface="Comic Sans MS"/>
              </a:rPr>
              <a:t>corporations)</a:t>
            </a:r>
            <a:r>
              <a:rPr dirty="0" sz="2700" spc="6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700">
                <a:solidFill>
                  <a:srgbClr val="5460A8"/>
                </a:solidFill>
                <a:latin typeface="Comic Sans MS"/>
                <a:cs typeface="Comic Sans MS"/>
              </a:rPr>
              <a:t>for</a:t>
            </a:r>
            <a:r>
              <a:rPr dirty="0" sz="2700" spc="6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700">
                <a:solidFill>
                  <a:srgbClr val="5460A8"/>
                </a:solidFill>
                <a:latin typeface="Comic Sans MS"/>
                <a:cs typeface="Comic Sans MS"/>
              </a:rPr>
              <a:t>specific</a:t>
            </a:r>
            <a:r>
              <a:rPr dirty="0" sz="2700" spc="6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700">
                <a:solidFill>
                  <a:srgbClr val="5460A8"/>
                </a:solidFill>
                <a:latin typeface="Comic Sans MS"/>
                <a:cs typeface="Comic Sans MS"/>
              </a:rPr>
              <a:t>objectives,</a:t>
            </a:r>
            <a:r>
              <a:rPr dirty="0" sz="2700" spc="6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700">
                <a:solidFill>
                  <a:srgbClr val="5460A8"/>
                </a:solidFill>
                <a:latin typeface="Comic Sans MS"/>
                <a:cs typeface="Comic Sans MS"/>
              </a:rPr>
              <a:t>not</a:t>
            </a:r>
            <a:r>
              <a:rPr dirty="0" sz="2700" spc="6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700" spc="-20">
                <a:solidFill>
                  <a:srgbClr val="5460A8"/>
                </a:solidFill>
                <a:latin typeface="Comic Sans MS"/>
                <a:cs typeface="Comic Sans MS"/>
              </a:rPr>
              <a:t>just </a:t>
            </a:r>
            <a:r>
              <a:rPr dirty="0" sz="2700">
                <a:solidFill>
                  <a:srgbClr val="5460A8"/>
                </a:solidFill>
                <a:latin typeface="Comic Sans MS"/>
                <a:cs typeface="Comic Sans MS"/>
              </a:rPr>
              <a:t>quick</a:t>
            </a:r>
            <a:r>
              <a:rPr dirty="0" sz="2700" spc="-9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700">
                <a:solidFill>
                  <a:srgbClr val="5460A8"/>
                </a:solidFill>
                <a:latin typeface="Comic Sans MS"/>
                <a:cs typeface="Comic Sans MS"/>
              </a:rPr>
              <a:t>financial</a:t>
            </a:r>
            <a:r>
              <a:rPr dirty="0" sz="2700" spc="-9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700" spc="-20">
                <a:solidFill>
                  <a:srgbClr val="5460A8"/>
                </a:solidFill>
                <a:latin typeface="Comic Sans MS"/>
                <a:cs typeface="Comic Sans MS"/>
              </a:rPr>
              <a:t>gain.</a:t>
            </a:r>
            <a:endParaRPr sz="2700">
              <a:latin typeface="Comic Sans MS"/>
              <a:cs typeface="Comic Sans MS"/>
            </a:endParaRPr>
          </a:p>
        </p:txBody>
      </p:sp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10699" y="7568564"/>
            <a:ext cx="123825" cy="123824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9714110" y="7325959"/>
            <a:ext cx="1598295" cy="5302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300" spc="-335" b="1">
                <a:solidFill>
                  <a:srgbClr val="5460A8"/>
                </a:solidFill>
                <a:latin typeface="Comic Sans MS"/>
                <a:cs typeface="Comic Sans MS"/>
              </a:rPr>
              <a:t>Stealthy:</a:t>
            </a:r>
            <a:endParaRPr sz="3300">
              <a:latin typeface="Comic Sans MS"/>
              <a:cs typeface="Comic Sans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1769873" y="7403559"/>
            <a:ext cx="5416550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553210" algn="l"/>
                <a:tab pos="3049905" algn="l"/>
                <a:tab pos="4703445" algn="l"/>
              </a:tabLst>
            </a:pPr>
            <a:r>
              <a:rPr dirty="0" sz="2700" spc="-10">
                <a:solidFill>
                  <a:srgbClr val="5460A8"/>
                </a:solidFill>
                <a:latin typeface="Comic Sans MS"/>
                <a:cs typeface="Comic Sans MS"/>
              </a:rPr>
              <a:t>Mimics</a:t>
            </a:r>
            <a:r>
              <a:rPr dirty="0" sz="2700">
                <a:solidFill>
                  <a:srgbClr val="5460A8"/>
                </a:solidFill>
                <a:latin typeface="Comic Sans MS"/>
                <a:cs typeface="Comic Sans MS"/>
              </a:rPr>
              <a:t>	</a:t>
            </a:r>
            <a:r>
              <a:rPr dirty="0" sz="2700" spc="-10">
                <a:solidFill>
                  <a:srgbClr val="5460A8"/>
                </a:solidFill>
                <a:latin typeface="Comic Sans MS"/>
                <a:cs typeface="Comic Sans MS"/>
              </a:rPr>
              <a:t>normal</a:t>
            </a:r>
            <a:r>
              <a:rPr dirty="0" sz="2700">
                <a:solidFill>
                  <a:srgbClr val="5460A8"/>
                </a:solidFill>
                <a:latin typeface="Comic Sans MS"/>
                <a:cs typeface="Comic Sans MS"/>
              </a:rPr>
              <a:t>	</a:t>
            </a:r>
            <a:r>
              <a:rPr dirty="0" sz="2700" spc="-10">
                <a:solidFill>
                  <a:srgbClr val="5460A8"/>
                </a:solidFill>
                <a:latin typeface="Comic Sans MS"/>
                <a:cs typeface="Comic Sans MS"/>
              </a:rPr>
              <a:t>traffic,</a:t>
            </a:r>
            <a:r>
              <a:rPr dirty="0" sz="2700">
                <a:solidFill>
                  <a:srgbClr val="5460A8"/>
                </a:solidFill>
                <a:latin typeface="Comic Sans MS"/>
                <a:cs typeface="Comic Sans MS"/>
              </a:rPr>
              <a:t>	</a:t>
            </a:r>
            <a:r>
              <a:rPr dirty="0" sz="2700" spc="-20">
                <a:solidFill>
                  <a:srgbClr val="5460A8"/>
                </a:solidFill>
                <a:latin typeface="Comic Sans MS"/>
                <a:cs typeface="Comic Sans MS"/>
              </a:rPr>
              <a:t>uses</a:t>
            </a:r>
            <a:endParaRPr sz="2700">
              <a:latin typeface="Comic Sans MS"/>
              <a:cs typeface="Comic Sans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714110" y="7814925"/>
            <a:ext cx="7472045" cy="977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5700"/>
              </a:lnSpc>
              <a:spcBef>
                <a:spcPts val="100"/>
              </a:spcBef>
              <a:tabLst>
                <a:tab pos="1993264" algn="l"/>
                <a:tab pos="4251960" algn="l"/>
                <a:tab pos="5812155" algn="l"/>
                <a:tab pos="6903084" algn="l"/>
              </a:tabLst>
            </a:pPr>
            <a:r>
              <a:rPr dirty="0" sz="2700" spc="-10">
                <a:solidFill>
                  <a:srgbClr val="5460A8"/>
                </a:solidFill>
                <a:latin typeface="Comic Sans MS"/>
                <a:cs typeface="Comic Sans MS"/>
              </a:rPr>
              <a:t>legitimate</a:t>
            </a:r>
            <a:r>
              <a:rPr dirty="0" sz="2700">
                <a:solidFill>
                  <a:srgbClr val="5460A8"/>
                </a:solidFill>
                <a:latin typeface="Comic Sans MS"/>
                <a:cs typeface="Comic Sans MS"/>
              </a:rPr>
              <a:t>	</a:t>
            </a:r>
            <a:r>
              <a:rPr dirty="0" sz="2700" spc="-10">
                <a:solidFill>
                  <a:srgbClr val="5460A8"/>
                </a:solidFill>
                <a:latin typeface="Comic Sans MS"/>
                <a:cs typeface="Comic Sans MS"/>
              </a:rPr>
              <a:t>credentials,</a:t>
            </a:r>
            <a:r>
              <a:rPr dirty="0" sz="2700">
                <a:solidFill>
                  <a:srgbClr val="5460A8"/>
                </a:solidFill>
                <a:latin typeface="Comic Sans MS"/>
                <a:cs typeface="Comic Sans MS"/>
              </a:rPr>
              <a:t>	</a:t>
            </a:r>
            <a:r>
              <a:rPr dirty="0" sz="2700" spc="-10">
                <a:solidFill>
                  <a:srgbClr val="5460A8"/>
                </a:solidFill>
                <a:latin typeface="Comic Sans MS"/>
                <a:cs typeface="Comic Sans MS"/>
              </a:rPr>
              <a:t>deletes</a:t>
            </a:r>
            <a:r>
              <a:rPr dirty="0" sz="2700">
                <a:solidFill>
                  <a:srgbClr val="5460A8"/>
                </a:solidFill>
                <a:latin typeface="Comic Sans MS"/>
                <a:cs typeface="Comic Sans MS"/>
              </a:rPr>
              <a:t>	</a:t>
            </a:r>
            <a:r>
              <a:rPr dirty="0" sz="2700" spc="-10">
                <a:solidFill>
                  <a:srgbClr val="5460A8"/>
                </a:solidFill>
                <a:latin typeface="Comic Sans MS"/>
                <a:cs typeface="Comic Sans MS"/>
              </a:rPr>
              <a:t>logs,</a:t>
            </a:r>
            <a:r>
              <a:rPr dirty="0" sz="2700">
                <a:solidFill>
                  <a:srgbClr val="5460A8"/>
                </a:solidFill>
                <a:latin typeface="Comic Sans MS"/>
                <a:cs typeface="Comic Sans MS"/>
              </a:rPr>
              <a:t>	</a:t>
            </a:r>
            <a:r>
              <a:rPr dirty="0" sz="2700" spc="-25">
                <a:solidFill>
                  <a:srgbClr val="5460A8"/>
                </a:solidFill>
                <a:latin typeface="Comic Sans MS"/>
                <a:cs typeface="Comic Sans MS"/>
              </a:rPr>
              <a:t>and </a:t>
            </a:r>
            <a:r>
              <a:rPr dirty="0" sz="2700">
                <a:solidFill>
                  <a:srgbClr val="5460A8"/>
                </a:solidFill>
                <a:latin typeface="Comic Sans MS"/>
                <a:cs typeface="Comic Sans MS"/>
              </a:rPr>
              <a:t>employs</a:t>
            </a:r>
            <a:r>
              <a:rPr dirty="0" sz="2700" spc="-7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700" spc="-20">
                <a:solidFill>
                  <a:srgbClr val="5460A8"/>
                </a:solidFill>
                <a:latin typeface="Comic Sans MS"/>
                <a:cs typeface="Comic Sans MS"/>
              </a:rPr>
              <a:t>anti-</a:t>
            </a:r>
            <a:r>
              <a:rPr dirty="0" sz="2700">
                <a:solidFill>
                  <a:srgbClr val="5460A8"/>
                </a:solidFill>
                <a:latin typeface="Comic Sans MS"/>
                <a:cs typeface="Comic Sans MS"/>
              </a:rPr>
              <a:t>forensics</a:t>
            </a:r>
            <a:r>
              <a:rPr dirty="0" sz="2700" spc="-6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700">
                <a:solidFill>
                  <a:srgbClr val="5460A8"/>
                </a:solidFill>
                <a:latin typeface="Comic Sans MS"/>
                <a:cs typeface="Comic Sans MS"/>
              </a:rPr>
              <a:t>to</a:t>
            </a:r>
            <a:r>
              <a:rPr dirty="0" sz="2700" spc="-6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700">
                <a:solidFill>
                  <a:srgbClr val="5460A8"/>
                </a:solidFill>
                <a:latin typeface="Comic Sans MS"/>
                <a:cs typeface="Comic Sans MS"/>
              </a:rPr>
              <a:t>evade</a:t>
            </a:r>
            <a:r>
              <a:rPr dirty="0" sz="2700" spc="-6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700" spc="-10">
                <a:solidFill>
                  <a:srgbClr val="5460A8"/>
                </a:solidFill>
                <a:latin typeface="Comic Sans MS"/>
                <a:cs typeface="Comic Sans MS"/>
              </a:rPr>
              <a:t>detection.</a:t>
            </a:r>
            <a:endParaRPr sz="2700">
              <a:latin typeface="Comic Sans MS"/>
              <a:cs typeface="Comic Sans MS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1028700" y="3281537"/>
            <a:ext cx="5410200" cy="4728210"/>
            <a:chOff x="1028700" y="3281537"/>
            <a:chExt cx="5410200" cy="4728210"/>
          </a:xfrm>
        </p:grpSpPr>
        <p:sp>
          <p:nvSpPr>
            <p:cNvPr id="21" name="object 21"/>
            <p:cNvSpPr/>
            <p:nvPr/>
          </p:nvSpPr>
          <p:spPr>
            <a:xfrm>
              <a:off x="1028700" y="3281537"/>
              <a:ext cx="5410200" cy="3484879"/>
            </a:xfrm>
            <a:custGeom>
              <a:avLst/>
              <a:gdLst/>
              <a:ahLst/>
              <a:cxnLst/>
              <a:rect l="l" t="t" r="r" b="b"/>
              <a:pathLst>
                <a:path w="5410200" h="3484879">
                  <a:moveTo>
                    <a:pt x="4927208" y="3484523"/>
                  </a:moveTo>
                  <a:lnTo>
                    <a:pt x="482991" y="3484523"/>
                  </a:lnTo>
                  <a:lnTo>
                    <a:pt x="436501" y="3482313"/>
                  </a:lnTo>
                  <a:lnTo>
                    <a:pt x="391257" y="3475815"/>
                  </a:lnTo>
                  <a:lnTo>
                    <a:pt x="347460" y="3465232"/>
                  </a:lnTo>
                  <a:lnTo>
                    <a:pt x="305313" y="3450766"/>
                  </a:lnTo>
                  <a:lnTo>
                    <a:pt x="265021" y="3432617"/>
                  </a:lnTo>
                  <a:lnTo>
                    <a:pt x="226785" y="3410988"/>
                  </a:lnTo>
                  <a:lnTo>
                    <a:pt x="190809" y="3386080"/>
                  </a:lnTo>
                  <a:lnTo>
                    <a:pt x="157296" y="3358095"/>
                  </a:lnTo>
                  <a:lnTo>
                    <a:pt x="126449" y="3327234"/>
                  </a:lnTo>
                  <a:lnTo>
                    <a:pt x="98470" y="3293699"/>
                  </a:lnTo>
                  <a:lnTo>
                    <a:pt x="73563" y="3257692"/>
                  </a:lnTo>
                  <a:lnTo>
                    <a:pt x="51931" y="3219415"/>
                  </a:lnTo>
                  <a:lnTo>
                    <a:pt x="33777" y="3179068"/>
                  </a:lnTo>
                  <a:lnTo>
                    <a:pt x="19304" y="3136854"/>
                  </a:lnTo>
                  <a:lnTo>
                    <a:pt x="8715" y="3092974"/>
                  </a:lnTo>
                  <a:lnTo>
                    <a:pt x="2212" y="3047630"/>
                  </a:lnTo>
                  <a:lnTo>
                    <a:pt x="0" y="3001023"/>
                  </a:lnTo>
                  <a:lnTo>
                    <a:pt x="0" y="483500"/>
                  </a:lnTo>
                  <a:lnTo>
                    <a:pt x="2212" y="436893"/>
                  </a:lnTo>
                  <a:lnTo>
                    <a:pt x="8715" y="391549"/>
                  </a:lnTo>
                  <a:lnTo>
                    <a:pt x="19304" y="347669"/>
                  </a:lnTo>
                  <a:lnTo>
                    <a:pt x="33777" y="305455"/>
                  </a:lnTo>
                  <a:lnTo>
                    <a:pt x="51931" y="265108"/>
                  </a:lnTo>
                  <a:lnTo>
                    <a:pt x="73563" y="226831"/>
                  </a:lnTo>
                  <a:lnTo>
                    <a:pt x="98470" y="190824"/>
                  </a:lnTo>
                  <a:lnTo>
                    <a:pt x="126449" y="157289"/>
                  </a:lnTo>
                  <a:lnTo>
                    <a:pt x="157296" y="126428"/>
                  </a:lnTo>
                  <a:lnTo>
                    <a:pt x="190809" y="98443"/>
                  </a:lnTo>
                  <a:lnTo>
                    <a:pt x="226785" y="73535"/>
                  </a:lnTo>
                  <a:lnTo>
                    <a:pt x="265021" y="51906"/>
                  </a:lnTo>
                  <a:lnTo>
                    <a:pt x="305313" y="33757"/>
                  </a:lnTo>
                  <a:lnTo>
                    <a:pt x="347460" y="19291"/>
                  </a:lnTo>
                  <a:lnTo>
                    <a:pt x="391257" y="8708"/>
                  </a:lnTo>
                  <a:lnTo>
                    <a:pt x="436501" y="2210"/>
                  </a:lnTo>
                  <a:lnTo>
                    <a:pt x="482991" y="0"/>
                  </a:lnTo>
                  <a:lnTo>
                    <a:pt x="4927208" y="0"/>
                  </a:lnTo>
                  <a:lnTo>
                    <a:pt x="4973697" y="2210"/>
                  </a:lnTo>
                  <a:lnTo>
                    <a:pt x="5018942" y="8708"/>
                  </a:lnTo>
                  <a:lnTo>
                    <a:pt x="5062739" y="19291"/>
                  </a:lnTo>
                  <a:lnTo>
                    <a:pt x="5104885" y="33757"/>
                  </a:lnTo>
                  <a:lnTo>
                    <a:pt x="5145178" y="51906"/>
                  </a:lnTo>
                  <a:lnTo>
                    <a:pt x="5183414" y="73535"/>
                  </a:lnTo>
                  <a:lnTo>
                    <a:pt x="5219390" y="98443"/>
                  </a:lnTo>
                  <a:lnTo>
                    <a:pt x="5252903" y="126428"/>
                  </a:lnTo>
                  <a:lnTo>
                    <a:pt x="5283750" y="157289"/>
                  </a:lnTo>
                  <a:lnTo>
                    <a:pt x="5311729" y="190824"/>
                  </a:lnTo>
                  <a:lnTo>
                    <a:pt x="5336635" y="226831"/>
                  </a:lnTo>
                  <a:lnTo>
                    <a:pt x="5358267" y="265108"/>
                  </a:lnTo>
                  <a:lnTo>
                    <a:pt x="5376421" y="305455"/>
                  </a:lnTo>
                  <a:lnTo>
                    <a:pt x="5390895" y="347669"/>
                  </a:lnTo>
                  <a:lnTo>
                    <a:pt x="5401484" y="391549"/>
                  </a:lnTo>
                  <a:lnTo>
                    <a:pt x="5407987" y="436893"/>
                  </a:lnTo>
                  <a:lnTo>
                    <a:pt x="5410199" y="483500"/>
                  </a:lnTo>
                  <a:lnTo>
                    <a:pt x="5410199" y="3001023"/>
                  </a:lnTo>
                  <a:lnTo>
                    <a:pt x="5407987" y="3047630"/>
                  </a:lnTo>
                  <a:lnTo>
                    <a:pt x="5401484" y="3092974"/>
                  </a:lnTo>
                  <a:lnTo>
                    <a:pt x="5390895" y="3136854"/>
                  </a:lnTo>
                  <a:lnTo>
                    <a:pt x="5376421" y="3179068"/>
                  </a:lnTo>
                  <a:lnTo>
                    <a:pt x="5358267" y="3219415"/>
                  </a:lnTo>
                  <a:lnTo>
                    <a:pt x="5336635" y="3257692"/>
                  </a:lnTo>
                  <a:lnTo>
                    <a:pt x="5311729" y="3293699"/>
                  </a:lnTo>
                  <a:lnTo>
                    <a:pt x="5283750" y="3327234"/>
                  </a:lnTo>
                  <a:lnTo>
                    <a:pt x="5252903" y="3358095"/>
                  </a:lnTo>
                  <a:lnTo>
                    <a:pt x="5219390" y="3386080"/>
                  </a:lnTo>
                  <a:lnTo>
                    <a:pt x="5183414" y="3410988"/>
                  </a:lnTo>
                  <a:lnTo>
                    <a:pt x="5145178" y="3432617"/>
                  </a:lnTo>
                  <a:lnTo>
                    <a:pt x="5104885" y="3450766"/>
                  </a:lnTo>
                  <a:lnTo>
                    <a:pt x="5062739" y="3465232"/>
                  </a:lnTo>
                  <a:lnTo>
                    <a:pt x="5018942" y="3475815"/>
                  </a:lnTo>
                  <a:lnTo>
                    <a:pt x="4973697" y="3482313"/>
                  </a:lnTo>
                  <a:lnTo>
                    <a:pt x="4927208" y="3484523"/>
                  </a:lnTo>
                  <a:close/>
                </a:path>
              </a:pathLst>
            </a:custGeom>
            <a:solidFill>
              <a:srgbClr val="FFBF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2249043" y="3505174"/>
              <a:ext cx="3939540" cy="907415"/>
            </a:xfrm>
            <a:custGeom>
              <a:avLst/>
              <a:gdLst/>
              <a:ahLst/>
              <a:cxnLst/>
              <a:rect l="l" t="t" r="r" b="b"/>
              <a:pathLst>
                <a:path w="3939540" h="907414">
                  <a:moveTo>
                    <a:pt x="3938968" y="243268"/>
                  </a:moveTo>
                  <a:lnTo>
                    <a:pt x="3934028" y="194195"/>
                  </a:lnTo>
                  <a:lnTo>
                    <a:pt x="3925112" y="165531"/>
                  </a:lnTo>
                  <a:lnTo>
                    <a:pt x="3919829" y="148513"/>
                  </a:lnTo>
                  <a:lnTo>
                    <a:pt x="3897376" y="107175"/>
                  </a:lnTo>
                  <a:lnTo>
                    <a:pt x="3867632" y="71183"/>
                  </a:lnTo>
                  <a:lnTo>
                    <a:pt x="3831602" y="41503"/>
                  </a:lnTo>
                  <a:lnTo>
                    <a:pt x="3790251" y="19088"/>
                  </a:lnTo>
                  <a:lnTo>
                    <a:pt x="3744557" y="4927"/>
                  </a:lnTo>
                  <a:lnTo>
                    <a:pt x="3695509" y="0"/>
                  </a:lnTo>
                  <a:lnTo>
                    <a:pt x="0" y="0"/>
                  </a:lnTo>
                  <a:lnTo>
                    <a:pt x="368236" y="907161"/>
                  </a:lnTo>
                  <a:lnTo>
                    <a:pt x="3938968" y="907161"/>
                  </a:lnTo>
                  <a:lnTo>
                    <a:pt x="3938968" y="491350"/>
                  </a:lnTo>
                  <a:lnTo>
                    <a:pt x="3938968" y="436321"/>
                  </a:lnTo>
                  <a:lnTo>
                    <a:pt x="3938968" y="243268"/>
                  </a:lnTo>
                  <a:close/>
                </a:path>
              </a:pathLst>
            </a:custGeom>
            <a:solidFill>
              <a:srgbClr val="655E6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1500367" y="3654754"/>
              <a:ext cx="812800" cy="758190"/>
            </a:xfrm>
            <a:custGeom>
              <a:avLst/>
              <a:gdLst/>
              <a:ahLst/>
              <a:cxnLst/>
              <a:rect l="l" t="t" r="r" b="b"/>
              <a:pathLst>
                <a:path w="812800" h="758189">
                  <a:moveTo>
                    <a:pt x="654002" y="757571"/>
                  </a:moveTo>
                  <a:lnTo>
                    <a:pt x="158358" y="757571"/>
                  </a:lnTo>
                  <a:lnTo>
                    <a:pt x="115301" y="751753"/>
                  </a:lnTo>
                  <a:lnTo>
                    <a:pt x="77485" y="735514"/>
                  </a:lnTo>
                  <a:lnTo>
                    <a:pt x="45978" y="710677"/>
                  </a:lnTo>
                  <a:lnTo>
                    <a:pt x="21849" y="679062"/>
                  </a:lnTo>
                  <a:lnTo>
                    <a:pt x="6167" y="642493"/>
                  </a:lnTo>
                  <a:lnTo>
                    <a:pt x="0" y="602792"/>
                  </a:lnTo>
                  <a:lnTo>
                    <a:pt x="4416" y="561780"/>
                  </a:lnTo>
                  <a:lnTo>
                    <a:pt x="20485" y="521280"/>
                  </a:lnTo>
                  <a:lnTo>
                    <a:pt x="268308" y="80583"/>
                  </a:lnTo>
                  <a:lnTo>
                    <a:pt x="295081" y="45328"/>
                  </a:lnTo>
                  <a:lnTo>
                    <a:pt x="328450" y="20145"/>
                  </a:lnTo>
                  <a:lnTo>
                    <a:pt x="366216" y="5036"/>
                  </a:lnTo>
                  <a:lnTo>
                    <a:pt x="406180" y="0"/>
                  </a:lnTo>
                  <a:lnTo>
                    <a:pt x="446145" y="5036"/>
                  </a:lnTo>
                  <a:lnTo>
                    <a:pt x="483911" y="20145"/>
                  </a:lnTo>
                  <a:lnTo>
                    <a:pt x="517280" y="45328"/>
                  </a:lnTo>
                  <a:lnTo>
                    <a:pt x="544053" y="80583"/>
                  </a:lnTo>
                  <a:lnTo>
                    <a:pt x="791875" y="521280"/>
                  </a:lnTo>
                  <a:lnTo>
                    <a:pt x="802620" y="548360"/>
                  </a:lnTo>
                  <a:lnTo>
                    <a:pt x="406180" y="548360"/>
                  </a:lnTo>
                  <a:lnTo>
                    <a:pt x="389239" y="551806"/>
                  </a:lnTo>
                  <a:lnTo>
                    <a:pt x="375366" y="561190"/>
                  </a:lnTo>
                  <a:lnTo>
                    <a:pt x="365993" y="575078"/>
                  </a:lnTo>
                  <a:lnTo>
                    <a:pt x="362550" y="592037"/>
                  </a:lnTo>
                  <a:lnTo>
                    <a:pt x="365993" y="608996"/>
                  </a:lnTo>
                  <a:lnTo>
                    <a:pt x="375366" y="622883"/>
                  </a:lnTo>
                  <a:lnTo>
                    <a:pt x="389239" y="632267"/>
                  </a:lnTo>
                  <a:lnTo>
                    <a:pt x="406180" y="635713"/>
                  </a:lnTo>
                  <a:lnTo>
                    <a:pt x="807247" y="635713"/>
                  </a:lnTo>
                  <a:lnTo>
                    <a:pt x="806194" y="642493"/>
                  </a:lnTo>
                  <a:lnTo>
                    <a:pt x="790512" y="679062"/>
                  </a:lnTo>
                  <a:lnTo>
                    <a:pt x="766383" y="710677"/>
                  </a:lnTo>
                  <a:lnTo>
                    <a:pt x="734876" y="735514"/>
                  </a:lnTo>
                  <a:lnTo>
                    <a:pt x="697060" y="751753"/>
                  </a:lnTo>
                  <a:lnTo>
                    <a:pt x="654002" y="757571"/>
                  </a:lnTo>
                  <a:close/>
                </a:path>
                <a:path w="812800" h="758189">
                  <a:moveTo>
                    <a:pt x="807247" y="635713"/>
                  </a:moveTo>
                  <a:lnTo>
                    <a:pt x="406180" y="635713"/>
                  </a:lnTo>
                  <a:lnTo>
                    <a:pt x="423121" y="632267"/>
                  </a:lnTo>
                  <a:lnTo>
                    <a:pt x="436995" y="622883"/>
                  </a:lnTo>
                  <a:lnTo>
                    <a:pt x="446368" y="608996"/>
                  </a:lnTo>
                  <a:lnTo>
                    <a:pt x="449811" y="592037"/>
                  </a:lnTo>
                  <a:lnTo>
                    <a:pt x="446368" y="575078"/>
                  </a:lnTo>
                  <a:lnTo>
                    <a:pt x="436995" y="561190"/>
                  </a:lnTo>
                  <a:lnTo>
                    <a:pt x="423121" y="551806"/>
                  </a:lnTo>
                  <a:lnTo>
                    <a:pt x="406180" y="548360"/>
                  </a:lnTo>
                  <a:lnTo>
                    <a:pt x="802620" y="548360"/>
                  </a:lnTo>
                  <a:lnTo>
                    <a:pt x="807944" y="561780"/>
                  </a:lnTo>
                  <a:lnTo>
                    <a:pt x="812361" y="602792"/>
                  </a:lnTo>
                  <a:lnTo>
                    <a:pt x="807247" y="635713"/>
                  </a:lnTo>
                  <a:close/>
                </a:path>
              </a:pathLst>
            </a:custGeom>
            <a:solidFill>
              <a:srgbClr val="EF9D2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1279576" y="3505161"/>
              <a:ext cx="4908550" cy="3037840"/>
            </a:xfrm>
            <a:custGeom>
              <a:avLst/>
              <a:gdLst/>
              <a:ahLst/>
              <a:cxnLst/>
              <a:rect l="l" t="t" r="r" b="b"/>
              <a:pathLst>
                <a:path w="4908550" h="3037840">
                  <a:moveTo>
                    <a:pt x="4664988" y="3037275"/>
                  </a:moveTo>
                  <a:lnTo>
                    <a:pt x="243458" y="3037275"/>
                  </a:lnTo>
                  <a:lnTo>
                    <a:pt x="194415" y="3032339"/>
                  </a:lnTo>
                  <a:lnTo>
                    <a:pt x="148725" y="3018180"/>
                  </a:lnTo>
                  <a:lnTo>
                    <a:pt x="107372" y="2995770"/>
                  </a:lnTo>
                  <a:lnTo>
                    <a:pt x="71336" y="2966082"/>
                  </a:lnTo>
                  <a:lnTo>
                    <a:pt x="41599" y="2930088"/>
                  </a:lnTo>
                  <a:lnTo>
                    <a:pt x="19142" y="2888761"/>
                  </a:lnTo>
                  <a:lnTo>
                    <a:pt x="4949" y="2843072"/>
                  </a:lnTo>
                  <a:lnTo>
                    <a:pt x="0" y="2793996"/>
                  </a:lnTo>
                  <a:lnTo>
                    <a:pt x="0" y="243279"/>
                  </a:lnTo>
                  <a:lnTo>
                    <a:pt x="4876" y="194920"/>
                  </a:lnTo>
                  <a:lnTo>
                    <a:pt x="4949" y="194202"/>
                  </a:lnTo>
                  <a:lnTo>
                    <a:pt x="19142" y="148514"/>
                  </a:lnTo>
                  <a:lnTo>
                    <a:pt x="41599" y="107186"/>
                  </a:lnTo>
                  <a:lnTo>
                    <a:pt x="71336" y="71192"/>
                  </a:lnTo>
                  <a:lnTo>
                    <a:pt x="107372" y="41504"/>
                  </a:lnTo>
                  <a:lnTo>
                    <a:pt x="148725" y="19094"/>
                  </a:lnTo>
                  <a:lnTo>
                    <a:pt x="194415" y="4935"/>
                  </a:lnTo>
                  <a:lnTo>
                    <a:pt x="243458" y="0"/>
                  </a:lnTo>
                  <a:lnTo>
                    <a:pt x="969472" y="0"/>
                  </a:lnTo>
                  <a:lnTo>
                    <a:pt x="1030215" y="149592"/>
                  </a:lnTo>
                  <a:lnTo>
                    <a:pt x="626972" y="149592"/>
                  </a:lnTo>
                  <a:lnTo>
                    <a:pt x="587007" y="154629"/>
                  </a:lnTo>
                  <a:lnTo>
                    <a:pt x="549241" y="169738"/>
                  </a:lnTo>
                  <a:lnTo>
                    <a:pt x="515872" y="194920"/>
                  </a:lnTo>
                  <a:lnTo>
                    <a:pt x="489099" y="230175"/>
                  </a:lnTo>
                  <a:lnTo>
                    <a:pt x="241277" y="670873"/>
                  </a:lnTo>
                  <a:lnTo>
                    <a:pt x="224825" y="713045"/>
                  </a:lnTo>
                  <a:lnTo>
                    <a:pt x="220916" y="755654"/>
                  </a:lnTo>
                  <a:lnTo>
                    <a:pt x="228351" y="796662"/>
                  </a:lnTo>
                  <a:lnTo>
                    <a:pt x="245931" y="834030"/>
                  </a:lnTo>
                  <a:lnTo>
                    <a:pt x="272455" y="865719"/>
                  </a:lnTo>
                  <a:lnTo>
                    <a:pt x="306723" y="889693"/>
                  </a:lnTo>
                  <a:lnTo>
                    <a:pt x="359611" y="905969"/>
                  </a:lnTo>
                  <a:lnTo>
                    <a:pt x="4908447" y="907164"/>
                  </a:lnTo>
                  <a:lnTo>
                    <a:pt x="4908447" y="2793996"/>
                  </a:lnTo>
                  <a:lnTo>
                    <a:pt x="4903497" y="2843072"/>
                  </a:lnTo>
                  <a:lnTo>
                    <a:pt x="4889304" y="2888761"/>
                  </a:lnTo>
                  <a:lnTo>
                    <a:pt x="4866848" y="2930088"/>
                  </a:lnTo>
                  <a:lnTo>
                    <a:pt x="4837111" y="2966082"/>
                  </a:lnTo>
                  <a:lnTo>
                    <a:pt x="4801074" y="2995770"/>
                  </a:lnTo>
                  <a:lnTo>
                    <a:pt x="4759721" y="3018180"/>
                  </a:lnTo>
                  <a:lnTo>
                    <a:pt x="4714031" y="3032339"/>
                  </a:lnTo>
                  <a:lnTo>
                    <a:pt x="4664988" y="3037275"/>
                  </a:lnTo>
                  <a:close/>
                </a:path>
                <a:path w="4908550" h="3037840">
                  <a:moveTo>
                    <a:pt x="1337715" y="907164"/>
                  </a:moveTo>
                  <a:lnTo>
                    <a:pt x="874794" y="907164"/>
                  </a:lnTo>
                  <a:lnTo>
                    <a:pt x="894332" y="905969"/>
                  </a:lnTo>
                  <a:lnTo>
                    <a:pt x="912971" y="902523"/>
                  </a:lnTo>
                  <a:lnTo>
                    <a:pt x="981489" y="865719"/>
                  </a:lnTo>
                  <a:lnTo>
                    <a:pt x="1008013" y="834030"/>
                  </a:lnTo>
                  <a:lnTo>
                    <a:pt x="1025592" y="796662"/>
                  </a:lnTo>
                  <a:lnTo>
                    <a:pt x="1033028" y="755654"/>
                  </a:lnTo>
                  <a:lnTo>
                    <a:pt x="1029119" y="713045"/>
                  </a:lnTo>
                  <a:lnTo>
                    <a:pt x="1012667" y="670873"/>
                  </a:lnTo>
                  <a:lnTo>
                    <a:pt x="764845" y="230175"/>
                  </a:lnTo>
                  <a:lnTo>
                    <a:pt x="738071" y="194920"/>
                  </a:lnTo>
                  <a:lnTo>
                    <a:pt x="704702" y="169738"/>
                  </a:lnTo>
                  <a:lnTo>
                    <a:pt x="666936" y="154629"/>
                  </a:lnTo>
                  <a:lnTo>
                    <a:pt x="626972" y="149592"/>
                  </a:lnTo>
                  <a:lnTo>
                    <a:pt x="1030215" y="149592"/>
                  </a:lnTo>
                  <a:lnTo>
                    <a:pt x="1330734" y="889693"/>
                  </a:lnTo>
                  <a:lnTo>
                    <a:pt x="1337715" y="907164"/>
                  </a:lnTo>
                  <a:close/>
                </a:path>
              </a:pathLst>
            </a:custGeom>
            <a:solidFill>
              <a:srgbClr val="FAE2A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62917" y="4203114"/>
              <a:ext cx="87261" cy="87353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835478" y="3626941"/>
              <a:ext cx="3060700" cy="628650"/>
            </a:xfrm>
            <a:custGeom>
              <a:avLst/>
              <a:gdLst/>
              <a:ahLst/>
              <a:cxnLst/>
              <a:rect l="l" t="t" r="r" b="b"/>
              <a:pathLst>
                <a:path w="3060700" h="628650">
                  <a:moveTo>
                    <a:pt x="489064" y="43764"/>
                  </a:moveTo>
                  <a:lnTo>
                    <a:pt x="485635" y="26746"/>
                  </a:lnTo>
                  <a:lnTo>
                    <a:pt x="476288" y="12865"/>
                  </a:lnTo>
                  <a:lnTo>
                    <a:pt x="462419" y="3517"/>
                  </a:lnTo>
                  <a:lnTo>
                    <a:pt x="445427" y="88"/>
                  </a:lnTo>
                  <a:lnTo>
                    <a:pt x="428434" y="3517"/>
                  </a:lnTo>
                  <a:lnTo>
                    <a:pt x="414566" y="12865"/>
                  </a:lnTo>
                  <a:lnTo>
                    <a:pt x="405218" y="26746"/>
                  </a:lnTo>
                  <a:lnTo>
                    <a:pt x="401802" y="43764"/>
                  </a:lnTo>
                  <a:lnTo>
                    <a:pt x="401802" y="444576"/>
                  </a:lnTo>
                  <a:lnTo>
                    <a:pt x="350266" y="369722"/>
                  </a:lnTo>
                  <a:lnTo>
                    <a:pt x="280200" y="267957"/>
                  </a:lnTo>
                  <a:lnTo>
                    <a:pt x="244246" y="249047"/>
                  </a:lnTo>
                  <a:lnTo>
                    <a:pt x="233781" y="250329"/>
                  </a:lnTo>
                  <a:lnTo>
                    <a:pt x="224028" y="254063"/>
                  </a:lnTo>
                  <a:lnTo>
                    <a:pt x="215430" y="260007"/>
                  </a:lnTo>
                  <a:lnTo>
                    <a:pt x="208381" y="267957"/>
                  </a:lnTo>
                  <a:lnTo>
                    <a:pt x="87261" y="444322"/>
                  </a:lnTo>
                  <a:lnTo>
                    <a:pt x="87261" y="43764"/>
                  </a:lnTo>
                  <a:lnTo>
                    <a:pt x="83845" y="26746"/>
                  </a:lnTo>
                  <a:lnTo>
                    <a:pt x="74498" y="12865"/>
                  </a:lnTo>
                  <a:lnTo>
                    <a:pt x="60629" y="3517"/>
                  </a:lnTo>
                  <a:lnTo>
                    <a:pt x="43637" y="88"/>
                  </a:lnTo>
                  <a:lnTo>
                    <a:pt x="26644" y="3517"/>
                  </a:lnTo>
                  <a:lnTo>
                    <a:pt x="12776" y="12865"/>
                  </a:lnTo>
                  <a:lnTo>
                    <a:pt x="3429" y="26746"/>
                  </a:lnTo>
                  <a:lnTo>
                    <a:pt x="0" y="43764"/>
                  </a:lnTo>
                  <a:lnTo>
                    <a:pt x="0" y="584911"/>
                  </a:lnTo>
                  <a:lnTo>
                    <a:pt x="18186" y="620407"/>
                  </a:lnTo>
                  <a:lnTo>
                    <a:pt x="44577" y="628573"/>
                  </a:lnTo>
                  <a:lnTo>
                    <a:pt x="57988" y="626160"/>
                  </a:lnTo>
                  <a:lnTo>
                    <a:pt x="69977" y="619721"/>
                  </a:lnTo>
                  <a:lnTo>
                    <a:pt x="79590" y="609638"/>
                  </a:lnTo>
                  <a:lnTo>
                    <a:pt x="193103" y="444322"/>
                  </a:lnTo>
                  <a:lnTo>
                    <a:pt x="244335" y="369722"/>
                  </a:lnTo>
                  <a:lnTo>
                    <a:pt x="409486" y="609638"/>
                  </a:lnTo>
                  <a:lnTo>
                    <a:pt x="445312" y="628573"/>
                  </a:lnTo>
                  <a:lnTo>
                    <a:pt x="449846" y="628573"/>
                  </a:lnTo>
                  <a:lnTo>
                    <a:pt x="486829" y="598703"/>
                  </a:lnTo>
                  <a:lnTo>
                    <a:pt x="489064" y="584911"/>
                  </a:lnTo>
                  <a:lnTo>
                    <a:pt x="489064" y="444576"/>
                  </a:lnTo>
                  <a:lnTo>
                    <a:pt x="489064" y="43764"/>
                  </a:lnTo>
                  <a:close/>
                </a:path>
                <a:path w="3060700" h="628650">
                  <a:moveTo>
                    <a:pt x="1041895" y="586536"/>
                  </a:moveTo>
                  <a:lnTo>
                    <a:pt x="1039063" y="569404"/>
                  </a:lnTo>
                  <a:lnTo>
                    <a:pt x="956957" y="353174"/>
                  </a:lnTo>
                  <a:lnTo>
                    <a:pt x="956843" y="352577"/>
                  </a:lnTo>
                  <a:lnTo>
                    <a:pt x="956589" y="352221"/>
                  </a:lnTo>
                  <a:lnTo>
                    <a:pt x="853236" y="79997"/>
                  </a:lnTo>
                  <a:lnTo>
                    <a:pt x="853236" y="325907"/>
                  </a:lnTo>
                  <a:lnTo>
                    <a:pt x="732218" y="325907"/>
                  </a:lnTo>
                  <a:lnTo>
                    <a:pt x="792734" y="166497"/>
                  </a:lnTo>
                  <a:lnTo>
                    <a:pt x="853236" y="325907"/>
                  </a:lnTo>
                  <a:lnTo>
                    <a:pt x="853236" y="79997"/>
                  </a:lnTo>
                  <a:lnTo>
                    <a:pt x="833564" y="28168"/>
                  </a:lnTo>
                  <a:lnTo>
                    <a:pt x="792772" y="0"/>
                  </a:lnTo>
                  <a:lnTo>
                    <a:pt x="779665" y="2019"/>
                  </a:lnTo>
                  <a:lnTo>
                    <a:pt x="767994" y="7721"/>
                  </a:lnTo>
                  <a:lnTo>
                    <a:pt x="758507" y="16611"/>
                  </a:lnTo>
                  <a:lnTo>
                    <a:pt x="751979" y="28168"/>
                  </a:lnTo>
                  <a:lnTo>
                    <a:pt x="629056" y="351917"/>
                  </a:lnTo>
                  <a:lnTo>
                    <a:pt x="628611" y="352577"/>
                  </a:lnTo>
                  <a:lnTo>
                    <a:pt x="628383" y="353682"/>
                  </a:lnTo>
                  <a:lnTo>
                    <a:pt x="546481" y="569404"/>
                  </a:lnTo>
                  <a:lnTo>
                    <a:pt x="543648" y="586536"/>
                  </a:lnTo>
                  <a:lnTo>
                    <a:pt x="547458" y="602830"/>
                  </a:lnTo>
                  <a:lnTo>
                    <a:pt x="557110" y="616496"/>
                  </a:lnTo>
                  <a:lnTo>
                    <a:pt x="571779" y="625703"/>
                  </a:lnTo>
                  <a:lnTo>
                    <a:pt x="588835" y="628586"/>
                  </a:lnTo>
                  <a:lnTo>
                    <a:pt x="605116" y="624763"/>
                  </a:lnTo>
                  <a:lnTo>
                    <a:pt x="618794" y="615086"/>
                  </a:lnTo>
                  <a:lnTo>
                    <a:pt x="628027" y="600379"/>
                  </a:lnTo>
                  <a:lnTo>
                    <a:pt x="699046" y="413270"/>
                  </a:lnTo>
                  <a:lnTo>
                    <a:pt x="886409" y="413270"/>
                  </a:lnTo>
                  <a:lnTo>
                    <a:pt x="957440" y="600379"/>
                  </a:lnTo>
                  <a:lnTo>
                    <a:pt x="985367" y="626643"/>
                  </a:lnTo>
                  <a:lnTo>
                    <a:pt x="998232" y="628586"/>
                  </a:lnTo>
                  <a:lnTo>
                    <a:pt x="1008608" y="627722"/>
                  </a:lnTo>
                  <a:lnTo>
                    <a:pt x="1013764" y="625703"/>
                  </a:lnTo>
                  <a:lnTo>
                    <a:pt x="1028433" y="616496"/>
                  </a:lnTo>
                  <a:lnTo>
                    <a:pt x="1038085" y="602830"/>
                  </a:lnTo>
                  <a:lnTo>
                    <a:pt x="1041895" y="586536"/>
                  </a:lnTo>
                  <a:close/>
                </a:path>
                <a:path w="3060700" h="628650">
                  <a:moveTo>
                    <a:pt x="1462062" y="179197"/>
                  </a:moveTo>
                  <a:lnTo>
                    <a:pt x="1455661" y="131648"/>
                  </a:lnTo>
                  <a:lnTo>
                    <a:pt x="1437614" y="88874"/>
                  </a:lnTo>
                  <a:lnTo>
                    <a:pt x="1436497" y="87439"/>
                  </a:lnTo>
                  <a:lnTo>
                    <a:pt x="1409611" y="52616"/>
                  </a:lnTo>
                  <a:lnTo>
                    <a:pt x="1374762" y="25628"/>
                  </a:lnTo>
                  <a:lnTo>
                    <a:pt x="1374762" y="179197"/>
                  </a:lnTo>
                  <a:lnTo>
                    <a:pt x="1372997" y="197154"/>
                  </a:lnTo>
                  <a:lnTo>
                    <a:pt x="1347800" y="243979"/>
                  </a:lnTo>
                  <a:lnTo>
                    <a:pt x="1301140" y="269113"/>
                  </a:lnTo>
                  <a:lnTo>
                    <a:pt x="1283182" y="270878"/>
                  </a:lnTo>
                  <a:lnTo>
                    <a:pt x="1173619" y="270878"/>
                  </a:lnTo>
                  <a:lnTo>
                    <a:pt x="1173619" y="87439"/>
                  </a:lnTo>
                  <a:lnTo>
                    <a:pt x="1283131" y="87439"/>
                  </a:lnTo>
                  <a:lnTo>
                    <a:pt x="1318780" y="94665"/>
                  </a:lnTo>
                  <a:lnTo>
                    <a:pt x="1347914" y="114350"/>
                  </a:lnTo>
                  <a:lnTo>
                    <a:pt x="1367561" y="143522"/>
                  </a:lnTo>
                  <a:lnTo>
                    <a:pt x="1374762" y="179197"/>
                  </a:lnTo>
                  <a:lnTo>
                    <a:pt x="1374762" y="25628"/>
                  </a:lnTo>
                  <a:lnTo>
                    <a:pt x="1373403" y="24574"/>
                  </a:lnTo>
                  <a:lnTo>
                    <a:pt x="1330680" y="6489"/>
                  </a:lnTo>
                  <a:lnTo>
                    <a:pt x="1283182" y="88"/>
                  </a:lnTo>
                  <a:lnTo>
                    <a:pt x="1129995" y="88"/>
                  </a:lnTo>
                  <a:lnTo>
                    <a:pt x="1113002" y="3517"/>
                  </a:lnTo>
                  <a:lnTo>
                    <a:pt x="1099134" y="12865"/>
                  </a:lnTo>
                  <a:lnTo>
                    <a:pt x="1089787" y="26746"/>
                  </a:lnTo>
                  <a:lnTo>
                    <a:pt x="1086358" y="43764"/>
                  </a:lnTo>
                  <a:lnTo>
                    <a:pt x="1086358" y="314553"/>
                  </a:lnTo>
                  <a:lnTo>
                    <a:pt x="1086358" y="584911"/>
                  </a:lnTo>
                  <a:lnTo>
                    <a:pt x="1089787" y="601929"/>
                  </a:lnTo>
                  <a:lnTo>
                    <a:pt x="1099134" y="615810"/>
                  </a:lnTo>
                  <a:lnTo>
                    <a:pt x="1113002" y="625157"/>
                  </a:lnTo>
                  <a:lnTo>
                    <a:pt x="1129995" y="628586"/>
                  </a:lnTo>
                  <a:lnTo>
                    <a:pt x="1146975" y="625157"/>
                  </a:lnTo>
                  <a:lnTo>
                    <a:pt x="1160843" y="615810"/>
                  </a:lnTo>
                  <a:lnTo>
                    <a:pt x="1170190" y="601929"/>
                  </a:lnTo>
                  <a:lnTo>
                    <a:pt x="1173619" y="584911"/>
                  </a:lnTo>
                  <a:lnTo>
                    <a:pt x="1173619" y="358228"/>
                  </a:lnTo>
                  <a:lnTo>
                    <a:pt x="1256169" y="358228"/>
                  </a:lnTo>
                  <a:lnTo>
                    <a:pt x="1379347" y="604443"/>
                  </a:lnTo>
                  <a:lnTo>
                    <a:pt x="1418437" y="628586"/>
                  </a:lnTo>
                  <a:lnTo>
                    <a:pt x="1424978" y="628586"/>
                  </a:lnTo>
                  <a:lnTo>
                    <a:pt x="1459776" y="598665"/>
                  </a:lnTo>
                  <a:lnTo>
                    <a:pt x="1461922" y="582066"/>
                  </a:lnTo>
                  <a:lnTo>
                    <a:pt x="1457401" y="565353"/>
                  </a:lnTo>
                  <a:lnTo>
                    <a:pt x="1347597" y="345871"/>
                  </a:lnTo>
                  <a:lnTo>
                    <a:pt x="1351559" y="344665"/>
                  </a:lnTo>
                  <a:lnTo>
                    <a:pt x="1409534" y="305727"/>
                  </a:lnTo>
                  <a:lnTo>
                    <a:pt x="1436065" y="270878"/>
                  </a:lnTo>
                  <a:lnTo>
                    <a:pt x="1458620" y="214376"/>
                  </a:lnTo>
                  <a:lnTo>
                    <a:pt x="1458633" y="214210"/>
                  </a:lnTo>
                  <a:lnTo>
                    <a:pt x="1462062" y="179197"/>
                  </a:lnTo>
                  <a:close/>
                </a:path>
                <a:path w="3060700" h="628650">
                  <a:moveTo>
                    <a:pt x="1914474" y="43764"/>
                  </a:moveTo>
                  <a:lnTo>
                    <a:pt x="1911045" y="26746"/>
                  </a:lnTo>
                  <a:lnTo>
                    <a:pt x="1901710" y="12865"/>
                  </a:lnTo>
                  <a:lnTo>
                    <a:pt x="1887842" y="3517"/>
                  </a:lnTo>
                  <a:lnTo>
                    <a:pt x="1870837" y="88"/>
                  </a:lnTo>
                  <a:lnTo>
                    <a:pt x="1853844" y="3517"/>
                  </a:lnTo>
                  <a:lnTo>
                    <a:pt x="1839976" y="12865"/>
                  </a:lnTo>
                  <a:lnTo>
                    <a:pt x="1830641" y="26746"/>
                  </a:lnTo>
                  <a:lnTo>
                    <a:pt x="1827212" y="43764"/>
                  </a:lnTo>
                  <a:lnTo>
                    <a:pt x="1827212" y="421652"/>
                  </a:lnTo>
                  <a:lnTo>
                    <a:pt x="1597152" y="21971"/>
                  </a:lnTo>
                  <a:lnTo>
                    <a:pt x="1588008" y="10807"/>
                  </a:lnTo>
                  <a:lnTo>
                    <a:pt x="1576095" y="3403"/>
                  </a:lnTo>
                  <a:lnTo>
                    <a:pt x="1562430" y="165"/>
                  </a:lnTo>
                  <a:lnTo>
                    <a:pt x="1548066" y="1574"/>
                  </a:lnTo>
                  <a:lnTo>
                    <a:pt x="1534985" y="7531"/>
                  </a:lnTo>
                  <a:lnTo>
                    <a:pt x="1524762" y="17157"/>
                  </a:lnTo>
                  <a:lnTo>
                    <a:pt x="1518107" y="29540"/>
                  </a:lnTo>
                  <a:lnTo>
                    <a:pt x="1515732" y="43764"/>
                  </a:lnTo>
                  <a:lnTo>
                    <a:pt x="1515732" y="584911"/>
                  </a:lnTo>
                  <a:lnTo>
                    <a:pt x="1519161" y="601929"/>
                  </a:lnTo>
                  <a:lnTo>
                    <a:pt x="1528495" y="615810"/>
                  </a:lnTo>
                  <a:lnTo>
                    <a:pt x="1542364" y="625157"/>
                  </a:lnTo>
                  <a:lnTo>
                    <a:pt x="1559356" y="628586"/>
                  </a:lnTo>
                  <a:lnTo>
                    <a:pt x="1576362" y="625157"/>
                  </a:lnTo>
                  <a:lnTo>
                    <a:pt x="1590230" y="615810"/>
                  </a:lnTo>
                  <a:lnTo>
                    <a:pt x="1599565" y="601929"/>
                  </a:lnTo>
                  <a:lnTo>
                    <a:pt x="1602994" y="584911"/>
                  </a:lnTo>
                  <a:lnTo>
                    <a:pt x="1602994" y="207022"/>
                  </a:lnTo>
                  <a:lnTo>
                    <a:pt x="1833054" y="606704"/>
                  </a:lnTo>
                  <a:lnTo>
                    <a:pt x="1840128" y="615937"/>
                  </a:lnTo>
                  <a:lnTo>
                    <a:pt x="1849158" y="622808"/>
                  </a:lnTo>
                  <a:lnTo>
                    <a:pt x="1859572" y="627100"/>
                  </a:lnTo>
                  <a:lnTo>
                    <a:pt x="1870837" y="628586"/>
                  </a:lnTo>
                  <a:lnTo>
                    <a:pt x="1874596" y="628586"/>
                  </a:lnTo>
                  <a:lnTo>
                    <a:pt x="1912099" y="599135"/>
                  </a:lnTo>
                  <a:lnTo>
                    <a:pt x="1914474" y="584911"/>
                  </a:lnTo>
                  <a:lnTo>
                    <a:pt x="1914474" y="43764"/>
                  </a:lnTo>
                  <a:close/>
                </a:path>
                <a:path w="3060700" h="628650">
                  <a:moveTo>
                    <a:pt x="2072855" y="43764"/>
                  </a:moveTo>
                  <a:lnTo>
                    <a:pt x="2069426" y="26746"/>
                  </a:lnTo>
                  <a:lnTo>
                    <a:pt x="2060079" y="12865"/>
                  </a:lnTo>
                  <a:lnTo>
                    <a:pt x="2046211" y="3517"/>
                  </a:lnTo>
                  <a:lnTo>
                    <a:pt x="2029218" y="88"/>
                  </a:lnTo>
                  <a:lnTo>
                    <a:pt x="2012226" y="3517"/>
                  </a:lnTo>
                  <a:lnTo>
                    <a:pt x="1998357" y="12865"/>
                  </a:lnTo>
                  <a:lnTo>
                    <a:pt x="1989010" y="26746"/>
                  </a:lnTo>
                  <a:lnTo>
                    <a:pt x="1985594" y="43764"/>
                  </a:lnTo>
                  <a:lnTo>
                    <a:pt x="1985594" y="584911"/>
                  </a:lnTo>
                  <a:lnTo>
                    <a:pt x="1989010" y="601929"/>
                  </a:lnTo>
                  <a:lnTo>
                    <a:pt x="1998357" y="615810"/>
                  </a:lnTo>
                  <a:lnTo>
                    <a:pt x="2012226" y="625157"/>
                  </a:lnTo>
                  <a:lnTo>
                    <a:pt x="2029218" y="628586"/>
                  </a:lnTo>
                  <a:lnTo>
                    <a:pt x="2046211" y="625157"/>
                  </a:lnTo>
                  <a:lnTo>
                    <a:pt x="2060079" y="615810"/>
                  </a:lnTo>
                  <a:lnTo>
                    <a:pt x="2069426" y="601929"/>
                  </a:lnTo>
                  <a:lnTo>
                    <a:pt x="2072855" y="584911"/>
                  </a:lnTo>
                  <a:lnTo>
                    <a:pt x="2072855" y="43764"/>
                  </a:lnTo>
                  <a:close/>
                </a:path>
                <a:path w="3060700" h="628650">
                  <a:moveTo>
                    <a:pt x="2550172" y="43764"/>
                  </a:moveTo>
                  <a:lnTo>
                    <a:pt x="2546743" y="26746"/>
                  </a:lnTo>
                  <a:lnTo>
                    <a:pt x="2537409" y="12865"/>
                  </a:lnTo>
                  <a:lnTo>
                    <a:pt x="2523540" y="3517"/>
                  </a:lnTo>
                  <a:lnTo>
                    <a:pt x="2506535" y="88"/>
                  </a:lnTo>
                  <a:lnTo>
                    <a:pt x="2489543" y="3517"/>
                  </a:lnTo>
                  <a:lnTo>
                    <a:pt x="2475674" y="12865"/>
                  </a:lnTo>
                  <a:lnTo>
                    <a:pt x="2466340" y="26746"/>
                  </a:lnTo>
                  <a:lnTo>
                    <a:pt x="2462911" y="43764"/>
                  </a:lnTo>
                  <a:lnTo>
                    <a:pt x="2462911" y="421652"/>
                  </a:lnTo>
                  <a:lnTo>
                    <a:pt x="2232799" y="21971"/>
                  </a:lnTo>
                  <a:lnTo>
                    <a:pt x="2223668" y="10807"/>
                  </a:lnTo>
                  <a:lnTo>
                    <a:pt x="2211743" y="3403"/>
                  </a:lnTo>
                  <a:lnTo>
                    <a:pt x="2198078" y="165"/>
                  </a:lnTo>
                  <a:lnTo>
                    <a:pt x="2183714" y="1574"/>
                  </a:lnTo>
                  <a:lnTo>
                    <a:pt x="2170620" y="7531"/>
                  </a:lnTo>
                  <a:lnTo>
                    <a:pt x="2160397" y="17157"/>
                  </a:lnTo>
                  <a:lnTo>
                    <a:pt x="2153755" y="29540"/>
                  </a:lnTo>
                  <a:lnTo>
                    <a:pt x="2151392" y="43764"/>
                  </a:lnTo>
                  <a:lnTo>
                    <a:pt x="2151392" y="584911"/>
                  </a:lnTo>
                  <a:lnTo>
                    <a:pt x="2154809" y="601929"/>
                  </a:lnTo>
                  <a:lnTo>
                    <a:pt x="2164156" y="615810"/>
                  </a:lnTo>
                  <a:lnTo>
                    <a:pt x="2178024" y="625157"/>
                  </a:lnTo>
                  <a:lnTo>
                    <a:pt x="2195017" y="628586"/>
                  </a:lnTo>
                  <a:lnTo>
                    <a:pt x="2212009" y="625157"/>
                  </a:lnTo>
                  <a:lnTo>
                    <a:pt x="2225878" y="615810"/>
                  </a:lnTo>
                  <a:lnTo>
                    <a:pt x="2235225" y="601929"/>
                  </a:lnTo>
                  <a:lnTo>
                    <a:pt x="2238654" y="584911"/>
                  </a:lnTo>
                  <a:lnTo>
                    <a:pt x="2238654" y="207022"/>
                  </a:lnTo>
                  <a:lnTo>
                    <a:pt x="2468753" y="606704"/>
                  </a:lnTo>
                  <a:lnTo>
                    <a:pt x="2475827" y="615937"/>
                  </a:lnTo>
                  <a:lnTo>
                    <a:pt x="2484856" y="622808"/>
                  </a:lnTo>
                  <a:lnTo>
                    <a:pt x="2495270" y="627100"/>
                  </a:lnTo>
                  <a:lnTo>
                    <a:pt x="2506535" y="628586"/>
                  </a:lnTo>
                  <a:lnTo>
                    <a:pt x="2510294" y="628586"/>
                  </a:lnTo>
                  <a:lnTo>
                    <a:pt x="2547797" y="599135"/>
                  </a:lnTo>
                  <a:lnTo>
                    <a:pt x="2550172" y="584911"/>
                  </a:lnTo>
                  <a:lnTo>
                    <a:pt x="2550172" y="43764"/>
                  </a:lnTo>
                  <a:close/>
                </a:path>
                <a:path w="3060700" h="628650">
                  <a:moveTo>
                    <a:pt x="3060687" y="368719"/>
                  </a:moveTo>
                  <a:lnTo>
                    <a:pt x="3052965" y="330669"/>
                  </a:lnTo>
                  <a:lnTo>
                    <a:pt x="3031896" y="299567"/>
                  </a:lnTo>
                  <a:lnTo>
                    <a:pt x="3000692" y="278574"/>
                  </a:lnTo>
                  <a:lnTo>
                    <a:pt x="2962529" y="270878"/>
                  </a:lnTo>
                  <a:lnTo>
                    <a:pt x="2837789" y="270878"/>
                  </a:lnTo>
                  <a:lnTo>
                    <a:pt x="2820784" y="274307"/>
                  </a:lnTo>
                  <a:lnTo>
                    <a:pt x="2806916" y="283654"/>
                  </a:lnTo>
                  <a:lnTo>
                    <a:pt x="2797581" y="297535"/>
                  </a:lnTo>
                  <a:lnTo>
                    <a:pt x="2794152" y="314553"/>
                  </a:lnTo>
                  <a:lnTo>
                    <a:pt x="2797581" y="331571"/>
                  </a:lnTo>
                  <a:lnTo>
                    <a:pt x="2806916" y="345452"/>
                  </a:lnTo>
                  <a:lnTo>
                    <a:pt x="2820784" y="354799"/>
                  </a:lnTo>
                  <a:lnTo>
                    <a:pt x="2837789" y="358228"/>
                  </a:lnTo>
                  <a:lnTo>
                    <a:pt x="2968675" y="358228"/>
                  </a:lnTo>
                  <a:lnTo>
                    <a:pt x="2973438" y="362813"/>
                  </a:lnTo>
                  <a:lnTo>
                    <a:pt x="2973438" y="424141"/>
                  </a:lnTo>
                  <a:lnTo>
                    <a:pt x="2964269" y="469658"/>
                  </a:lnTo>
                  <a:lnTo>
                    <a:pt x="2939288" y="506869"/>
                  </a:lnTo>
                  <a:lnTo>
                    <a:pt x="2902254" y="531977"/>
                  </a:lnTo>
                  <a:lnTo>
                    <a:pt x="2856941" y="541197"/>
                  </a:lnTo>
                  <a:lnTo>
                    <a:pt x="2828264" y="537171"/>
                  </a:lnTo>
                  <a:lnTo>
                    <a:pt x="2774975" y="506183"/>
                  </a:lnTo>
                  <a:lnTo>
                    <a:pt x="2730601" y="444728"/>
                  </a:lnTo>
                  <a:lnTo>
                    <a:pt x="2715018" y="404418"/>
                  </a:lnTo>
                  <a:lnTo>
                    <a:pt x="2705366" y="360527"/>
                  </a:lnTo>
                  <a:lnTo>
                    <a:pt x="2702052" y="314515"/>
                  </a:lnTo>
                  <a:lnTo>
                    <a:pt x="2706230" y="263182"/>
                  </a:lnTo>
                  <a:lnTo>
                    <a:pt x="2718066" y="215658"/>
                  </a:lnTo>
                  <a:lnTo>
                    <a:pt x="2736583" y="173443"/>
                  </a:lnTo>
                  <a:lnTo>
                    <a:pt x="2760738" y="138036"/>
                  </a:lnTo>
                  <a:lnTo>
                    <a:pt x="2789517" y="110883"/>
                  </a:lnTo>
                  <a:lnTo>
                    <a:pt x="2856941" y="87388"/>
                  </a:lnTo>
                  <a:lnTo>
                    <a:pt x="2891536" y="93408"/>
                  </a:lnTo>
                  <a:lnTo>
                    <a:pt x="2924264" y="110794"/>
                  </a:lnTo>
                  <a:lnTo>
                    <a:pt x="2953728" y="138544"/>
                  </a:lnTo>
                  <a:lnTo>
                    <a:pt x="2978531" y="175666"/>
                  </a:lnTo>
                  <a:lnTo>
                    <a:pt x="2989529" y="189052"/>
                  </a:lnTo>
                  <a:lnTo>
                    <a:pt x="3037573" y="193700"/>
                  </a:lnTo>
                  <a:lnTo>
                    <a:pt x="3060547" y="151218"/>
                  </a:lnTo>
                  <a:lnTo>
                    <a:pt x="3025368" y="88239"/>
                  </a:lnTo>
                  <a:lnTo>
                    <a:pt x="2989224" y="50825"/>
                  </a:lnTo>
                  <a:lnTo>
                    <a:pt x="2948343" y="23126"/>
                  </a:lnTo>
                  <a:lnTo>
                    <a:pt x="2903855" y="5943"/>
                  </a:lnTo>
                  <a:lnTo>
                    <a:pt x="2856941" y="38"/>
                  </a:lnTo>
                  <a:lnTo>
                    <a:pt x="2817711" y="4165"/>
                  </a:lnTo>
                  <a:lnTo>
                    <a:pt x="2780474" y="16103"/>
                  </a:lnTo>
                  <a:lnTo>
                    <a:pt x="2745740" y="35191"/>
                  </a:lnTo>
                  <a:lnTo>
                    <a:pt x="2714002" y="60794"/>
                  </a:lnTo>
                  <a:lnTo>
                    <a:pt x="2685783" y="92252"/>
                  </a:lnTo>
                  <a:lnTo>
                    <a:pt x="2661564" y="128905"/>
                  </a:lnTo>
                  <a:lnTo>
                    <a:pt x="2641854" y="170116"/>
                  </a:lnTo>
                  <a:lnTo>
                    <a:pt x="2627147" y="215226"/>
                  </a:lnTo>
                  <a:lnTo>
                    <a:pt x="2617965" y="263575"/>
                  </a:lnTo>
                  <a:lnTo>
                    <a:pt x="2614790" y="314515"/>
                  </a:lnTo>
                  <a:lnTo>
                    <a:pt x="2617584" y="362775"/>
                  </a:lnTo>
                  <a:lnTo>
                    <a:pt x="2625852" y="409308"/>
                  </a:lnTo>
                  <a:lnTo>
                    <a:pt x="2639364" y="453440"/>
                  </a:lnTo>
                  <a:lnTo>
                    <a:pt x="2657945" y="494512"/>
                  </a:lnTo>
                  <a:lnTo>
                    <a:pt x="2681363" y="531850"/>
                  </a:lnTo>
                  <a:lnTo>
                    <a:pt x="2718841" y="573278"/>
                  </a:lnTo>
                  <a:lnTo>
                    <a:pt x="2761310" y="603605"/>
                  </a:lnTo>
                  <a:lnTo>
                    <a:pt x="2807690" y="622249"/>
                  </a:lnTo>
                  <a:lnTo>
                    <a:pt x="2856890" y="628586"/>
                  </a:lnTo>
                  <a:lnTo>
                    <a:pt x="2903563" y="623189"/>
                  </a:lnTo>
                  <a:lnTo>
                    <a:pt x="2946425" y="607783"/>
                  </a:lnTo>
                  <a:lnTo>
                    <a:pt x="2984258" y="583641"/>
                  </a:lnTo>
                  <a:lnTo>
                    <a:pt x="3015843" y="551967"/>
                  </a:lnTo>
                  <a:lnTo>
                    <a:pt x="3039922" y="514019"/>
                  </a:lnTo>
                  <a:lnTo>
                    <a:pt x="3055289" y="471030"/>
                  </a:lnTo>
                  <a:lnTo>
                    <a:pt x="3060687" y="424230"/>
                  </a:lnTo>
                  <a:lnTo>
                    <a:pt x="3060687" y="368719"/>
                  </a:lnTo>
                  <a:close/>
                </a:path>
              </a:pathLst>
            </a:custGeom>
            <a:solidFill>
              <a:srgbClr val="F9B03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1862917" y="3801726"/>
              <a:ext cx="87630" cy="355600"/>
            </a:xfrm>
            <a:custGeom>
              <a:avLst/>
              <a:gdLst/>
              <a:ahLst/>
              <a:cxnLst/>
              <a:rect l="l" t="t" r="r" b="b"/>
              <a:pathLst>
                <a:path w="87630" h="355600">
                  <a:moveTo>
                    <a:pt x="43630" y="355091"/>
                  </a:moveTo>
                  <a:lnTo>
                    <a:pt x="26634" y="351663"/>
                  </a:lnTo>
                  <a:lnTo>
                    <a:pt x="12767" y="342310"/>
                  </a:lnTo>
                  <a:lnTo>
                    <a:pt x="3424" y="328428"/>
                  </a:lnTo>
                  <a:lnTo>
                    <a:pt x="0" y="311414"/>
                  </a:lnTo>
                  <a:lnTo>
                    <a:pt x="0" y="43676"/>
                  </a:lnTo>
                  <a:lnTo>
                    <a:pt x="3424" y="26662"/>
                  </a:lnTo>
                  <a:lnTo>
                    <a:pt x="12767" y="12780"/>
                  </a:lnTo>
                  <a:lnTo>
                    <a:pt x="26634" y="3427"/>
                  </a:lnTo>
                  <a:lnTo>
                    <a:pt x="43630" y="0"/>
                  </a:lnTo>
                  <a:lnTo>
                    <a:pt x="60626" y="3427"/>
                  </a:lnTo>
                  <a:lnTo>
                    <a:pt x="74493" y="12780"/>
                  </a:lnTo>
                  <a:lnTo>
                    <a:pt x="83836" y="26662"/>
                  </a:lnTo>
                  <a:lnTo>
                    <a:pt x="87261" y="43676"/>
                  </a:lnTo>
                  <a:lnTo>
                    <a:pt x="87261" y="311458"/>
                  </a:lnTo>
                  <a:lnTo>
                    <a:pt x="83836" y="328447"/>
                  </a:lnTo>
                  <a:lnTo>
                    <a:pt x="74493" y="342315"/>
                  </a:lnTo>
                  <a:lnTo>
                    <a:pt x="60626" y="351664"/>
                  </a:lnTo>
                  <a:lnTo>
                    <a:pt x="43630" y="355091"/>
                  </a:lnTo>
                  <a:close/>
                </a:path>
              </a:pathLst>
            </a:custGeom>
            <a:solidFill>
              <a:srgbClr val="4F415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1752204" y="4539775"/>
              <a:ext cx="3941445" cy="3465829"/>
            </a:xfrm>
            <a:custGeom>
              <a:avLst/>
              <a:gdLst/>
              <a:ahLst/>
              <a:cxnLst/>
              <a:rect l="l" t="t" r="r" b="b"/>
              <a:pathLst>
                <a:path w="3941445" h="3465829">
                  <a:moveTo>
                    <a:pt x="3757291" y="3465822"/>
                  </a:moveTo>
                  <a:lnTo>
                    <a:pt x="184358" y="3465822"/>
                  </a:lnTo>
                  <a:lnTo>
                    <a:pt x="135422" y="3459219"/>
                  </a:lnTo>
                  <a:lnTo>
                    <a:pt x="91403" y="3440595"/>
                  </a:lnTo>
                  <a:lnTo>
                    <a:pt x="54077" y="3411728"/>
                  </a:lnTo>
                  <a:lnTo>
                    <a:pt x="25217" y="3374394"/>
                  </a:lnTo>
                  <a:lnTo>
                    <a:pt x="6600" y="3330369"/>
                  </a:lnTo>
                  <a:lnTo>
                    <a:pt x="0" y="3281432"/>
                  </a:lnTo>
                  <a:lnTo>
                    <a:pt x="1592" y="3257336"/>
                  </a:lnTo>
                  <a:lnTo>
                    <a:pt x="14072" y="3210864"/>
                  </a:lnTo>
                  <a:lnTo>
                    <a:pt x="1811230" y="92084"/>
                  </a:lnTo>
                  <a:lnTo>
                    <a:pt x="1841423" y="53016"/>
                  </a:lnTo>
                  <a:lnTo>
                    <a:pt x="1879536" y="24213"/>
                  </a:lnTo>
                  <a:lnTo>
                    <a:pt x="1923154" y="6325"/>
                  </a:lnTo>
                  <a:lnTo>
                    <a:pt x="1969860" y="0"/>
                  </a:lnTo>
                  <a:lnTo>
                    <a:pt x="2017239" y="5884"/>
                  </a:lnTo>
                  <a:lnTo>
                    <a:pt x="2062875" y="24626"/>
                  </a:lnTo>
                  <a:lnTo>
                    <a:pt x="2101033" y="54008"/>
                  </a:lnTo>
                  <a:lnTo>
                    <a:pt x="2130292" y="92100"/>
                  </a:lnTo>
                  <a:lnTo>
                    <a:pt x="3916811" y="3189150"/>
                  </a:lnTo>
                  <a:lnTo>
                    <a:pt x="3935530" y="3234888"/>
                  </a:lnTo>
                  <a:lnTo>
                    <a:pt x="3941401" y="3282347"/>
                  </a:lnTo>
                  <a:lnTo>
                    <a:pt x="3935071" y="3329113"/>
                  </a:lnTo>
                  <a:lnTo>
                    <a:pt x="3917182" y="3372770"/>
                  </a:lnTo>
                  <a:lnTo>
                    <a:pt x="3888380" y="3410905"/>
                  </a:lnTo>
                  <a:lnTo>
                    <a:pt x="3849309" y="3441103"/>
                  </a:lnTo>
                  <a:lnTo>
                    <a:pt x="3804950" y="3459531"/>
                  </a:lnTo>
                  <a:lnTo>
                    <a:pt x="3757291" y="346582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1748858" y="4536243"/>
              <a:ext cx="3948429" cy="3473450"/>
            </a:xfrm>
            <a:custGeom>
              <a:avLst/>
              <a:gdLst/>
              <a:ahLst/>
              <a:cxnLst/>
              <a:rect l="l" t="t" r="r" b="b"/>
              <a:pathLst>
                <a:path w="3948429" h="3473450">
                  <a:moveTo>
                    <a:pt x="3760657" y="3472916"/>
                  </a:moveTo>
                  <a:lnTo>
                    <a:pt x="187619" y="3472916"/>
                  </a:lnTo>
                  <a:lnTo>
                    <a:pt x="137735" y="3466206"/>
                  </a:lnTo>
                  <a:lnTo>
                    <a:pt x="92909" y="3447268"/>
                  </a:lnTo>
                  <a:lnTo>
                    <a:pt x="54930" y="3417891"/>
                  </a:lnTo>
                  <a:lnTo>
                    <a:pt x="25587" y="3379864"/>
                  </a:lnTo>
                  <a:lnTo>
                    <a:pt x="6668" y="3334974"/>
                  </a:lnTo>
                  <a:lnTo>
                    <a:pt x="89" y="3285937"/>
                  </a:lnTo>
                  <a:lnTo>
                    <a:pt x="0" y="3284479"/>
                  </a:lnTo>
                  <a:lnTo>
                    <a:pt x="1508" y="3261314"/>
                  </a:lnTo>
                  <a:lnTo>
                    <a:pt x="1568" y="3260387"/>
                  </a:lnTo>
                  <a:lnTo>
                    <a:pt x="6220" y="3236907"/>
                  </a:lnTo>
                  <a:lnTo>
                    <a:pt x="6334" y="3236336"/>
                  </a:lnTo>
                  <a:lnTo>
                    <a:pt x="25080" y="3191054"/>
                  </a:lnTo>
                  <a:lnTo>
                    <a:pt x="1811599" y="93952"/>
                  </a:lnTo>
                  <a:lnTo>
                    <a:pt x="1842489" y="53854"/>
                  </a:lnTo>
                  <a:lnTo>
                    <a:pt x="1881547" y="24383"/>
                  </a:lnTo>
                  <a:lnTo>
                    <a:pt x="1926337" y="6179"/>
                  </a:lnTo>
                  <a:lnTo>
                    <a:pt x="1926501" y="6179"/>
                  </a:lnTo>
                  <a:lnTo>
                    <a:pt x="1974151" y="0"/>
                  </a:lnTo>
                  <a:lnTo>
                    <a:pt x="1998138" y="1531"/>
                  </a:lnTo>
                  <a:lnTo>
                    <a:pt x="2021947" y="6179"/>
                  </a:lnTo>
                  <a:lnTo>
                    <a:pt x="2024442" y="7018"/>
                  </a:lnTo>
                  <a:lnTo>
                    <a:pt x="1974201" y="7018"/>
                  </a:lnTo>
                  <a:lnTo>
                    <a:pt x="1927072" y="13293"/>
                  </a:lnTo>
                  <a:lnTo>
                    <a:pt x="1883796" y="31287"/>
                  </a:lnTo>
                  <a:lnTo>
                    <a:pt x="1846576" y="59757"/>
                  </a:lnTo>
                  <a:lnTo>
                    <a:pt x="1817618" y="97456"/>
                  </a:lnTo>
                  <a:lnTo>
                    <a:pt x="31047" y="3194558"/>
                  </a:lnTo>
                  <a:lnTo>
                    <a:pt x="13082" y="3238127"/>
                  </a:lnTo>
                  <a:lnTo>
                    <a:pt x="6953" y="3284479"/>
                  </a:lnTo>
                  <a:lnTo>
                    <a:pt x="7046" y="3285937"/>
                  </a:lnTo>
                  <a:lnTo>
                    <a:pt x="13220" y="3331807"/>
                  </a:lnTo>
                  <a:lnTo>
                    <a:pt x="13319" y="3332544"/>
                  </a:lnTo>
                  <a:lnTo>
                    <a:pt x="31642" y="3376286"/>
                  </a:lnTo>
                  <a:lnTo>
                    <a:pt x="59936" y="3412917"/>
                  </a:lnTo>
                  <a:lnTo>
                    <a:pt x="96532" y="3441227"/>
                  </a:lnTo>
                  <a:lnTo>
                    <a:pt x="139690" y="3459484"/>
                  </a:lnTo>
                  <a:lnTo>
                    <a:pt x="187632" y="3465950"/>
                  </a:lnTo>
                  <a:lnTo>
                    <a:pt x="3810753" y="3465950"/>
                  </a:lnTo>
                  <a:lnTo>
                    <a:pt x="3809152" y="3466496"/>
                  </a:lnTo>
                  <a:lnTo>
                    <a:pt x="3785160" y="3471297"/>
                  </a:lnTo>
                  <a:lnTo>
                    <a:pt x="3760657" y="3472916"/>
                  </a:lnTo>
                  <a:close/>
                </a:path>
                <a:path w="3948429" h="3473450">
                  <a:moveTo>
                    <a:pt x="3810753" y="3465950"/>
                  </a:moveTo>
                  <a:lnTo>
                    <a:pt x="3760725" y="3465950"/>
                  </a:lnTo>
                  <a:lnTo>
                    <a:pt x="3784296" y="3464395"/>
                  </a:lnTo>
                  <a:lnTo>
                    <a:pt x="3807448" y="3459781"/>
                  </a:lnTo>
                  <a:lnTo>
                    <a:pt x="3851075" y="3441669"/>
                  </a:lnTo>
                  <a:lnTo>
                    <a:pt x="3889347" y="3412046"/>
                  </a:lnTo>
                  <a:lnTo>
                    <a:pt x="3917589" y="3374635"/>
                  </a:lnTo>
                  <a:lnTo>
                    <a:pt x="3935146" y="3331807"/>
                  </a:lnTo>
                  <a:lnTo>
                    <a:pt x="3941365" y="3285937"/>
                  </a:lnTo>
                  <a:lnTo>
                    <a:pt x="3935591" y="3239396"/>
                  </a:lnTo>
                  <a:lnTo>
                    <a:pt x="3917171" y="3194558"/>
                  </a:lnTo>
                  <a:lnTo>
                    <a:pt x="2130652" y="97456"/>
                  </a:lnTo>
                  <a:lnTo>
                    <a:pt x="2101959" y="59933"/>
                  </a:lnTo>
                  <a:lnTo>
                    <a:pt x="2064598" y="31125"/>
                  </a:lnTo>
                  <a:lnTo>
                    <a:pt x="2020918" y="13132"/>
                  </a:lnTo>
                  <a:lnTo>
                    <a:pt x="1974201" y="7018"/>
                  </a:lnTo>
                  <a:lnTo>
                    <a:pt x="2024442" y="7018"/>
                  </a:lnTo>
                  <a:lnTo>
                    <a:pt x="2067899" y="25155"/>
                  </a:lnTo>
                  <a:lnTo>
                    <a:pt x="2106736" y="55034"/>
                  </a:lnTo>
                  <a:lnTo>
                    <a:pt x="2136543" y="93952"/>
                  </a:lnTo>
                  <a:lnTo>
                    <a:pt x="3923168" y="3191054"/>
                  </a:lnTo>
                  <a:lnTo>
                    <a:pt x="3942055" y="3236907"/>
                  </a:lnTo>
                  <a:lnTo>
                    <a:pt x="3948216" y="3284479"/>
                  </a:lnTo>
                  <a:lnTo>
                    <a:pt x="3942220" y="3331807"/>
                  </a:lnTo>
                  <a:lnTo>
                    <a:pt x="3924024" y="3377425"/>
                  </a:lnTo>
                  <a:lnTo>
                    <a:pt x="3894551" y="3416631"/>
                  </a:lnTo>
                  <a:lnTo>
                    <a:pt x="3854350" y="3447671"/>
                  </a:lnTo>
                  <a:lnTo>
                    <a:pt x="3832319" y="3458593"/>
                  </a:lnTo>
                  <a:lnTo>
                    <a:pt x="3810753" y="34659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1819184" y="4607589"/>
              <a:ext cx="3806825" cy="3331210"/>
            </a:xfrm>
            <a:custGeom>
              <a:avLst/>
              <a:gdLst/>
              <a:ahLst/>
              <a:cxnLst/>
              <a:rect l="l" t="t" r="r" b="b"/>
              <a:pathLst>
                <a:path w="3806825" h="3331209">
                  <a:moveTo>
                    <a:pt x="3691119" y="3331066"/>
                  </a:moveTo>
                  <a:lnTo>
                    <a:pt x="117377" y="3331066"/>
                  </a:lnTo>
                  <a:lnTo>
                    <a:pt x="71653" y="3321820"/>
                  </a:lnTo>
                  <a:lnTo>
                    <a:pt x="34347" y="3296623"/>
                  </a:lnTo>
                  <a:lnTo>
                    <a:pt x="9212" y="3259287"/>
                  </a:lnTo>
                  <a:lnTo>
                    <a:pt x="0" y="3213623"/>
                  </a:lnTo>
                  <a:lnTo>
                    <a:pt x="947" y="3199134"/>
                  </a:lnTo>
                  <a:lnTo>
                    <a:pt x="1006" y="3198241"/>
                  </a:lnTo>
                  <a:lnTo>
                    <a:pt x="15777" y="3154859"/>
                  </a:lnTo>
                  <a:lnTo>
                    <a:pt x="1802191" y="57809"/>
                  </a:lnTo>
                  <a:lnTo>
                    <a:pt x="1833026" y="22859"/>
                  </a:lnTo>
                  <a:lnTo>
                    <a:pt x="1873451" y="3124"/>
                  </a:lnTo>
                  <a:lnTo>
                    <a:pt x="1918325" y="0"/>
                  </a:lnTo>
                  <a:lnTo>
                    <a:pt x="1962506" y="14880"/>
                  </a:lnTo>
                  <a:lnTo>
                    <a:pt x="1996848" y="45003"/>
                  </a:lnTo>
                  <a:lnTo>
                    <a:pt x="2310177" y="586165"/>
                  </a:lnTo>
                  <a:lnTo>
                    <a:pt x="1903802" y="586165"/>
                  </a:lnTo>
                  <a:lnTo>
                    <a:pt x="523705" y="2978758"/>
                  </a:lnTo>
                  <a:lnTo>
                    <a:pt x="3690147" y="2978758"/>
                  </a:lnTo>
                  <a:lnTo>
                    <a:pt x="3791717" y="3154859"/>
                  </a:lnTo>
                  <a:lnTo>
                    <a:pt x="3806666" y="3199134"/>
                  </a:lnTo>
                  <a:lnTo>
                    <a:pt x="3803570" y="3244048"/>
                  </a:lnTo>
                  <a:lnTo>
                    <a:pt x="3783863" y="3284508"/>
                  </a:lnTo>
                  <a:lnTo>
                    <a:pt x="3748946" y="3315368"/>
                  </a:lnTo>
                  <a:lnTo>
                    <a:pt x="3705648" y="3330105"/>
                  </a:lnTo>
                  <a:lnTo>
                    <a:pt x="3691119" y="3331066"/>
                  </a:lnTo>
                  <a:close/>
                </a:path>
                <a:path w="3806825" h="3331209">
                  <a:moveTo>
                    <a:pt x="3690147" y="2978758"/>
                  </a:moveTo>
                  <a:lnTo>
                    <a:pt x="3283899" y="2978758"/>
                  </a:lnTo>
                  <a:lnTo>
                    <a:pt x="1903802" y="586165"/>
                  </a:lnTo>
                  <a:lnTo>
                    <a:pt x="2310177" y="586165"/>
                  </a:lnTo>
                  <a:lnTo>
                    <a:pt x="3690147" y="2978758"/>
                  </a:lnTo>
                  <a:close/>
                </a:path>
              </a:pathLst>
            </a:custGeom>
            <a:solidFill>
              <a:srgbClr val="AB25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3561579" y="5653611"/>
              <a:ext cx="327025" cy="1786889"/>
            </a:xfrm>
            <a:custGeom>
              <a:avLst/>
              <a:gdLst/>
              <a:ahLst/>
              <a:cxnLst/>
              <a:rect l="l" t="t" r="r" b="b"/>
              <a:pathLst>
                <a:path w="327025" h="1786890">
                  <a:moveTo>
                    <a:pt x="163444" y="1786373"/>
                  </a:moveTo>
                  <a:lnTo>
                    <a:pt x="113883" y="1779312"/>
                  </a:lnTo>
                  <a:lnTo>
                    <a:pt x="70898" y="1759418"/>
                  </a:lnTo>
                  <a:lnTo>
                    <a:pt x="36433" y="1728628"/>
                  </a:lnTo>
                  <a:lnTo>
                    <a:pt x="12428" y="1688875"/>
                  </a:lnTo>
                  <a:lnTo>
                    <a:pt x="825" y="1642097"/>
                  </a:lnTo>
                  <a:lnTo>
                    <a:pt x="330" y="1642097"/>
                  </a:lnTo>
                  <a:lnTo>
                    <a:pt x="330" y="1633191"/>
                  </a:lnTo>
                  <a:lnTo>
                    <a:pt x="165" y="1630762"/>
                  </a:lnTo>
                  <a:lnTo>
                    <a:pt x="165" y="1621208"/>
                  </a:lnTo>
                  <a:lnTo>
                    <a:pt x="330" y="1618779"/>
                  </a:lnTo>
                  <a:lnTo>
                    <a:pt x="330" y="168727"/>
                  </a:lnTo>
                  <a:lnTo>
                    <a:pt x="0" y="163221"/>
                  </a:lnTo>
                  <a:lnTo>
                    <a:pt x="0" y="157878"/>
                  </a:lnTo>
                  <a:lnTo>
                    <a:pt x="10098" y="103363"/>
                  </a:lnTo>
                  <a:lnTo>
                    <a:pt x="33425" y="61313"/>
                  </a:lnTo>
                  <a:lnTo>
                    <a:pt x="68180" y="28659"/>
                  </a:lnTo>
                  <a:lnTo>
                    <a:pt x="112230" y="7517"/>
                  </a:lnTo>
                  <a:lnTo>
                    <a:pt x="163444" y="0"/>
                  </a:lnTo>
                  <a:lnTo>
                    <a:pt x="214578" y="7517"/>
                  </a:lnTo>
                  <a:lnTo>
                    <a:pt x="258579" y="28659"/>
                  </a:lnTo>
                  <a:lnTo>
                    <a:pt x="293309" y="61313"/>
                  </a:lnTo>
                  <a:lnTo>
                    <a:pt x="316627" y="103363"/>
                  </a:lnTo>
                  <a:lnTo>
                    <a:pt x="326394" y="152696"/>
                  </a:lnTo>
                  <a:lnTo>
                    <a:pt x="326889" y="152696"/>
                  </a:lnTo>
                  <a:lnTo>
                    <a:pt x="326889" y="1642097"/>
                  </a:lnTo>
                  <a:lnTo>
                    <a:pt x="326229" y="1642097"/>
                  </a:lnTo>
                  <a:lnTo>
                    <a:pt x="314609" y="1688875"/>
                  </a:lnTo>
                  <a:lnTo>
                    <a:pt x="290563" y="1728628"/>
                  </a:lnTo>
                  <a:lnTo>
                    <a:pt x="256048" y="1759418"/>
                  </a:lnTo>
                  <a:lnTo>
                    <a:pt x="213023" y="1779312"/>
                  </a:lnTo>
                  <a:lnTo>
                    <a:pt x="163444" y="178637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8038465" cy="10287000"/>
            <a:chOff x="0" y="0"/>
            <a:chExt cx="8038465" cy="102870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8038465" cy="10287000"/>
            </a:xfrm>
            <a:custGeom>
              <a:avLst/>
              <a:gdLst/>
              <a:ahLst/>
              <a:cxnLst/>
              <a:rect l="l" t="t" r="r" b="b"/>
              <a:pathLst>
                <a:path w="8038465" h="10287000">
                  <a:moveTo>
                    <a:pt x="7214878" y="10287000"/>
                  </a:moveTo>
                  <a:lnTo>
                    <a:pt x="7285409" y="7328219"/>
                  </a:lnTo>
                  <a:lnTo>
                    <a:pt x="7599718" y="7541090"/>
                  </a:lnTo>
                  <a:lnTo>
                    <a:pt x="7708468" y="7802370"/>
                  </a:lnTo>
                  <a:lnTo>
                    <a:pt x="7732673" y="8157691"/>
                  </a:lnTo>
                  <a:lnTo>
                    <a:pt x="8006222" y="8586022"/>
                  </a:lnTo>
                  <a:lnTo>
                    <a:pt x="7880827" y="9043658"/>
                  </a:lnTo>
                  <a:lnTo>
                    <a:pt x="7587575" y="9287249"/>
                  </a:lnTo>
                  <a:lnTo>
                    <a:pt x="7563743" y="10287000"/>
                  </a:lnTo>
                  <a:lnTo>
                    <a:pt x="7214878" y="10287000"/>
                  </a:lnTo>
                  <a:close/>
                </a:path>
                <a:path w="8038465" h="10287000">
                  <a:moveTo>
                    <a:pt x="7563743" y="10287000"/>
                  </a:moveTo>
                  <a:lnTo>
                    <a:pt x="7587575" y="9287249"/>
                  </a:lnTo>
                  <a:lnTo>
                    <a:pt x="7659301" y="9761868"/>
                  </a:lnTo>
                  <a:lnTo>
                    <a:pt x="7839357" y="9989717"/>
                  </a:lnTo>
                  <a:lnTo>
                    <a:pt x="7826355" y="10287000"/>
                  </a:lnTo>
                  <a:lnTo>
                    <a:pt x="7563743" y="10287000"/>
                  </a:lnTo>
                  <a:close/>
                </a:path>
                <a:path w="8038465" h="10287000">
                  <a:moveTo>
                    <a:pt x="7767526" y="1274543"/>
                  </a:moveTo>
                  <a:lnTo>
                    <a:pt x="7795037" y="120455"/>
                  </a:lnTo>
                  <a:lnTo>
                    <a:pt x="8037839" y="869878"/>
                  </a:lnTo>
                  <a:lnTo>
                    <a:pt x="7858604" y="1174409"/>
                  </a:lnTo>
                  <a:lnTo>
                    <a:pt x="7767526" y="1274543"/>
                  </a:lnTo>
                  <a:close/>
                </a:path>
                <a:path w="8038465" h="10287000">
                  <a:moveTo>
                    <a:pt x="0" y="0"/>
                  </a:moveTo>
                  <a:lnTo>
                    <a:pt x="7846322" y="0"/>
                  </a:lnTo>
                  <a:lnTo>
                    <a:pt x="7795037" y="120455"/>
                  </a:lnTo>
                  <a:lnTo>
                    <a:pt x="7767526" y="1274543"/>
                  </a:lnTo>
                  <a:lnTo>
                    <a:pt x="7502115" y="1566348"/>
                  </a:lnTo>
                  <a:lnTo>
                    <a:pt x="7480618" y="2468139"/>
                  </a:lnTo>
                  <a:lnTo>
                    <a:pt x="7479267" y="2473298"/>
                  </a:lnTo>
                  <a:lnTo>
                    <a:pt x="7444917" y="3914300"/>
                  </a:lnTo>
                  <a:lnTo>
                    <a:pt x="7336413" y="4054937"/>
                  </a:lnTo>
                  <a:lnTo>
                    <a:pt x="7286341" y="6155437"/>
                  </a:lnTo>
                  <a:lnTo>
                    <a:pt x="7257231" y="6232609"/>
                  </a:lnTo>
                  <a:lnTo>
                    <a:pt x="7160583" y="10287000"/>
                  </a:lnTo>
                  <a:lnTo>
                    <a:pt x="0" y="10287000"/>
                  </a:lnTo>
                  <a:lnTo>
                    <a:pt x="0" y="0"/>
                  </a:lnTo>
                  <a:close/>
                </a:path>
                <a:path w="8038465" h="10287000">
                  <a:moveTo>
                    <a:pt x="7444917" y="3914300"/>
                  </a:moveTo>
                  <a:lnTo>
                    <a:pt x="7479267" y="2473298"/>
                  </a:lnTo>
                  <a:lnTo>
                    <a:pt x="7497761" y="2820867"/>
                  </a:lnTo>
                  <a:lnTo>
                    <a:pt x="7568899" y="3196468"/>
                  </a:lnTo>
                  <a:lnTo>
                    <a:pt x="7691417" y="3653136"/>
                  </a:lnTo>
                  <a:lnTo>
                    <a:pt x="7444917" y="3914300"/>
                  </a:lnTo>
                  <a:close/>
                </a:path>
                <a:path w="8038465" h="10287000">
                  <a:moveTo>
                    <a:pt x="7480618" y="2468139"/>
                  </a:moveTo>
                  <a:lnTo>
                    <a:pt x="7502115" y="1566348"/>
                  </a:lnTo>
                  <a:lnTo>
                    <a:pt x="7603594" y="1998685"/>
                  </a:lnTo>
                  <a:lnTo>
                    <a:pt x="7480618" y="2468139"/>
                  </a:lnTo>
                  <a:close/>
                </a:path>
                <a:path w="8038465" h="10287000">
                  <a:moveTo>
                    <a:pt x="7160583" y="10287000"/>
                  </a:moveTo>
                  <a:lnTo>
                    <a:pt x="7257231" y="6232609"/>
                  </a:lnTo>
                  <a:lnTo>
                    <a:pt x="7464003" y="6524969"/>
                  </a:lnTo>
                  <a:lnTo>
                    <a:pt x="7323921" y="6794811"/>
                  </a:lnTo>
                  <a:lnTo>
                    <a:pt x="7313028" y="7251789"/>
                  </a:lnTo>
                  <a:lnTo>
                    <a:pt x="7285409" y="7328219"/>
                  </a:lnTo>
                  <a:lnTo>
                    <a:pt x="7214878" y="10287000"/>
                  </a:lnTo>
                  <a:lnTo>
                    <a:pt x="7160583" y="10287000"/>
                  </a:lnTo>
                  <a:close/>
                </a:path>
                <a:path w="8038465" h="10287000">
                  <a:moveTo>
                    <a:pt x="7286341" y="6155437"/>
                  </a:moveTo>
                  <a:lnTo>
                    <a:pt x="7310561" y="5139433"/>
                  </a:lnTo>
                  <a:lnTo>
                    <a:pt x="7419227" y="5466059"/>
                  </a:lnTo>
                  <a:lnTo>
                    <a:pt x="7456806" y="5703532"/>
                  </a:lnTo>
                  <a:lnTo>
                    <a:pt x="7286341" y="6155437"/>
                  </a:lnTo>
                  <a:close/>
                </a:path>
                <a:path w="8038465" h="10287000">
                  <a:moveTo>
                    <a:pt x="7313028" y="7251789"/>
                  </a:moveTo>
                  <a:lnTo>
                    <a:pt x="7323921" y="6794811"/>
                  </a:lnTo>
                  <a:lnTo>
                    <a:pt x="7399828" y="7011580"/>
                  </a:lnTo>
                  <a:lnTo>
                    <a:pt x="7313028" y="7251789"/>
                  </a:lnTo>
                  <a:close/>
                </a:path>
                <a:path w="8038465" h="10287000">
                  <a:moveTo>
                    <a:pt x="7310561" y="5139433"/>
                  </a:moveTo>
                  <a:lnTo>
                    <a:pt x="7336413" y="4054937"/>
                  </a:lnTo>
                  <a:lnTo>
                    <a:pt x="7406656" y="4447468"/>
                  </a:lnTo>
                  <a:lnTo>
                    <a:pt x="7377527" y="4803728"/>
                  </a:lnTo>
                  <a:lnTo>
                    <a:pt x="7310561" y="5139433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7855584" cy="10287000"/>
            </a:xfrm>
            <a:custGeom>
              <a:avLst/>
              <a:gdLst/>
              <a:ahLst/>
              <a:cxnLst/>
              <a:rect l="l" t="t" r="r" b="b"/>
              <a:pathLst>
                <a:path w="7855584" h="10287000">
                  <a:moveTo>
                    <a:pt x="7513358" y="8906835"/>
                  </a:moveTo>
                  <a:lnTo>
                    <a:pt x="7537499" y="7894104"/>
                  </a:lnTo>
                  <a:lnTo>
                    <a:pt x="7855359" y="8236279"/>
                  </a:lnTo>
                  <a:lnTo>
                    <a:pt x="7854099" y="8577728"/>
                  </a:lnTo>
                  <a:lnTo>
                    <a:pt x="7513358" y="8906835"/>
                  </a:lnTo>
                  <a:close/>
                </a:path>
                <a:path w="7855584" h="10287000">
                  <a:moveTo>
                    <a:pt x="7362286" y="10287000"/>
                  </a:moveTo>
                  <a:lnTo>
                    <a:pt x="7392401" y="9023662"/>
                  </a:lnTo>
                  <a:lnTo>
                    <a:pt x="7463647" y="9497779"/>
                  </a:lnTo>
                  <a:lnTo>
                    <a:pt x="7643453" y="9725868"/>
                  </a:lnTo>
                  <a:lnTo>
                    <a:pt x="7649466" y="10256899"/>
                  </a:lnTo>
                  <a:lnTo>
                    <a:pt x="7635295" y="10287000"/>
                  </a:lnTo>
                  <a:lnTo>
                    <a:pt x="7362286" y="10287000"/>
                  </a:lnTo>
                  <a:close/>
                </a:path>
                <a:path w="7855584" h="10287000">
                  <a:moveTo>
                    <a:pt x="0" y="0"/>
                  </a:moveTo>
                  <a:lnTo>
                    <a:pt x="7646400" y="0"/>
                  </a:lnTo>
                  <a:lnTo>
                    <a:pt x="7842653" y="606783"/>
                  </a:lnTo>
                  <a:lnTo>
                    <a:pt x="7663418" y="911314"/>
                  </a:lnTo>
                  <a:lnTo>
                    <a:pt x="7306930" y="1303254"/>
                  </a:lnTo>
                  <a:lnTo>
                    <a:pt x="7285414" y="2205834"/>
                  </a:lnTo>
                  <a:lnTo>
                    <a:pt x="7284064" y="2210939"/>
                  </a:lnTo>
                  <a:lnTo>
                    <a:pt x="7249713" y="3651941"/>
                  </a:lnTo>
                  <a:lnTo>
                    <a:pt x="7031253" y="3860219"/>
                  </a:lnTo>
                  <a:lnTo>
                    <a:pt x="6878051" y="10287000"/>
                  </a:lnTo>
                  <a:lnTo>
                    <a:pt x="0" y="10287000"/>
                  </a:lnTo>
                  <a:lnTo>
                    <a:pt x="0" y="0"/>
                  </a:lnTo>
                  <a:close/>
                </a:path>
                <a:path w="7855584" h="10287000">
                  <a:moveTo>
                    <a:pt x="7012684" y="10287000"/>
                  </a:moveTo>
                  <a:lnTo>
                    <a:pt x="7089493" y="7064862"/>
                  </a:lnTo>
                  <a:lnTo>
                    <a:pt x="7408015" y="7152542"/>
                  </a:lnTo>
                  <a:lnTo>
                    <a:pt x="7612487" y="7531076"/>
                  </a:lnTo>
                  <a:lnTo>
                    <a:pt x="7537499" y="7894104"/>
                  </a:lnTo>
                  <a:lnTo>
                    <a:pt x="7513358" y="8906835"/>
                  </a:lnTo>
                  <a:lnTo>
                    <a:pt x="7392401" y="9023662"/>
                  </a:lnTo>
                  <a:lnTo>
                    <a:pt x="7362286" y="10287000"/>
                  </a:lnTo>
                  <a:lnTo>
                    <a:pt x="7012684" y="10287000"/>
                  </a:lnTo>
                  <a:close/>
                </a:path>
                <a:path w="7855584" h="10287000">
                  <a:moveTo>
                    <a:pt x="7249713" y="3651941"/>
                  </a:moveTo>
                  <a:lnTo>
                    <a:pt x="7284064" y="2210939"/>
                  </a:lnTo>
                  <a:lnTo>
                    <a:pt x="7302558" y="2558508"/>
                  </a:lnTo>
                  <a:lnTo>
                    <a:pt x="7373702" y="2933864"/>
                  </a:lnTo>
                  <a:lnTo>
                    <a:pt x="7496459" y="3390783"/>
                  </a:lnTo>
                  <a:lnTo>
                    <a:pt x="7249713" y="3651941"/>
                  </a:lnTo>
                  <a:close/>
                </a:path>
                <a:path w="7855584" h="10287000">
                  <a:moveTo>
                    <a:pt x="7091865" y="5893517"/>
                  </a:moveTo>
                  <a:lnTo>
                    <a:pt x="7116124" y="4875865"/>
                  </a:lnTo>
                  <a:lnTo>
                    <a:pt x="7377056" y="5122348"/>
                  </a:lnTo>
                  <a:lnTo>
                    <a:pt x="7262854" y="5440220"/>
                  </a:lnTo>
                  <a:lnTo>
                    <a:pt x="7091865" y="5893517"/>
                  </a:lnTo>
                  <a:close/>
                </a:path>
                <a:path w="7855584" h="10287000">
                  <a:moveTo>
                    <a:pt x="7285414" y="2205834"/>
                  </a:moveTo>
                  <a:lnTo>
                    <a:pt x="7306930" y="1303254"/>
                  </a:lnTo>
                  <a:lnTo>
                    <a:pt x="7409624" y="1736110"/>
                  </a:lnTo>
                  <a:lnTo>
                    <a:pt x="7285414" y="2205834"/>
                  </a:lnTo>
                  <a:close/>
                </a:path>
                <a:path w="7855584" h="10287000">
                  <a:moveTo>
                    <a:pt x="6960354" y="10287000"/>
                  </a:moveTo>
                  <a:lnTo>
                    <a:pt x="7063279" y="5969298"/>
                  </a:lnTo>
                  <a:lnTo>
                    <a:pt x="7269806" y="6261652"/>
                  </a:lnTo>
                  <a:lnTo>
                    <a:pt x="7129963" y="6531746"/>
                  </a:lnTo>
                  <a:lnTo>
                    <a:pt x="7119223" y="6982289"/>
                  </a:lnTo>
                  <a:lnTo>
                    <a:pt x="7089493" y="7064862"/>
                  </a:lnTo>
                  <a:lnTo>
                    <a:pt x="7012684" y="10287000"/>
                  </a:lnTo>
                  <a:lnTo>
                    <a:pt x="6960354" y="10287000"/>
                  </a:lnTo>
                  <a:close/>
                </a:path>
                <a:path w="7855584" h="10287000">
                  <a:moveTo>
                    <a:pt x="6878051" y="10287000"/>
                  </a:moveTo>
                  <a:lnTo>
                    <a:pt x="7031253" y="3860219"/>
                  </a:lnTo>
                  <a:lnTo>
                    <a:pt x="7210500" y="4183859"/>
                  </a:lnTo>
                  <a:lnTo>
                    <a:pt x="7280664" y="4693080"/>
                  </a:lnTo>
                  <a:lnTo>
                    <a:pt x="7116124" y="4875865"/>
                  </a:lnTo>
                  <a:lnTo>
                    <a:pt x="7091865" y="5893517"/>
                  </a:lnTo>
                  <a:lnTo>
                    <a:pt x="7063279" y="5969298"/>
                  </a:lnTo>
                  <a:lnTo>
                    <a:pt x="6960354" y="10287000"/>
                  </a:lnTo>
                  <a:lnTo>
                    <a:pt x="6878051" y="10287000"/>
                  </a:lnTo>
                  <a:close/>
                </a:path>
                <a:path w="7855584" h="10287000">
                  <a:moveTo>
                    <a:pt x="7119223" y="6982289"/>
                  </a:moveTo>
                  <a:lnTo>
                    <a:pt x="7129963" y="6531746"/>
                  </a:lnTo>
                  <a:lnTo>
                    <a:pt x="7203941" y="6746994"/>
                  </a:lnTo>
                  <a:lnTo>
                    <a:pt x="7119223" y="69822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7455534" cy="10287000"/>
            </a:xfrm>
            <a:custGeom>
              <a:avLst/>
              <a:gdLst/>
              <a:ahLst/>
              <a:cxnLst/>
              <a:rect l="l" t="t" r="r" b="b"/>
              <a:pathLst>
                <a:path w="7455534" h="10287000">
                  <a:moveTo>
                    <a:pt x="7113128" y="8897294"/>
                  </a:moveTo>
                  <a:lnTo>
                    <a:pt x="7137269" y="7884563"/>
                  </a:lnTo>
                  <a:lnTo>
                    <a:pt x="7455129" y="8226739"/>
                  </a:lnTo>
                  <a:lnTo>
                    <a:pt x="7453869" y="8568187"/>
                  </a:lnTo>
                  <a:lnTo>
                    <a:pt x="7113128" y="8897294"/>
                  </a:lnTo>
                  <a:close/>
                </a:path>
                <a:path w="7455534" h="10287000">
                  <a:moveTo>
                    <a:pt x="6961828" y="10287000"/>
                  </a:moveTo>
                  <a:lnTo>
                    <a:pt x="6992171" y="9014121"/>
                  </a:lnTo>
                  <a:lnTo>
                    <a:pt x="7064154" y="9488256"/>
                  </a:lnTo>
                  <a:lnTo>
                    <a:pt x="7243959" y="9716345"/>
                  </a:lnTo>
                  <a:lnTo>
                    <a:pt x="7249218" y="10248094"/>
                  </a:lnTo>
                  <a:lnTo>
                    <a:pt x="7230870" y="10287000"/>
                  </a:lnTo>
                  <a:lnTo>
                    <a:pt x="6961828" y="10287000"/>
                  </a:lnTo>
                  <a:close/>
                </a:path>
                <a:path w="7455534" h="10287000">
                  <a:moveTo>
                    <a:pt x="0" y="0"/>
                  </a:moveTo>
                  <a:lnTo>
                    <a:pt x="7253029" y="0"/>
                  </a:lnTo>
                  <a:lnTo>
                    <a:pt x="7321853" y="200564"/>
                  </a:lnTo>
                  <a:lnTo>
                    <a:pt x="7405113" y="455417"/>
                  </a:lnTo>
                  <a:lnTo>
                    <a:pt x="7441704" y="596488"/>
                  </a:lnTo>
                  <a:lnTo>
                    <a:pt x="7429594" y="688685"/>
                  </a:lnTo>
                  <a:lnTo>
                    <a:pt x="7371847" y="1032847"/>
                  </a:lnTo>
                  <a:lnTo>
                    <a:pt x="6885061" y="1346015"/>
                  </a:lnTo>
                  <a:lnTo>
                    <a:pt x="6845235" y="3016749"/>
                  </a:lnTo>
                  <a:lnTo>
                    <a:pt x="6765524" y="3088369"/>
                  </a:lnTo>
                  <a:lnTo>
                    <a:pt x="6706464" y="3138813"/>
                  </a:lnTo>
                  <a:lnTo>
                    <a:pt x="6684412" y="4063909"/>
                  </a:lnTo>
                  <a:lnTo>
                    <a:pt x="6650971" y="4240290"/>
                  </a:lnTo>
                  <a:lnTo>
                    <a:pt x="6641489" y="4638061"/>
                  </a:lnTo>
                  <a:lnTo>
                    <a:pt x="6559218" y="4791346"/>
                  </a:lnTo>
                  <a:lnTo>
                    <a:pt x="6428212" y="10287000"/>
                  </a:lnTo>
                  <a:lnTo>
                    <a:pt x="0" y="10287000"/>
                  </a:lnTo>
                  <a:lnTo>
                    <a:pt x="0" y="0"/>
                  </a:lnTo>
                  <a:close/>
                </a:path>
                <a:path w="7455534" h="10287000">
                  <a:moveTo>
                    <a:pt x="6833092" y="10287000"/>
                  </a:moveTo>
                  <a:lnTo>
                    <a:pt x="6912064" y="6974157"/>
                  </a:lnTo>
                  <a:lnTo>
                    <a:pt x="7024226" y="7277773"/>
                  </a:lnTo>
                  <a:lnTo>
                    <a:pt x="7174229" y="7467810"/>
                  </a:lnTo>
                  <a:lnTo>
                    <a:pt x="7137269" y="7884563"/>
                  </a:lnTo>
                  <a:lnTo>
                    <a:pt x="7113128" y="8897294"/>
                  </a:lnTo>
                  <a:lnTo>
                    <a:pt x="6992171" y="9014121"/>
                  </a:lnTo>
                  <a:lnTo>
                    <a:pt x="6961828" y="10287000"/>
                  </a:lnTo>
                  <a:lnTo>
                    <a:pt x="6833092" y="10287000"/>
                  </a:lnTo>
                  <a:close/>
                </a:path>
                <a:path w="7455534" h="10287000">
                  <a:moveTo>
                    <a:pt x="6845235" y="3016749"/>
                  </a:moveTo>
                  <a:lnTo>
                    <a:pt x="6885061" y="1346015"/>
                  </a:lnTo>
                  <a:lnTo>
                    <a:pt x="6904927" y="1397204"/>
                  </a:lnTo>
                  <a:lnTo>
                    <a:pt x="6948402" y="1514087"/>
                  </a:lnTo>
                  <a:lnTo>
                    <a:pt x="6991300" y="1641643"/>
                  </a:lnTo>
                  <a:lnTo>
                    <a:pt x="7009435" y="1724849"/>
                  </a:lnTo>
                  <a:lnTo>
                    <a:pt x="7009429" y="1758706"/>
                  </a:lnTo>
                  <a:lnTo>
                    <a:pt x="7011500" y="1807503"/>
                  </a:lnTo>
                  <a:lnTo>
                    <a:pt x="7021925" y="1983775"/>
                  </a:lnTo>
                  <a:lnTo>
                    <a:pt x="7024056" y="2032573"/>
                  </a:lnTo>
                  <a:lnTo>
                    <a:pt x="7024140" y="2066432"/>
                  </a:lnTo>
                  <a:lnTo>
                    <a:pt x="7045461" y="2137930"/>
                  </a:lnTo>
                  <a:lnTo>
                    <a:pt x="7095126" y="2239723"/>
                  </a:lnTo>
                  <a:lnTo>
                    <a:pt x="7145322" y="2330841"/>
                  </a:lnTo>
                  <a:lnTo>
                    <a:pt x="7168235" y="2370318"/>
                  </a:lnTo>
                  <a:lnTo>
                    <a:pt x="7121105" y="2634308"/>
                  </a:lnTo>
                  <a:lnTo>
                    <a:pt x="7102403" y="2730617"/>
                  </a:lnTo>
                  <a:lnTo>
                    <a:pt x="7032121" y="2834410"/>
                  </a:lnTo>
                  <a:lnTo>
                    <a:pt x="6896952" y="2970281"/>
                  </a:lnTo>
                  <a:lnTo>
                    <a:pt x="6845235" y="3016749"/>
                  </a:lnTo>
                  <a:close/>
                </a:path>
                <a:path w="7455534" h="10287000">
                  <a:moveTo>
                    <a:pt x="6736049" y="10287000"/>
                  </a:moveTo>
                  <a:lnTo>
                    <a:pt x="6842619" y="5816392"/>
                  </a:lnTo>
                  <a:lnTo>
                    <a:pt x="6868576" y="6252824"/>
                  </a:lnTo>
                  <a:lnTo>
                    <a:pt x="6965954" y="6537663"/>
                  </a:lnTo>
                  <a:lnTo>
                    <a:pt x="6956268" y="6727578"/>
                  </a:lnTo>
                  <a:lnTo>
                    <a:pt x="6912064" y="6974157"/>
                  </a:lnTo>
                  <a:lnTo>
                    <a:pt x="6833092" y="10287000"/>
                  </a:lnTo>
                  <a:lnTo>
                    <a:pt x="6739273" y="10287000"/>
                  </a:lnTo>
                  <a:lnTo>
                    <a:pt x="6736049" y="10287000"/>
                  </a:lnTo>
                  <a:close/>
                </a:path>
                <a:path w="7455534" h="10287000">
                  <a:moveTo>
                    <a:pt x="6428212" y="10287000"/>
                  </a:moveTo>
                  <a:lnTo>
                    <a:pt x="6559218" y="4791346"/>
                  </a:lnTo>
                  <a:lnTo>
                    <a:pt x="6899580" y="5323222"/>
                  </a:lnTo>
                  <a:lnTo>
                    <a:pt x="6842619" y="5816392"/>
                  </a:lnTo>
                  <a:lnTo>
                    <a:pt x="6736049" y="10287000"/>
                  </a:lnTo>
                  <a:lnTo>
                    <a:pt x="6428212" y="10287000"/>
                  </a:lnTo>
                  <a:close/>
                </a:path>
                <a:path w="7455534" h="10287000">
                  <a:moveTo>
                    <a:pt x="6684412" y="4063909"/>
                  </a:moveTo>
                  <a:lnTo>
                    <a:pt x="6706464" y="3138813"/>
                  </a:lnTo>
                  <a:lnTo>
                    <a:pt x="6827983" y="3575558"/>
                  </a:lnTo>
                  <a:lnTo>
                    <a:pt x="6715885" y="3897903"/>
                  </a:lnTo>
                  <a:lnTo>
                    <a:pt x="6684412" y="4063909"/>
                  </a:lnTo>
                  <a:close/>
                </a:path>
                <a:path w="7455534" h="10287000">
                  <a:moveTo>
                    <a:pt x="6641489" y="4638061"/>
                  </a:moveTo>
                  <a:lnTo>
                    <a:pt x="6650971" y="4240290"/>
                  </a:lnTo>
                  <a:lnTo>
                    <a:pt x="6753070" y="4430168"/>
                  </a:lnTo>
                  <a:lnTo>
                    <a:pt x="6641489" y="4638061"/>
                  </a:lnTo>
                  <a:close/>
                </a:path>
              </a:pathLst>
            </a:custGeom>
            <a:solidFill>
              <a:srgbClr val="FFD04D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41989" y="3599815"/>
            <a:ext cx="114300" cy="11429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0623820" y="3367392"/>
            <a:ext cx="6648450" cy="5969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15399"/>
              </a:lnSpc>
              <a:spcBef>
                <a:spcPts val="100"/>
              </a:spcBef>
            </a:pP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A</a:t>
            </a:r>
            <a:r>
              <a:rPr dirty="0" sz="2600" spc="1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zero</a:t>
            </a:r>
            <a:r>
              <a:rPr dirty="0" sz="2600" spc="1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day</a:t>
            </a:r>
            <a:r>
              <a:rPr dirty="0" sz="2600" spc="1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exploit</a:t>
            </a:r>
            <a:r>
              <a:rPr dirty="0" sz="2600" spc="2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is</a:t>
            </a:r>
            <a:r>
              <a:rPr dirty="0" sz="2600" spc="1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a</a:t>
            </a:r>
            <a:r>
              <a:rPr dirty="0" sz="2600" spc="1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vulnerability</a:t>
            </a:r>
            <a:r>
              <a:rPr dirty="0" sz="2600" spc="2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that</a:t>
            </a:r>
            <a:r>
              <a:rPr dirty="0" sz="2600" spc="1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 spc="-25">
                <a:solidFill>
                  <a:srgbClr val="5460A8"/>
                </a:solidFill>
                <a:latin typeface="Comic Sans MS"/>
                <a:cs typeface="Comic Sans MS"/>
              </a:rPr>
              <a:t>is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known</a:t>
            </a:r>
            <a:r>
              <a:rPr dirty="0" sz="2600" spc="-4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by</a:t>
            </a:r>
            <a:r>
              <a:rPr dirty="0" sz="2600" spc="-4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attackers</a:t>
            </a:r>
            <a:r>
              <a:rPr dirty="0" sz="2600" spc="-4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but</a:t>
            </a:r>
            <a:r>
              <a:rPr dirty="0" sz="2600" spc="-4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not</a:t>
            </a:r>
            <a:r>
              <a:rPr dirty="0" sz="2600" spc="-4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by</a:t>
            </a:r>
            <a:r>
              <a:rPr dirty="0" sz="2600" spc="-4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 spc="-10">
                <a:solidFill>
                  <a:srgbClr val="5460A8"/>
                </a:solidFill>
                <a:latin typeface="Comic Sans MS"/>
                <a:cs typeface="Comic Sans MS"/>
              </a:rPr>
              <a:t>vendors,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meaning</a:t>
            </a:r>
            <a:r>
              <a:rPr dirty="0" sz="2600" spc="55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there</a:t>
            </a:r>
            <a:r>
              <a:rPr dirty="0" sz="2600" spc="55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is</a:t>
            </a:r>
            <a:r>
              <a:rPr dirty="0" sz="2600" spc="55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no</a:t>
            </a:r>
            <a:r>
              <a:rPr dirty="0" sz="2600" spc="55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existing</a:t>
            </a:r>
            <a:r>
              <a:rPr dirty="0" sz="2600" spc="55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fix</a:t>
            </a:r>
            <a:r>
              <a:rPr dirty="0" sz="2600" spc="55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for</a:t>
            </a:r>
            <a:r>
              <a:rPr dirty="0" sz="2600" spc="55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 spc="-25">
                <a:solidFill>
                  <a:srgbClr val="5460A8"/>
                </a:solidFill>
                <a:latin typeface="Comic Sans MS"/>
                <a:cs typeface="Comic Sans MS"/>
              </a:rPr>
              <a:t>the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flaw</a:t>
            </a:r>
            <a:r>
              <a:rPr dirty="0" sz="2600" spc="-7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and</a:t>
            </a:r>
            <a:r>
              <a:rPr dirty="0" sz="2600" spc="-6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likely</a:t>
            </a:r>
            <a:r>
              <a:rPr dirty="0" sz="2600" spc="-7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insufficient</a:t>
            </a:r>
            <a:r>
              <a:rPr dirty="0" sz="2600" spc="-6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 spc="-10">
                <a:solidFill>
                  <a:srgbClr val="5460A8"/>
                </a:solidFill>
                <a:latin typeface="Comic Sans MS"/>
                <a:cs typeface="Comic Sans MS"/>
              </a:rPr>
              <a:t>cybersecurity.</a:t>
            </a:r>
            <a:endParaRPr sz="2600">
              <a:latin typeface="Comic Sans MS"/>
              <a:cs typeface="Comic Sans MS"/>
            </a:endParaRPr>
          </a:p>
          <a:p>
            <a:pPr algn="just" marL="12700" marR="5080">
              <a:lnSpc>
                <a:spcPct val="115399"/>
              </a:lnSpc>
              <a:spcBef>
                <a:spcPts val="3600"/>
              </a:spcBef>
            </a:pP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A</a:t>
            </a:r>
            <a:r>
              <a:rPr dirty="0" sz="2600" spc="484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 spc="-25">
                <a:solidFill>
                  <a:srgbClr val="5460A8"/>
                </a:solidFill>
                <a:latin typeface="Comic Sans MS"/>
                <a:cs typeface="Comic Sans MS"/>
              </a:rPr>
              <a:t>zero-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day</a:t>
            </a:r>
            <a:r>
              <a:rPr dirty="0" sz="2600" spc="49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attack</a:t>
            </a:r>
            <a:r>
              <a:rPr dirty="0" sz="2600" spc="49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takes</a:t>
            </a:r>
            <a:r>
              <a:rPr dirty="0" sz="2600" spc="484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place</a:t>
            </a:r>
            <a:r>
              <a:rPr dirty="0" sz="2600" spc="49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 spc="-20">
                <a:solidFill>
                  <a:srgbClr val="5460A8"/>
                </a:solidFill>
                <a:latin typeface="Comic Sans MS"/>
                <a:cs typeface="Comic Sans MS"/>
              </a:rPr>
              <a:t>when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hackers</a:t>
            </a:r>
            <a:r>
              <a:rPr dirty="0" sz="2600" spc="590">
                <a:solidFill>
                  <a:srgbClr val="5460A8"/>
                </a:solidFill>
                <a:latin typeface="Comic Sans MS"/>
                <a:cs typeface="Comic Sans MS"/>
              </a:rPr>
              <a:t> 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exploit</a:t>
            </a:r>
            <a:r>
              <a:rPr dirty="0" sz="2600" spc="590">
                <a:solidFill>
                  <a:srgbClr val="5460A8"/>
                </a:solidFill>
                <a:latin typeface="Comic Sans MS"/>
                <a:cs typeface="Comic Sans MS"/>
              </a:rPr>
              <a:t> 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the</a:t>
            </a:r>
            <a:r>
              <a:rPr dirty="0" sz="2600" spc="595">
                <a:solidFill>
                  <a:srgbClr val="5460A8"/>
                </a:solidFill>
                <a:latin typeface="Comic Sans MS"/>
                <a:cs typeface="Comic Sans MS"/>
              </a:rPr>
              <a:t> 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flaw</a:t>
            </a:r>
            <a:r>
              <a:rPr dirty="0" sz="2600" spc="590">
                <a:solidFill>
                  <a:srgbClr val="5460A8"/>
                </a:solidFill>
                <a:latin typeface="Comic Sans MS"/>
                <a:cs typeface="Comic Sans MS"/>
              </a:rPr>
              <a:t>   </a:t>
            </a:r>
            <a:r>
              <a:rPr dirty="0" sz="2600" spc="-10">
                <a:solidFill>
                  <a:srgbClr val="5460A8"/>
                </a:solidFill>
                <a:latin typeface="Comic Sans MS"/>
                <a:cs typeface="Comic Sans MS"/>
              </a:rPr>
              <a:t>before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developers</a:t>
            </a:r>
            <a:r>
              <a:rPr dirty="0" sz="2600" spc="-5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have</a:t>
            </a:r>
            <a:r>
              <a:rPr dirty="0" sz="2600" spc="-5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a</a:t>
            </a:r>
            <a:r>
              <a:rPr dirty="0" sz="2600" spc="-5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chance</a:t>
            </a:r>
            <a:r>
              <a:rPr dirty="0" sz="2600" spc="-5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to</a:t>
            </a:r>
            <a:r>
              <a:rPr dirty="0" sz="2600" spc="-5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address</a:t>
            </a:r>
            <a:r>
              <a:rPr dirty="0" sz="2600" spc="-5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 spc="-25">
                <a:solidFill>
                  <a:srgbClr val="5460A8"/>
                </a:solidFill>
                <a:latin typeface="Comic Sans MS"/>
                <a:cs typeface="Comic Sans MS"/>
              </a:rPr>
              <a:t>it.</a:t>
            </a:r>
            <a:endParaRPr sz="2600">
              <a:latin typeface="Comic Sans MS"/>
              <a:cs typeface="Comic Sans MS"/>
            </a:endParaRPr>
          </a:p>
          <a:p>
            <a:pPr algn="just" marL="12700" marR="5080">
              <a:lnSpc>
                <a:spcPct val="115399"/>
              </a:lnSpc>
              <a:spcBef>
                <a:spcPts val="3595"/>
              </a:spcBef>
            </a:pP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These</a:t>
            </a:r>
            <a:r>
              <a:rPr dirty="0" sz="2600" spc="8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exploits</a:t>
            </a:r>
            <a:r>
              <a:rPr dirty="0" sz="2600" spc="9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are</a:t>
            </a:r>
            <a:r>
              <a:rPr dirty="0" sz="2600" spc="8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especially</a:t>
            </a:r>
            <a:r>
              <a:rPr dirty="0" sz="2600" spc="9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 spc="-10">
                <a:solidFill>
                  <a:srgbClr val="5460A8"/>
                </a:solidFill>
                <a:latin typeface="Comic Sans MS"/>
                <a:cs typeface="Comic Sans MS"/>
              </a:rPr>
              <a:t>dangerous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because</a:t>
            </a:r>
            <a:r>
              <a:rPr dirty="0" sz="2600" spc="10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they</a:t>
            </a:r>
            <a:r>
              <a:rPr dirty="0" sz="2600" spc="10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don’t</a:t>
            </a:r>
            <a:r>
              <a:rPr dirty="0" sz="2600" spc="10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set</a:t>
            </a:r>
            <a:r>
              <a:rPr dirty="0" sz="2600" spc="10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off</a:t>
            </a:r>
            <a:r>
              <a:rPr dirty="0" sz="2600" spc="10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alarm</a:t>
            </a:r>
            <a:r>
              <a:rPr dirty="0" sz="2600" spc="10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 spc="-10">
                <a:solidFill>
                  <a:srgbClr val="5460A8"/>
                </a:solidFill>
                <a:latin typeface="Comic Sans MS"/>
                <a:cs typeface="Comic Sans MS"/>
              </a:rPr>
              <a:t>bells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when</a:t>
            </a:r>
            <a:r>
              <a:rPr dirty="0" sz="2600" spc="63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compromised,</a:t>
            </a:r>
            <a:r>
              <a:rPr dirty="0" sz="2600" spc="64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nor</a:t>
            </a:r>
            <a:r>
              <a:rPr dirty="0" sz="2600" spc="64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is</a:t>
            </a:r>
            <a:r>
              <a:rPr dirty="0" sz="2600" spc="64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there</a:t>
            </a:r>
            <a:r>
              <a:rPr dirty="0" sz="2600" spc="63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an</a:t>
            </a:r>
            <a:r>
              <a:rPr dirty="0" sz="2600" spc="64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 spc="-20">
                <a:solidFill>
                  <a:srgbClr val="5460A8"/>
                </a:solidFill>
                <a:latin typeface="Comic Sans MS"/>
                <a:cs typeface="Comic Sans MS"/>
              </a:rPr>
              <a:t>easy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way</a:t>
            </a:r>
            <a:r>
              <a:rPr dirty="0" sz="2600" spc="-4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to</a:t>
            </a:r>
            <a:r>
              <a:rPr dirty="0" sz="2600" spc="-3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prevent</a:t>
            </a:r>
            <a:r>
              <a:rPr dirty="0" sz="2600" spc="-3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the</a:t>
            </a:r>
            <a:r>
              <a:rPr dirty="0" sz="2600" spc="-3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 spc="-10">
                <a:solidFill>
                  <a:srgbClr val="5460A8"/>
                </a:solidFill>
                <a:latin typeface="Comic Sans MS"/>
                <a:cs typeface="Comic Sans MS"/>
              </a:rPr>
              <a:t>problem.</a:t>
            </a:r>
            <a:endParaRPr sz="2600">
              <a:latin typeface="Comic Sans MS"/>
              <a:cs typeface="Comic Sans MS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41989" y="5885814"/>
            <a:ext cx="114300" cy="11429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41989" y="7714615"/>
            <a:ext cx="114300" cy="11429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40462" y="6783689"/>
            <a:ext cx="2466974" cy="197167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3661881"/>
            <a:ext cx="10077449" cy="2419349"/>
          </a:xfrm>
          <a:prstGeom prst="rect">
            <a:avLst/>
          </a:prstGeom>
        </p:spPr>
      </p:pic>
      <p:sp>
        <p:nvSpPr>
          <p:cNvPr id="12" name="object 12" descr="$PPTXTitle"/>
          <p:cNvSpPr txBox="1">
            <a:spLocks noGrp="1"/>
          </p:cNvSpPr>
          <p:nvPr>
            <p:ph type="title"/>
          </p:nvPr>
        </p:nvSpPr>
        <p:spPr>
          <a:xfrm>
            <a:off x="9131300" y="1896554"/>
            <a:ext cx="6809740" cy="7874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000" spc="-25" b="0">
                <a:solidFill>
                  <a:srgbClr val="5460A8"/>
                </a:solidFill>
                <a:latin typeface="Comic Sans MS"/>
                <a:cs typeface="Comic Sans MS"/>
              </a:rPr>
              <a:t>ZERO-</a:t>
            </a:r>
            <a:r>
              <a:rPr dirty="0" sz="5000" b="0">
                <a:solidFill>
                  <a:srgbClr val="5460A8"/>
                </a:solidFill>
                <a:latin typeface="Comic Sans MS"/>
                <a:cs typeface="Comic Sans MS"/>
              </a:rPr>
              <a:t>DAY</a:t>
            </a:r>
            <a:r>
              <a:rPr dirty="0" sz="5000" spc="-40" b="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5000" spc="-10" b="0">
                <a:solidFill>
                  <a:srgbClr val="5460A8"/>
                </a:solidFill>
                <a:latin typeface="Comic Sans MS"/>
                <a:cs typeface="Comic Sans MS"/>
              </a:rPr>
              <a:t>EXPLOITS</a:t>
            </a:r>
            <a:endParaRPr sz="50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3" y="0"/>
            <a:ext cx="7200900" cy="10287635"/>
            <a:chOff x="-3" y="0"/>
            <a:chExt cx="7200900" cy="10287635"/>
          </a:xfrm>
        </p:grpSpPr>
        <p:sp>
          <p:nvSpPr>
            <p:cNvPr id="3" name="object 3"/>
            <p:cNvSpPr/>
            <p:nvPr/>
          </p:nvSpPr>
          <p:spPr>
            <a:xfrm>
              <a:off x="-3" y="0"/>
              <a:ext cx="6240780" cy="10287635"/>
            </a:xfrm>
            <a:custGeom>
              <a:avLst/>
              <a:gdLst/>
              <a:ahLst/>
              <a:cxnLst/>
              <a:rect l="l" t="t" r="r" b="b"/>
              <a:pathLst>
                <a:path w="6240780" h="10287635">
                  <a:moveTo>
                    <a:pt x="5412610" y="10287015"/>
                  </a:moveTo>
                  <a:lnTo>
                    <a:pt x="5487823" y="7131848"/>
                  </a:lnTo>
                  <a:lnTo>
                    <a:pt x="5802132" y="7344718"/>
                  </a:lnTo>
                  <a:lnTo>
                    <a:pt x="5910881" y="7605998"/>
                  </a:lnTo>
                  <a:lnTo>
                    <a:pt x="5935087" y="7961319"/>
                  </a:lnTo>
                  <a:lnTo>
                    <a:pt x="6208636" y="8389650"/>
                  </a:lnTo>
                  <a:lnTo>
                    <a:pt x="6083240" y="8847286"/>
                  </a:lnTo>
                  <a:lnTo>
                    <a:pt x="5789988" y="9090877"/>
                  </a:lnTo>
                  <a:lnTo>
                    <a:pt x="5761475" y="10287008"/>
                  </a:lnTo>
                  <a:lnTo>
                    <a:pt x="5412610" y="10287015"/>
                  </a:lnTo>
                  <a:close/>
                </a:path>
                <a:path w="6240780" h="10287635">
                  <a:moveTo>
                    <a:pt x="5761475" y="10287008"/>
                  </a:moveTo>
                  <a:lnTo>
                    <a:pt x="5789988" y="9090877"/>
                  </a:lnTo>
                  <a:lnTo>
                    <a:pt x="5861714" y="9565496"/>
                  </a:lnTo>
                  <a:lnTo>
                    <a:pt x="6041771" y="9793345"/>
                  </a:lnTo>
                  <a:lnTo>
                    <a:pt x="6020180" y="10287003"/>
                  </a:lnTo>
                  <a:lnTo>
                    <a:pt x="5761475" y="10287008"/>
                  </a:lnTo>
                  <a:close/>
                </a:path>
                <a:path w="6240780" h="10287635">
                  <a:moveTo>
                    <a:pt x="2" y="0"/>
                  </a:moveTo>
                  <a:lnTo>
                    <a:pt x="6022046" y="0"/>
                  </a:lnTo>
                  <a:lnTo>
                    <a:pt x="6240252" y="673506"/>
                  </a:lnTo>
                  <a:lnTo>
                    <a:pt x="6061017" y="978037"/>
                  </a:lnTo>
                  <a:lnTo>
                    <a:pt x="5704529" y="1369976"/>
                  </a:lnTo>
                  <a:lnTo>
                    <a:pt x="5683032" y="2271767"/>
                  </a:lnTo>
                  <a:lnTo>
                    <a:pt x="5681680" y="2276926"/>
                  </a:lnTo>
                  <a:lnTo>
                    <a:pt x="5647330" y="3717928"/>
                  </a:lnTo>
                  <a:lnTo>
                    <a:pt x="5538827" y="3858565"/>
                  </a:lnTo>
                  <a:lnTo>
                    <a:pt x="5488755" y="5959065"/>
                  </a:lnTo>
                  <a:lnTo>
                    <a:pt x="5459645" y="6036237"/>
                  </a:lnTo>
                  <a:lnTo>
                    <a:pt x="5358315" y="10287016"/>
                  </a:lnTo>
                  <a:lnTo>
                    <a:pt x="0" y="10287122"/>
                  </a:lnTo>
                  <a:lnTo>
                    <a:pt x="2" y="0"/>
                  </a:lnTo>
                  <a:close/>
                </a:path>
                <a:path w="6240780" h="10287635">
                  <a:moveTo>
                    <a:pt x="5647330" y="3717928"/>
                  </a:moveTo>
                  <a:lnTo>
                    <a:pt x="5681680" y="2276926"/>
                  </a:lnTo>
                  <a:lnTo>
                    <a:pt x="5700174" y="2624495"/>
                  </a:lnTo>
                  <a:lnTo>
                    <a:pt x="5771312" y="3000096"/>
                  </a:lnTo>
                  <a:lnTo>
                    <a:pt x="5893830" y="3456764"/>
                  </a:lnTo>
                  <a:lnTo>
                    <a:pt x="5647330" y="3717928"/>
                  </a:lnTo>
                  <a:close/>
                </a:path>
                <a:path w="6240780" h="10287635">
                  <a:moveTo>
                    <a:pt x="5683032" y="2271767"/>
                  </a:moveTo>
                  <a:lnTo>
                    <a:pt x="5704529" y="1369976"/>
                  </a:lnTo>
                  <a:lnTo>
                    <a:pt x="5806007" y="1802313"/>
                  </a:lnTo>
                  <a:lnTo>
                    <a:pt x="5683032" y="2271767"/>
                  </a:lnTo>
                  <a:close/>
                </a:path>
                <a:path w="6240780" h="10287635">
                  <a:moveTo>
                    <a:pt x="5358315" y="10287016"/>
                  </a:moveTo>
                  <a:lnTo>
                    <a:pt x="5459645" y="6036237"/>
                  </a:lnTo>
                  <a:lnTo>
                    <a:pt x="5666417" y="6328597"/>
                  </a:lnTo>
                  <a:lnTo>
                    <a:pt x="5526335" y="6598439"/>
                  </a:lnTo>
                  <a:lnTo>
                    <a:pt x="5515441" y="7055417"/>
                  </a:lnTo>
                  <a:lnTo>
                    <a:pt x="5487823" y="7131848"/>
                  </a:lnTo>
                  <a:lnTo>
                    <a:pt x="5412610" y="10287015"/>
                  </a:lnTo>
                  <a:lnTo>
                    <a:pt x="5358315" y="10287016"/>
                  </a:lnTo>
                  <a:close/>
                </a:path>
                <a:path w="6240780" h="10287635">
                  <a:moveTo>
                    <a:pt x="5488755" y="5959065"/>
                  </a:moveTo>
                  <a:lnTo>
                    <a:pt x="5512974" y="4943061"/>
                  </a:lnTo>
                  <a:lnTo>
                    <a:pt x="5621640" y="5269687"/>
                  </a:lnTo>
                  <a:lnTo>
                    <a:pt x="5659219" y="5507160"/>
                  </a:lnTo>
                  <a:lnTo>
                    <a:pt x="5488755" y="5959065"/>
                  </a:lnTo>
                  <a:close/>
                </a:path>
                <a:path w="6240780" h="10287635">
                  <a:moveTo>
                    <a:pt x="5515441" y="7055417"/>
                  </a:moveTo>
                  <a:lnTo>
                    <a:pt x="5526335" y="6598439"/>
                  </a:lnTo>
                  <a:lnTo>
                    <a:pt x="5602241" y="6815208"/>
                  </a:lnTo>
                  <a:lnTo>
                    <a:pt x="5515441" y="7055417"/>
                  </a:lnTo>
                  <a:close/>
                </a:path>
                <a:path w="6240780" h="10287635">
                  <a:moveTo>
                    <a:pt x="5512974" y="4943061"/>
                  </a:moveTo>
                  <a:lnTo>
                    <a:pt x="5538827" y="3858565"/>
                  </a:lnTo>
                  <a:lnTo>
                    <a:pt x="5609070" y="4251096"/>
                  </a:lnTo>
                  <a:lnTo>
                    <a:pt x="5579940" y="4607356"/>
                  </a:lnTo>
                  <a:lnTo>
                    <a:pt x="5512974" y="4943061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-3" y="0"/>
              <a:ext cx="6057900" cy="10287635"/>
            </a:xfrm>
            <a:custGeom>
              <a:avLst/>
              <a:gdLst/>
              <a:ahLst/>
              <a:cxnLst/>
              <a:rect l="l" t="t" r="r" b="b"/>
              <a:pathLst>
                <a:path w="6057900" h="10287635">
                  <a:moveTo>
                    <a:pt x="5715771" y="8710463"/>
                  </a:moveTo>
                  <a:lnTo>
                    <a:pt x="5739913" y="7697732"/>
                  </a:lnTo>
                  <a:lnTo>
                    <a:pt x="6057773" y="8039907"/>
                  </a:lnTo>
                  <a:lnTo>
                    <a:pt x="6056512" y="8381356"/>
                  </a:lnTo>
                  <a:lnTo>
                    <a:pt x="5715771" y="8710463"/>
                  </a:lnTo>
                  <a:close/>
                </a:path>
                <a:path w="6057900" h="10287635">
                  <a:moveTo>
                    <a:pt x="5560018" y="10287012"/>
                  </a:moveTo>
                  <a:lnTo>
                    <a:pt x="5594815" y="8827290"/>
                  </a:lnTo>
                  <a:lnTo>
                    <a:pt x="5666061" y="9301407"/>
                  </a:lnTo>
                  <a:lnTo>
                    <a:pt x="5845866" y="9529496"/>
                  </a:lnTo>
                  <a:lnTo>
                    <a:pt x="5851879" y="10060527"/>
                  </a:lnTo>
                  <a:lnTo>
                    <a:pt x="5745257" y="10287008"/>
                  </a:lnTo>
                  <a:lnTo>
                    <a:pt x="5560018" y="10287012"/>
                  </a:lnTo>
                  <a:close/>
                </a:path>
                <a:path w="6057900" h="10287635">
                  <a:moveTo>
                    <a:pt x="2" y="0"/>
                  </a:moveTo>
                  <a:lnTo>
                    <a:pt x="5912326" y="0"/>
                  </a:lnTo>
                  <a:lnTo>
                    <a:pt x="6045066" y="410411"/>
                  </a:lnTo>
                  <a:lnTo>
                    <a:pt x="5865831" y="714942"/>
                  </a:lnTo>
                  <a:lnTo>
                    <a:pt x="5509343" y="1106882"/>
                  </a:lnTo>
                  <a:lnTo>
                    <a:pt x="5487828" y="2009462"/>
                  </a:lnTo>
                  <a:lnTo>
                    <a:pt x="5486477" y="2014568"/>
                  </a:lnTo>
                  <a:lnTo>
                    <a:pt x="5452127" y="3455569"/>
                  </a:lnTo>
                  <a:lnTo>
                    <a:pt x="5233666" y="3663847"/>
                  </a:lnTo>
                  <a:lnTo>
                    <a:pt x="5075783" y="10287022"/>
                  </a:lnTo>
                  <a:lnTo>
                    <a:pt x="0" y="10287122"/>
                  </a:lnTo>
                  <a:lnTo>
                    <a:pt x="2" y="0"/>
                  </a:lnTo>
                  <a:close/>
                </a:path>
                <a:path w="6057900" h="10287635">
                  <a:moveTo>
                    <a:pt x="5210416" y="10287019"/>
                  </a:moveTo>
                  <a:lnTo>
                    <a:pt x="5291907" y="6868490"/>
                  </a:lnTo>
                  <a:lnTo>
                    <a:pt x="5610428" y="6956170"/>
                  </a:lnTo>
                  <a:lnTo>
                    <a:pt x="5814900" y="7334704"/>
                  </a:lnTo>
                  <a:lnTo>
                    <a:pt x="5739913" y="7697732"/>
                  </a:lnTo>
                  <a:lnTo>
                    <a:pt x="5715771" y="8710463"/>
                  </a:lnTo>
                  <a:lnTo>
                    <a:pt x="5594815" y="8827290"/>
                  </a:lnTo>
                  <a:lnTo>
                    <a:pt x="5560018" y="10287012"/>
                  </a:lnTo>
                  <a:lnTo>
                    <a:pt x="5210416" y="10287019"/>
                  </a:lnTo>
                  <a:close/>
                </a:path>
                <a:path w="6057900" h="10287635">
                  <a:moveTo>
                    <a:pt x="5452127" y="3455569"/>
                  </a:moveTo>
                  <a:lnTo>
                    <a:pt x="5486477" y="2014568"/>
                  </a:lnTo>
                  <a:lnTo>
                    <a:pt x="5504971" y="2362136"/>
                  </a:lnTo>
                  <a:lnTo>
                    <a:pt x="5576115" y="2737492"/>
                  </a:lnTo>
                  <a:lnTo>
                    <a:pt x="5698873" y="3194411"/>
                  </a:lnTo>
                  <a:lnTo>
                    <a:pt x="5452127" y="3455569"/>
                  </a:lnTo>
                  <a:close/>
                </a:path>
                <a:path w="6057900" h="10287635">
                  <a:moveTo>
                    <a:pt x="5294278" y="5697145"/>
                  </a:moveTo>
                  <a:lnTo>
                    <a:pt x="5318537" y="4679493"/>
                  </a:lnTo>
                  <a:lnTo>
                    <a:pt x="5579469" y="4925976"/>
                  </a:lnTo>
                  <a:lnTo>
                    <a:pt x="5465267" y="5243848"/>
                  </a:lnTo>
                  <a:lnTo>
                    <a:pt x="5294278" y="5697145"/>
                  </a:lnTo>
                  <a:close/>
                </a:path>
                <a:path w="6057900" h="10287635">
                  <a:moveTo>
                    <a:pt x="5487828" y="2009462"/>
                  </a:moveTo>
                  <a:lnTo>
                    <a:pt x="5509343" y="1106882"/>
                  </a:lnTo>
                  <a:lnTo>
                    <a:pt x="5612037" y="1539738"/>
                  </a:lnTo>
                  <a:lnTo>
                    <a:pt x="5487828" y="2009462"/>
                  </a:lnTo>
                  <a:close/>
                </a:path>
                <a:path w="6057900" h="10287635">
                  <a:moveTo>
                    <a:pt x="5158086" y="10287020"/>
                  </a:moveTo>
                  <a:lnTo>
                    <a:pt x="5265693" y="5772926"/>
                  </a:lnTo>
                  <a:lnTo>
                    <a:pt x="5472219" y="6065280"/>
                  </a:lnTo>
                  <a:lnTo>
                    <a:pt x="5332377" y="6335374"/>
                  </a:lnTo>
                  <a:lnTo>
                    <a:pt x="5321637" y="6785917"/>
                  </a:lnTo>
                  <a:lnTo>
                    <a:pt x="5291907" y="6868490"/>
                  </a:lnTo>
                  <a:lnTo>
                    <a:pt x="5210416" y="10287019"/>
                  </a:lnTo>
                  <a:lnTo>
                    <a:pt x="5158086" y="10287020"/>
                  </a:lnTo>
                  <a:close/>
                </a:path>
                <a:path w="6057900" h="10287635">
                  <a:moveTo>
                    <a:pt x="5075783" y="10287022"/>
                  </a:moveTo>
                  <a:lnTo>
                    <a:pt x="5233666" y="3663847"/>
                  </a:lnTo>
                  <a:lnTo>
                    <a:pt x="5412914" y="3987487"/>
                  </a:lnTo>
                  <a:lnTo>
                    <a:pt x="5483077" y="4496708"/>
                  </a:lnTo>
                  <a:lnTo>
                    <a:pt x="5318537" y="4679493"/>
                  </a:lnTo>
                  <a:lnTo>
                    <a:pt x="5294278" y="5697145"/>
                  </a:lnTo>
                  <a:lnTo>
                    <a:pt x="5265693" y="5772926"/>
                  </a:lnTo>
                  <a:lnTo>
                    <a:pt x="5158086" y="10287020"/>
                  </a:lnTo>
                  <a:lnTo>
                    <a:pt x="5075783" y="10287022"/>
                  </a:lnTo>
                  <a:close/>
                </a:path>
                <a:path w="6057900" h="10287635">
                  <a:moveTo>
                    <a:pt x="5321637" y="6785917"/>
                  </a:moveTo>
                  <a:lnTo>
                    <a:pt x="5332377" y="6335374"/>
                  </a:lnTo>
                  <a:lnTo>
                    <a:pt x="5406354" y="6550623"/>
                  </a:lnTo>
                  <a:lnTo>
                    <a:pt x="5321637" y="678591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-3" y="0"/>
              <a:ext cx="5657850" cy="10287635"/>
            </a:xfrm>
            <a:custGeom>
              <a:avLst/>
              <a:gdLst/>
              <a:ahLst/>
              <a:cxnLst/>
              <a:rect l="l" t="t" r="r" b="b"/>
              <a:pathLst>
                <a:path w="5657850" h="10287635">
                  <a:moveTo>
                    <a:pt x="5315541" y="8700922"/>
                  </a:moveTo>
                  <a:lnTo>
                    <a:pt x="5339683" y="7688191"/>
                  </a:lnTo>
                  <a:lnTo>
                    <a:pt x="5657543" y="8030367"/>
                  </a:lnTo>
                  <a:lnTo>
                    <a:pt x="5656282" y="8371815"/>
                  </a:lnTo>
                  <a:lnTo>
                    <a:pt x="5315541" y="8700922"/>
                  </a:lnTo>
                  <a:close/>
                </a:path>
                <a:path w="5657850" h="10287635">
                  <a:moveTo>
                    <a:pt x="5159560" y="10287020"/>
                  </a:moveTo>
                  <a:lnTo>
                    <a:pt x="5194584" y="8817749"/>
                  </a:lnTo>
                  <a:lnTo>
                    <a:pt x="5266567" y="9291884"/>
                  </a:lnTo>
                  <a:lnTo>
                    <a:pt x="5446373" y="9519973"/>
                  </a:lnTo>
                  <a:lnTo>
                    <a:pt x="5451631" y="10051722"/>
                  </a:lnTo>
                  <a:lnTo>
                    <a:pt x="5340668" y="10287016"/>
                  </a:lnTo>
                  <a:lnTo>
                    <a:pt x="5159560" y="10287020"/>
                  </a:lnTo>
                  <a:close/>
                </a:path>
                <a:path w="5657850" h="10287635">
                  <a:moveTo>
                    <a:pt x="2" y="0"/>
                  </a:moveTo>
                  <a:lnTo>
                    <a:pt x="5522954" y="0"/>
                  </a:lnTo>
                  <a:lnTo>
                    <a:pt x="5522946" y="342"/>
                  </a:lnTo>
                  <a:lnTo>
                    <a:pt x="5524266" y="4192"/>
                  </a:lnTo>
                  <a:lnTo>
                    <a:pt x="5607526" y="259045"/>
                  </a:lnTo>
                  <a:lnTo>
                    <a:pt x="5644117" y="400116"/>
                  </a:lnTo>
                  <a:lnTo>
                    <a:pt x="5632008" y="492314"/>
                  </a:lnTo>
                  <a:lnTo>
                    <a:pt x="5574261" y="836475"/>
                  </a:lnTo>
                  <a:lnTo>
                    <a:pt x="5087475" y="1149643"/>
                  </a:lnTo>
                  <a:lnTo>
                    <a:pt x="5047648" y="2820378"/>
                  </a:lnTo>
                  <a:lnTo>
                    <a:pt x="4967938" y="2891997"/>
                  </a:lnTo>
                  <a:lnTo>
                    <a:pt x="4908878" y="2942441"/>
                  </a:lnTo>
                  <a:lnTo>
                    <a:pt x="4886825" y="3867537"/>
                  </a:lnTo>
                  <a:lnTo>
                    <a:pt x="4853385" y="4043918"/>
                  </a:lnTo>
                  <a:lnTo>
                    <a:pt x="4843903" y="4441689"/>
                  </a:lnTo>
                  <a:lnTo>
                    <a:pt x="4761631" y="4594974"/>
                  </a:lnTo>
                  <a:lnTo>
                    <a:pt x="4625944" y="10287030"/>
                  </a:lnTo>
                  <a:lnTo>
                    <a:pt x="0" y="10287122"/>
                  </a:lnTo>
                  <a:lnTo>
                    <a:pt x="2" y="0"/>
                  </a:lnTo>
                  <a:close/>
                </a:path>
                <a:path w="5657850" h="10287635">
                  <a:moveTo>
                    <a:pt x="5030824" y="10287022"/>
                  </a:moveTo>
                  <a:lnTo>
                    <a:pt x="5114477" y="6777785"/>
                  </a:lnTo>
                  <a:lnTo>
                    <a:pt x="5226640" y="7081401"/>
                  </a:lnTo>
                  <a:lnTo>
                    <a:pt x="5376642" y="7271438"/>
                  </a:lnTo>
                  <a:lnTo>
                    <a:pt x="5339683" y="7688191"/>
                  </a:lnTo>
                  <a:lnTo>
                    <a:pt x="5315541" y="8700922"/>
                  </a:lnTo>
                  <a:lnTo>
                    <a:pt x="5194584" y="8817749"/>
                  </a:lnTo>
                  <a:lnTo>
                    <a:pt x="5159560" y="10287020"/>
                  </a:lnTo>
                  <a:lnTo>
                    <a:pt x="5030824" y="10287022"/>
                  </a:lnTo>
                  <a:close/>
                </a:path>
                <a:path w="5657850" h="10287635">
                  <a:moveTo>
                    <a:pt x="5047648" y="2820378"/>
                  </a:moveTo>
                  <a:lnTo>
                    <a:pt x="5087475" y="1149643"/>
                  </a:lnTo>
                  <a:lnTo>
                    <a:pt x="5107341" y="1200832"/>
                  </a:lnTo>
                  <a:lnTo>
                    <a:pt x="5150815" y="1317715"/>
                  </a:lnTo>
                  <a:lnTo>
                    <a:pt x="5193713" y="1445271"/>
                  </a:lnTo>
                  <a:lnTo>
                    <a:pt x="5211848" y="1528477"/>
                  </a:lnTo>
                  <a:lnTo>
                    <a:pt x="5211843" y="1562334"/>
                  </a:lnTo>
                  <a:lnTo>
                    <a:pt x="5213914" y="1611131"/>
                  </a:lnTo>
                  <a:lnTo>
                    <a:pt x="5224338" y="1787403"/>
                  </a:lnTo>
                  <a:lnTo>
                    <a:pt x="5226469" y="1836201"/>
                  </a:lnTo>
                  <a:lnTo>
                    <a:pt x="5226554" y="1870060"/>
                  </a:lnTo>
                  <a:lnTo>
                    <a:pt x="5247874" y="1941558"/>
                  </a:lnTo>
                  <a:lnTo>
                    <a:pt x="5297539" y="2043351"/>
                  </a:lnTo>
                  <a:lnTo>
                    <a:pt x="5347736" y="2134469"/>
                  </a:lnTo>
                  <a:lnTo>
                    <a:pt x="5370648" y="2173946"/>
                  </a:lnTo>
                  <a:lnTo>
                    <a:pt x="5323519" y="2437936"/>
                  </a:lnTo>
                  <a:lnTo>
                    <a:pt x="5304816" y="2534245"/>
                  </a:lnTo>
                  <a:lnTo>
                    <a:pt x="5234534" y="2638038"/>
                  </a:lnTo>
                  <a:lnTo>
                    <a:pt x="5099366" y="2773909"/>
                  </a:lnTo>
                  <a:lnTo>
                    <a:pt x="5047648" y="2820378"/>
                  </a:lnTo>
                  <a:close/>
                </a:path>
                <a:path w="5657850" h="10287635">
                  <a:moveTo>
                    <a:pt x="4933780" y="10287024"/>
                  </a:moveTo>
                  <a:lnTo>
                    <a:pt x="5045032" y="5620020"/>
                  </a:lnTo>
                  <a:lnTo>
                    <a:pt x="5070989" y="6056452"/>
                  </a:lnTo>
                  <a:lnTo>
                    <a:pt x="5168367" y="6341291"/>
                  </a:lnTo>
                  <a:lnTo>
                    <a:pt x="5158681" y="6531207"/>
                  </a:lnTo>
                  <a:lnTo>
                    <a:pt x="5114477" y="6777785"/>
                  </a:lnTo>
                  <a:lnTo>
                    <a:pt x="5030824" y="10287022"/>
                  </a:lnTo>
                  <a:lnTo>
                    <a:pt x="4937005" y="10287024"/>
                  </a:lnTo>
                  <a:lnTo>
                    <a:pt x="4933780" y="10287024"/>
                  </a:lnTo>
                  <a:close/>
                </a:path>
                <a:path w="5657850" h="10287635">
                  <a:moveTo>
                    <a:pt x="4625944" y="10287030"/>
                  </a:moveTo>
                  <a:lnTo>
                    <a:pt x="4761631" y="4594974"/>
                  </a:lnTo>
                  <a:lnTo>
                    <a:pt x="5101994" y="5126850"/>
                  </a:lnTo>
                  <a:lnTo>
                    <a:pt x="5045032" y="5620020"/>
                  </a:lnTo>
                  <a:lnTo>
                    <a:pt x="4933780" y="10287024"/>
                  </a:lnTo>
                  <a:lnTo>
                    <a:pt x="4625944" y="10287030"/>
                  </a:lnTo>
                  <a:close/>
                </a:path>
                <a:path w="5657850" h="10287635">
                  <a:moveTo>
                    <a:pt x="4886825" y="3867537"/>
                  </a:moveTo>
                  <a:lnTo>
                    <a:pt x="4908878" y="2942441"/>
                  </a:lnTo>
                  <a:lnTo>
                    <a:pt x="5030396" y="3379186"/>
                  </a:lnTo>
                  <a:lnTo>
                    <a:pt x="4918298" y="3701532"/>
                  </a:lnTo>
                  <a:lnTo>
                    <a:pt x="4886825" y="3867537"/>
                  </a:lnTo>
                  <a:close/>
                </a:path>
                <a:path w="5657850" h="10287635">
                  <a:moveTo>
                    <a:pt x="4843903" y="4441689"/>
                  </a:moveTo>
                  <a:lnTo>
                    <a:pt x="4853385" y="4043918"/>
                  </a:lnTo>
                  <a:lnTo>
                    <a:pt x="4955483" y="4233796"/>
                  </a:lnTo>
                  <a:lnTo>
                    <a:pt x="4843903" y="4441689"/>
                  </a:lnTo>
                  <a:close/>
                </a:path>
              </a:pathLst>
            </a:custGeom>
            <a:solidFill>
              <a:srgbClr val="FFD04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130248"/>
              <a:ext cx="7200899" cy="366712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5963433"/>
              <a:ext cx="6543674" cy="3838574"/>
            </a:xfrm>
            <a:prstGeom prst="rect">
              <a:avLst/>
            </a:prstGeom>
          </p:spPr>
        </p:pic>
      </p:grp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7758086" y="1009713"/>
            <a:ext cx="7088505" cy="1511300"/>
          </a:xfrm>
          <a:prstGeom prst="rect"/>
        </p:spPr>
        <p:txBody>
          <a:bodyPr wrap="square" lIns="0" tIns="63500" rIns="0" bIns="0" rtlCol="0" vert="horz">
            <a:spAutoFit/>
          </a:bodyPr>
          <a:lstStyle/>
          <a:p>
            <a:pPr marL="12700" marR="5080">
              <a:lnSpc>
                <a:spcPts val="5700"/>
              </a:lnSpc>
              <a:spcBef>
                <a:spcPts val="500"/>
              </a:spcBef>
            </a:pPr>
            <a:r>
              <a:rPr dirty="0" sz="5000" spc="-35" b="0">
                <a:solidFill>
                  <a:srgbClr val="5460A8"/>
                </a:solidFill>
                <a:latin typeface="Comic Sans MS"/>
                <a:cs typeface="Comic Sans MS"/>
              </a:rPr>
              <a:t>MAN-</a:t>
            </a:r>
            <a:r>
              <a:rPr dirty="0" sz="5000" spc="-40" b="0">
                <a:solidFill>
                  <a:srgbClr val="5460A8"/>
                </a:solidFill>
                <a:latin typeface="Comic Sans MS"/>
                <a:cs typeface="Comic Sans MS"/>
              </a:rPr>
              <a:t>IN-</a:t>
            </a:r>
            <a:r>
              <a:rPr dirty="0" sz="5000" spc="-35" b="0">
                <a:solidFill>
                  <a:srgbClr val="5460A8"/>
                </a:solidFill>
                <a:latin typeface="Comic Sans MS"/>
                <a:cs typeface="Comic Sans MS"/>
              </a:rPr>
              <a:t>THE-</a:t>
            </a:r>
            <a:r>
              <a:rPr dirty="0" sz="5000" spc="-10" b="0">
                <a:solidFill>
                  <a:srgbClr val="5460A8"/>
                </a:solidFill>
                <a:latin typeface="Comic Sans MS"/>
                <a:cs typeface="Comic Sans MS"/>
              </a:rPr>
              <a:t>MIDDLE </a:t>
            </a:r>
            <a:r>
              <a:rPr dirty="0" sz="5000" b="0">
                <a:solidFill>
                  <a:srgbClr val="5460A8"/>
                </a:solidFill>
                <a:latin typeface="Comic Sans MS"/>
                <a:cs typeface="Comic Sans MS"/>
              </a:rPr>
              <a:t>(MITM)</a:t>
            </a:r>
            <a:r>
              <a:rPr dirty="0" sz="5000" spc="-95" b="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5000" spc="-10" b="0">
                <a:solidFill>
                  <a:srgbClr val="5460A8"/>
                </a:solidFill>
                <a:latin typeface="Comic Sans MS"/>
                <a:cs typeface="Comic Sans MS"/>
              </a:rPr>
              <a:t>ATTACKS</a:t>
            </a:r>
            <a:endParaRPr sz="5000">
              <a:latin typeface="Comic Sans MS"/>
              <a:cs typeface="Comic Sans MS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658122" y="3208354"/>
            <a:ext cx="114300" cy="114299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7937423" y="3049636"/>
            <a:ext cx="6701790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07390" algn="l"/>
                <a:tab pos="1522095" algn="l"/>
                <a:tab pos="2579370" algn="l"/>
                <a:tab pos="3984625" algn="l"/>
              </a:tabLst>
            </a:pPr>
            <a:r>
              <a:rPr dirty="0" sz="2500" spc="-25">
                <a:solidFill>
                  <a:srgbClr val="5460A8"/>
                </a:solidFill>
                <a:latin typeface="Comic Sans MS"/>
                <a:cs typeface="Comic Sans MS"/>
              </a:rPr>
              <a:t>As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	</a:t>
            </a:r>
            <a:r>
              <a:rPr dirty="0" sz="2500" spc="-25">
                <a:solidFill>
                  <a:srgbClr val="5460A8"/>
                </a:solidFill>
                <a:latin typeface="Comic Sans MS"/>
                <a:cs typeface="Comic Sans MS"/>
              </a:rPr>
              <a:t>the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	</a:t>
            </a:r>
            <a:r>
              <a:rPr dirty="0" sz="2500" spc="-20">
                <a:solidFill>
                  <a:srgbClr val="5460A8"/>
                </a:solidFill>
                <a:latin typeface="Comic Sans MS"/>
                <a:cs typeface="Comic Sans MS"/>
              </a:rPr>
              <a:t>name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	</a:t>
            </a:r>
            <a:r>
              <a:rPr dirty="0" sz="2500" spc="-10">
                <a:solidFill>
                  <a:srgbClr val="5460A8"/>
                </a:solidFill>
                <a:latin typeface="Comic Sans MS"/>
                <a:cs typeface="Comic Sans MS"/>
              </a:rPr>
              <a:t>implies,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	</a:t>
            </a:r>
            <a:r>
              <a:rPr dirty="0" sz="2500" spc="-10">
                <a:solidFill>
                  <a:srgbClr val="5460A8"/>
                </a:solidFill>
                <a:latin typeface="Comic Sans MS"/>
                <a:cs typeface="Comic Sans MS"/>
              </a:rPr>
              <a:t>man-in-</a:t>
            </a:r>
            <a:r>
              <a:rPr dirty="0" sz="2500" spc="-20">
                <a:solidFill>
                  <a:srgbClr val="5460A8"/>
                </a:solidFill>
                <a:latin typeface="Comic Sans MS"/>
                <a:cs typeface="Comic Sans MS"/>
              </a:rPr>
              <a:t>the-</a:t>
            </a:r>
            <a:r>
              <a:rPr dirty="0" sz="2500" spc="-10">
                <a:solidFill>
                  <a:srgbClr val="5460A8"/>
                </a:solidFill>
                <a:latin typeface="Comic Sans MS"/>
                <a:cs typeface="Comic Sans MS"/>
              </a:rPr>
              <a:t>middle</a:t>
            </a:r>
            <a:endParaRPr sz="2500">
              <a:latin typeface="Comic Sans MS"/>
              <a:cs typeface="Comic Sans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921238" y="3049636"/>
            <a:ext cx="2598420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33195" algn="l"/>
              </a:tabLst>
            </a:pPr>
            <a:r>
              <a:rPr dirty="0" sz="2500" spc="-10">
                <a:solidFill>
                  <a:srgbClr val="5460A8"/>
                </a:solidFill>
                <a:latin typeface="Comic Sans MS"/>
                <a:cs typeface="Comic Sans MS"/>
              </a:rPr>
              <a:t>attacks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	</a:t>
            </a:r>
            <a:r>
              <a:rPr dirty="0" sz="2500" spc="-10">
                <a:solidFill>
                  <a:srgbClr val="5460A8"/>
                </a:solidFill>
                <a:latin typeface="Comic Sans MS"/>
                <a:cs typeface="Comic Sans MS"/>
              </a:rPr>
              <a:t>position</a:t>
            </a:r>
            <a:endParaRPr sz="2500">
              <a:latin typeface="Comic Sans MS"/>
              <a:cs typeface="Comic Sans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937423" y="3430598"/>
            <a:ext cx="9582785" cy="65976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themselves</a:t>
            </a:r>
            <a:r>
              <a:rPr dirty="0" sz="2500" spc="37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between</a:t>
            </a:r>
            <a:r>
              <a:rPr dirty="0" sz="2500" spc="37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two</a:t>
            </a:r>
            <a:r>
              <a:rPr dirty="0" sz="2500" spc="37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ends</a:t>
            </a:r>
            <a:r>
              <a:rPr dirty="0" sz="2500" spc="37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of</a:t>
            </a:r>
            <a:r>
              <a:rPr dirty="0" sz="2500" spc="37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a</a:t>
            </a:r>
            <a:r>
              <a:rPr dirty="0" sz="2500" spc="37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communication</a:t>
            </a:r>
            <a:r>
              <a:rPr dirty="0" sz="2500" spc="37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channel</a:t>
            </a:r>
            <a:r>
              <a:rPr dirty="0" sz="2500" spc="37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 spc="-25">
                <a:solidFill>
                  <a:srgbClr val="5460A8"/>
                </a:solidFill>
                <a:latin typeface="Comic Sans MS"/>
                <a:cs typeface="Comic Sans MS"/>
              </a:rPr>
              <a:t>and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steal</a:t>
            </a:r>
            <a:r>
              <a:rPr dirty="0" sz="2500" spc="-4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or</a:t>
            </a:r>
            <a:r>
              <a:rPr dirty="0" sz="2500" spc="-4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even</a:t>
            </a:r>
            <a:r>
              <a:rPr dirty="0" sz="2500" spc="-4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alter</a:t>
            </a:r>
            <a:r>
              <a:rPr dirty="0" sz="2500" spc="-4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data</a:t>
            </a:r>
            <a:r>
              <a:rPr dirty="0" sz="2500" spc="-4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traveling</a:t>
            </a:r>
            <a:r>
              <a:rPr dirty="0" sz="2500" spc="-4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 spc="-10">
                <a:solidFill>
                  <a:srgbClr val="5460A8"/>
                </a:solidFill>
                <a:latin typeface="Comic Sans MS"/>
                <a:cs typeface="Comic Sans MS"/>
              </a:rPr>
              <a:t>in-between.</a:t>
            </a:r>
            <a:endParaRPr sz="2500">
              <a:latin typeface="Comic Sans MS"/>
              <a:cs typeface="Comic Sans MS"/>
            </a:endParaRPr>
          </a:p>
          <a:p>
            <a:pPr algn="just" marL="12700" marR="5080">
              <a:lnSpc>
                <a:spcPct val="114999"/>
              </a:lnSpc>
              <a:spcBef>
                <a:spcPts val="3450"/>
              </a:spcBef>
            </a:pP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In</a:t>
            </a:r>
            <a:r>
              <a:rPr dirty="0" sz="2500" spc="5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one</a:t>
            </a:r>
            <a:r>
              <a:rPr dirty="0" sz="2500" spc="5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simple</a:t>
            </a:r>
            <a:r>
              <a:rPr dirty="0" sz="2500" spc="5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example,</a:t>
            </a:r>
            <a:r>
              <a:rPr dirty="0" sz="2500" spc="5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attackers</a:t>
            </a:r>
            <a:r>
              <a:rPr dirty="0" sz="2500" spc="5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make</a:t>
            </a:r>
            <a:r>
              <a:rPr dirty="0" sz="2500" spc="5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malicious</a:t>
            </a:r>
            <a:r>
              <a:rPr dirty="0" sz="2500" spc="5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 spc="-20">
                <a:solidFill>
                  <a:srgbClr val="5460A8"/>
                </a:solidFill>
                <a:latin typeface="Comic Sans MS"/>
                <a:cs typeface="Comic Sans MS"/>
              </a:rPr>
              <a:t>Wi-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Fi</a:t>
            </a:r>
            <a:r>
              <a:rPr dirty="0" sz="2500" spc="5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 spc="-10">
                <a:solidFill>
                  <a:srgbClr val="5460A8"/>
                </a:solidFill>
                <a:latin typeface="Comic Sans MS"/>
                <a:cs typeface="Comic Sans MS"/>
              </a:rPr>
              <a:t>hotspots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available</a:t>
            </a:r>
            <a:r>
              <a:rPr dirty="0" sz="2500" spc="459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in</a:t>
            </a:r>
            <a:r>
              <a:rPr dirty="0" sz="2500" spc="459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a</a:t>
            </a:r>
            <a:r>
              <a:rPr dirty="0" sz="2500" spc="459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public</a:t>
            </a:r>
            <a:r>
              <a:rPr dirty="0" sz="2500" spc="46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place,</a:t>
            </a:r>
            <a:r>
              <a:rPr dirty="0" sz="2500" spc="459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wait</a:t>
            </a:r>
            <a:r>
              <a:rPr dirty="0" sz="2500" spc="459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for</a:t>
            </a:r>
            <a:r>
              <a:rPr dirty="0" sz="2500" spc="459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someone</a:t>
            </a:r>
            <a:r>
              <a:rPr dirty="0" sz="2500" spc="46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to</a:t>
            </a:r>
            <a:r>
              <a:rPr dirty="0" sz="2500" spc="459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connect,</a:t>
            </a:r>
            <a:r>
              <a:rPr dirty="0" sz="2500" spc="459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 spc="-20">
                <a:solidFill>
                  <a:srgbClr val="5460A8"/>
                </a:solidFill>
                <a:latin typeface="Comic Sans MS"/>
                <a:cs typeface="Comic Sans MS"/>
              </a:rPr>
              <a:t>then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steal</a:t>
            </a:r>
            <a:r>
              <a:rPr dirty="0" sz="2500" spc="-5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data</a:t>
            </a:r>
            <a:r>
              <a:rPr dirty="0" sz="2500" spc="-5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throughout</a:t>
            </a:r>
            <a:r>
              <a:rPr dirty="0" sz="2500" spc="-5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their</a:t>
            </a:r>
            <a:r>
              <a:rPr dirty="0" sz="2500" spc="-5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session,</a:t>
            </a:r>
            <a:r>
              <a:rPr dirty="0" sz="2500" spc="-5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including</a:t>
            </a:r>
            <a:r>
              <a:rPr dirty="0" sz="2500" spc="-5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login</a:t>
            </a:r>
            <a:r>
              <a:rPr dirty="0" sz="2500" spc="-5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 spc="-10">
                <a:solidFill>
                  <a:srgbClr val="5460A8"/>
                </a:solidFill>
                <a:latin typeface="Comic Sans MS"/>
                <a:cs typeface="Comic Sans MS"/>
              </a:rPr>
              <a:t>credentials.</a:t>
            </a:r>
            <a:endParaRPr sz="2500">
              <a:latin typeface="Comic Sans MS"/>
              <a:cs typeface="Comic Sans MS"/>
            </a:endParaRPr>
          </a:p>
          <a:p>
            <a:pPr algn="just" marL="12700" marR="5080">
              <a:lnSpc>
                <a:spcPct val="114999"/>
              </a:lnSpc>
              <a:spcBef>
                <a:spcPts val="3450"/>
              </a:spcBef>
            </a:pP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Another</a:t>
            </a:r>
            <a:r>
              <a:rPr dirty="0" sz="2500" spc="17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method</a:t>
            </a:r>
            <a:r>
              <a:rPr dirty="0" sz="2500" spc="17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that</a:t>
            </a:r>
            <a:r>
              <a:rPr dirty="0" sz="2500" spc="18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cybercriminals</a:t>
            </a:r>
            <a:r>
              <a:rPr dirty="0" sz="2500" spc="17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use</a:t>
            </a:r>
            <a:r>
              <a:rPr dirty="0" sz="2500" spc="17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to</a:t>
            </a:r>
            <a:r>
              <a:rPr dirty="0" sz="2500" spc="18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steal</a:t>
            </a:r>
            <a:r>
              <a:rPr dirty="0" sz="2500" spc="17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personal</a:t>
            </a:r>
            <a:r>
              <a:rPr dirty="0" sz="2500" spc="18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 spc="-20">
                <a:solidFill>
                  <a:srgbClr val="5460A8"/>
                </a:solidFill>
                <a:latin typeface="Comic Sans MS"/>
                <a:cs typeface="Comic Sans MS"/>
              </a:rPr>
              <a:t>data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is</a:t>
            </a:r>
            <a:r>
              <a:rPr dirty="0" sz="2500" spc="28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to</a:t>
            </a:r>
            <a:r>
              <a:rPr dirty="0" sz="2500" spc="28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insert</a:t>
            </a:r>
            <a:r>
              <a:rPr dirty="0" sz="2500" spc="28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themselves</a:t>
            </a:r>
            <a:r>
              <a:rPr dirty="0" sz="2500" spc="28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in</a:t>
            </a:r>
            <a:r>
              <a:rPr dirty="0" sz="2500" spc="29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the</a:t>
            </a:r>
            <a:r>
              <a:rPr dirty="0" sz="2500" spc="28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middle</a:t>
            </a:r>
            <a:r>
              <a:rPr dirty="0" sz="2500" spc="28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of</a:t>
            </a:r>
            <a:r>
              <a:rPr dirty="0" sz="2500" spc="28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an</a:t>
            </a:r>
            <a:r>
              <a:rPr dirty="0" sz="2500" spc="28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online</a:t>
            </a:r>
            <a:r>
              <a:rPr dirty="0" sz="2500" spc="29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 spc="-10">
                <a:solidFill>
                  <a:srgbClr val="5460A8"/>
                </a:solidFill>
                <a:latin typeface="Comic Sans MS"/>
                <a:cs typeface="Comic Sans MS"/>
              </a:rPr>
              <a:t>conversation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between</a:t>
            </a:r>
            <a:r>
              <a:rPr dirty="0" sz="2500" spc="-8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people</a:t>
            </a:r>
            <a:r>
              <a:rPr dirty="0" sz="2500" spc="-7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who</a:t>
            </a:r>
            <a:r>
              <a:rPr dirty="0" sz="2500" spc="-7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believe</a:t>
            </a:r>
            <a:r>
              <a:rPr dirty="0" sz="2500" spc="-7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they</a:t>
            </a:r>
            <a:r>
              <a:rPr dirty="0" sz="2500" spc="-7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are</a:t>
            </a:r>
            <a:r>
              <a:rPr dirty="0" sz="2500" spc="-7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communicating</a:t>
            </a:r>
            <a:r>
              <a:rPr dirty="0" sz="2500" spc="-7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 spc="-10">
                <a:solidFill>
                  <a:srgbClr val="5460A8"/>
                </a:solidFill>
                <a:latin typeface="Comic Sans MS"/>
                <a:cs typeface="Comic Sans MS"/>
              </a:rPr>
              <a:t>privately.</a:t>
            </a:r>
            <a:endParaRPr sz="2500">
              <a:latin typeface="Comic Sans MS"/>
              <a:cs typeface="Comic Sans MS"/>
            </a:endParaRPr>
          </a:p>
          <a:p>
            <a:pPr algn="just" marL="12700" marR="5080">
              <a:lnSpc>
                <a:spcPct val="114999"/>
              </a:lnSpc>
              <a:spcBef>
                <a:spcPts val="3450"/>
              </a:spcBef>
            </a:pP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By</a:t>
            </a:r>
            <a:r>
              <a:rPr dirty="0" sz="2500" spc="47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intercepting</a:t>
            </a:r>
            <a:r>
              <a:rPr dirty="0" sz="2500" spc="47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messages</a:t>
            </a:r>
            <a:r>
              <a:rPr dirty="0" sz="2500" spc="47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and</a:t>
            </a:r>
            <a:r>
              <a:rPr dirty="0" sz="2500" spc="47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copying</a:t>
            </a:r>
            <a:r>
              <a:rPr dirty="0" sz="2500" spc="47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them</a:t>
            </a:r>
            <a:r>
              <a:rPr dirty="0" sz="2500" spc="47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or</a:t>
            </a:r>
            <a:r>
              <a:rPr dirty="0" sz="2500" spc="47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changing</a:t>
            </a:r>
            <a:r>
              <a:rPr dirty="0" sz="2500" spc="47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 spc="-20">
                <a:solidFill>
                  <a:srgbClr val="5460A8"/>
                </a:solidFill>
                <a:latin typeface="Comic Sans MS"/>
                <a:cs typeface="Comic Sans MS"/>
              </a:rPr>
              <a:t>them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before</a:t>
            </a:r>
            <a:r>
              <a:rPr dirty="0" sz="2500" spc="-3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sending</a:t>
            </a:r>
            <a:r>
              <a:rPr dirty="0" sz="2500" spc="-3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them</a:t>
            </a:r>
            <a:r>
              <a:rPr dirty="0" sz="2500" spc="-3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to</a:t>
            </a:r>
            <a:r>
              <a:rPr dirty="0" sz="2500" spc="-3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the</a:t>
            </a:r>
            <a:r>
              <a:rPr dirty="0" sz="2500" spc="-3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intended</a:t>
            </a:r>
            <a:r>
              <a:rPr dirty="0" sz="2500" spc="-3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recipient,</a:t>
            </a:r>
            <a:r>
              <a:rPr dirty="0" sz="2500" spc="-3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they</a:t>
            </a:r>
            <a:r>
              <a:rPr dirty="0" sz="2500" spc="-3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try</a:t>
            </a:r>
            <a:r>
              <a:rPr dirty="0" sz="2500" spc="-3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500" spc="-25">
                <a:solidFill>
                  <a:srgbClr val="5460A8"/>
                </a:solidFill>
                <a:latin typeface="Comic Sans MS"/>
                <a:cs typeface="Comic Sans MS"/>
              </a:rPr>
              <a:t>to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manipulate</a:t>
            </a:r>
            <a:r>
              <a:rPr dirty="0" sz="2500" spc="-2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one</a:t>
            </a:r>
            <a:r>
              <a:rPr dirty="0" sz="2500" spc="-2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of</a:t>
            </a:r>
            <a:r>
              <a:rPr dirty="0" sz="2500" spc="-2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the</a:t>
            </a:r>
            <a:r>
              <a:rPr dirty="0" sz="2500" spc="-2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participants</a:t>
            </a:r>
            <a:r>
              <a:rPr dirty="0" sz="2500" spc="-2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into</a:t>
            </a:r>
            <a:r>
              <a:rPr dirty="0" sz="2500" spc="-2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giving</a:t>
            </a:r>
            <a:r>
              <a:rPr dirty="0" sz="2500" spc="-2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them</a:t>
            </a:r>
            <a:r>
              <a:rPr dirty="0" sz="2500" spc="-2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500" spc="-10">
                <a:solidFill>
                  <a:srgbClr val="5460A8"/>
                </a:solidFill>
                <a:latin typeface="Comic Sans MS"/>
                <a:cs typeface="Comic Sans MS"/>
              </a:rPr>
              <a:t>valuable data.</a:t>
            </a:r>
            <a:endParaRPr sz="2500">
              <a:latin typeface="Comic Sans MS"/>
              <a:cs typeface="Comic Sans MS"/>
            </a:endParaRPr>
          </a:p>
        </p:txBody>
      </p:sp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658122" y="4960954"/>
            <a:ext cx="114300" cy="114299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658122" y="6713553"/>
            <a:ext cx="114300" cy="114299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658122" y="8466153"/>
            <a:ext cx="114300" cy="114299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3" y="0"/>
            <a:ext cx="7324725" cy="10287635"/>
            <a:chOff x="-3" y="0"/>
            <a:chExt cx="7324725" cy="10287635"/>
          </a:xfrm>
        </p:grpSpPr>
        <p:sp>
          <p:nvSpPr>
            <p:cNvPr id="3" name="object 3"/>
            <p:cNvSpPr/>
            <p:nvPr/>
          </p:nvSpPr>
          <p:spPr>
            <a:xfrm>
              <a:off x="-3" y="0"/>
              <a:ext cx="6240780" cy="10287635"/>
            </a:xfrm>
            <a:custGeom>
              <a:avLst/>
              <a:gdLst/>
              <a:ahLst/>
              <a:cxnLst/>
              <a:rect l="l" t="t" r="r" b="b"/>
              <a:pathLst>
                <a:path w="6240780" h="10287635">
                  <a:moveTo>
                    <a:pt x="5412610" y="10287015"/>
                  </a:moveTo>
                  <a:lnTo>
                    <a:pt x="5487823" y="7131848"/>
                  </a:lnTo>
                  <a:lnTo>
                    <a:pt x="5802132" y="7344718"/>
                  </a:lnTo>
                  <a:lnTo>
                    <a:pt x="5910881" y="7605998"/>
                  </a:lnTo>
                  <a:lnTo>
                    <a:pt x="5935087" y="7961319"/>
                  </a:lnTo>
                  <a:lnTo>
                    <a:pt x="6208636" y="8389650"/>
                  </a:lnTo>
                  <a:lnTo>
                    <a:pt x="6083240" y="8847286"/>
                  </a:lnTo>
                  <a:lnTo>
                    <a:pt x="5789988" y="9090877"/>
                  </a:lnTo>
                  <a:lnTo>
                    <a:pt x="5761475" y="10287008"/>
                  </a:lnTo>
                  <a:lnTo>
                    <a:pt x="5412610" y="10287015"/>
                  </a:lnTo>
                  <a:close/>
                </a:path>
                <a:path w="6240780" h="10287635">
                  <a:moveTo>
                    <a:pt x="5761475" y="10287008"/>
                  </a:moveTo>
                  <a:lnTo>
                    <a:pt x="5789988" y="9090877"/>
                  </a:lnTo>
                  <a:lnTo>
                    <a:pt x="5861714" y="9565496"/>
                  </a:lnTo>
                  <a:lnTo>
                    <a:pt x="6041771" y="9793345"/>
                  </a:lnTo>
                  <a:lnTo>
                    <a:pt x="6020180" y="10287003"/>
                  </a:lnTo>
                  <a:lnTo>
                    <a:pt x="5761475" y="10287008"/>
                  </a:lnTo>
                  <a:close/>
                </a:path>
                <a:path w="6240780" h="10287635">
                  <a:moveTo>
                    <a:pt x="2" y="0"/>
                  </a:moveTo>
                  <a:lnTo>
                    <a:pt x="6022046" y="0"/>
                  </a:lnTo>
                  <a:lnTo>
                    <a:pt x="6240252" y="673506"/>
                  </a:lnTo>
                  <a:lnTo>
                    <a:pt x="6061017" y="978037"/>
                  </a:lnTo>
                  <a:lnTo>
                    <a:pt x="5704529" y="1369976"/>
                  </a:lnTo>
                  <a:lnTo>
                    <a:pt x="5683032" y="2271767"/>
                  </a:lnTo>
                  <a:lnTo>
                    <a:pt x="5681680" y="2276926"/>
                  </a:lnTo>
                  <a:lnTo>
                    <a:pt x="5647330" y="3717928"/>
                  </a:lnTo>
                  <a:lnTo>
                    <a:pt x="5538827" y="3858565"/>
                  </a:lnTo>
                  <a:lnTo>
                    <a:pt x="5488755" y="5959065"/>
                  </a:lnTo>
                  <a:lnTo>
                    <a:pt x="5459645" y="6036237"/>
                  </a:lnTo>
                  <a:lnTo>
                    <a:pt x="5358315" y="10287016"/>
                  </a:lnTo>
                  <a:lnTo>
                    <a:pt x="0" y="10287122"/>
                  </a:lnTo>
                  <a:lnTo>
                    <a:pt x="2" y="0"/>
                  </a:lnTo>
                  <a:close/>
                </a:path>
                <a:path w="6240780" h="10287635">
                  <a:moveTo>
                    <a:pt x="5647330" y="3717928"/>
                  </a:moveTo>
                  <a:lnTo>
                    <a:pt x="5681680" y="2276926"/>
                  </a:lnTo>
                  <a:lnTo>
                    <a:pt x="5700174" y="2624495"/>
                  </a:lnTo>
                  <a:lnTo>
                    <a:pt x="5771312" y="3000096"/>
                  </a:lnTo>
                  <a:lnTo>
                    <a:pt x="5893830" y="3456764"/>
                  </a:lnTo>
                  <a:lnTo>
                    <a:pt x="5647330" y="3717928"/>
                  </a:lnTo>
                  <a:close/>
                </a:path>
                <a:path w="6240780" h="10287635">
                  <a:moveTo>
                    <a:pt x="5683032" y="2271767"/>
                  </a:moveTo>
                  <a:lnTo>
                    <a:pt x="5704529" y="1369976"/>
                  </a:lnTo>
                  <a:lnTo>
                    <a:pt x="5806007" y="1802313"/>
                  </a:lnTo>
                  <a:lnTo>
                    <a:pt x="5683032" y="2271767"/>
                  </a:lnTo>
                  <a:close/>
                </a:path>
                <a:path w="6240780" h="10287635">
                  <a:moveTo>
                    <a:pt x="5358315" y="10287016"/>
                  </a:moveTo>
                  <a:lnTo>
                    <a:pt x="5459645" y="6036237"/>
                  </a:lnTo>
                  <a:lnTo>
                    <a:pt x="5666417" y="6328597"/>
                  </a:lnTo>
                  <a:lnTo>
                    <a:pt x="5526335" y="6598439"/>
                  </a:lnTo>
                  <a:lnTo>
                    <a:pt x="5515441" y="7055417"/>
                  </a:lnTo>
                  <a:lnTo>
                    <a:pt x="5487823" y="7131848"/>
                  </a:lnTo>
                  <a:lnTo>
                    <a:pt x="5412610" y="10287015"/>
                  </a:lnTo>
                  <a:lnTo>
                    <a:pt x="5358315" y="10287016"/>
                  </a:lnTo>
                  <a:close/>
                </a:path>
                <a:path w="6240780" h="10287635">
                  <a:moveTo>
                    <a:pt x="5488755" y="5959065"/>
                  </a:moveTo>
                  <a:lnTo>
                    <a:pt x="5512974" y="4943061"/>
                  </a:lnTo>
                  <a:lnTo>
                    <a:pt x="5621640" y="5269687"/>
                  </a:lnTo>
                  <a:lnTo>
                    <a:pt x="5659219" y="5507160"/>
                  </a:lnTo>
                  <a:lnTo>
                    <a:pt x="5488755" y="5959065"/>
                  </a:lnTo>
                  <a:close/>
                </a:path>
                <a:path w="6240780" h="10287635">
                  <a:moveTo>
                    <a:pt x="5515441" y="7055417"/>
                  </a:moveTo>
                  <a:lnTo>
                    <a:pt x="5526335" y="6598439"/>
                  </a:lnTo>
                  <a:lnTo>
                    <a:pt x="5602241" y="6815208"/>
                  </a:lnTo>
                  <a:lnTo>
                    <a:pt x="5515441" y="7055417"/>
                  </a:lnTo>
                  <a:close/>
                </a:path>
                <a:path w="6240780" h="10287635">
                  <a:moveTo>
                    <a:pt x="5512974" y="4943061"/>
                  </a:moveTo>
                  <a:lnTo>
                    <a:pt x="5538827" y="3858565"/>
                  </a:lnTo>
                  <a:lnTo>
                    <a:pt x="5609070" y="4251096"/>
                  </a:lnTo>
                  <a:lnTo>
                    <a:pt x="5579940" y="4607356"/>
                  </a:lnTo>
                  <a:lnTo>
                    <a:pt x="5512974" y="4943061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-3" y="0"/>
              <a:ext cx="6057900" cy="10287635"/>
            </a:xfrm>
            <a:custGeom>
              <a:avLst/>
              <a:gdLst/>
              <a:ahLst/>
              <a:cxnLst/>
              <a:rect l="l" t="t" r="r" b="b"/>
              <a:pathLst>
                <a:path w="6057900" h="10287635">
                  <a:moveTo>
                    <a:pt x="5715771" y="8710463"/>
                  </a:moveTo>
                  <a:lnTo>
                    <a:pt x="5739913" y="7697732"/>
                  </a:lnTo>
                  <a:lnTo>
                    <a:pt x="6057773" y="8039907"/>
                  </a:lnTo>
                  <a:lnTo>
                    <a:pt x="6056512" y="8381356"/>
                  </a:lnTo>
                  <a:lnTo>
                    <a:pt x="5715771" y="8710463"/>
                  </a:lnTo>
                  <a:close/>
                </a:path>
                <a:path w="6057900" h="10287635">
                  <a:moveTo>
                    <a:pt x="5560018" y="10287012"/>
                  </a:moveTo>
                  <a:lnTo>
                    <a:pt x="5594815" y="8827290"/>
                  </a:lnTo>
                  <a:lnTo>
                    <a:pt x="5666061" y="9301407"/>
                  </a:lnTo>
                  <a:lnTo>
                    <a:pt x="5845866" y="9529496"/>
                  </a:lnTo>
                  <a:lnTo>
                    <a:pt x="5851879" y="10060527"/>
                  </a:lnTo>
                  <a:lnTo>
                    <a:pt x="5745257" y="10287008"/>
                  </a:lnTo>
                  <a:lnTo>
                    <a:pt x="5560018" y="10287012"/>
                  </a:lnTo>
                  <a:close/>
                </a:path>
                <a:path w="6057900" h="10287635">
                  <a:moveTo>
                    <a:pt x="2" y="0"/>
                  </a:moveTo>
                  <a:lnTo>
                    <a:pt x="5912326" y="0"/>
                  </a:lnTo>
                  <a:lnTo>
                    <a:pt x="6045066" y="410411"/>
                  </a:lnTo>
                  <a:lnTo>
                    <a:pt x="5865831" y="714942"/>
                  </a:lnTo>
                  <a:lnTo>
                    <a:pt x="5509343" y="1106882"/>
                  </a:lnTo>
                  <a:lnTo>
                    <a:pt x="5487828" y="2009462"/>
                  </a:lnTo>
                  <a:lnTo>
                    <a:pt x="5486477" y="2014568"/>
                  </a:lnTo>
                  <a:lnTo>
                    <a:pt x="5452127" y="3455569"/>
                  </a:lnTo>
                  <a:lnTo>
                    <a:pt x="5233666" y="3663847"/>
                  </a:lnTo>
                  <a:lnTo>
                    <a:pt x="5075783" y="10287022"/>
                  </a:lnTo>
                  <a:lnTo>
                    <a:pt x="0" y="10287122"/>
                  </a:lnTo>
                  <a:lnTo>
                    <a:pt x="2" y="0"/>
                  </a:lnTo>
                  <a:close/>
                </a:path>
                <a:path w="6057900" h="10287635">
                  <a:moveTo>
                    <a:pt x="5210416" y="10287019"/>
                  </a:moveTo>
                  <a:lnTo>
                    <a:pt x="5291907" y="6868490"/>
                  </a:lnTo>
                  <a:lnTo>
                    <a:pt x="5610428" y="6956170"/>
                  </a:lnTo>
                  <a:lnTo>
                    <a:pt x="5814900" y="7334704"/>
                  </a:lnTo>
                  <a:lnTo>
                    <a:pt x="5739913" y="7697732"/>
                  </a:lnTo>
                  <a:lnTo>
                    <a:pt x="5715771" y="8710463"/>
                  </a:lnTo>
                  <a:lnTo>
                    <a:pt x="5594815" y="8827290"/>
                  </a:lnTo>
                  <a:lnTo>
                    <a:pt x="5560018" y="10287012"/>
                  </a:lnTo>
                  <a:lnTo>
                    <a:pt x="5210416" y="10287019"/>
                  </a:lnTo>
                  <a:close/>
                </a:path>
                <a:path w="6057900" h="10287635">
                  <a:moveTo>
                    <a:pt x="5452127" y="3455569"/>
                  </a:moveTo>
                  <a:lnTo>
                    <a:pt x="5486477" y="2014568"/>
                  </a:lnTo>
                  <a:lnTo>
                    <a:pt x="5504971" y="2362136"/>
                  </a:lnTo>
                  <a:lnTo>
                    <a:pt x="5576115" y="2737492"/>
                  </a:lnTo>
                  <a:lnTo>
                    <a:pt x="5698873" y="3194411"/>
                  </a:lnTo>
                  <a:lnTo>
                    <a:pt x="5452127" y="3455569"/>
                  </a:lnTo>
                  <a:close/>
                </a:path>
                <a:path w="6057900" h="10287635">
                  <a:moveTo>
                    <a:pt x="5294278" y="5697145"/>
                  </a:moveTo>
                  <a:lnTo>
                    <a:pt x="5318537" y="4679493"/>
                  </a:lnTo>
                  <a:lnTo>
                    <a:pt x="5579469" y="4925976"/>
                  </a:lnTo>
                  <a:lnTo>
                    <a:pt x="5465267" y="5243848"/>
                  </a:lnTo>
                  <a:lnTo>
                    <a:pt x="5294278" y="5697145"/>
                  </a:lnTo>
                  <a:close/>
                </a:path>
                <a:path w="6057900" h="10287635">
                  <a:moveTo>
                    <a:pt x="5487828" y="2009462"/>
                  </a:moveTo>
                  <a:lnTo>
                    <a:pt x="5509343" y="1106882"/>
                  </a:lnTo>
                  <a:lnTo>
                    <a:pt x="5612037" y="1539738"/>
                  </a:lnTo>
                  <a:lnTo>
                    <a:pt x="5487828" y="2009462"/>
                  </a:lnTo>
                  <a:close/>
                </a:path>
                <a:path w="6057900" h="10287635">
                  <a:moveTo>
                    <a:pt x="5158086" y="10287020"/>
                  </a:moveTo>
                  <a:lnTo>
                    <a:pt x="5265693" y="5772926"/>
                  </a:lnTo>
                  <a:lnTo>
                    <a:pt x="5472219" y="6065280"/>
                  </a:lnTo>
                  <a:lnTo>
                    <a:pt x="5332377" y="6335374"/>
                  </a:lnTo>
                  <a:lnTo>
                    <a:pt x="5321637" y="6785917"/>
                  </a:lnTo>
                  <a:lnTo>
                    <a:pt x="5291907" y="6868490"/>
                  </a:lnTo>
                  <a:lnTo>
                    <a:pt x="5210416" y="10287019"/>
                  </a:lnTo>
                  <a:lnTo>
                    <a:pt x="5158086" y="10287020"/>
                  </a:lnTo>
                  <a:close/>
                </a:path>
                <a:path w="6057900" h="10287635">
                  <a:moveTo>
                    <a:pt x="5075783" y="10287022"/>
                  </a:moveTo>
                  <a:lnTo>
                    <a:pt x="5233666" y="3663847"/>
                  </a:lnTo>
                  <a:lnTo>
                    <a:pt x="5412914" y="3987487"/>
                  </a:lnTo>
                  <a:lnTo>
                    <a:pt x="5483077" y="4496708"/>
                  </a:lnTo>
                  <a:lnTo>
                    <a:pt x="5318537" y="4679493"/>
                  </a:lnTo>
                  <a:lnTo>
                    <a:pt x="5294278" y="5697145"/>
                  </a:lnTo>
                  <a:lnTo>
                    <a:pt x="5265693" y="5772926"/>
                  </a:lnTo>
                  <a:lnTo>
                    <a:pt x="5158086" y="10287020"/>
                  </a:lnTo>
                  <a:lnTo>
                    <a:pt x="5075783" y="10287022"/>
                  </a:lnTo>
                  <a:close/>
                </a:path>
                <a:path w="6057900" h="10287635">
                  <a:moveTo>
                    <a:pt x="5321637" y="6785917"/>
                  </a:moveTo>
                  <a:lnTo>
                    <a:pt x="5332377" y="6335374"/>
                  </a:lnTo>
                  <a:lnTo>
                    <a:pt x="5406354" y="6550623"/>
                  </a:lnTo>
                  <a:lnTo>
                    <a:pt x="5321637" y="678591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-3" y="0"/>
              <a:ext cx="5657850" cy="10287635"/>
            </a:xfrm>
            <a:custGeom>
              <a:avLst/>
              <a:gdLst/>
              <a:ahLst/>
              <a:cxnLst/>
              <a:rect l="l" t="t" r="r" b="b"/>
              <a:pathLst>
                <a:path w="5657850" h="10287635">
                  <a:moveTo>
                    <a:pt x="5315541" y="8700922"/>
                  </a:moveTo>
                  <a:lnTo>
                    <a:pt x="5339683" y="7688191"/>
                  </a:lnTo>
                  <a:lnTo>
                    <a:pt x="5657543" y="8030367"/>
                  </a:lnTo>
                  <a:lnTo>
                    <a:pt x="5656282" y="8371815"/>
                  </a:lnTo>
                  <a:lnTo>
                    <a:pt x="5315541" y="8700922"/>
                  </a:lnTo>
                  <a:close/>
                </a:path>
                <a:path w="5657850" h="10287635">
                  <a:moveTo>
                    <a:pt x="5159560" y="10287020"/>
                  </a:moveTo>
                  <a:lnTo>
                    <a:pt x="5194584" y="8817749"/>
                  </a:lnTo>
                  <a:lnTo>
                    <a:pt x="5266567" y="9291884"/>
                  </a:lnTo>
                  <a:lnTo>
                    <a:pt x="5446373" y="9519973"/>
                  </a:lnTo>
                  <a:lnTo>
                    <a:pt x="5451631" y="10051722"/>
                  </a:lnTo>
                  <a:lnTo>
                    <a:pt x="5340668" y="10287016"/>
                  </a:lnTo>
                  <a:lnTo>
                    <a:pt x="5159560" y="10287020"/>
                  </a:lnTo>
                  <a:close/>
                </a:path>
                <a:path w="5657850" h="10287635">
                  <a:moveTo>
                    <a:pt x="2" y="0"/>
                  </a:moveTo>
                  <a:lnTo>
                    <a:pt x="5522954" y="0"/>
                  </a:lnTo>
                  <a:lnTo>
                    <a:pt x="5522946" y="342"/>
                  </a:lnTo>
                  <a:lnTo>
                    <a:pt x="5524266" y="4192"/>
                  </a:lnTo>
                  <a:lnTo>
                    <a:pt x="5607526" y="259045"/>
                  </a:lnTo>
                  <a:lnTo>
                    <a:pt x="5644117" y="400116"/>
                  </a:lnTo>
                  <a:lnTo>
                    <a:pt x="5632008" y="492314"/>
                  </a:lnTo>
                  <a:lnTo>
                    <a:pt x="5574261" y="836475"/>
                  </a:lnTo>
                  <a:lnTo>
                    <a:pt x="5087475" y="1149643"/>
                  </a:lnTo>
                  <a:lnTo>
                    <a:pt x="5047648" y="2820378"/>
                  </a:lnTo>
                  <a:lnTo>
                    <a:pt x="4967938" y="2891997"/>
                  </a:lnTo>
                  <a:lnTo>
                    <a:pt x="4908878" y="2942441"/>
                  </a:lnTo>
                  <a:lnTo>
                    <a:pt x="4886825" y="3867537"/>
                  </a:lnTo>
                  <a:lnTo>
                    <a:pt x="4853385" y="4043918"/>
                  </a:lnTo>
                  <a:lnTo>
                    <a:pt x="4843903" y="4441689"/>
                  </a:lnTo>
                  <a:lnTo>
                    <a:pt x="4761631" y="4594974"/>
                  </a:lnTo>
                  <a:lnTo>
                    <a:pt x="4625944" y="10287030"/>
                  </a:lnTo>
                  <a:lnTo>
                    <a:pt x="0" y="10287122"/>
                  </a:lnTo>
                  <a:lnTo>
                    <a:pt x="2" y="0"/>
                  </a:lnTo>
                  <a:close/>
                </a:path>
                <a:path w="5657850" h="10287635">
                  <a:moveTo>
                    <a:pt x="5030824" y="10287022"/>
                  </a:moveTo>
                  <a:lnTo>
                    <a:pt x="5114477" y="6777785"/>
                  </a:lnTo>
                  <a:lnTo>
                    <a:pt x="5226640" y="7081401"/>
                  </a:lnTo>
                  <a:lnTo>
                    <a:pt x="5376642" y="7271438"/>
                  </a:lnTo>
                  <a:lnTo>
                    <a:pt x="5339683" y="7688191"/>
                  </a:lnTo>
                  <a:lnTo>
                    <a:pt x="5315541" y="8700922"/>
                  </a:lnTo>
                  <a:lnTo>
                    <a:pt x="5194584" y="8817749"/>
                  </a:lnTo>
                  <a:lnTo>
                    <a:pt x="5159560" y="10287020"/>
                  </a:lnTo>
                  <a:lnTo>
                    <a:pt x="5030824" y="10287022"/>
                  </a:lnTo>
                  <a:close/>
                </a:path>
                <a:path w="5657850" h="10287635">
                  <a:moveTo>
                    <a:pt x="5047648" y="2820378"/>
                  </a:moveTo>
                  <a:lnTo>
                    <a:pt x="5087475" y="1149643"/>
                  </a:lnTo>
                  <a:lnTo>
                    <a:pt x="5107341" y="1200832"/>
                  </a:lnTo>
                  <a:lnTo>
                    <a:pt x="5150815" y="1317715"/>
                  </a:lnTo>
                  <a:lnTo>
                    <a:pt x="5193713" y="1445271"/>
                  </a:lnTo>
                  <a:lnTo>
                    <a:pt x="5211848" y="1528477"/>
                  </a:lnTo>
                  <a:lnTo>
                    <a:pt x="5211843" y="1562334"/>
                  </a:lnTo>
                  <a:lnTo>
                    <a:pt x="5213914" y="1611131"/>
                  </a:lnTo>
                  <a:lnTo>
                    <a:pt x="5224338" y="1787403"/>
                  </a:lnTo>
                  <a:lnTo>
                    <a:pt x="5226469" y="1836201"/>
                  </a:lnTo>
                  <a:lnTo>
                    <a:pt x="5226554" y="1870060"/>
                  </a:lnTo>
                  <a:lnTo>
                    <a:pt x="5247874" y="1941558"/>
                  </a:lnTo>
                  <a:lnTo>
                    <a:pt x="5297539" y="2043351"/>
                  </a:lnTo>
                  <a:lnTo>
                    <a:pt x="5347736" y="2134469"/>
                  </a:lnTo>
                  <a:lnTo>
                    <a:pt x="5370648" y="2173946"/>
                  </a:lnTo>
                  <a:lnTo>
                    <a:pt x="5323519" y="2437936"/>
                  </a:lnTo>
                  <a:lnTo>
                    <a:pt x="5304816" y="2534245"/>
                  </a:lnTo>
                  <a:lnTo>
                    <a:pt x="5234534" y="2638038"/>
                  </a:lnTo>
                  <a:lnTo>
                    <a:pt x="5099366" y="2773909"/>
                  </a:lnTo>
                  <a:lnTo>
                    <a:pt x="5047648" y="2820378"/>
                  </a:lnTo>
                  <a:close/>
                </a:path>
                <a:path w="5657850" h="10287635">
                  <a:moveTo>
                    <a:pt x="4933780" y="10287024"/>
                  </a:moveTo>
                  <a:lnTo>
                    <a:pt x="5045032" y="5620020"/>
                  </a:lnTo>
                  <a:lnTo>
                    <a:pt x="5070989" y="6056452"/>
                  </a:lnTo>
                  <a:lnTo>
                    <a:pt x="5168367" y="6341291"/>
                  </a:lnTo>
                  <a:lnTo>
                    <a:pt x="5158681" y="6531207"/>
                  </a:lnTo>
                  <a:lnTo>
                    <a:pt x="5114477" y="6777785"/>
                  </a:lnTo>
                  <a:lnTo>
                    <a:pt x="5030824" y="10287022"/>
                  </a:lnTo>
                  <a:lnTo>
                    <a:pt x="4937005" y="10287024"/>
                  </a:lnTo>
                  <a:lnTo>
                    <a:pt x="4933780" y="10287024"/>
                  </a:lnTo>
                  <a:close/>
                </a:path>
                <a:path w="5657850" h="10287635">
                  <a:moveTo>
                    <a:pt x="4625944" y="10287030"/>
                  </a:moveTo>
                  <a:lnTo>
                    <a:pt x="4761631" y="4594974"/>
                  </a:lnTo>
                  <a:lnTo>
                    <a:pt x="5101994" y="5126850"/>
                  </a:lnTo>
                  <a:lnTo>
                    <a:pt x="5045032" y="5620020"/>
                  </a:lnTo>
                  <a:lnTo>
                    <a:pt x="4933780" y="10287024"/>
                  </a:lnTo>
                  <a:lnTo>
                    <a:pt x="4625944" y="10287030"/>
                  </a:lnTo>
                  <a:close/>
                </a:path>
                <a:path w="5657850" h="10287635">
                  <a:moveTo>
                    <a:pt x="4886825" y="3867537"/>
                  </a:moveTo>
                  <a:lnTo>
                    <a:pt x="4908878" y="2942441"/>
                  </a:lnTo>
                  <a:lnTo>
                    <a:pt x="5030396" y="3379186"/>
                  </a:lnTo>
                  <a:lnTo>
                    <a:pt x="4918298" y="3701532"/>
                  </a:lnTo>
                  <a:lnTo>
                    <a:pt x="4886825" y="3867537"/>
                  </a:lnTo>
                  <a:close/>
                </a:path>
                <a:path w="5657850" h="10287635">
                  <a:moveTo>
                    <a:pt x="4843903" y="4441689"/>
                  </a:moveTo>
                  <a:lnTo>
                    <a:pt x="4853385" y="4043918"/>
                  </a:lnTo>
                  <a:lnTo>
                    <a:pt x="4955483" y="4233796"/>
                  </a:lnTo>
                  <a:lnTo>
                    <a:pt x="4843903" y="4441689"/>
                  </a:lnTo>
                  <a:close/>
                </a:path>
              </a:pathLst>
            </a:custGeom>
            <a:solidFill>
              <a:srgbClr val="FFD04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3395697"/>
              <a:ext cx="7324724" cy="3952875"/>
            </a:xfrm>
            <a:prstGeom prst="rect">
              <a:avLst/>
            </a:prstGeom>
          </p:spPr>
        </p:pic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23890" rIns="0" bIns="0" rtlCol="0" vert="horz">
            <a:spAutoFit/>
          </a:bodyPr>
          <a:lstStyle/>
          <a:p>
            <a:pPr marL="6503670">
              <a:lnSpc>
                <a:spcPct val="100000"/>
              </a:lnSpc>
              <a:spcBef>
                <a:spcPts val="100"/>
              </a:spcBef>
            </a:pPr>
            <a:r>
              <a:rPr dirty="0" sz="5000" b="0">
                <a:solidFill>
                  <a:srgbClr val="5460A8"/>
                </a:solidFill>
                <a:latin typeface="Comic Sans MS"/>
                <a:cs typeface="Comic Sans MS"/>
              </a:rPr>
              <a:t>SESSION</a:t>
            </a:r>
            <a:r>
              <a:rPr dirty="0" sz="5000" spc="-135" b="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5000" spc="-10" b="0">
                <a:solidFill>
                  <a:srgbClr val="5460A8"/>
                </a:solidFill>
                <a:latin typeface="Comic Sans MS"/>
                <a:cs typeface="Comic Sans MS"/>
              </a:rPr>
              <a:t>HIJACKING</a:t>
            </a:r>
            <a:endParaRPr sz="5000">
              <a:latin typeface="Comic Sans MS"/>
              <a:cs typeface="Comic Sans MS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037486" y="2614294"/>
            <a:ext cx="114300" cy="11429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8319317" y="2381872"/>
            <a:ext cx="9086850" cy="6883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15399"/>
              </a:lnSpc>
              <a:spcBef>
                <a:spcPts val="100"/>
              </a:spcBef>
            </a:pP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Session</a:t>
            </a:r>
            <a:r>
              <a:rPr dirty="0" sz="2600" spc="18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hijacking</a:t>
            </a:r>
            <a:r>
              <a:rPr dirty="0" sz="2600" spc="18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is</a:t>
            </a:r>
            <a:r>
              <a:rPr dirty="0" sz="2600" spc="19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one</a:t>
            </a:r>
            <a:r>
              <a:rPr dirty="0" sz="2600" spc="18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of</a:t>
            </a:r>
            <a:r>
              <a:rPr dirty="0" sz="2600" spc="19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multiple</a:t>
            </a:r>
            <a:r>
              <a:rPr dirty="0" sz="2600" spc="18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types</a:t>
            </a:r>
            <a:r>
              <a:rPr dirty="0" sz="2600" spc="18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of</a:t>
            </a:r>
            <a:r>
              <a:rPr dirty="0" sz="2600" spc="19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 spc="-20">
                <a:solidFill>
                  <a:srgbClr val="5460A8"/>
                </a:solidFill>
                <a:latin typeface="Comic Sans MS"/>
                <a:cs typeface="Comic Sans MS"/>
              </a:rPr>
              <a:t>MITM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attacks.  The</a:t>
            </a:r>
            <a:r>
              <a:rPr dirty="0" sz="2600" spc="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attacker</a:t>
            </a:r>
            <a:r>
              <a:rPr dirty="0" sz="2600" spc="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takes</a:t>
            </a:r>
            <a:r>
              <a:rPr dirty="0" sz="2600" spc="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over</a:t>
            </a:r>
            <a:r>
              <a:rPr dirty="0" sz="2600" spc="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a  session</a:t>
            </a:r>
            <a:r>
              <a:rPr dirty="0" sz="2600" spc="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between</a:t>
            </a:r>
            <a:r>
              <a:rPr dirty="0" sz="2600" spc="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 spc="-50">
                <a:solidFill>
                  <a:srgbClr val="5460A8"/>
                </a:solidFill>
                <a:latin typeface="Comic Sans MS"/>
                <a:cs typeface="Comic Sans MS"/>
              </a:rPr>
              <a:t>a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client</a:t>
            </a:r>
            <a:r>
              <a:rPr dirty="0" sz="2600" spc="-5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and</a:t>
            </a:r>
            <a:r>
              <a:rPr dirty="0" sz="2600" spc="-4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the</a:t>
            </a:r>
            <a:r>
              <a:rPr dirty="0" sz="2600" spc="-4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 spc="-10">
                <a:solidFill>
                  <a:srgbClr val="5460A8"/>
                </a:solidFill>
                <a:latin typeface="Comic Sans MS"/>
                <a:cs typeface="Comic Sans MS"/>
              </a:rPr>
              <a:t>server.</a:t>
            </a:r>
            <a:endParaRPr sz="2600">
              <a:latin typeface="Comic Sans MS"/>
              <a:cs typeface="Comic Sans MS"/>
            </a:endParaRPr>
          </a:p>
          <a:p>
            <a:pPr algn="just" marL="12700" marR="5080">
              <a:lnSpc>
                <a:spcPct val="115399"/>
              </a:lnSpc>
              <a:spcBef>
                <a:spcPts val="3600"/>
              </a:spcBef>
            </a:pP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The</a:t>
            </a:r>
            <a:r>
              <a:rPr dirty="0" sz="2600" spc="-4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computer</a:t>
            </a:r>
            <a:r>
              <a:rPr dirty="0" sz="2600" spc="-4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being</a:t>
            </a:r>
            <a:r>
              <a:rPr dirty="0" sz="2600" spc="-4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used</a:t>
            </a:r>
            <a:r>
              <a:rPr dirty="0" sz="2600" spc="-4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in</a:t>
            </a:r>
            <a:r>
              <a:rPr dirty="0" sz="2600" spc="-4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the</a:t>
            </a:r>
            <a:r>
              <a:rPr dirty="0" sz="2600" spc="-4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attack</a:t>
            </a:r>
            <a:r>
              <a:rPr dirty="0" sz="2600" spc="-4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substitutes</a:t>
            </a:r>
            <a:r>
              <a:rPr dirty="0" sz="2600" spc="-4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 spc="-25">
                <a:solidFill>
                  <a:srgbClr val="5460A8"/>
                </a:solidFill>
                <a:latin typeface="Comic Sans MS"/>
                <a:cs typeface="Comic Sans MS"/>
              </a:rPr>
              <a:t>its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Internet</a:t>
            </a:r>
            <a:r>
              <a:rPr dirty="0" sz="2600" spc="4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Protocol</a:t>
            </a:r>
            <a:r>
              <a:rPr dirty="0" sz="2600" spc="4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(IP)</a:t>
            </a:r>
            <a:r>
              <a:rPr dirty="0" sz="2600" spc="5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address</a:t>
            </a:r>
            <a:r>
              <a:rPr dirty="0" sz="2600" spc="4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for</a:t>
            </a:r>
            <a:r>
              <a:rPr dirty="0" sz="2600" spc="5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that</a:t>
            </a:r>
            <a:r>
              <a:rPr dirty="0" sz="2600" spc="4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of</a:t>
            </a:r>
            <a:r>
              <a:rPr dirty="0" sz="2600" spc="5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the</a:t>
            </a:r>
            <a:r>
              <a:rPr dirty="0" sz="2600" spc="4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 spc="-10">
                <a:solidFill>
                  <a:srgbClr val="5460A8"/>
                </a:solidFill>
                <a:latin typeface="Comic Sans MS"/>
                <a:cs typeface="Comic Sans MS"/>
              </a:rPr>
              <a:t>client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computer,</a:t>
            </a:r>
            <a:r>
              <a:rPr dirty="0" sz="2600" spc="53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and</a:t>
            </a:r>
            <a:r>
              <a:rPr dirty="0" sz="2600" spc="53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the</a:t>
            </a:r>
            <a:r>
              <a:rPr dirty="0" sz="2600" spc="53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server</a:t>
            </a:r>
            <a:r>
              <a:rPr dirty="0" sz="2600" spc="53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continues</a:t>
            </a:r>
            <a:r>
              <a:rPr dirty="0" sz="2600" spc="53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the</a:t>
            </a:r>
            <a:r>
              <a:rPr dirty="0" sz="2600" spc="53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session</a:t>
            </a:r>
            <a:r>
              <a:rPr dirty="0" sz="2600" spc="53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 spc="-10">
                <a:solidFill>
                  <a:srgbClr val="5460A8"/>
                </a:solidFill>
                <a:latin typeface="Comic Sans MS"/>
                <a:cs typeface="Comic Sans MS"/>
              </a:rPr>
              <a:t>without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suspecting</a:t>
            </a:r>
            <a:r>
              <a:rPr dirty="0" sz="2600" spc="36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it</a:t>
            </a:r>
            <a:r>
              <a:rPr dirty="0" sz="2600" spc="36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is</a:t>
            </a:r>
            <a:r>
              <a:rPr dirty="0" sz="2600" spc="36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communicating</a:t>
            </a:r>
            <a:r>
              <a:rPr dirty="0" sz="2600" spc="36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with</a:t>
            </a:r>
            <a:r>
              <a:rPr dirty="0" sz="2600" spc="36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the</a:t>
            </a:r>
            <a:r>
              <a:rPr dirty="0" sz="2600" spc="36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attacker</a:t>
            </a:r>
            <a:r>
              <a:rPr dirty="0" sz="2600" spc="36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 spc="-10">
                <a:solidFill>
                  <a:srgbClr val="5460A8"/>
                </a:solidFill>
                <a:latin typeface="Comic Sans MS"/>
                <a:cs typeface="Comic Sans MS"/>
              </a:rPr>
              <a:t>instead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of</a:t>
            </a:r>
            <a:r>
              <a:rPr dirty="0" sz="2600" spc="-3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the</a:t>
            </a:r>
            <a:r>
              <a:rPr dirty="0" sz="2600" spc="-2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 spc="-10">
                <a:solidFill>
                  <a:srgbClr val="5460A8"/>
                </a:solidFill>
                <a:latin typeface="Comic Sans MS"/>
                <a:cs typeface="Comic Sans MS"/>
              </a:rPr>
              <a:t>client.</a:t>
            </a:r>
            <a:endParaRPr sz="2600">
              <a:latin typeface="Comic Sans MS"/>
              <a:cs typeface="Comic Sans MS"/>
            </a:endParaRPr>
          </a:p>
          <a:p>
            <a:pPr algn="just" marL="12700" marR="5080">
              <a:lnSpc>
                <a:spcPct val="115399"/>
              </a:lnSpc>
              <a:spcBef>
                <a:spcPts val="3595"/>
              </a:spcBef>
            </a:pP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This</a:t>
            </a:r>
            <a:r>
              <a:rPr dirty="0" sz="2600" spc="29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kind</a:t>
            </a:r>
            <a:r>
              <a:rPr dirty="0" sz="2600" spc="29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of</a:t>
            </a:r>
            <a:r>
              <a:rPr dirty="0" sz="2600" spc="29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attack</a:t>
            </a:r>
            <a:r>
              <a:rPr dirty="0" sz="2600" spc="29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is</a:t>
            </a:r>
            <a:r>
              <a:rPr dirty="0" sz="2600" spc="29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effective</a:t>
            </a:r>
            <a:r>
              <a:rPr dirty="0" sz="2600" spc="29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because</a:t>
            </a:r>
            <a:r>
              <a:rPr dirty="0" sz="2600" spc="29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the</a:t>
            </a:r>
            <a:r>
              <a:rPr dirty="0" sz="2600" spc="29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server</a:t>
            </a:r>
            <a:r>
              <a:rPr dirty="0" sz="2600" spc="29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 spc="-20">
                <a:solidFill>
                  <a:srgbClr val="5460A8"/>
                </a:solidFill>
                <a:latin typeface="Comic Sans MS"/>
                <a:cs typeface="Comic Sans MS"/>
              </a:rPr>
              <a:t>uses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the</a:t>
            </a:r>
            <a:r>
              <a:rPr dirty="0" sz="2600" spc="6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client's</a:t>
            </a:r>
            <a:r>
              <a:rPr dirty="0" sz="2600" spc="6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IP</a:t>
            </a:r>
            <a:r>
              <a:rPr dirty="0" sz="2600" spc="6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address</a:t>
            </a:r>
            <a:r>
              <a:rPr dirty="0" sz="2600" spc="6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to</a:t>
            </a:r>
            <a:r>
              <a:rPr dirty="0" sz="2600" spc="6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verify</a:t>
            </a:r>
            <a:r>
              <a:rPr dirty="0" sz="2600" spc="6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its</a:t>
            </a:r>
            <a:r>
              <a:rPr dirty="0" sz="2600" spc="6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identity.</a:t>
            </a:r>
            <a:r>
              <a:rPr dirty="0" sz="2600" spc="6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If</a:t>
            </a:r>
            <a:r>
              <a:rPr dirty="0" sz="2600" spc="6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 spc="-25">
                <a:solidFill>
                  <a:srgbClr val="5460A8"/>
                </a:solidFill>
                <a:latin typeface="Comic Sans MS"/>
                <a:cs typeface="Comic Sans MS"/>
              </a:rPr>
              <a:t>the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attacker's</a:t>
            </a:r>
            <a:r>
              <a:rPr dirty="0" sz="2600" spc="-5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IP</a:t>
            </a:r>
            <a:r>
              <a:rPr dirty="0" sz="2600" spc="-4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address</a:t>
            </a:r>
            <a:r>
              <a:rPr dirty="0" sz="2600" spc="-4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is</a:t>
            </a:r>
            <a:r>
              <a:rPr dirty="0" sz="2600" spc="-4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inserted</a:t>
            </a:r>
            <a:r>
              <a:rPr dirty="0" sz="2600" spc="-4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partway</a:t>
            </a:r>
            <a:r>
              <a:rPr dirty="0" sz="2600" spc="-4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through</a:t>
            </a:r>
            <a:r>
              <a:rPr dirty="0" sz="2600" spc="-4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 spc="-25">
                <a:solidFill>
                  <a:srgbClr val="5460A8"/>
                </a:solidFill>
                <a:latin typeface="Comic Sans MS"/>
                <a:cs typeface="Comic Sans MS"/>
              </a:rPr>
              <a:t>the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session,</a:t>
            </a:r>
            <a:r>
              <a:rPr dirty="0" sz="2600" spc="4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the</a:t>
            </a:r>
            <a:r>
              <a:rPr dirty="0" sz="2600" spc="4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server</a:t>
            </a:r>
            <a:r>
              <a:rPr dirty="0" sz="2600" spc="5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may</a:t>
            </a:r>
            <a:r>
              <a:rPr dirty="0" sz="2600" spc="4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not</a:t>
            </a:r>
            <a:r>
              <a:rPr dirty="0" sz="2600" spc="5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suspect</a:t>
            </a:r>
            <a:r>
              <a:rPr dirty="0" sz="2600" spc="4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a</a:t>
            </a:r>
            <a:r>
              <a:rPr dirty="0" sz="2600" spc="5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breach</a:t>
            </a:r>
            <a:r>
              <a:rPr dirty="0" sz="2600" spc="4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because</a:t>
            </a:r>
            <a:r>
              <a:rPr dirty="0" sz="2600" spc="5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it</a:t>
            </a:r>
            <a:r>
              <a:rPr dirty="0" sz="2600" spc="4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 spc="-25">
                <a:solidFill>
                  <a:srgbClr val="5460A8"/>
                </a:solidFill>
                <a:latin typeface="Comic Sans MS"/>
                <a:cs typeface="Comic Sans MS"/>
              </a:rPr>
              <a:t>is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already</a:t>
            </a:r>
            <a:r>
              <a:rPr dirty="0" sz="2600" spc="-5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engaged</a:t>
            </a:r>
            <a:r>
              <a:rPr dirty="0" sz="2600" spc="-4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in</a:t>
            </a:r>
            <a:r>
              <a:rPr dirty="0" sz="2600" spc="-5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a</a:t>
            </a:r>
            <a:r>
              <a:rPr dirty="0" sz="2600" spc="-4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trusted</a:t>
            </a:r>
            <a:r>
              <a:rPr dirty="0" sz="2600" spc="-5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 spc="-10">
                <a:solidFill>
                  <a:srgbClr val="5460A8"/>
                </a:solidFill>
                <a:latin typeface="Comic Sans MS"/>
                <a:cs typeface="Comic Sans MS"/>
              </a:rPr>
              <a:t>connection.</a:t>
            </a:r>
            <a:endParaRPr sz="2600">
              <a:latin typeface="Comic Sans MS"/>
              <a:cs typeface="Comic Sans MS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037486" y="4443094"/>
            <a:ext cx="114300" cy="11429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037486" y="7186294"/>
            <a:ext cx="114300" cy="114299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6630670" cy="10287000"/>
            <a:chOff x="0" y="0"/>
            <a:chExt cx="6630670" cy="102870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6597650" cy="10287000"/>
            </a:xfrm>
            <a:custGeom>
              <a:avLst/>
              <a:gdLst/>
              <a:ahLst/>
              <a:cxnLst/>
              <a:rect l="l" t="t" r="r" b="b"/>
              <a:pathLst>
                <a:path w="6597650" h="10287000">
                  <a:moveTo>
                    <a:pt x="5765740" y="10287000"/>
                  </a:moveTo>
                  <a:lnTo>
                    <a:pt x="5844659" y="6976361"/>
                  </a:lnTo>
                  <a:lnTo>
                    <a:pt x="6158968" y="7189231"/>
                  </a:lnTo>
                  <a:lnTo>
                    <a:pt x="6267718" y="7450512"/>
                  </a:lnTo>
                  <a:lnTo>
                    <a:pt x="6291923" y="7805832"/>
                  </a:lnTo>
                  <a:lnTo>
                    <a:pt x="6565472" y="8234163"/>
                  </a:lnTo>
                  <a:lnTo>
                    <a:pt x="6440076" y="8691800"/>
                  </a:lnTo>
                  <a:lnTo>
                    <a:pt x="6146825" y="8935390"/>
                  </a:lnTo>
                  <a:lnTo>
                    <a:pt x="6114605" y="10287000"/>
                  </a:lnTo>
                  <a:lnTo>
                    <a:pt x="5765740" y="10287000"/>
                  </a:lnTo>
                  <a:close/>
                </a:path>
                <a:path w="6597650" h="10287000">
                  <a:moveTo>
                    <a:pt x="6114605" y="10287000"/>
                  </a:moveTo>
                  <a:lnTo>
                    <a:pt x="6146825" y="8935390"/>
                  </a:lnTo>
                  <a:lnTo>
                    <a:pt x="6218550" y="9410009"/>
                  </a:lnTo>
                  <a:lnTo>
                    <a:pt x="6398607" y="9637858"/>
                  </a:lnTo>
                  <a:lnTo>
                    <a:pt x="6375927" y="10156412"/>
                  </a:lnTo>
                  <a:lnTo>
                    <a:pt x="6266688" y="10287000"/>
                  </a:lnTo>
                  <a:lnTo>
                    <a:pt x="6114605" y="10287000"/>
                  </a:lnTo>
                  <a:close/>
                </a:path>
                <a:path w="6597650" h="10287000">
                  <a:moveTo>
                    <a:pt x="0" y="0"/>
                  </a:moveTo>
                  <a:lnTo>
                    <a:pt x="6429258" y="0"/>
                  </a:lnTo>
                  <a:lnTo>
                    <a:pt x="6597088" y="518019"/>
                  </a:lnTo>
                  <a:lnTo>
                    <a:pt x="6417853" y="822550"/>
                  </a:lnTo>
                  <a:lnTo>
                    <a:pt x="6061365" y="1214490"/>
                  </a:lnTo>
                  <a:lnTo>
                    <a:pt x="6039868" y="2116281"/>
                  </a:lnTo>
                  <a:lnTo>
                    <a:pt x="6038517" y="2121440"/>
                  </a:lnTo>
                  <a:lnTo>
                    <a:pt x="6004166" y="3562442"/>
                  </a:lnTo>
                  <a:lnTo>
                    <a:pt x="5895663" y="3703079"/>
                  </a:lnTo>
                  <a:lnTo>
                    <a:pt x="5845591" y="5803579"/>
                  </a:lnTo>
                  <a:lnTo>
                    <a:pt x="5816481" y="5880751"/>
                  </a:lnTo>
                  <a:lnTo>
                    <a:pt x="5711445" y="10287000"/>
                  </a:lnTo>
                  <a:lnTo>
                    <a:pt x="0" y="10287000"/>
                  </a:lnTo>
                  <a:lnTo>
                    <a:pt x="0" y="0"/>
                  </a:lnTo>
                  <a:close/>
                </a:path>
                <a:path w="6597650" h="10287000">
                  <a:moveTo>
                    <a:pt x="6004166" y="3562442"/>
                  </a:moveTo>
                  <a:lnTo>
                    <a:pt x="6038517" y="2121440"/>
                  </a:lnTo>
                  <a:lnTo>
                    <a:pt x="6057010" y="2469009"/>
                  </a:lnTo>
                  <a:lnTo>
                    <a:pt x="6128148" y="2844610"/>
                  </a:lnTo>
                  <a:lnTo>
                    <a:pt x="6250666" y="3301278"/>
                  </a:lnTo>
                  <a:lnTo>
                    <a:pt x="6004166" y="3562442"/>
                  </a:lnTo>
                  <a:close/>
                </a:path>
                <a:path w="6597650" h="10287000">
                  <a:moveTo>
                    <a:pt x="6039868" y="2116281"/>
                  </a:moveTo>
                  <a:lnTo>
                    <a:pt x="6061365" y="1214490"/>
                  </a:lnTo>
                  <a:lnTo>
                    <a:pt x="6162843" y="1646826"/>
                  </a:lnTo>
                  <a:lnTo>
                    <a:pt x="6039868" y="2116281"/>
                  </a:lnTo>
                  <a:close/>
                </a:path>
                <a:path w="6597650" h="10287000">
                  <a:moveTo>
                    <a:pt x="5711445" y="10287000"/>
                  </a:moveTo>
                  <a:lnTo>
                    <a:pt x="5816481" y="5880751"/>
                  </a:lnTo>
                  <a:lnTo>
                    <a:pt x="6023253" y="6173110"/>
                  </a:lnTo>
                  <a:lnTo>
                    <a:pt x="5883171" y="6442953"/>
                  </a:lnTo>
                  <a:lnTo>
                    <a:pt x="5872277" y="6899931"/>
                  </a:lnTo>
                  <a:lnTo>
                    <a:pt x="5844659" y="6976361"/>
                  </a:lnTo>
                  <a:lnTo>
                    <a:pt x="5765740" y="10287000"/>
                  </a:lnTo>
                  <a:lnTo>
                    <a:pt x="5711445" y="10287000"/>
                  </a:lnTo>
                  <a:close/>
                </a:path>
                <a:path w="6597650" h="10287000">
                  <a:moveTo>
                    <a:pt x="5845591" y="5803579"/>
                  </a:moveTo>
                  <a:lnTo>
                    <a:pt x="5869811" y="4787575"/>
                  </a:lnTo>
                  <a:lnTo>
                    <a:pt x="5978477" y="5114200"/>
                  </a:lnTo>
                  <a:lnTo>
                    <a:pt x="6016055" y="5351674"/>
                  </a:lnTo>
                  <a:lnTo>
                    <a:pt x="5845591" y="5803579"/>
                  </a:lnTo>
                  <a:close/>
                </a:path>
                <a:path w="6597650" h="10287000">
                  <a:moveTo>
                    <a:pt x="5872277" y="6899931"/>
                  </a:moveTo>
                  <a:lnTo>
                    <a:pt x="5883171" y="6442953"/>
                  </a:lnTo>
                  <a:lnTo>
                    <a:pt x="5959078" y="6659721"/>
                  </a:lnTo>
                  <a:lnTo>
                    <a:pt x="5872277" y="6899931"/>
                  </a:lnTo>
                  <a:close/>
                </a:path>
                <a:path w="6597650" h="10287000">
                  <a:moveTo>
                    <a:pt x="5869811" y="4787575"/>
                  </a:moveTo>
                  <a:lnTo>
                    <a:pt x="5895663" y="3703079"/>
                  </a:lnTo>
                  <a:lnTo>
                    <a:pt x="5965906" y="4095610"/>
                  </a:lnTo>
                  <a:lnTo>
                    <a:pt x="5936776" y="4451870"/>
                  </a:lnTo>
                  <a:lnTo>
                    <a:pt x="5869811" y="4787575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6414770" cy="10287000"/>
            </a:xfrm>
            <a:custGeom>
              <a:avLst/>
              <a:gdLst/>
              <a:ahLst/>
              <a:cxnLst/>
              <a:rect l="l" t="t" r="r" b="b"/>
              <a:pathLst>
                <a:path w="6414770" h="10287000">
                  <a:moveTo>
                    <a:pt x="6072608" y="8554976"/>
                  </a:moveTo>
                  <a:lnTo>
                    <a:pt x="6096749" y="7542245"/>
                  </a:lnTo>
                  <a:lnTo>
                    <a:pt x="6414609" y="7884421"/>
                  </a:lnTo>
                  <a:lnTo>
                    <a:pt x="6413349" y="8225869"/>
                  </a:lnTo>
                  <a:lnTo>
                    <a:pt x="6072608" y="8554976"/>
                  </a:lnTo>
                  <a:close/>
                </a:path>
                <a:path w="6414770" h="10287000">
                  <a:moveTo>
                    <a:pt x="5913148" y="10287000"/>
                  </a:moveTo>
                  <a:lnTo>
                    <a:pt x="5951651" y="8671803"/>
                  </a:lnTo>
                  <a:lnTo>
                    <a:pt x="6022897" y="9145921"/>
                  </a:lnTo>
                  <a:lnTo>
                    <a:pt x="6202702" y="9374010"/>
                  </a:lnTo>
                  <a:lnTo>
                    <a:pt x="6208715" y="9905041"/>
                  </a:lnTo>
                  <a:lnTo>
                    <a:pt x="6065867" y="10208474"/>
                  </a:lnTo>
                  <a:lnTo>
                    <a:pt x="6032562" y="10287000"/>
                  </a:lnTo>
                  <a:lnTo>
                    <a:pt x="5913148" y="10287000"/>
                  </a:lnTo>
                  <a:close/>
                </a:path>
                <a:path w="6414770" h="10287000">
                  <a:moveTo>
                    <a:pt x="0" y="0"/>
                  </a:moveTo>
                  <a:lnTo>
                    <a:pt x="6319452" y="0"/>
                  </a:lnTo>
                  <a:lnTo>
                    <a:pt x="6401903" y="254925"/>
                  </a:lnTo>
                  <a:lnTo>
                    <a:pt x="6222668" y="559456"/>
                  </a:lnTo>
                  <a:lnTo>
                    <a:pt x="5866179" y="951395"/>
                  </a:lnTo>
                  <a:lnTo>
                    <a:pt x="5844664" y="1853976"/>
                  </a:lnTo>
                  <a:lnTo>
                    <a:pt x="5843314" y="1859081"/>
                  </a:lnTo>
                  <a:lnTo>
                    <a:pt x="5808963" y="3300083"/>
                  </a:lnTo>
                  <a:lnTo>
                    <a:pt x="5590503" y="3508360"/>
                  </a:lnTo>
                  <a:lnTo>
                    <a:pt x="5428913" y="10287000"/>
                  </a:lnTo>
                  <a:lnTo>
                    <a:pt x="0" y="10287000"/>
                  </a:lnTo>
                  <a:lnTo>
                    <a:pt x="0" y="0"/>
                  </a:lnTo>
                  <a:close/>
                </a:path>
                <a:path w="6414770" h="10287000">
                  <a:moveTo>
                    <a:pt x="5563546" y="10287000"/>
                  </a:moveTo>
                  <a:lnTo>
                    <a:pt x="5648743" y="6713003"/>
                  </a:lnTo>
                  <a:lnTo>
                    <a:pt x="5967264" y="6800684"/>
                  </a:lnTo>
                  <a:lnTo>
                    <a:pt x="6171736" y="7179218"/>
                  </a:lnTo>
                  <a:lnTo>
                    <a:pt x="6096749" y="7542245"/>
                  </a:lnTo>
                  <a:lnTo>
                    <a:pt x="6072608" y="8554976"/>
                  </a:lnTo>
                  <a:lnTo>
                    <a:pt x="5951651" y="8671803"/>
                  </a:lnTo>
                  <a:lnTo>
                    <a:pt x="5913148" y="10287000"/>
                  </a:lnTo>
                  <a:lnTo>
                    <a:pt x="5563546" y="10287000"/>
                  </a:lnTo>
                  <a:close/>
                </a:path>
                <a:path w="6414770" h="10287000">
                  <a:moveTo>
                    <a:pt x="5808963" y="3300083"/>
                  </a:moveTo>
                  <a:lnTo>
                    <a:pt x="5843314" y="1859081"/>
                  </a:lnTo>
                  <a:lnTo>
                    <a:pt x="5861807" y="2206650"/>
                  </a:lnTo>
                  <a:lnTo>
                    <a:pt x="5932951" y="2582005"/>
                  </a:lnTo>
                  <a:lnTo>
                    <a:pt x="6055709" y="3038925"/>
                  </a:lnTo>
                  <a:lnTo>
                    <a:pt x="5808963" y="3300083"/>
                  </a:lnTo>
                  <a:close/>
                </a:path>
                <a:path w="6414770" h="10287000">
                  <a:moveTo>
                    <a:pt x="5651115" y="5541658"/>
                  </a:moveTo>
                  <a:lnTo>
                    <a:pt x="5675373" y="4524007"/>
                  </a:lnTo>
                  <a:lnTo>
                    <a:pt x="5936306" y="4770489"/>
                  </a:lnTo>
                  <a:lnTo>
                    <a:pt x="5822103" y="5088362"/>
                  </a:lnTo>
                  <a:lnTo>
                    <a:pt x="5651115" y="5541658"/>
                  </a:lnTo>
                  <a:close/>
                </a:path>
                <a:path w="6414770" h="10287000">
                  <a:moveTo>
                    <a:pt x="5844664" y="1853976"/>
                  </a:moveTo>
                  <a:lnTo>
                    <a:pt x="5866179" y="951395"/>
                  </a:lnTo>
                  <a:lnTo>
                    <a:pt x="5968874" y="1384252"/>
                  </a:lnTo>
                  <a:lnTo>
                    <a:pt x="5844664" y="1853976"/>
                  </a:lnTo>
                  <a:close/>
                </a:path>
                <a:path w="6414770" h="10287000">
                  <a:moveTo>
                    <a:pt x="5511216" y="10287000"/>
                  </a:moveTo>
                  <a:lnTo>
                    <a:pt x="5622529" y="5617440"/>
                  </a:lnTo>
                  <a:lnTo>
                    <a:pt x="5829055" y="5909794"/>
                  </a:lnTo>
                  <a:lnTo>
                    <a:pt x="5689213" y="6179888"/>
                  </a:lnTo>
                  <a:lnTo>
                    <a:pt x="5678473" y="6630431"/>
                  </a:lnTo>
                  <a:lnTo>
                    <a:pt x="5648743" y="6713003"/>
                  </a:lnTo>
                  <a:lnTo>
                    <a:pt x="5563546" y="10287000"/>
                  </a:lnTo>
                  <a:lnTo>
                    <a:pt x="5511216" y="10287000"/>
                  </a:lnTo>
                  <a:close/>
                </a:path>
                <a:path w="6414770" h="10287000">
                  <a:moveTo>
                    <a:pt x="5428913" y="10287000"/>
                  </a:moveTo>
                  <a:lnTo>
                    <a:pt x="5590503" y="3508360"/>
                  </a:lnTo>
                  <a:lnTo>
                    <a:pt x="5769750" y="3832001"/>
                  </a:lnTo>
                  <a:lnTo>
                    <a:pt x="5839914" y="4341222"/>
                  </a:lnTo>
                  <a:lnTo>
                    <a:pt x="5675373" y="4524007"/>
                  </a:lnTo>
                  <a:lnTo>
                    <a:pt x="5651115" y="5541658"/>
                  </a:lnTo>
                  <a:lnTo>
                    <a:pt x="5622529" y="5617440"/>
                  </a:lnTo>
                  <a:lnTo>
                    <a:pt x="5511216" y="10287000"/>
                  </a:lnTo>
                  <a:lnTo>
                    <a:pt x="5428913" y="10287000"/>
                  </a:lnTo>
                  <a:close/>
                </a:path>
                <a:path w="6414770" h="10287000">
                  <a:moveTo>
                    <a:pt x="5678473" y="6630431"/>
                  </a:moveTo>
                  <a:lnTo>
                    <a:pt x="5689213" y="6179888"/>
                  </a:lnTo>
                  <a:lnTo>
                    <a:pt x="5763191" y="6395136"/>
                  </a:lnTo>
                  <a:lnTo>
                    <a:pt x="5678473" y="663043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6014720" cy="10287000"/>
            </a:xfrm>
            <a:custGeom>
              <a:avLst/>
              <a:gdLst/>
              <a:ahLst/>
              <a:cxnLst/>
              <a:rect l="l" t="t" r="r" b="b"/>
              <a:pathLst>
                <a:path w="6014720" h="10287000">
                  <a:moveTo>
                    <a:pt x="5672377" y="8545436"/>
                  </a:moveTo>
                  <a:lnTo>
                    <a:pt x="5696519" y="7532705"/>
                  </a:lnTo>
                  <a:lnTo>
                    <a:pt x="6014379" y="7874880"/>
                  </a:lnTo>
                  <a:lnTo>
                    <a:pt x="6013118" y="8216328"/>
                  </a:lnTo>
                  <a:lnTo>
                    <a:pt x="5672377" y="8545436"/>
                  </a:lnTo>
                  <a:close/>
                </a:path>
                <a:path w="6014720" h="10287000">
                  <a:moveTo>
                    <a:pt x="5512690" y="10287000"/>
                  </a:moveTo>
                  <a:lnTo>
                    <a:pt x="5551421" y="8662263"/>
                  </a:lnTo>
                  <a:lnTo>
                    <a:pt x="5623404" y="9136398"/>
                  </a:lnTo>
                  <a:lnTo>
                    <a:pt x="5803209" y="9364486"/>
                  </a:lnTo>
                  <a:lnTo>
                    <a:pt x="5808467" y="9896236"/>
                  </a:lnTo>
                  <a:lnTo>
                    <a:pt x="5665374" y="10199663"/>
                  </a:lnTo>
                  <a:lnTo>
                    <a:pt x="5595305" y="10287000"/>
                  </a:lnTo>
                  <a:lnTo>
                    <a:pt x="5512690" y="10287000"/>
                  </a:lnTo>
                  <a:close/>
                </a:path>
                <a:path w="6014720" h="10287000">
                  <a:moveTo>
                    <a:pt x="0" y="0"/>
                  </a:moveTo>
                  <a:lnTo>
                    <a:pt x="5930530" y="0"/>
                  </a:lnTo>
                  <a:lnTo>
                    <a:pt x="5964363" y="103558"/>
                  </a:lnTo>
                  <a:lnTo>
                    <a:pt x="6000953" y="244630"/>
                  </a:lnTo>
                  <a:lnTo>
                    <a:pt x="5988844" y="336827"/>
                  </a:lnTo>
                  <a:lnTo>
                    <a:pt x="5931097" y="680989"/>
                  </a:lnTo>
                  <a:lnTo>
                    <a:pt x="5444311" y="994157"/>
                  </a:lnTo>
                  <a:lnTo>
                    <a:pt x="5404484" y="2664891"/>
                  </a:lnTo>
                  <a:lnTo>
                    <a:pt x="5324774" y="2736511"/>
                  </a:lnTo>
                  <a:lnTo>
                    <a:pt x="5265714" y="2786954"/>
                  </a:lnTo>
                  <a:lnTo>
                    <a:pt x="5243661" y="3712051"/>
                  </a:lnTo>
                  <a:lnTo>
                    <a:pt x="5210221" y="3888432"/>
                  </a:lnTo>
                  <a:lnTo>
                    <a:pt x="5200739" y="4286203"/>
                  </a:lnTo>
                  <a:lnTo>
                    <a:pt x="5118467" y="4439488"/>
                  </a:lnTo>
                  <a:lnTo>
                    <a:pt x="4979074" y="10287000"/>
                  </a:lnTo>
                  <a:lnTo>
                    <a:pt x="0" y="10287000"/>
                  </a:lnTo>
                  <a:lnTo>
                    <a:pt x="0" y="0"/>
                  </a:lnTo>
                  <a:close/>
                </a:path>
                <a:path w="6014720" h="10287000">
                  <a:moveTo>
                    <a:pt x="5383954" y="10287000"/>
                  </a:moveTo>
                  <a:lnTo>
                    <a:pt x="5471313" y="6622298"/>
                  </a:lnTo>
                  <a:lnTo>
                    <a:pt x="5583476" y="6925914"/>
                  </a:lnTo>
                  <a:lnTo>
                    <a:pt x="5733478" y="7115952"/>
                  </a:lnTo>
                  <a:lnTo>
                    <a:pt x="5696519" y="7532705"/>
                  </a:lnTo>
                  <a:lnTo>
                    <a:pt x="5672377" y="8545436"/>
                  </a:lnTo>
                  <a:lnTo>
                    <a:pt x="5551421" y="8662263"/>
                  </a:lnTo>
                  <a:lnTo>
                    <a:pt x="5512690" y="10287000"/>
                  </a:lnTo>
                  <a:lnTo>
                    <a:pt x="5383954" y="10287000"/>
                  </a:lnTo>
                  <a:close/>
                </a:path>
                <a:path w="6014720" h="10287000">
                  <a:moveTo>
                    <a:pt x="5404484" y="2664891"/>
                  </a:moveTo>
                  <a:lnTo>
                    <a:pt x="5444311" y="994157"/>
                  </a:lnTo>
                  <a:lnTo>
                    <a:pt x="5464177" y="1045345"/>
                  </a:lnTo>
                  <a:lnTo>
                    <a:pt x="5507652" y="1162228"/>
                  </a:lnTo>
                  <a:lnTo>
                    <a:pt x="5550549" y="1289784"/>
                  </a:lnTo>
                  <a:lnTo>
                    <a:pt x="5568685" y="1372991"/>
                  </a:lnTo>
                  <a:lnTo>
                    <a:pt x="5568679" y="1406848"/>
                  </a:lnTo>
                  <a:lnTo>
                    <a:pt x="5570750" y="1455645"/>
                  </a:lnTo>
                  <a:lnTo>
                    <a:pt x="5581175" y="1631916"/>
                  </a:lnTo>
                  <a:lnTo>
                    <a:pt x="5583305" y="1680715"/>
                  </a:lnTo>
                  <a:lnTo>
                    <a:pt x="5583390" y="1714574"/>
                  </a:lnTo>
                  <a:lnTo>
                    <a:pt x="5604710" y="1786072"/>
                  </a:lnTo>
                  <a:lnTo>
                    <a:pt x="5654376" y="1887864"/>
                  </a:lnTo>
                  <a:lnTo>
                    <a:pt x="5704572" y="1978983"/>
                  </a:lnTo>
                  <a:lnTo>
                    <a:pt x="5727485" y="2018460"/>
                  </a:lnTo>
                  <a:lnTo>
                    <a:pt x="5680355" y="2282450"/>
                  </a:lnTo>
                  <a:lnTo>
                    <a:pt x="5661652" y="2378759"/>
                  </a:lnTo>
                  <a:lnTo>
                    <a:pt x="5591371" y="2482551"/>
                  </a:lnTo>
                  <a:lnTo>
                    <a:pt x="5456202" y="2618423"/>
                  </a:lnTo>
                  <a:lnTo>
                    <a:pt x="5404484" y="2664891"/>
                  </a:lnTo>
                  <a:close/>
                </a:path>
                <a:path w="6014720" h="10287000">
                  <a:moveTo>
                    <a:pt x="5286911" y="10287000"/>
                  </a:moveTo>
                  <a:lnTo>
                    <a:pt x="5401869" y="5464534"/>
                  </a:lnTo>
                  <a:lnTo>
                    <a:pt x="5427825" y="5900966"/>
                  </a:lnTo>
                  <a:lnTo>
                    <a:pt x="5525204" y="6185805"/>
                  </a:lnTo>
                  <a:lnTo>
                    <a:pt x="5515517" y="6375720"/>
                  </a:lnTo>
                  <a:lnTo>
                    <a:pt x="5471313" y="6622298"/>
                  </a:lnTo>
                  <a:lnTo>
                    <a:pt x="5383954" y="10287000"/>
                  </a:lnTo>
                  <a:lnTo>
                    <a:pt x="5290135" y="10287000"/>
                  </a:lnTo>
                  <a:lnTo>
                    <a:pt x="5286911" y="10287000"/>
                  </a:lnTo>
                  <a:close/>
                </a:path>
                <a:path w="6014720" h="10287000">
                  <a:moveTo>
                    <a:pt x="4979074" y="10287000"/>
                  </a:moveTo>
                  <a:lnTo>
                    <a:pt x="5118467" y="4439488"/>
                  </a:lnTo>
                  <a:lnTo>
                    <a:pt x="5458830" y="4971364"/>
                  </a:lnTo>
                  <a:lnTo>
                    <a:pt x="5401869" y="5464534"/>
                  </a:lnTo>
                  <a:lnTo>
                    <a:pt x="5286911" y="10287000"/>
                  </a:lnTo>
                  <a:lnTo>
                    <a:pt x="4979074" y="10287000"/>
                  </a:lnTo>
                  <a:close/>
                </a:path>
                <a:path w="6014720" h="10287000">
                  <a:moveTo>
                    <a:pt x="5243661" y="3712051"/>
                  </a:moveTo>
                  <a:lnTo>
                    <a:pt x="5265714" y="2786954"/>
                  </a:lnTo>
                  <a:lnTo>
                    <a:pt x="5387232" y="3223699"/>
                  </a:lnTo>
                  <a:lnTo>
                    <a:pt x="5275135" y="3546045"/>
                  </a:lnTo>
                  <a:lnTo>
                    <a:pt x="5243661" y="3712051"/>
                  </a:lnTo>
                  <a:close/>
                </a:path>
                <a:path w="6014720" h="10287000">
                  <a:moveTo>
                    <a:pt x="5200739" y="4286203"/>
                  </a:moveTo>
                  <a:lnTo>
                    <a:pt x="5210221" y="3888432"/>
                  </a:lnTo>
                  <a:lnTo>
                    <a:pt x="5312319" y="4078310"/>
                  </a:lnTo>
                  <a:lnTo>
                    <a:pt x="5200739" y="4286203"/>
                  </a:lnTo>
                  <a:close/>
                </a:path>
              </a:pathLst>
            </a:custGeom>
            <a:solidFill>
              <a:srgbClr val="FFD04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6840" y="3264350"/>
              <a:ext cx="3667124" cy="327659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66076" y="3526579"/>
              <a:ext cx="1981199" cy="146684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81497" y="5001992"/>
              <a:ext cx="2749176" cy="3251199"/>
            </a:xfrm>
            <a:prstGeom prst="rect">
              <a:avLst/>
            </a:prstGeom>
          </p:spPr>
        </p:pic>
      </p:grp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34206" rIns="0" bIns="0" rtlCol="0" vert="horz">
            <a:spAutoFit/>
          </a:bodyPr>
          <a:lstStyle/>
          <a:p>
            <a:pPr marL="5807710">
              <a:lnSpc>
                <a:spcPct val="100000"/>
              </a:lnSpc>
              <a:spcBef>
                <a:spcPts val="100"/>
              </a:spcBef>
            </a:pPr>
            <a:r>
              <a:rPr dirty="0" sz="5000" spc="-10" b="0">
                <a:solidFill>
                  <a:srgbClr val="5460A8"/>
                </a:solidFill>
                <a:latin typeface="Comic Sans MS"/>
                <a:cs typeface="Comic Sans MS"/>
              </a:rPr>
              <a:t>PHISHING</a:t>
            </a:r>
            <a:endParaRPr sz="5000">
              <a:latin typeface="Comic Sans MS"/>
              <a:cs typeface="Comic Sans MS"/>
            </a:endParaRPr>
          </a:p>
        </p:txBody>
      </p: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409304" y="2551826"/>
            <a:ext cx="114300" cy="114299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7691135" y="2319403"/>
            <a:ext cx="9183370" cy="7340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15399"/>
              </a:lnSpc>
              <a:spcBef>
                <a:spcPts val="100"/>
              </a:spcBef>
            </a:pP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Phishing</a:t>
            </a:r>
            <a:r>
              <a:rPr dirty="0" sz="2600" spc="3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is</a:t>
            </a:r>
            <a:r>
              <a:rPr dirty="0" sz="2600" spc="4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a</a:t>
            </a:r>
            <a:r>
              <a:rPr dirty="0" sz="2600" spc="4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cyberattack</a:t>
            </a:r>
            <a:r>
              <a:rPr dirty="0" sz="2600" spc="4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where</a:t>
            </a:r>
            <a:r>
              <a:rPr dirty="0" sz="2600" spc="4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scammers</a:t>
            </a:r>
            <a:r>
              <a:rPr dirty="0" sz="2600" spc="4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 spc="-10">
                <a:solidFill>
                  <a:srgbClr val="5460A8"/>
                </a:solidFill>
                <a:latin typeface="Comic Sans MS"/>
                <a:cs typeface="Comic Sans MS"/>
              </a:rPr>
              <a:t>impersonate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trusted</a:t>
            </a:r>
            <a:r>
              <a:rPr dirty="0" sz="2600" spc="15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entities</a:t>
            </a:r>
            <a:r>
              <a:rPr dirty="0" sz="2600" spc="15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(like</a:t>
            </a:r>
            <a:r>
              <a:rPr dirty="0" sz="2600" spc="15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banks</a:t>
            </a:r>
            <a:r>
              <a:rPr dirty="0" sz="2600" spc="15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or</a:t>
            </a:r>
            <a:r>
              <a:rPr dirty="0" sz="2600" spc="15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companies)</a:t>
            </a:r>
            <a:r>
              <a:rPr dirty="0" sz="2600" spc="15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in</a:t>
            </a:r>
            <a:r>
              <a:rPr dirty="0" sz="2600" spc="15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emails,</a:t>
            </a:r>
            <a:r>
              <a:rPr dirty="0" sz="2600" spc="15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 spc="-10">
                <a:solidFill>
                  <a:srgbClr val="5460A8"/>
                </a:solidFill>
                <a:latin typeface="Comic Sans MS"/>
                <a:cs typeface="Comic Sans MS"/>
              </a:rPr>
              <a:t>texts,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or</a:t>
            </a:r>
            <a:r>
              <a:rPr dirty="0" sz="2600" spc="21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calls</a:t>
            </a:r>
            <a:r>
              <a:rPr dirty="0" sz="2600" spc="21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to</a:t>
            </a:r>
            <a:r>
              <a:rPr dirty="0" sz="2600" spc="21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trick</a:t>
            </a:r>
            <a:r>
              <a:rPr dirty="0" sz="2600" spc="21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people</a:t>
            </a:r>
            <a:r>
              <a:rPr dirty="0" sz="2600" spc="21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into</a:t>
            </a:r>
            <a:r>
              <a:rPr dirty="0" sz="2600" spc="21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revealing</a:t>
            </a:r>
            <a:r>
              <a:rPr dirty="0" sz="2600" spc="21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sensitive</a:t>
            </a:r>
            <a:r>
              <a:rPr dirty="0" sz="2600" spc="21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 spc="-20">
                <a:solidFill>
                  <a:srgbClr val="5460A8"/>
                </a:solidFill>
                <a:latin typeface="Comic Sans MS"/>
                <a:cs typeface="Comic Sans MS"/>
              </a:rPr>
              <a:t>data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(passwords,</a:t>
            </a:r>
            <a:r>
              <a:rPr dirty="0" sz="2600" spc="1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credit</a:t>
            </a:r>
            <a:r>
              <a:rPr dirty="0" sz="2600" spc="2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card</a:t>
            </a:r>
            <a:r>
              <a:rPr dirty="0" sz="2600" spc="2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numbers)</a:t>
            </a:r>
            <a:r>
              <a:rPr dirty="0" sz="2600" spc="1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or</a:t>
            </a:r>
            <a:r>
              <a:rPr dirty="0" sz="2600" spc="2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installing</a:t>
            </a:r>
            <a:r>
              <a:rPr dirty="0" sz="2600" spc="2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 spc="-10">
                <a:solidFill>
                  <a:srgbClr val="5460A8"/>
                </a:solidFill>
                <a:latin typeface="Comic Sans MS"/>
                <a:cs typeface="Comic Sans MS"/>
              </a:rPr>
              <a:t>malware,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often</a:t>
            </a:r>
            <a:r>
              <a:rPr dirty="0" sz="2600" spc="409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by</a:t>
            </a:r>
            <a:r>
              <a:rPr dirty="0" sz="2600" spc="409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directing</a:t>
            </a:r>
            <a:r>
              <a:rPr dirty="0" sz="2600" spc="409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them</a:t>
            </a:r>
            <a:r>
              <a:rPr dirty="0" sz="2600" spc="409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to</a:t>
            </a:r>
            <a:r>
              <a:rPr dirty="0" sz="2600" spc="409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fake</a:t>
            </a:r>
            <a:r>
              <a:rPr dirty="0" sz="2600" spc="409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websites</a:t>
            </a:r>
            <a:r>
              <a:rPr dirty="0" sz="2600" spc="409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that</a:t>
            </a:r>
            <a:r>
              <a:rPr dirty="0" sz="2600" spc="409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look</a:t>
            </a:r>
            <a:r>
              <a:rPr dirty="0" sz="2600" spc="409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 spc="-10">
                <a:solidFill>
                  <a:srgbClr val="5460A8"/>
                </a:solidFill>
                <a:latin typeface="Comic Sans MS"/>
                <a:cs typeface="Comic Sans MS"/>
              </a:rPr>
              <a:t>real,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with</a:t>
            </a:r>
            <a:r>
              <a:rPr dirty="0" sz="2600" spc="9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the</a:t>
            </a:r>
            <a:r>
              <a:rPr dirty="0" sz="2600" spc="9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goal</a:t>
            </a:r>
            <a:r>
              <a:rPr dirty="0" sz="2600" spc="9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of</a:t>
            </a:r>
            <a:r>
              <a:rPr dirty="0" sz="2600" spc="9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stealing</a:t>
            </a:r>
            <a:r>
              <a:rPr dirty="0" sz="2600" spc="9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money,</a:t>
            </a:r>
            <a:r>
              <a:rPr dirty="0" sz="2600" spc="9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identities,</a:t>
            </a:r>
            <a:r>
              <a:rPr dirty="0" sz="2600" spc="10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or</a:t>
            </a:r>
            <a:r>
              <a:rPr dirty="0" sz="2600" spc="9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 spc="-10">
                <a:solidFill>
                  <a:srgbClr val="5460A8"/>
                </a:solidFill>
                <a:latin typeface="Comic Sans MS"/>
                <a:cs typeface="Comic Sans MS"/>
              </a:rPr>
              <a:t>gaining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network</a:t>
            </a:r>
            <a:r>
              <a:rPr dirty="0" sz="2600" spc="-8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 spc="-10">
                <a:solidFill>
                  <a:srgbClr val="5460A8"/>
                </a:solidFill>
                <a:latin typeface="Comic Sans MS"/>
                <a:cs typeface="Comic Sans MS"/>
              </a:rPr>
              <a:t>access.</a:t>
            </a:r>
            <a:endParaRPr sz="2600">
              <a:latin typeface="Comic Sans MS"/>
              <a:cs typeface="Comic Sans MS"/>
            </a:endParaRPr>
          </a:p>
          <a:p>
            <a:pPr algn="just" marL="12700" marR="5080">
              <a:lnSpc>
                <a:spcPct val="115399"/>
              </a:lnSpc>
              <a:spcBef>
                <a:spcPts val="3600"/>
              </a:spcBef>
            </a:pP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It's</a:t>
            </a:r>
            <a:r>
              <a:rPr dirty="0" sz="2600" spc="434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a</a:t>
            </a:r>
            <a:r>
              <a:rPr dirty="0" sz="2600" spc="434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form</a:t>
            </a:r>
            <a:r>
              <a:rPr dirty="0" sz="2600" spc="434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of</a:t>
            </a:r>
            <a:r>
              <a:rPr dirty="0" sz="2600" spc="434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social</a:t>
            </a:r>
            <a:r>
              <a:rPr dirty="0" sz="2600" spc="44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engineering,</a:t>
            </a:r>
            <a:r>
              <a:rPr dirty="0" sz="2600" spc="434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exploiting</a:t>
            </a:r>
            <a:r>
              <a:rPr dirty="0" sz="2600" spc="434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human</a:t>
            </a:r>
            <a:r>
              <a:rPr dirty="0" sz="2600" spc="434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 spc="-10">
                <a:solidFill>
                  <a:srgbClr val="5460A8"/>
                </a:solidFill>
                <a:latin typeface="Comic Sans MS"/>
                <a:cs typeface="Comic Sans MS"/>
              </a:rPr>
              <a:t>trust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rather</a:t>
            </a:r>
            <a:r>
              <a:rPr dirty="0" sz="2600" spc="64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than</a:t>
            </a:r>
            <a:r>
              <a:rPr dirty="0" sz="2600" spc="64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just</a:t>
            </a:r>
            <a:r>
              <a:rPr dirty="0" sz="2600" spc="-6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tech</a:t>
            </a:r>
            <a:r>
              <a:rPr dirty="0" sz="2600" spc="-6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flaws,</a:t>
            </a:r>
            <a:r>
              <a:rPr dirty="0" sz="2600" spc="-6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and</a:t>
            </a:r>
            <a:r>
              <a:rPr dirty="0" sz="2600" spc="64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can</a:t>
            </a:r>
            <a:r>
              <a:rPr dirty="0" sz="2600" spc="-6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range</a:t>
            </a:r>
            <a:r>
              <a:rPr dirty="0" sz="2600" spc="-6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from</a:t>
            </a:r>
            <a:r>
              <a:rPr dirty="0" sz="2600" spc="-6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 spc="-10">
                <a:solidFill>
                  <a:srgbClr val="5460A8"/>
                </a:solidFill>
                <a:latin typeface="Comic Sans MS"/>
                <a:cs typeface="Comic Sans MS"/>
              </a:rPr>
              <a:t>broad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campaigns</a:t>
            </a:r>
            <a:r>
              <a:rPr dirty="0" sz="2600" spc="-6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to</a:t>
            </a:r>
            <a:r>
              <a:rPr dirty="0" sz="2600" spc="-5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highly</a:t>
            </a:r>
            <a:r>
              <a:rPr dirty="0" sz="2600" spc="-5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targeted</a:t>
            </a:r>
            <a:r>
              <a:rPr dirty="0" sz="2600" spc="-5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"spear</a:t>
            </a:r>
            <a:r>
              <a:rPr dirty="0" sz="2600" spc="-5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phishing"</a:t>
            </a:r>
            <a:r>
              <a:rPr dirty="0" sz="2600" spc="-6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 spc="-10">
                <a:solidFill>
                  <a:srgbClr val="5460A8"/>
                </a:solidFill>
                <a:latin typeface="Comic Sans MS"/>
                <a:cs typeface="Comic Sans MS"/>
              </a:rPr>
              <a:t>attacks.</a:t>
            </a:r>
            <a:endParaRPr sz="2600">
              <a:latin typeface="Comic Sans MS"/>
              <a:cs typeface="Comic Sans MS"/>
            </a:endParaRPr>
          </a:p>
          <a:p>
            <a:pPr algn="just" marL="12700" marR="5080">
              <a:lnSpc>
                <a:spcPct val="115399"/>
              </a:lnSpc>
              <a:spcBef>
                <a:spcPts val="3595"/>
              </a:spcBef>
            </a:pP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A</a:t>
            </a:r>
            <a:r>
              <a:rPr dirty="0" sz="2600" spc="45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typical</a:t>
            </a:r>
            <a:r>
              <a:rPr dirty="0" sz="2600" spc="45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phishing</a:t>
            </a:r>
            <a:r>
              <a:rPr dirty="0" sz="2600" spc="45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attack</a:t>
            </a:r>
            <a:r>
              <a:rPr dirty="0" sz="2600" spc="45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tries</a:t>
            </a:r>
            <a:r>
              <a:rPr dirty="0" sz="2600" spc="45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to</a:t>
            </a:r>
            <a:r>
              <a:rPr dirty="0" sz="2600" spc="45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persuade</a:t>
            </a:r>
            <a:r>
              <a:rPr dirty="0" sz="2600" spc="45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recipients</a:t>
            </a:r>
            <a:r>
              <a:rPr dirty="0" sz="2600" spc="45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 spc="-25">
                <a:solidFill>
                  <a:srgbClr val="5460A8"/>
                </a:solidFill>
                <a:latin typeface="Comic Sans MS"/>
                <a:cs typeface="Comic Sans MS"/>
              </a:rPr>
              <a:t>to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download</a:t>
            </a:r>
            <a:r>
              <a:rPr dirty="0" sz="2600" spc="39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malware</a:t>
            </a:r>
            <a:r>
              <a:rPr dirty="0" sz="2600" spc="39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or</a:t>
            </a:r>
            <a:r>
              <a:rPr dirty="0" sz="2600" spc="39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provide</a:t>
            </a:r>
            <a:r>
              <a:rPr dirty="0" sz="2600" spc="39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their</a:t>
            </a:r>
            <a:r>
              <a:rPr dirty="0" sz="2600" spc="39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password.</a:t>
            </a:r>
            <a:r>
              <a:rPr dirty="0" sz="2600" spc="39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 spc="-10">
                <a:solidFill>
                  <a:srgbClr val="5460A8"/>
                </a:solidFill>
                <a:latin typeface="Comic Sans MS"/>
                <a:cs typeface="Comic Sans MS"/>
              </a:rPr>
              <a:t>These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attacks</a:t>
            </a:r>
            <a:r>
              <a:rPr dirty="0" sz="2600" spc="12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exploit</a:t>
            </a:r>
            <a:r>
              <a:rPr dirty="0" sz="2600" spc="12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people’s</a:t>
            </a:r>
            <a:r>
              <a:rPr dirty="0" sz="2600" spc="12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trust</a:t>
            </a:r>
            <a:r>
              <a:rPr dirty="0" sz="2600" spc="12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and</a:t>
            </a:r>
            <a:r>
              <a:rPr dirty="0" sz="2600" spc="12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deploy</a:t>
            </a:r>
            <a:r>
              <a:rPr dirty="0" sz="2600" spc="12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 spc="-10">
                <a:solidFill>
                  <a:srgbClr val="5460A8"/>
                </a:solidFill>
                <a:latin typeface="Comic Sans MS"/>
                <a:cs typeface="Comic Sans MS"/>
              </a:rPr>
              <a:t>psychological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techniques</a:t>
            </a:r>
            <a:r>
              <a:rPr dirty="0" sz="2600" spc="-5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like</a:t>
            </a:r>
            <a:r>
              <a:rPr dirty="0" sz="2600" spc="-4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fear</a:t>
            </a:r>
            <a:r>
              <a:rPr dirty="0" sz="2600" spc="-4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to</a:t>
            </a:r>
            <a:r>
              <a:rPr dirty="0" sz="2600" spc="-4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get</a:t>
            </a:r>
            <a:r>
              <a:rPr dirty="0" sz="2600" spc="-4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people</a:t>
            </a:r>
            <a:r>
              <a:rPr dirty="0" sz="2600" spc="-5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to</a:t>
            </a:r>
            <a:r>
              <a:rPr dirty="0" sz="2600" spc="-4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 spc="-20">
                <a:solidFill>
                  <a:srgbClr val="5460A8"/>
                </a:solidFill>
                <a:latin typeface="Comic Sans MS"/>
                <a:cs typeface="Comic Sans MS"/>
              </a:rPr>
              <a:t>act.</a:t>
            </a:r>
            <a:endParaRPr sz="2600">
              <a:latin typeface="Comic Sans MS"/>
              <a:cs typeface="Comic Sans MS"/>
            </a:endParaRPr>
          </a:p>
        </p:txBody>
      </p:sp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409304" y="6209426"/>
            <a:ext cx="114300" cy="114299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409304" y="8038226"/>
            <a:ext cx="114300" cy="114299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6724015" cy="10287000"/>
            <a:chOff x="0" y="0"/>
            <a:chExt cx="6724015" cy="102870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6597650" cy="10287000"/>
            </a:xfrm>
            <a:custGeom>
              <a:avLst/>
              <a:gdLst/>
              <a:ahLst/>
              <a:cxnLst/>
              <a:rect l="l" t="t" r="r" b="b"/>
              <a:pathLst>
                <a:path w="6597650" h="10287000">
                  <a:moveTo>
                    <a:pt x="5765740" y="10287000"/>
                  </a:moveTo>
                  <a:lnTo>
                    <a:pt x="5844659" y="6976361"/>
                  </a:lnTo>
                  <a:lnTo>
                    <a:pt x="6158968" y="7189231"/>
                  </a:lnTo>
                  <a:lnTo>
                    <a:pt x="6267718" y="7450512"/>
                  </a:lnTo>
                  <a:lnTo>
                    <a:pt x="6291923" y="7805832"/>
                  </a:lnTo>
                  <a:lnTo>
                    <a:pt x="6565472" y="8234163"/>
                  </a:lnTo>
                  <a:lnTo>
                    <a:pt x="6440076" y="8691800"/>
                  </a:lnTo>
                  <a:lnTo>
                    <a:pt x="6146825" y="8935390"/>
                  </a:lnTo>
                  <a:lnTo>
                    <a:pt x="6114605" y="10287000"/>
                  </a:lnTo>
                  <a:lnTo>
                    <a:pt x="5765740" y="10287000"/>
                  </a:lnTo>
                  <a:close/>
                </a:path>
                <a:path w="6597650" h="10287000">
                  <a:moveTo>
                    <a:pt x="6114605" y="10287000"/>
                  </a:moveTo>
                  <a:lnTo>
                    <a:pt x="6146825" y="8935390"/>
                  </a:lnTo>
                  <a:lnTo>
                    <a:pt x="6218550" y="9410009"/>
                  </a:lnTo>
                  <a:lnTo>
                    <a:pt x="6398607" y="9637858"/>
                  </a:lnTo>
                  <a:lnTo>
                    <a:pt x="6375927" y="10156412"/>
                  </a:lnTo>
                  <a:lnTo>
                    <a:pt x="6266688" y="10287000"/>
                  </a:lnTo>
                  <a:lnTo>
                    <a:pt x="6114605" y="10287000"/>
                  </a:lnTo>
                  <a:close/>
                </a:path>
                <a:path w="6597650" h="10287000">
                  <a:moveTo>
                    <a:pt x="0" y="0"/>
                  </a:moveTo>
                  <a:lnTo>
                    <a:pt x="6429258" y="0"/>
                  </a:lnTo>
                  <a:lnTo>
                    <a:pt x="6597088" y="518019"/>
                  </a:lnTo>
                  <a:lnTo>
                    <a:pt x="6417853" y="822550"/>
                  </a:lnTo>
                  <a:lnTo>
                    <a:pt x="6061365" y="1214490"/>
                  </a:lnTo>
                  <a:lnTo>
                    <a:pt x="6039868" y="2116281"/>
                  </a:lnTo>
                  <a:lnTo>
                    <a:pt x="6038517" y="2121440"/>
                  </a:lnTo>
                  <a:lnTo>
                    <a:pt x="6004166" y="3562442"/>
                  </a:lnTo>
                  <a:lnTo>
                    <a:pt x="5895663" y="3703079"/>
                  </a:lnTo>
                  <a:lnTo>
                    <a:pt x="5845591" y="5803579"/>
                  </a:lnTo>
                  <a:lnTo>
                    <a:pt x="5816481" y="5880751"/>
                  </a:lnTo>
                  <a:lnTo>
                    <a:pt x="5711445" y="10287000"/>
                  </a:lnTo>
                  <a:lnTo>
                    <a:pt x="0" y="10287000"/>
                  </a:lnTo>
                  <a:lnTo>
                    <a:pt x="0" y="0"/>
                  </a:lnTo>
                  <a:close/>
                </a:path>
                <a:path w="6597650" h="10287000">
                  <a:moveTo>
                    <a:pt x="6004166" y="3562442"/>
                  </a:moveTo>
                  <a:lnTo>
                    <a:pt x="6038517" y="2121440"/>
                  </a:lnTo>
                  <a:lnTo>
                    <a:pt x="6057010" y="2469009"/>
                  </a:lnTo>
                  <a:lnTo>
                    <a:pt x="6128148" y="2844610"/>
                  </a:lnTo>
                  <a:lnTo>
                    <a:pt x="6250666" y="3301278"/>
                  </a:lnTo>
                  <a:lnTo>
                    <a:pt x="6004166" y="3562442"/>
                  </a:lnTo>
                  <a:close/>
                </a:path>
                <a:path w="6597650" h="10287000">
                  <a:moveTo>
                    <a:pt x="6039868" y="2116281"/>
                  </a:moveTo>
                  <a:lnTo>
                    <a:pt x="6061365" y="1214490"/>
                  </a:lnTo>
                  <a:lnTo>
                    <a:pt x="6162843" y="1646826"/>
                  </a:lnTo>
                  <a:lnTo>
                    <a:pt x="6039868" y="2116281"/>
                  </a:lnTo>
                  <a:close/>
                </a:path>
                <a:path w="6597650" h="10287000">
                  <a:moveTo>
                    <a:pt x="5711445" y="10287000"/>
                  </a:moveTo>
                  <a:lnTo>
                    <a:pt x="5816481" y="5880751"/>
                  </a:lnTo>
                  <a:lnTo>
                    <a:pt x="6023253" y="6173110"/>
                  </a:lnTo>
                  <a:lnTo>
                    <a:pt x="5883171" y="6442953"/>
                  </a:lnTo>
                  <a:lnTo>
                    <a:pt x="5872277" y="6899931"/>
                  </a:lnTo>
                  <a:lnTo>
                    <a:pt x="5844659" y="6976361"/>
                  </a:lnTo>
                  <a:lnTo>
                    <a:pt x="5765740" y="10287000"/>
                  </a:lnTo>
                  <a:lnTo>
                    <a:pt x="5711445" y="10287000"/>
                  </a:lnTo>
                  <a:close/>
                </a:path>
                <a:path w="6597650" h="10287000">
                  <a:moveTo>
                    <a:pt x="5845591" y="5803579"/>
                  </a:moveTo>
                  <a:lnTo>
                    <a:pt x="5869811" y="4787575"/>
                  </a:lnTo>
                  <a:lnTo>
                    <a:pt x="5978477" y="5114200"/>
                  </a:lnTo>
                  <a:lnTo>
                    <a:pt x="6016055" y="5351674"/>
                  </a:lnTo>
                  <a:lnTo>
                    <a:pt x="5845591" y="5803579"/>
                  </a:lnTo>
                  <a:close/>
                </a:path>
                <a:path w="6597650" h="10287000">
                  <a:moveTo>
                    <a:pt x="5872277" y="6899931"/>
                  </a:moveTo>
                  <a:lnTo>
                    <a:pt x="5883171" y="6442953"/>
                  </a:lnTo>
                  <a:lnTo>
                    <a:pt x="5959078" y="6659721"/>
                  </a:lnTo>
                  <a:lnTo>
                    <a:pt x="5872277" y="6899931"/>
                  </a:lnTo>
                  <a:close/>
                </a:path>
                <a:path w="6597650" h="10287000">
                  <a:moveTo>
                    <a:pt x="5869811" y="4787575"/>
                  </a:moveTo>
                  <a:lnTo>
                    <a:pt x="5895663" y="3703079"/>
                  </a:lnTo>
                  <a:lnTo>
                    <a:pt x="5965906" y="4095610"/>
                  </a:lnTo>
                  <a:lnTo>
                    <a:pt x="5936776" y="4451870"/>
                  </a:lnTo>
                  <a:lnTo>
                    <a:pt x="5869811" y="4787575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6414770" cy="10287000"/>
            </a:xfrm>
            <a:custGeom>
              <a:avLst/>
              <a:gdLst/>
              <a:ahLst/>
              <a:cxnLst/>
              <a:rect l="l" t="t" r="r" b="b"/>
              <a:pathLst>
                <a:path w="6414770" h="10287000">
                  <a:moveTo>
                    <a:pt x="6072608" y="8554976"/>
                  </a:moveTo>
                  <a:lnTo>
                    <a:pt x="6096749" y="7542245"/>
                  </a:lnTo>
                  <a:lnTo>
                    <a:pt x="6414609" y="7884421"/>
                  </a:lnTo>
                  <a:lnTo>
                    <a:pt x="6413349" y="8225869"/>
                  </a:lnTo>
                  <a:lnTo>
                    <a:pt x="6072608" y="8554976"/>
                  </a:lnTo>
                  <a:close/>
                </a:path>
                <a:path w="6414770" h="10287000">
                  <a:moveTo>
                    <a:pt x="5913148" y="10287000"/>
                  </a:moveTo>
                  <a:lnTo>
                    <a:pt x="5951651" y="8671803"/>
                  </a:lnTo>
                  <a:lnTo>
                    <a:pt x="6022897" y="9145921"/>
                  </a:lnTo>
                  <a:lnTo>
                    <a:pt x="6202702" y="9374010"/>
                  </a:lnTo>
                  <a:lnTo>
                    <a:pt x="6208715" y="9905041"/>
                  </a:lnTo>
                  <a:lnTo>
                    <a:pt x="6065867" y="10208474"/>
                  </a:lnTo>
                  <a:lnTo>
                    <a:pt x="6032562" y="10287000"/>
                  </a:lnTo>
                  <a:lnTo>
                    <a:pt x="5913148" y="10287000"/>
                  </a:lnTo>
                  <a:close/>
                </a:path>
                <a:path w="6414770" h="10287000">
                  <a:moveTo>
                    <a:pt x="0" y="0"/>
                  </a:moveTo>
                  <a:lnTo>
                    <a:pt x="6319452" y="0"/>
                  </a:lnTo>
                  <a:lnTo>
                    <a:pt x="6401903" y="254925"/>
                  </a:lnTo>
                  <a:lnTo>
                    <a:pt x="6222668" y="559456"/>
                  </a:lnTo>
                  <a:lnTo>
                    <a:pt x="5866179" y="951395"/>
                  </a:lnTo>
                  <a:lnTo>
                    <a:pt x="5844664" y="1853976"/>
                  </a:lnTo>
                  <a:lnTo>
                    <a:pt x="5843314" y="1859081"/>
                  </a:lnTo>
                  <a:lnTo>
                    <a:pt x="5808963" y="3300083"/>
                  </a:lnTo>
                  <a:lnTo>
                    <a:pt x="5590503" y="3508360"/>
                  </a:lnTo>
                  <a:lnTo>
                    <a:pt x="5428913" y="10287000"/>
                  </a:lnTo>
                  <a:lnTo>
                    <a:pt x="0" y="10287000"/>
                  </a:lnTo>
                  <a:lnTo>
                    <a:pt x="0" y="0"/>
                  </a:lnTo>
                  <a:close/>
                </a:path>
                <a:path w="6414770" h="10287000">
                  <a:moveTo>
                    <a:pt x="5563546" y="10287000"/>
                  </a:moveTo>
                  <a:lnTo>
                    <a:pt x="5648743" y="6713003"/>
                  </a:lnTo>
                  <a:lnTo>
                    <a:pt x="5967264" y="6800684"/>
                  </a:lnTo>
                  <a:lnTo>
                    <a:pt x="6171736" y="7179218"/>
                  </a:lnTo>
                  <a:lnTo>
                    <a:pt x="6096749" y="7542245"/>
                  </a:lnTo>
                  <a:lnTo>
                    <a:pt x="6072608" y="8554976"/>
                  </a:lnTo>
                  <a:lnTo>
                    <a:pt x="5951651" y="8671803"/>
                  </a:lnTo>
                  <a:lnTo>
                    <a:pt x="5913148" y="10287000"/>
                  </a:lnTo>
                  <a:lnTo>
                    <a:pt x="5563546" y="10287000"/>
                  </a:lnTo>
                  <a:close/>
                </a:path>
                <a:path w="6414770" h="10287000">
                  <a:moveTo>
                    <a:pt x="5808963" y="3300083"/>
                  </a:moveTo>
                  <a:lnTo>
                    <a:pt x="5843314" y="1859081"/>
                  </a:lnTo>
                  <a:lnTo>
                    <a:pt x="5861807" y="2206650"/>
                  </a:lnTo>
                  <a:lnTo>
                    <a:pt x="5932951" y="2582005"/>
                  </a:lnTo>
                  <a:lnTo>
                    <a:pt x="6055709" y="3038925"/>
                  </a:lnTo>
                  <a:lnTo>
                    <a:pt x="5808963" y="3300083"/>
                  </a:lnTo>
                  <a:close/>
                </a:path>
                <a:path w="6414770" h="10287000">
                  <a:moveTo>
                    <a:pt x="5651115" y="5541658"/>
                  </a:moveTo>
                  <a:lnTo>
                    <a:pt x="5675373" y="4524007"/>
                  </a:lnTo>
                  <a:lnTo>
                    <a:pt x="5936306" y="4770489"/>
                  </a:lnTo>
                  <a:lnTo>
                    <a:pt x="5822103" y="5088362"/>
                  </a:lnTo>
                  <a:lnTo>
                    <a:pt x="5651115" y="5541658"/>
                  </a:lnTo>
                  <a:close/>
                </a:path>
                <a:path w="6414770" h="10287000">
                  <a:moveTo>
                    <a:pt x="5844664" y="1853976"/>
                  </a:moveTo>
                  <a:lnTo>
                    <a:pt x="5866179" y="951395"/>
                  </a:lnTo>
                  <a:lnTo>
                    <a:pt x="5968874" y="1384252"/>
                  </a:lnTo>
                  <a:lnTo>
                    <a:pt x="5844664" y="1853976"/>
                  </a:lnTo>
                  <a:close/>
                </a:path>
                <a:path w="6414770" h="10287000">
                  <a:moveTo>
                    <a:pt x="5511216" y="10287000"/>
                  </a:moveTo>
                  <a:lnTo>
                    <a:pt x="5622529" y="5617440"/>
                  </a:lnTo>
                  <a:lnTo>
                    <a:pt x="5829055" y="5909794"/>
                  </a:lnTo>
                  <a:lnTo>
                    <a:pt x="5689213" y="6179888"/>
                  </a:lnTo>
                  <a:lnTo>
                    <a:pt x="5678473" y="6630431"/>
                  </a:lnTo>
                  <a:lnTo>
                    <a:pt x="5648743" y="6713003"/>
                  </a:lnTo>
                  <a:lnTo>
                    <a:pt x="5563546" y="10287000"/>
                  </a:lnTo>
                  <a:lnTo>
                    <a:pt x="5511216" y="10287000"/>
                  </a:lnTo>
                  <a:close/>
                </a:path>
                <a:path w="6414770" h="10287000">
                  <a:moveTo>
                    <a:pt x="5428913" y="10287000"/>
                  </a:moveTo>
                  <a:lnTo>
                    <a:pt x="5590503" y="3508360"/>
                  </a:lnTo>
                  <a:lnTo>
                    <a:pt x="5769750" y="3832001"/>
                  </a:lnTo>
                  <a:lnTo>
                    <a:pt x="5839914" y="4341222"/>
                  </a:lnTo>
                  <a:lnTo>
                    <a:pt x="5675373" y="4524007"/>
                  </a:lnTo>
                  <a:lnTo>
                    <a:pt x="5651115" y="5541658"/>
                  </a:lnTo>
                  <a:lnTo>
                    <a:pt x="5622529" y="5617440"/>
                  </a:lnTo>
                  <a:lnTo>
                    <a:pt x="5511216" y="10287000"/>
                  </a:lnTo>
                  <a:lnTo>
                    <a:pt x="5428913" y="10287000"/>
                  </a:lnTo>
                  <a:close/>
                </a:path>
                <a:path w="6414770" h="10287000">
                  <a:moveTo>
                    <a:pt x="5678473" y="6630431"/>
                  </a:moveTo>
                  <a:lnTo>
                    <a:pt x="5689213" y="6179888"/>
                  </a:lnTo>
                  <a:lnTo>
                    <a:pt x="5763191" y="6395136"/>
                  </a:lnTo>
                  <a:lnTo>
                    <a:pt x="5678473" y="663043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6014720" cy="10287000"/>
            </a:xfrm>
            <a:custGeom>
              <a:avLst/>
              <a:gdLst/>
              <a:ahLst/>
              <a:cxnLst/>
              <a:rect l="l" t="t" r="r" b="b"/>
              <a:pathLst>
                <a:path w="6014720" h="10287000">
                  <a:moveTo>
                    <a:pt x="5672377" y="8545436"/>
                  </a:moveTo>
                  <a:lnTo>
                    <a:pt x="5696519" y="7532705"/>
                  </a:lnTo>
                  <a:lnTo>
                    <a:pt x="6014379" y="7874880"/>
                  </a:lnTo>
                  <a:lnTo>
                    <a:pt x="6013118" y="8216328"/>
                  </a:lnTo>
                  <a:lnTo>
                    <a:pt x="5672377" y="8545436"/>
                  </a:lnTo>
                  <a:close/>
                </a:path>
                <a:path w="6014720" h="10287000">
                  <a:moveTo>
                    <a:pt x="5512690" y="10287000"/>
                  </a:moveTo>
                  <a:lnTo>
                    <a:pt x="5551421" y="8662263"/>
                  </a:lnTo>
                  <a:lnTo>
                    <a:pt x="5623404" y="9136398"/>
                  </a:lnTo>
                  <a:lnTo>
                    <a:pt x="5803209" y="9364486"/>
                  </a:lnTo>
                  <a:lnTo>
                    <a:pt x="5808467" y="9896236"/>
                  </a:lnTo>
                  <a:lnTo>
                    <a:pt x="5665374" y="10199663"/>
                  </a:lnTo>
                  <a:lnTo>
                    <a:pt x="5595305" y="10287000"/>
                  </a:lnTo>
                  <a:lnTo>
                    <a:pt x="5512690" y="10287000"/>
                  </a:lnTo>
                  <a:close/>
                </a:path>
                <a:path w="6014720" h="10287000">
                  <a:moveTo>
                    <a:pt x="0" y="0"/>
                  </a:moveTo>
                  <a:lnTo>
                    <a:pt x="5930530" y="0"/>
                  </a:lnTo>
                  <a:lnTo>
                    <a:pt x="5964363" y="103558"/>
                  </a:lnTo>
                  <a:lnTo>
                    <a:pt x="6000953" y="244630"/>
                  </a:lnTo>
                  <a:lnTo>
                    <a:pt x="5988844" y="336827"/>
                  </a:lnTo>
                  <a:lnTo>
                    <a:pt x="5931097" y="680989"/>
                  </a:lnTo>
                  <a:lnTo>
                    <a:pt x="5444311" y="994157"/>
                  </a:lnTo>
                  <a:lnTo>
                    <a:pt x="5404484" y="2664891"/>
                  </a:lnTo>
                  <a:lnTo>
                    <a:pt x="5324774" y="2736511"/>
                  </a:lnTo>
                  <a:lnTo>
                    <a:pt x="5265714" y="2786954"/>
                  </a:lnTo>
                  <a:lnTo>
                    <a:pt x="5243661" y="3712051"/>
                  </a:lnTo>
                  <a:lnTo>
                    <a:pt x="5210221" y="3888432"/>
                  </a:lnTo>
                  <a:lnTo>
                    <a:pt x="5200739" y="4286203"/>
                  </a:lnTo>
                  <a:lnTo>
                    <a:pt x="5118467" y="4439488"/>
                  </a:lnTo>
                  <a:lnTo>
                    <a:pt x="4979074" y="10287000"/>
                  </a:lnTo>
                  <a:lnTo>
                    <a:pt x="0" y="10287000"/>
                  </a:lnTo>
                  <a:lnTo>
                    <a:pt x="0" y="0"/>
                  </a:lnTo>
                  <a:close/>
                </a:path>
                <a:path w="6014720" h="10287000">
                  <a:moveTo>
                    <a:pt x="5383954" y="10287000"/>
                  </a:moveTo>
                  <a:lnTo>
                    <a:pt x="5471313" y="6622298"/>
                  </a:lnTo>
                  <a:lnTo>
                    <a:pt x="5583476" y="6925914"/>
                  </a:lnTo>
                  <a:lnTo>
                    <a:pt x="5733478" y="7115952"/>
                  </a:lnTo>
                  <a:lnTo>
                    <a:pt x="5696519" y="7532705"/>
                  </a:lnTo>
                  <a:lnTo>
                    <a:pt x="5672377" y="8545436"/>
                  </a:lnTo>
                  <a:lnTo>
                    <a:pt x="5551421" y="8662263"/>
                  </a:lnTo>
                  <a:lnTo>
                    <a:pt x="5512690" y="10287000"/>
                  </a:lnTo>
                  <a:lnTo>
                    <a:pt x="5383954" y="10287000"/>
                  </a:lnTo>
                  <a:close/>
                </a:path>
                <a:path w="6014720" h="10287000">
                  <a:moveTo>
                    <a:pt x="5404484" y="2664891"/>
                  </a:moveTo>
                  <a:lnTo>
                    <a:pt x="5444311" y="994157"/>
                  </a:lnTo>
                  <a:lnTo>
                    <a:pt x="5464177" y="1045345"/>
                  </a:lnTo>
                  <a:lnTo>
                    <a:pt x="5507652" y="1162228"/>
                  </a:lnTo>
                  <a:lnTo>
                    <a:pt x="5550549" y="1289784"/>
                  </a:lnTo>
                  <a:lnTo>
                    <a:pt x="5568685" y="1372991"/>
                  </a:lnTo>
                  <a:lnTo>
                    <a:pt x="5568679" y="1406848"/>
                  </a:lnTo>
                  <a:lnTo>
                    <a:pt x="5570750" y="1455645"/>
                  </a:lnTo>
                  <a:lnTo>
                    <a:pt x="5581175" y="1631916"/>
                  </a:lnTo>
                  <a:lnTo>
                    <a:pt x="5583305" y="1680715"/>
                  </a:lnTo>
                  <a:lnTo>
                    <a:pt x="5583390" y="1714574"/>
                  </a:lnTo>
                  <a:lnTo>
                    <a:pt x="5604710" y="1786072"/>
                  </a:lnTo>
                  <a:lnTo>
                    <a:pt x="5654376" y="1887864"/>
                  </a:lnTo>
                  <a:lnTo>
                    <a:pt x="5704572" y="1978983"/>
                  </a:lnTo>
                  <a:lnTo>
                    <a:pt x="5727485" y="2018460"/>
                  </a:lnTo>
                  <a:lnTo>
                    <a:pt x="5680355" y="2282450"/>
                  </a:lnTo>
                  <a:lnTo>
                    <a:pt x="5661652" y="2378759"/>
                  </a:lnTo>
                  <a:lnTo>
                    <a:pt x="5591371" y="2482551"/>
                  </a:lnTo>
                  <a:lnTo>
                    <a:pt x="5456202" y="2618423"/>
                  </a:lnTo>
                  <a:lnTo>
                    <a:pt x="5404484" y="2664891"/>
                  </a:lnTo>
                  <a:close/>
                </a:path>
                <a:path w="6014720" h="10287000">
                  <a:moveTo>
                    <a:pt x="5286911" y="10287000"/>
                  </a:moveTo>
                  <a:lnTo>
                    <a:pt x="5401869" y="5464534"/>
                  </a:lnTo>
                  <a:lnTo>
                    <a:pt x="5427825" y="5900966"/>
                  </a:lnTo>
                  <a:lnTo>
                    <a:pt x="5525204" y="6185805"/>
                  </a:lnTo>
                  <a:lnTo>
                    <a:pt x="5515517" y="6375720"/>
                  </a:lnTo>
                  <a:lnTo>
                    <a:pt x="5471313" y="6622298"/>
                  </a:lnTo>
                  <a:lnTo>
                    <a:pt x="5383954" y="10287000"/>
                  </a:lnTo>
                  <a:lnTo>
                    <a:pt x="5290135" y="10287000"/>
                  </a:lnTo>
                  <a:lnTo>
                    <a:pt x="5286911" y="10287000"/>
                  </a:lnTo>
                  <a:close/>
                </a:path>
                <a:path w="6014720" h="10287000">
                  <a:moveTo>
                    <a:pt x="4979074" y="10287000"/>
                  </a:moveTo>
                  <a:lnTo>
                    <a:pt x="5118467" y="4439488"/>
                  </a:lnTo>
                  <a:lnTo>
                    <a:pt x="5458830" y="4971364"/>
                  </a:lnTo>
                  <a:lnTo>
                    <a:pt x="5401869" y="5464534"/>
                  </a:lnTo>
                  <a:lnTo>
                    <a:pt x="5286911" y="10287000"/>
                  </a:lnTo>
                  <a:lnTo>
                    <a:pt x="4979074" y="10287000"/>
                  </a:lnTo>
                  <a:close/>
                </a:path>
                <a:path w="6014720" h="10287000">
                  <a:moveTo>
                    <a:pt x="5243661" y="3712051"/>
                  </a:moveTo>
                  <a:lnTo>
                    <a:pt x="5265714" y="2786954"/>
                  </a:lnTo>
                  <a:lnTo>
                    <a:pt x="5387232" y="3223699"/>
                  </a:lnTo>
                  <a:lnTo>
                    <a:pt x="5275135" y="3546045"/>
                  </a:lnTo>
                  <a:lnTo>
                    <a:pt x="5243661" y="3712051"/>
                  </a:lnTo>
                  <a:close/>
                </a:path>
                <a:path w="6014720" h="10287000">
                  <a:moveTo>
                    <a:pt x="5200739" y="4286203"/>
                  </a:moveTo>
                  <a:lnTo>
                    <a:pt x="5210221" y="3888432"/>
                  </a:lnTo>
                  <a:lnTo>
                    <a:pt x="5312319" y="4078310"/>
                  </a:lnTo>
                  <a:lnTo>
                    <a:pt x="5200739" y="4286203"/>
                  </a:lnTo>
                  <a:close/>
                </a:path>
              </a:pathLst>
            </a:custGeom>
            <a:solidFill>
              <a:srgbClr val="FFD04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9771" y="3264350"/>
              <a:ext cx="6534149" cy="3409949"/>
            </a:xfrm>
            <a:prstGeom prst="rect">
              <a:avLst/>
            </a:prstGeom>
          </p:spPr>
        </p:pic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7061700" y="1220030"/>
            <a:ext cx="5697855" cy="1511300"/>
          </a:xfrm>
          <a:prstGeom prst="rect"/>
        </p:spPr>
        <p:txBody>
          <a:bodyPr wrap="square" lIns="0" tIns="63500" rIns="0" bIns="0" rtlCol="0" vert="horz">
            <a:spAutoFit/>
          </a:bodyPr>
          <a:lstStyle/>
          <a:p>
            <a:pPr marL="12700" marR="5080">
              <a:lnSpc>
                <a:spcPts val="5700"/>
              </a:lnSpc>
              <a:spcBef>
                <a:spcPts val="500"/>
              </a:spcBef>
            </a:pPr>
            <a:r>
              <a:rPr dirty="0" sz="5000" spc="-25" b="0">
                <a:solidFill>
                  <a:srgbClr val="5460A8"/>
                </a:solidFill>
                <a:latin typeface="Comic Sans MS"/>
                <a:cs typeface="Comic Sans MS"/>
              </a:rPr>
              <a:t>SPEAR-</a:t>
            </a:r>
            <a:r>
              <a:rPr dirty="0" sz="5000" spc="-10" b="0">
                <a:solidFill>
                  <a:srgbClr val="5460A8"/>
                </a:solidFill>
                <a:latin typeface="Comic Sans MS"/>
                <a:cs typeface="Comic Sans MS"/>
              </a:rPr>
              <a:t>PHISHING ATTACKS</a:t>
            </a:r>
            <a:endParaRPr sz="5000">
              <a:latin typeface="Comic Sans MS"/>
              <a:cs typeface="Comic Sans MS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341100" y="3412305"/>
            <a:ext cx="114300" cy="11429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7622931" y="3179883"/>
            <a:ext cx="9223375" cy="5969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15399"/>
              </a:lnSpc>
              <a:spcBef>
                <a:spcPts val="100"/>
              </a:spcBef>
            </a:pP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Spear</a:t>
            </a:r>
            <a:r>
              <a:rPr dirty="0" sz="2600" spc="14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phishing</a:t>
            </a:r>
            <a:r>
              <a:rPr dirty="0" sz="2600" spc="14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refers</a:t>
            </a:r>
            <a:r>
              <a:rPr dirty="0" sz="2600" spc="15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to</a:t>
            </a:r>
            <a:r>
              <a:rPr dirty="0" sz="2600" spc="14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a</a:t>
            </a:r>
            <a:r>
              <a:rPr dirty="0" sz="2600" spc="15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specific</a:t>
            </a:r>
            <a:r>
              <a:rPr dirty="0" sz="2600" spc="14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type</a:t>
            </a:r>
            <a:r>
              <a:rPr dirty="0" sz="2600" spc="15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of</a:t>
            </a:r>
            <a:r>
              <a:rPr dirty="0" sz="2600" spc="14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 spc="-10">
                <a:solidFill>
                  <a:srgbClr val="5460A8"/>
                </a:solidFill>
                <a:latin typeface="Comic Sans MS"/>
                <a:cs typeface="Comic Sans MS"/>
              </a:rPr>
              <a:t>targeted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phishing</a:t>
            </a:r>
            <a:r>
              <a:rPr dirty="0" sz="2600" spc="-5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 spc="-10">
                <a:solidFill>
                  <a:srgbClr val="5460A8"/>
                </a:solidFill>
                <a:latin typeface="Comic Sans MS"/>
                <a:cs typeface="Comic Sans MS"/>
              </a:rPr>
              <a:t>attack.</a:t>
            </a:r>
            <a:endParaRPr sz="2600">
              <a:latin typeface="Comic Sans MS"/>
              <a:cs typeface="Comic Sans MS"/>
            </a:endParaRPr>
          </a:p>
          <a:p>
            <a:pPr algn="just" marL="12700" marR="5080">
              <a:lnSpc>
                <a:spcPct val="115399"/>
              </a:lnSpc>
              <a:spcBef>
                <a:spcPts val="3600"/>
              </a:spcBef>
            </a:pP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The</a:t>
            </a:r>
            <a:r>
              <a:rPr dirty="0" sz="2600" spc="53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attacker</a:t>
            </a:r>
            <a:r>
              <a:rPr dirty="0" sz="2600" spc="54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takes</a:t>
            </a:r>
            <a:r>
              <a:rPr dirty="0" sz="2600" spc="54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the</a:t>
            </a:r>
            <a:r>
              <a:rPr dirty="0" sz="2600" spc="54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time</a:t>
            </a:r>
            <a:r>
              <a:rPr dirty="0" sz="2600" spc="54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to</a:t>
            </a:r>
            <a:r>
              <a:rPr dirty="0" sz="2600" spc="54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research</a:t>
            </a:r>
            <a:r>
              <a:rPr dirty="0" sz="2600" spc="54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their</a:t>
            </a:r>
            <a:r>
              <a:rPr dirty="0" sz="2600" spc="54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 spc="-10">
                <a:solidFill>
                  <a:srgbClr val="5460A8"/>
                </a:solidFill>
                <a:latin typeface="Comic Sans MS"/>
                <a:cs typeface="Comic Sans MS"/>
              </a:rPr>
              <a:t>intended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targets</a:t>
            </a:r>
            <a:r>
              <a:rPr dirty="0" sz="2600" spc="-2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and</a:t>
            </a:r>
            <a:r>
              <a:rPr dirty="0" sz="2600" spc="-2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then</a:t>
            </a:r>
            <a:r>
              <a:rPr dirty="0" sz="2600" spc="-2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write</a:t>
            </a:r>
            <a:r>
              <a:rPr dirty="0" sz="2600" spc="-2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messages</a:t>
            </a:r>
            <a:r>
              <a:rPr dirty="0" sz="2600" spc="-2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the</a:t>
            </a:r>
            <a:r>
              <a:rPr dirty="0" sz="2600" spc="-2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target</a:t>
            </a:r>
            <a:r>
              <a:rPr dirty="0" sz="2600" spc="-2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is</a:t>
            </a:r>
            <a:r>
              <a:rPr dirty="0" sz="2600" spc="-1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likely</a:t>
            </a:r>
            <a:r>
              <a:rPr dirty="0" sz="2600" spc="-2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to</a:t>
            </a:r>
            <a:r>
              <a:rPr dirty="0" sz="2600" spc="-20">
                <a:solidFill>
                  <a:srgbClr val="5460A8"/>
                </a:solidFill>
                <a:latin typeface="Comic Sans MS"/>
                <a:cs typeface="Comic Sans MS"/>
              </a:rPr>
              <a:t> find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personally</a:t>
            </a:r>
            <a:r>
              <a:rPr dirty="0" sz="2600" spc="-10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 spc="-10">
                <a:solidFill>
                  <a:srgbClr val="5460A8"/>
                </a:solidFill>
                <a:latin typeface="Comic Sans MS"/>
                <a:cs typeface="Comic Sans MS"/>
              </a:rPr>
              <a:t>relevant.</a:t>
            </a:r>
            <a:endParaRPr sz="2600">
              <a:latin typeface="Comic Sans MS"/>
              <a:cs typeface="Comic Sans MS"/>
            </a:endParaRPr>
          </a:p>
          <a:p>
            <a:pPr algn="just" marL="12700" marR="5080">
              <a:lnSpc>
                <a:spcPct val="115399"/>
              </a:lnSpc>
              <a:spcBef>
                <a:spcPts val="3595"/>
              </a:spcBef>
            </a:pP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These</a:t>
            </a:r>
            <a:r>
              <a:rPr dirty="0" sz="2600" spc="54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types</a:t>
            </a:r>
            <a:r>
              <a:rPr dirty="0" sz="2600" spc="54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of</a:t>
            </a:r>
            <a:r>
              <a:rPr dirty="0" sz="2600" spc="54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attacks</a:t>
            </a:r>
            <a:r>
              <a:rPr dirty="0" sz="2600" spc="54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are</a:t>
            </a:r>
            <a:r>
              <a:rPr dirty="0" sz="2600" spc="54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aptly</a:t>
            </a:r>
            <a:r>
              <a:rPr dirty="0" sz="2600" spc="55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called</a:t>
            </a:r>
            <a:r>
              <a:rPr dirty="0" sz="2600" spc="54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“spear”</a:t>
            </a:r>
            <a:r>
              <a:rPr dirty="0" sz="2600" spc="54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 spc="-10">
                <a:solidFill>
                  <a:srgbClr val="5460A8"/>
                </a:solidFill>
                <a:latin typeface="Comic Sans MS"/>
                <a:cs typeface="Comic Sans MS"/>
              </a:rPr>
              <a:t>phishing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because</a:t>
            </a:r>
            <a:r>
              <a:rPr dirty="0" sz="2600" spc="32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of</a:t>
            </a:r>
            <a:r>
              <a:rPr dirty="0" sz="2600" spc="32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the</a:t>
            </a:r>
            <a:r>
              <a:rPr dirty="0" sz="2600" spc="32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way</a:t>
            </a:r>
            <a:r>
              <a:rPr dirty="0" sz="2600" spc="32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the</a:t>
            </a:r>
            <a:r>
              <a:rPr dirty="0" sz="2600" spc="32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attacker</a:t>
            </a:r>
            <a:r>
              <a:rPr dirty="0" sz="2600" spc="32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hones</a:t>
            </a:r>
            <a:r>
              <a:rPr dirty="0" sz="2600" spc="32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in</a:t>
            </a:r>
            <a:r>
              <a:rPr dirty="0" sz="2600" spc="32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on</a:t>
            </a:r>
            <a:r>
              <a:rPr dirty="0" sz="2600" spc="32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one</a:t>
            </a:r>
            <a:r>
              <a:rPr dirty="0" sz="2600" spc="32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 spc="-10">
                <a:solidFill>
                  <a:srgbClr val="5460A8"/>
                </a:solidFill>
                <a:latin typeface="Comic Sans MS"/>
                <a:cs typeface="Comic Sans MS"/>
              </a:rPr>
              <a:t>specific target.</a:t>
            </a:r>
            <a:endParaRPr sz="2600">
              <a:latin typeface="Comic Sans MS"/>
              <a:cs typeface="Comic Sans MS"/>
            </a:endParaRPr>
          </a:p>
          <a:p>
            <a:pPr algn="just" marL="12700" marR="5080">
              <a:lnSpc>
                <a:spcPct val="115399"/>
              </a:lnSpc>
              <a:spcBef>
                <a:spcPts val="3600"/>
              </a:spcBef>
            </a:pP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The</a:t>
            </a:r>
            <a:r>
              <a:rPr dirty="0" sz="2600" spc="40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message</a:t>
            </a:r>
            <a:r>
              <a:rPr dirty="0" sz="2600" spc="40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will</a:t>
            </a:r>
            <a:r>
              <a:rPr dirty="0" sz="2600" spc="40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seem</a:t>
            </a:r>
            <a:r>
              <a:rPr dirty="0" sz="2600" spc="40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legitimate,</a:t>
            </a:r>
            <a:r>
              <a:rPr dirty="0" sz="2600" spc="40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which</a:t>
            </a:r>
            <a:r>
              <a:rPr dirty="0" sz="2600" spc="40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is</a:t>
            </a:r>
            <a:r>
              <a:rPr dirty="0" sz="2600" spc="40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why</a:t>
            </a:r>
            <a:r>
              <a:rPr dirty="0" sz="2600" spc="40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it</a:t>
            </a:r>
            <a:r>
              <a:rPr dirty="0" sz="2600" spc="40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can</a:t>
            </a:r>
            <a:r>
              <a:rPr dirty="0" sz="2600" spc="40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 spc="-25">
                <a:solidFill>
                  <a:srgbClr val="5460A8"/>
                </a:solidFill>
                <a:latin typeface="Comic Sans MS"/>
                <a:cs typeface="Comic Sans MS"/>
              </a:rPr>
              <a:t>be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difficult</a:t>
            </a:r>
            <a:r>
              <a:rPr dirty="0" sz="2600" spc="-3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to</a:t>
            </a:r>
            <a:r>
              <a:rPr dirty="0" sz="2600" spc="-2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spot</a:t>
            </a:r>
            <a:r>
              <a:rPr dirty="0" sz="2600" spc="-2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a</a:t>
            </a:r>
            <a:r>
              <a:rPr dirty="0" sz="2600" spc="-2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 spc="-20">
                <a:solidFill>
                  <a:srgbClr val="5460A8"/>
                </a:solidFill>
                <a:latin typeface="Comic Sans MS"/>
                <a:cs typeface="Comic Sans MS"/>
              </a:rPr>
              <a:t>spear-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phishing</a:t>
            </a:r>
            <a:r>
              <a:rPr dirty="0" sz="2600" spc="-2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 spc="-10">
                <a:solidFill>
                  <a:srgbClr val="5460A8"/>
                </a:solidFill>
                <a:latin typeface="Comic Sans MS"/>
                <a:cs typeface="Comic Sans MS"/>
              </a:rPr>
              <a:t>attack.</a:t>
            </a:r>
            <a:endParaRPr sz="2600">
              <a:latin typeface="Comic Sans MS"/>
              <a:cs typeface="Comic Sans MS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341100" y="4783905"/>
            <a:ext cx="114300" cy="11429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341100" y="6612705"/>
            <a:ext cx="114300" cy="11429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341100" y="8441505"/>
            <a:ext cx="114300" cy="114299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6597650" cy="10287000"/>
            <a:chOff x="0" y="0"/>
            <a:chExt cx="6597650" cy="102870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6597650" cy="10287000"/>
            </a:xfrm>
            <a:custGeom>
              <a:avLst/>
              <a:gdLst/>
              <a:ahLst/>
              <a:cxnLst/>
              <a:rect l="l" t="t" r="r" b="b"/>
              <a:pathLst>
                <a:path w="6597650" h="10287000">
                  <a:moveTo>
                    <a:pt x="5765740" y="10287000"/>
                  </a:moveTo>
                  <a:lnTo>
                    <a:pt x="5844659" y="6976361"/>
                  </a:lnTo>
                  <a:lnTo>
                    <a:pt x="6158968" y="7189231"/>
                  </a:lnTo>
                  <a:lnTo>
                    <a:pt x="6267718" y="7450512"/>
                  </a:lnTo>
                  <a:lnTo>
                    <a:pt x="6291923" y="7805832"/>
                  </a:lnTo>
                  <a:lnTo>
                    <a:pt x="6565472" y="8234163"/>
                  </a:lnTo>
                  <a:lnTo>
                    <a:pt x="6440076" y="8691800"/>
                  </a:lnTo>
                  <a:lnTo>
                    <a:pt x="6146825" y="8935390"/>
                  </a:lnTo>
                  <a:lnTo>
                    <a:pt x="6114605" y="10287000"/>
                  </a:lnTo>
                  <a:lnTo>
                    <a:pt x="5765740" y="10287000"/>
                  </a:lnTo>
                  <a:close/>
                </a:path>
                <a:path w="6597650" h="10287000">
                  <a:moveTo>
                    <a:pt x="6114605" y="10287000"/>
                  </a:moveTo>
                  <a:lnTo>
                    <a:pt x="6146825" y="8935390"/>
                  </a:lnTo>
                  <a:lnTo>
                    <a:pt x="6218550" y="9410009"/>
                  </a:lnTo>
                  <a:lnTo>
                    <a:pt x="6398607" y="9637858"/>
                  </a:lnTo>
                  <a:lnTo>
                    <a:pt x="6375927" y="10156412"/>
                  </a:lnTo>
                  <a:lnTo>
                    <a:pt x="6266688" y="10287000"/>
                  </a:lnTo>
                  <a:lnTo>
                    <a:pt x="6114605" y="10287000"/>
                  </a:lnTo>
                  <a:close/>
                </a:path>
                <a:path w="6597650" h="10287000">
                  <a:moveTo>
                    <a:pt x="0" y="0"/>
                  </a:moveTo>
                  <a:lnTo>
                    <a:pt x="6429258" y="0"/>
                  </a:lnTo>
                  <a:lnTo>
                    <a:pt x="6597088" y="518019"/>
                  </a:lnTo>
                  <a:lnTo>
                    <a:pt x="6417853" y="822550"/>
                  </a:lnTo>
                  <a:lnTo>
                    <a:pt x="6061365" y="1214490"/>
                  </a:lnTo>
                  <a:lnTo>
                    <a:pt x="6039868" y="2116281"/>
                  </a:lnTo>
                  <a:lnTo>
                    <a:pt x="6038517" y="2121440"/>
                  </a:lnTo>
                  <a:lnTo>
                    <a:pt x="6004166" y="3562442"/>
                  </a:lnTo>
                  <a:lnTo>
                    <a:pt x="5895663" y="3703079"/>
                  </a:lnTo>
                  <a:lnTo>
                    <a:pt x="5845591" y="5803579"/>
                  </a:lnTo>
                  <a:lnTo>
                    <a:pt x="5816481" y="5880751"/>
                  </a:lnTo>
                  <a:lnTo>
                    <a:pt x="5711445" y="10287000"/>
                  </a:lnTo>
                  <a:lnTo>
                    <a:pt x="0" y="10287000"/>
                  </a:lnTo>
                  <a:lnTo>
                    <a:pt x="0" y="0"/>
                  </a:lnTo>
                  <a:close/>
                </a:path>
                <a:path w="6597650" h="10287000">
                  <a:moveTo>
                    <a:pt x="6004166" y="3562442"/>
                  </a:moveTo>
                  <a:lnTo>
                    <a:pt x="6038517" y="2121440"/>
                  </a:lnTo>
                  <a:lnTo>
                    <a:pt x="6057010" y="2469009"/>
                  </a:lnTo>
                  <a:lnTo>
                    <a:pt x="6128148" y="2844610"/>
                  </a:lnTo>
                  <a:lnTo>
                    <a:pt x="6250666" y="3301278"/>
                  </a:lnTo>
                  <a:lnTo>
                    <a:pt x="6004166" y="3562442"/>
                  </a:lnTo>
                  <a:close/>
                </a:path>
                <a:path w="6597650" h="10287000">
                  <a:moveTo>
                    <a:pt x="6039868" y="2116281"/>
                  </a:moveTo>
                  <a:lnTo>
                    <a:pt x="6061365" y="1214490"/>
                  </a:lnTo>
                  <a:lnTo>
                    <a:pt x="6162843" y="1646826"/>
                  </a:lnTo>
                  <a:lnTo>
                    <a:pt x="6039868" y="2116281"/>
                  </a:lnTo>
                  <a:close/>
                </a:path>
                <a:path w="6597650" h="10287000">
                  <a:moveTo>
                    <a:pt x="5711445" y="10287000"/>
                  </a:moveTo>
                  <a:lnTo>
                    <a:pt x="5816481" y="5880751"/>
                  </a:lnTo>
                  <a:lnTo>
                    <a:pt x="6023253" y="6173110"/>
                  </a:lnTo>
                  <a:lnTo>
                    <a:pt x="5883171" y="6442953"/>
                  </a:lnTo>
                  <a:lnTo>
                    <a:pt x="5872277" y="6899931"/>
                  </a:lnTo>
                  <a:lnTo>
                    <a:pt x="5844659" y="6976361"/>
                  </a:lnTo>
                  <a:lnTo>
                    <a:pt x="5765740" y="10287000"/>
                  </a:lnTo>
                  <a:lnTo>
                    <a:pt x="5711445" y="10287000"/>
                  </a:lnTo>
                  <a:close/>
                </a:path>
                <a:path w="6597650" h="10287000">
                  <a:moveTo>
                    <a:pt x="5845591" y="5803579"/>
                  </a:moveTo>
                  <a:lnTo>
                    <a:pt x="5869811" y="4787575"/>
                  </a:lnTo>
                  <a:lnTo>
                    <a:pt x="5978477" y="5114200"/>
                  </a:lnTo>
                  <a:lnTo>
                    <a:pt x="6016055" y="5351674"/>
                  </a:lnTo>
                  <a:lnTo>
                    <a:pt x="5845591" y="5803579"/>
                  </a:lnTo>
                  <a:close/>
                </a:path>
                <a:path w="6597650" h="10287000">
                  <a:moveTo>
                    <a:pt x="5872277" y="6899931"/>
                  </a:moveTo>
                  <a:lnTo>
                    <a:pt x="5883171" y="6442953"/>
                  </a:lnTo>
                  <a:lnTo>
                    <a:pt x="5959078" y="6659721"/>
                  </a:lnTo>
                  <a:lnTo>
                    <a:pt x="5872277" y="6899931"/>
                  </a:lnTo>
                  <a:close/>
                </a:path>
                <a:path w="6597650" h="10287000">
                  <a:moveTo>
                    <a:pt x="5869811" y="4787575"/>
                  </a:moveTo>
                  <a:lnTo>
                    <a:pt x="5895663" y="3703079"/>
                  </a:lnTo>
                  <a:lnTo>
                    <a:pt x="5965906" y="4095610"/>
                  </a:lnTo>
                  <a:lnTo>
                    <a:pt x="5936776" y="4451870"/>
                  </a:lnTo>
                  <a:lnTo>
                    <a:pt x="5869811" y="4787575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6414770" cy="10287000"/>
            </a:xfrm>
            <a:custGeom>
              <a:avLst/>
              <a:gdLst/>
              <a:ahLst/>
              <a:cxnLst/>
              <a:rect l="l" t="t" r="r" b="b"/>
              <a:pathLst>
                <a:path w="6414770" h="10287000">
                  <a:moveTo>
                    <a:pt x="6072608" y="8554976"/>
                  </a:moveTo>
                  <a:lnTo>
                    <a:pt x="6096749" y="7542245"/>
                  </a:lnTo>
                  <a:lnTo>
                    <a:pt x="6414609" y="7884421"/>
                  </a:lnTo>
                  <a:lnTo>
                    <a:pt x="6413349" y="8225869"/>
                  </a:lnTo>
                  <a:lnTo>
                    <a:pt x="6072608" y="8554976"/>
                  </a:lnTo>
                  <a:close/>
                </a:path>
                <a:path w="6414770" h="10287000">
                  <a:moveTo>
                    <a:pt x="5913148" y="10287000"/>
                  </a:moveTo>
                  <a:lnTo>
                    <a:pt x="5951651" y="8671803"/>
                  </a:lnTo>
                  <a:lnTo>
                    <a:pt x="6022897" y="9145921"/>
                  </a:lnTo>
                  <a:lnTo>
                    <a:pt x="6202702" y="9374010"/>
                  </a:lnTo>
                  <a:lnTo>
                    <a:pt x="6208715" y="9905041"/>
                  </a:lnTo>
                  <a:lnTo>
                    <a:pt x="6065867" y="10208474"/>
                  </a:lnTo>
                  <a:lnTo>
                    <a:pt x="6032562" y="10287000"/>
                  </a:lnTo>
                  <a:lnTo>
                    <a:pt x="5913148" y="10287000"/>
                  </a:lnTo>
                  <a:close/>
                </a:path>
                <a:path w="6414770" h="10287000">
                  <a:moveTo>
                    <a:pt x="0" y="0"/>
                  </a:moveTo>
                  <a:lnTo>
                    <a:pt x="6319452" y="0"/>
                  </a:lnTo>
                  <a:lnTo>
                    <a:pt x="6401903" y="254925"/>
                  </a:lnTo>
                  <a:lnTo>
                    <a:pt x="6222668" y="559456"/>
                  </a:lnTo>
                  <a:lnTo>
                    <a:pt x="5866179" y="951395"/>
                  </a:lnTo>
                  <a:lnTo>
                    <a:pt x="5844664" y="1853976"/>
                  </a:lnTo>
                  <a:lnTo>
                    <a:pt x="5843314" y="1859081"/>
                  </a:lnTo>
                  <a:lnTo>
                    <a:pt x="5808963" y="3300083"/>
                  </a:lnTo>
                  <a:lnTo>
                    <a:pt x="5590503" y="3508360"/>
                  </a:lnTo>
                  <a:lnTo>
                    <a:pt x="5428913" y="10287000"/>
                  </a:lnTo>
                  <a:lnTo>
                    <a:pt x="0" y="10287000"/>
                  </a:lnTo>
                  <a:lnTo>
                    <a:pt x="0" y="0"/>
                  </a:lnTo>
                  <a:close/>
                </a:path>
                <a:path w="6414770" h="10287000">
                  <a:moveTo>
                    <a:pt x="5563546" y="10287000"/>
                  </a:moveTo>
                  <a:lnTo>
                    <a:pt x="5648743" y="6713003"/>
                  </a:lnTo>
                  <a:lnTo>
                    <a:pt x="5967264" y="6800684"/>
                  </a:lnTo>
                  <a:lnTo>
                    <a:pt x="6171736" y="7179218"/>
                  </a:lnTo>
                  <a:lnTo>
                    <a:pt x="6096749" y="7542245"/>
                  </a:lnTo>
                  <a:lnTo>
                    <a:pt x="6072608" y="8554976"/>
                  </a:lnTo>
                  <a:lnTo>
                    <a:pt x="5951651" y="8671803"/>
                  </a:lnTo>
                  <a:lnTo>
                    <a:pt x="5913148" y="10287000"/>
                  </a:lnTo>
                  <a:lnTo>
                    <a:pt x="5563546" y="10287000"/>
                  </a:lnTo>
                  <a:close/>
                </a:path>
                <a:path w="6414770" h="10287000">
                  <a:moveTo>
                    <a:pt x="5808963" y="3300083"/>
                  </a:moveTo>
                  <a:lnTo>
                    <a:pt x="5843314" y="1859081"/>
                  </a:lnTo>
                  <a:lnTo>
                    <a:pt x="5861807" y="2206650"/>
                  </a:lnTo>
                  <a:lnTo>
                    <a:pt x="5932951" y="2582005"/>
                  </a:lnTo>
                  <a:lnTo>
                    <a:pt x="6055709" y="3038925"/>
                  </a:lnTo>
                  <a:lnTo>
                    <a:pt x="5808963" y="3300083"/>
                  </a:lnTo>
                  <a:close/>
                </a:path>
                <a:path w="6414770" h="10287000">
                  <a:moveTo>
                    <a:pt x="5651115" y="5541658"/>
                  </a:moveTo>
                  <a:lnTo>
                    <a:pt x="5675373" y="4524007"/>
                  </a:lnTo>
                  <a:lnTo>
                    <a:pt x="5936306" y="4770489"/>
                  </a:lnTo>
                  <a:lnTo>
                    <a:pt x="5822103" y="5088362"/>
                  </a:lnTo>
                  <a:lnTo>
                    <a:pt x="5651115" y="5541658"/>
                  </a:lnTo>
                  <a:close/>
                </a:path>
                <a:path w="6414770" h="10287000">
                  <a:moveTo>
                    <a:pt x="5844664" y="1853976"/>
                  </a:moveTo>
                  <a:lnTo>
                    <a:pt x="5866179" y="951395"/>
                  </a:lnTo>
                  <a:lnTo>
                    <a:pt x="5968874" y="1384252"/>
                  </a:lnTo>
                  <a:lnTo>
                    <a:pt x="5844664" y="1853976"/>
                  </a:lnTo>
                  <a:close/>
                </a:path>
                <a:path w="6414770" h="10287000">
                  <a:moveTo>
                    <a:pt x="5511216" y="10287000"/>
                  </a:moveTo>
                  <a:lnTo>
                    <a:pt x="5622529" y="5617440"/>
                  </a:lnTo>
                  <a:lnTo>
                    <a:pt x="5829055" y="5909794"/>
                  </a:lnTo>
                  <a:lnTo>
                    <a:pt x="5689213" y="6179888"/>
                  </a:lnTo>
                  <a:lnTo>
                    <a:pt x="5678473" y="6630431"/>
                  </a:lnTo>
                  <a:lnTo>
                    <a:pt x="5648743" y="6713003"/>
                  </a:lnTo>
                  <a:lnTo>
                    <a:pt x="5563546" y="10287000"/>
                  </a:lnTo>
                  <a:lnTo>
                    <a:pt x="5511216" y="10287000"/>
                  </a:lnTo>
                  <a:close/>
                </a:path>
                <a:path w="6414770" h="10287000">
                  <a:moveTo>
                    <a:pt x="5428913" y="10287000"/>
                  </a:moveTo>
                  <a:lnTo>
                    <a:pt x="5590503" y="3508360"/>
                  </a:lnTo>
                  <a:lnTo>
                    <a:pt x="5769750" y="3832001"/>
                  </a:lnTo>
                  <a:lnTo>
                    <a:pt x="5839914" y="4341222"/>
                  </a:lnTo>
                  <a:lnTo>
                    <a:pt x="5675373" y="4524007"/>
                  </a:lnTo>
                  <a:lnTo>
                    <a:pt x="5651115" y="5541658"/>
                  </a:lnTo>
                  <a:lnTo>
                    <a:pt x="5622529" y="5617440"/>
                  </a:lnTo>
                  <a:lnTo>
                    <a:pt x="5511216" y="10287000"/>
                  </a:lnTo>
                  <a:lnTo>
                    <a:pt x="5428913" y="10287000"/>
                  </a:lnTo>
                  <a:close/>
                </a:path>
                <a:path w="6414770" h="10287000">
                  <a:moveTo>
                    <a:pt x="5678473" y="6630431"/>
                  </a:moveTo>
                  <a:lnTo>
                    <a:pt x="5689213" y="6179888"/>
                  </a:lnTo>
                  <a:lnTo>
                    <a:pt x="5763191" y="6395136"/>
                  </a:lnTo>
                  <a:lnTo>
                    <a:pt x="5678473" y="663043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6014720" cy="10287000"/>
            </a:xfrm>
            <a:custGeom>
              <a:avLst/>
              <a:gdLst/>
              <a:ahLst/>
              <a:cxnLst/>
              <a:rect l="l" t="t" r="r" b="b"/>
              <a:pathLst>
                <a:path w="6014720" h="10287000">
                  <a:moveTo>
                    <a:pt x="5672377" y="8545436"/>
                  </a:moveTo>
                  <a:lnTo>
                    <a:pt x="5696519" y="7532705"/>
                  </a:lnTo>
                  <a:lnTo>
                    <a:pt x="6014379" y="7874880"/>
                  </a:lnTo>
                  <a:lnTo>
                    <a:pt x="6013118" y="8216328"/>
                  </a:lnTo>
                  <a:lnTo>
                    <a:pt x="5672377" y="8545436"/>
                  </a:lnTo>
                  <a:close/>
                </a:path>
                <a:path w="6014720" h="10287000">
                  <a:moveTo>
                    <a:pt x="5512690" y="10287000"/>
                  </a:moveTo>
                  <a:lnTo>
                    <a:pt x="5551421" y="8662263"/>
                  </a:lnTo>
                  <a:lnTo>
                    <a:pt x="5623404" y="9136398"/>
                  </a:lnTo>
                  <a:lnTo>
                    <a:pt x="5803209" y="9364486"/>
                  </a:lnTo>
                  <a:lnTo>
                    <a:pt x="5808467" y="9896236"/>
                  </a:lnTo>
                  <a:lnTo>
                    <a:pt x="5665374" y="10199663"/>
                  </a:lnTo>
                  <a:lnTo>
                    <a:pt x="5595305" y="10287000"/>
                  </a:lnTo>
                  <a:lnTo>
                    <a:pt x="5512690" y="10287000"/>
                  </a:lnTo>
                  <a:close/>
                </a:path>
                <a:path w="6014720" h="10287000">
                  <a:moveTo>
                    <a:pt x="0" y="0"/>
                  </a:moveTo>
                  <a:lnTo>
                    <a:pt x="5930530" y="0"/>
                  </a:lnTo>
                  <a:lnTo>
                    <a:pt x="5964363" y="103558"/>
                  </a:lnTo>
                  <a:lnTo>
                    <a:pt x="6000953" y="244630"/>
                  </a:lnTo>
                  <a:lnTo>
                    <a:pt x="5988844" y="336827"/>
                  </a:lnTo>
                  <a:lnTo>
                    <a:pt x="5931097" y="680989"/>
                  </a:lnTo>
                  <a:lnTo>
                    <a:pt x="5444311" y="994157"/>
                  </a:lnTo>
                  <a:lnTo>
                    <a:pt x="5404484" y="2664891"/>
                  </a:lnTo>
                  <a:lnTo>
                    <a:pt x="5324774" y="2736511"/>
                  </a:lnTo>
                  <a:lnTo>
                    <a:pt x="5265714" y="2786954"/>
                  </a:lnTo>
                  <a:lnTo>
                    <a:pt x="5243661" y="3712051"/>
                  </a:lnTo>
                  <a:lnTo>
                    <a:pt x="5210221" y="3888432"/>
                  </a:lnTo>
                  <a:lnTo>
                    <a:pt x="5200739" y="4286203"/>
                  </a:lnTo>
                  <a:lnTo>
                    <a:pt x="5118467" y="4439488"/>
                  </a:lnTo>
                  <a:lnTo>
                    <a:pt x="4979074" y="10287000"/>
                  </a:lnTo>
                  <a:lnTo>
                    <a:pt x="0" y="10287000"/>
                  </a:lnTo>
                  <a:lnTo>
                    <a:pt x="0" y="0"/>
                  </a:lnTo>
                  <a:close/>
                </a:path>
                <a:path w="6014720" h="10287000">
                  <a:moveTo>
                    <a:pt x="5383954" y="10287000"/>
                  </a:moveTo>
                  <a:lnTo>
                    <a:pt x="5471313" y="6622298"/>
                  </a:lnTo>
                  <a:lnTo>
                    <a:pt x="5583476" y="6925914"/>
                  </a:lnTo>
                  <a:lnTo>
                    <a:pt x="5733478" y="7115952"/>
                  </a:lnTo>
                  <a:lnTo>
                    <a:pt x="5696519" y="7532705"/>
                  </a:lnTo>
                  <a:lnTo>
                    <a:pt x="5672377" y="8545436"/>
                  </a:lnTo>
                  <a:lnTo>
                    <a:pt x="5551421" y="8662263"/>
                  </a:lnTo>
                  <a:lnTo>
                    <a:pt x="5512690" y="10287000"/>
                  </a:lnTo>
                  <a:lnTo>
                    <a:pt x="5383954" y="10287000"/>
                  </a:lnTo>
                  <a:close/>
                </a:path>
                <a:path w="6014720" h="10287000">
                  <a:moveTo>
                    <a:pt x="5404484" y="2664891"/>
                  </a:moveTo>
                  <a:lnTo>
                    <a:pt x="5444311" y="994157"/>
                  </a:lnTo>
                  <a:lnTo>
                    <a:pt x="5464177" y="1045345"/>
                  </a:lnTo>
                  <a:lnTo>
                    <a:pt x="5507652" y="1162228"/>
                  </a:lnTo>
                  <a:lnTo>
                    <a:pt x="5550549" y="1289784"/>
                  </a:lnTo>
                  <a:lnTo>
                    <a:pt x="5568685" y="1372991"/>
                  </a:lnTo>
                  <a:lnTo>
                    <a:pt x="5568679" y="1406848"/>
                  </a:lnTo>
                  <a:lnTo>
                    <a:pt x="5570750" y="1455645"/>
                  </a:lnTo>
                  <a:lnTo>
                    <a:pt x="5581175" y="1631916"/>
                  </a:lnTo>
                  <a:lnTo>
                    <a:pt x="5583305" y="1680715"/>
                  </a:lnTo>
                  <a:lnTo>
                    <a:pt x="5583390" y="1714574"/>
                  </a:lnTo>
                  <a:lnTo>
                    <a:pt x="5604710" y="1786072"/>
                  </a:lnTo>
                  <a:lnTo>
                    <a:pt x="5654376" y="1887864"/>
                  </a:lnTo>
                  <a:lnTo>
                    <a:pt x="5704572" y="1978983"/>
                  </a:lnTo>
                  <a:lnTo>
                    <a:pt x="5727485" y="2018460"/>
                  </a:lnTo>
                  <a:lnTo>
                    <a:pt x="5680355" y="2282450"/>
                  </a:lnTo>
                  <a:lnTo>
                    <a:pt x="5661652" y="2378759"/>
                  </a:lnTo>
                  <a:lnTo>
                    <a:pt x="5591371" y="2482551"/>
                  </a:lnTo>
                  <a:lnTo>
                    <a:pt x="5456202" y="2618423"/>
                  </a:lnTo>
                  <a:lnTo>
                    <a:pt x="5404484" y="2664891"/>
                  </a:lnTo>
                  <a:close/>
                </a:path>
                <a:path w="6014720" h="10287000">
                  <a:moveTo>
                    <a:pt x="5286911" y="10287000"/>
                  </a:moveTo>
                  <a:lnTo>
                    <a:pt x="5401869" y="5464534"/>
                  </a:lnTo>
                  <a:lnTo>
                    <a:pt x="5427825" y="5900966"/>
                  </a:lnTo>
                  <a:lnTo>
                    <a:pt x="5525204" y="6185805"/>
                  </a:lnTo>
                  <a:lnTo>
                    <a:pt x="5515517" y="6375720"/>
                  </a:lnTo>
                  <a:lnTo>
                    <a:pt x="5471313" y="6622298"/>
                  </a:lnTo>
                  <a:lnTo>
                    <a:pt x="5383954" y="10287000"/>
                  </a:lnTo>
                  <a:lnTo>
                    <a:pt x="5290135" y="10287000"/>
                  </a:lnTo>
                  <a:lnTo>
                    <a:pt x="5286911" y="10287000"/>
                  </a:lnTo>
                  <a:close/>
                </a:path>
                <a:path w="6014720" h="10287000">
                  <a:moveTo>
                    <a:pt x="4979074" y="10287000"/>
                  </a:moveTo>
                  <a:lnTo>
                    <a:pt x="5118467" y="4439488"/>
                  </a:lnTo>
                  <a:lnTo>
                    <a:pt x="5458830" y="4971364"/>
                  </a:lnTo>
                  <a:lnTo>
                    <a:pt x="5401869" y="5464534"/>
                  </a:lnTo>
                  <a:lnTo>
                    <a:pt x="5286911" y="10287000"/>
                  </a:lnTo>
                  <a:lnTo>
                    <a:pt x="4979074" y="10287000"/>
                  </a:lnTo>
                  <a:close/>
                </a:path>
                <a:path w="6014720" h="10287000">
                  <a:moveTo>
                    <a:pt x="5243661" y="3712051"/>
                  </a:moveTo>
                  <a:lnTo>
                    <a:pt x="5265714" y="2786954"/>
                  </a:lnTo>
                  <a:lnTo>
                    <a:pt x="5387232" y="3223699"/>
                  </a:lnTo>
                  <a:lnTo>
                    <a:pt x="5275135" y="3546045"/>
                  </a:lnTo>
                  <a:lnTo>
                    <a:pt x="5243661" y="3712051"/>
                  </a:lnTo>
                  <a:close/>
                </a:path>
                <a:path w="6014720" h="10287000">
                  <a:moveTo>
                    <a:pt x="5200739" y="4286203"/>
                  </a:moveTo>
                  <a:lnTo>
                    <a:pt x="5210221" y="3888432"/>
                  </a:lnTo>
                  <a:lnTo>
                    <a:pt x="5312319" y="4078310"/>
                  </a:lnTo>
                  <a:lnTo>
                    <a:pt x="5200739" y="4286203"/>
                  </a:lnTo>
                  <a:close/>
                </a:path>
              </a:pathLst>
            </a:custGeom>
            <a:solidFill>
              <a:srgbClr val="FFD04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0675" y="3601344"/>
              <a:ext cx="6448424" cy="3228974"/>
            </a:xfrm>
            <a:prstGeom prst="rect">
              <a:avLst/>
            </a:prstGeom>
          </p:spPr>
        </p:pic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34206" rIns="0" bIns="0" rtlCol="0" vert="horz">
            <a:spAutoFit/>
          </a:bodyPr>
          <a:lstStyle/>
          <a:p>
            <a:pPr marL="5807710">
              <a:lnSpc>
                <a:spcPct val="100000"/>
              </a:lnSpc>
              <a:spcBef>
                <a:spcPts val="100"/>
              </a:spcBef>
            </a:pPr>
            <a:r>
              <a:rPr dirty="0" sz="5000" spc="-10" b="0">
                <a:solidFill>
                  <a:srgbClr val="5460A8"/>
                </a:solidFill>
                <a:latin typeface="Comic Sans MS"/>
                <a:cs typeface="Comic Sans MS"/>
              </a:rPr>
              <a:t>WHALING</a:t>
            </a:r>
            <a:endParaRPr sz="5000">
              <a:latin typeface="Comic Sans MS"/>
              <a:cs typeface="Comic Sans MS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322050" y="2727525"/>
            <a:ext cx="114300" cy="11429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7601351" y="2511619"/>
            <a:ext cx="10162540" cy="74739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A</a:t>
            </a:r>
            <a:r>
              <a:rPr dirty="0" sz="2500" spc="15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 spc="-20">
                <a:solidFill>
                  <a:srgbClr val="5460A8"/>
                </a:solidFill>
                <a:latin typeface="Comic Sans MS"/>
                <a:cs typeface="Comic Sans MS"/>
              </a:rPr>
              <a:t>whale-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phishing</a:t>
            </a:r>
            <a:r>
              <a:rPr dirty="0" sz="2500" spc="16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attack</a:t>
            </a:r>
            <a:r>
              <a:rPr dirty="0" sz="2500" spc="16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is</a:t>
            </a:r>
            <a:r>
              <a:rPr dirty="0" sz="2500" spc="16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 spc="-10">
                <a:solidFill>
                  <a:srgbClr val="5460A8"/>
                </a:solidFill>
                <a:latin typeface="Comic Sans MS"/>
                <a:cs typeface="Comic Sans MS"/>
              </a:rPr>
              <a:t>so-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named</a:t>
            </a:r>
            <a:r>
              <a:rPr dirty="0" sz="2500" spc="16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because</a:t>
            </a:r>
            <a:r>
              <a:rPr dirty="0" sz="2500" spc="16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it</a:t>
            </a:r>
            <a:r>
              <a:rPr dirty="0" sz="2500" spc="16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goes</a:t>
            </a:r>
            <a:r>
              <a:rPr dirty="0" sz="2500" spc="16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after</a:t>
            </a:r>
            <a:r>
              <a:rPr dirty="0" sz="2500" spc="15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the</a:t>
            </a:r>
            <a:r>
              <a:rPr dirty="0" sz="2500" spc="16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 spc="-20">
                <a:solidFill>
                  <a:srgbClr val="5460A8"/>
                </a:solidFill>
                <a:latin typeface="Comic Sans MS"/>
                <a:cs typeface="Comic Sans MS"/>
              </a:rPr>
              <a:t>“big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fish”</a:t>
            </a:r>
            <a:r>
              <a:rPr dirty="0" sz="2500" spc="28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or</a:t>
            </a:r>
            <a:r>
              <a:rPr dirty="0" sz="2500" spc="29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whales</a:t>
            </a:r>
            <a:r>
              <a:rPr dirty="0" sz="2500" spc="29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of</a:t>
            </a:r>
            <a:r>
              <a:rPr dirty="0" sz="2500" spc="29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an</a:t>
            </a:r>
            <a:r>
              <a:rPr dirty="0" sz="2500" spc="29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organization,</a:t>
            </a:r>
            <a:r>
              <a:rPr dirty="0" sz="2500" spc="28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which</a:t>
            </a:r>
            <a:r>
              <a:rPr dirty="0" sz="2500" spc="29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typically</a:t>
            </a:r>
            <a:r>
              <a:rPr dirty="0" sz="2500" spc="29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include</a:t>
            </a:r>
            <a:r>
              <a:rPr dirty="0" sz="2500" spc="29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those</a:t>
            </a:r>
            <a:r>
              <a:rPr dirty="0" sz="2500" spc="29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 spc="-25">
                <a:solidFill>
                  <a:srgbClr val="5460A8"/>
                </a:solidFill>
                <a:latin typeface="Comic Sans MS"/>
                <a:cs typeface="Comic Sans MS"/>
              </a:rPr>
              <a:t>in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the</a:t>
            </a:r>
            <a:r>
              <a:rPr dirty="0" sz="2500" spc="-4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 spc="-20">
                <a:solidFill>
                  <a:srgbClr val="5460A8"/>
                </a:solidFill>
                <a:latin typeface="Comic Sans MS"/>
                <a:cs typeface="Comic Sans MS"/>
              </a:rPr>
              <a:t>C-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suite</a:t>
            </a:r>
            <a:r>
              <a:rPr dirty="0" sz="2500" spc="-3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or</a:t>
            </a:r>
            <a:r>
              <a:rPr dirty="0" sz="2500" spc="-3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others</a:t>
            </a:r>
            <a:r>
              <a:rPr dirty="0" sz="2500" spc="-3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in</a:t>
            </a:r>
            <a:r>
              <a:rPr dirty="0" sz="2500" spc="-3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charge</a:t>
            </a:r>
            <a:r>
              <a:rPr dirty="0" sz="2500" spc="-3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of</a:t>
            </a:r>
            <a:r>
              <a:rPr dirty="0" sz="2500" spc="-3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the</a:t>
            </a:r>
            <a:r>
              <a:rPr dirty="0" sz="2500" spc="-4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 spc="-10">
                <a:solidFill>
                  <a:srgbClr val="5460A8"/>
                </a:solidFill>
                <a:latin typeface="Comic Sans MS"/>
                <a:cs typeface="Comic Sans MS"/>
              </a:rPr>
              <a:t>organization.</a:t>
            </a:r>
            <a:endParaRPr sz="2500">
              <a:latin typeface="Comic Sans MS"/>
              <a:cs typeface="Comic Sans MS"/>
            </a:endParaRPr>
          </a:p>
          <a:p>
            <a:pPr algn="just" marL="12700" marR="5080">
              <a:lnSpc>
                <a:spcPct val="114999"/>
              </a:lnSpc>
              <a:spcBef>
                <a:spcPts val="3450"/>
              </a:spcBef>
            </a:pP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These</a:t>
            </a:r>
            <a:r>
              <a:rPr dirty="0" sz="2500" spc="1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individuals</a:t>
            </a:r>
            <a:r>
              <a:rPr dirty="0" sz="2500" spc="1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are</a:t>
            </a:r>
            <a:r>
              <a:rPr dirty="0" sz="2500" spc="1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likely</a:t>
            </a:r>
            <a:r>
              <a:rPr dirty="0" sz="2500" spc="1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to</a:t>
            </a:r>
            <a:r>
              <a:rPr dirty="0" sz="2500" spc="1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possess</a:t>
            </a:r>
            <a:r>
              <a:rPr dirty="0" sz="2500" spc="1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information</a:t>
            </a:r>
            <a:r>
              <a:rPr dirty="0" sz="2500" spc="1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that</a:t>
            </a:r>
            <a:r>
              <a:rPr dirty="0" sz="2500" spc="1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can</a:t>
            </a:r>
            <a:r>
              <a:rPr dirty="0" sz="2500" spc="1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500" spc="-25">
                <a:solidFill>
                  <a:srgbClr val="5460A8"/>
                </a:solidFill>
                <a:latin typeface="Comic Sans MS"/>
                <a:cs typeface="Comic Sans MS"/>
              </a:rPr>
              <a:t>be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valuable</a:t>
            </a:r>
            <a:r>
              <a:rPr dirty="0" sz="2500" spc="55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to</a:t>
            </a:r>
            <a:r>
              <a:rPr dirty="0" sz="2500" spc="55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attackers,</a:t>
            </a:r>
            <a:r>
              <a:rPr dirty="0" sz="2500" spc="55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such</a:t>
            </a:r>
            <a:r>
              <a:rPr dirty="0" sz="2500" spc="55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as</a:t>
            </a:r>
            <a:r>
              <a:rPr dirty="0" sz="2500" spc="55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proprietary</a:t>
            </a:r>
            <a:r>
              <a:rPr dirty="0" sz="2500" spc="55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information</a:t>
            </a:r>
            <a:r>
              <a:rPr dirty="0" sz="2500" spc="55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about</a:t>
            </a:r>
            <a:r>
              <a:rPr dirty="0" sz="2500" spc="55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 spc="-25">
                <a:solidFill>
                  <a:srgbClr val="5460A8"/>
                </a:solidFill>
                <a:latin typeface="Comic Sans MS"/>
                <a:cs typeface="Comic Sans MS"/>
              </a:rPr>
              <a:t>the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business</a:t>
            </a:r>
            <a:r>
              <a:rPr dirty="0" sz="2500" spc="-3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or</a:t>
            </a:r>
            <a:r>
              <a:rPr dirty="0" sz="2500" spc="-3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its</a:t>
            </a:r>
            <a:r>
              <a:rPr dirty="0" sz="2500" spc="-3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 spc="-10">
                <a:solidFill>
                  <a:srgbClr val="5460A8"/>
                </a:solidFill>
                <a:latin typeface="Comic Sans MS"/>
                <a:cs typeface="Comic Sans MS"/>
              </a:rPr>
              <a:t>operations.</a:t>
            </a:r>
            <a:endParaRPr sz="2500">
              <a:latin typeface="Comic Sans MS"/>
              <a:cs typeface="Comic Sans MS"/>
            </a:endParaRPr>
          </a:p>
          <a:p>
            <a:pPr algn="just" marL="12700" marR="5080">
              <a:lnSpc>
                <a:spcPct val="114999"/>
              </a:lnSpc>
              <a:spcBef>
                <a:spcPts val="3450"/>
              </a:spcBef>
            </a:pP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If</a:t>
            </a:r>
            <a:r>
              <a:rPr dirty="0" sz="2500" spc="28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a</a:t>
            </a:r>
            <a:r>
              <a:rPr dirty="0" sz="2500" spc="28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targeted</a:t>
            </a:r>
            <a:r>
              <a:rPr dirty="0" sz="2500" spc="28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“whale”</a:t>
            </a:r>
            <a:r>
              <a:rPr dirty="0" sz="2500" spc="28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downloads</a:t>
            </a:r>
            <a:r>
              <a:rPr dirty="0" sz="2500" spc="29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ransomware,</a:t>
            </a:r>
            <a:r>
              <a:rPr dirty="0" sz="2500" spc="28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they</a:t>
            </a:r>
            <a:r>
              <a:rPr dirty="0" sz="2500" spc="28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are</a:t>
            </a:r>
            <a:r>
              <a:rPr dirty="0" sz="2500" spc="28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more</a:t>
            </a:r>
            <a:r>
              <a:rPr dirty="0" sz="2500" spc="29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 spc="-10">
                <a:solidFill>
                  <a:srgbClr val="5460A8"/>
                </a:solidFill>
                <a:latin typeface="Comic Sans MS"/>
                <a:cs typeface="Comic Sans MS"/>
              </a:rPr>
              <a:t>likely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to</a:t>
            </a:r>
            <a:r>
              <a:rPr dirty="0" sz="2500" spc="30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pay</a:t>
            </a:r>
            <a:r>
              <a:rPr dirty="0" sz="2500" spc="31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the</a:t>
            </a:r>
            <a:r>
              <a:rPr dirty="0" sz="2500" spc="31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ransom</a:t>
            </a:r>
            <a:r>
              <a:rPr dirty="0" sz="2500" spc="31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to</a:t>
            </a:r>
            <a:r>
              <a:rPr dirty="0" sz="2500" spc="31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prevent</a:t>
            </a:r>
            <a:r>
              <a:rPr dirty="0" sz="2500" spc="30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news</a:t>
            </a:r>
            <a:r>
              <a:rPr dirty="0" sz="2500" spc="31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of</a:t>
            </a:r>
            <a:r>
              <a:rPr dirty="0" sz="2500" spc="31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the</a:t>
            </a:r>
            <a:r>
              <a:rPr dirty="0" sz="2500" spc="31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successful</a:t>
            </a:r>
            <a:r>
              <a:rPr dirty="0" sz="2500" spc="31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attack</a:t>
            </a:r>
            <a:r>
              <a:rPr dirty="0" sz="2500" spc="30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 spc="-20">
                <a:solidFill>
                  <a:srgbClr val="5460A8"/>
                </a:solidFill>
                <a:latin typeface="Comic Sans MS"/>
                <a:cs typeface="Comic Sans MS"/>
              </a:rPr>
              <a:t>from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getting</a:t>
            </a:r>
            <a:r>
              <a:rPr dirty="0" sz="2500" spc="38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out</a:t>
            </a:r>
            <a:r>
              <a:rPr dirty="0" sz="2500" spc="39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and</a:t>
            </a:r>
            <a:r>
              <a:rPr dirty="0" sz="2500" spc="38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damaging</a:t>
            </a:r>
            <a:r>
              <a:rPr dirty="0" sz="2500" spc="39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their</a:t>
            </a:r>
            <a:r>
              <a:rPr dirty="0" sz="2500" spc="39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reputation</a:t>
            </a:r>
            <a:r>
              <a:rPr dirty="0" sz="2500" spc="38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or</a:t>
            </a:r>
            <a:r>
              <a:rPr dirty="0" sz="2500" spc="39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that</a:t>
            </a:r>
            <a:r>
              <a:rPr dirty="0" sz="2500" spc="38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of</a:t>
            </a:r>
            <a:r>
              <a:rPr dirty="0" sz="2500" spc="39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500" spc="-25">
                <a:solidFill>
                  <a:srgbClr val="5460A8"/>
                </a:solidFill>
                <a:latin typeface="Comic Sans MS"/>
                <a:cs typeface="Comic Sans MS"/>
              </a:rPr>
              <a:t>the </a:t>
            </a:r>
            <a:r>
              <a:rPr dirty="0" sz="2500" spc="-10">
                <a:solidFill>
                  <a:srgbClr val="5460A8"/>
                </a:solidFill>
                <a:latin typeface="Comic Sans MS"/>
                <a:cs typeface="Comic Sans MS"/>
              </a:rPr>
              <a:t>organization.</a:t>
            </a:r>
            <a:endParaRPr sz="2500">
              <a:latin typeface="Comic Sans MS"/>
              <a:cs typeface="Comic Sans MS"/>
            </a:endParaRPr>
          </a:p>
          <a:p>
            <a:pPr algn="just" marL="12700" marR="5080">
              <a:lnSpc>
                <a:spcPct val="114999"/>
              </a:lnSpc>
              <a:spcBef>
                <a:spcPts val="3450"/>
              </a:spcBef>
            </a:pPr>
            <a:r>
              <a:rPr dirty="0" sz="2500" spc="-20">
                <a:solidFill>
                  <a:srgbClr val="5460A8"/>
                </a:solidFill>
                <a:latin typeface="Comic Sans MS"/>
                <a:cs typeface="Comic Sans MS"/>
              </a:rPr>
              <a:t>Whale-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phishing</a:t>
            </a:r>
            <a:r>
              <a:rPr dirty="0" sz="2500" spc="19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attacks</a:t>
            </a:r>
            <a:r>
              <a:rPr dirty="0" sz="2500" spc="19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can</a:t>
            </a:r>
            <a:r>
              <a:rPr dirty="0" sz="2500" spc="19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be</a:t>
            </a:r>
            <a:r>
              <a:rPr dirty="0" sz="2500" spc="19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prevented</a:t>
            </a:r>
            <a:r>
              <a:rPr dirty="0" sz="2500" spc="19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by</a:t>
            </a:r>
            <a:r>
              <a:rPr dirty="0" sz="2500" spc="19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taking</a:t>
            </a:r>
            <a:r>
              <a:rPr dirty="0" sz="2500" spc="19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the</a:t>
            </a:r>
            <a:r>
              <a:rPr dirty="0" sz="2500" spc="19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same</a:t>
            </a:r>
            <a:r>
              <a:rPr dirty="0" sz="2500" spc="19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 spc="-10">
                <a:solidFill>
                  <a:srgbClr val="5460A8"/>
                </a:solidFill>
                <a:latin typeface="Comic Sans MS"/>
                <a:cs typeface="Comic Sans MS"/>
              </a:rPr>
              <a:t>kinds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of</a:t>
            </a:r>
            <a:r>
              <a:rPr dirty="0" sz="2500" spc="-4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precautions</a:t>
            </a:r>
            <a:r>
              <a:rPr dirty="0" sz="2500" spc="-4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to</a:t>
            </a:r>
            <a:r>
              <a:rPr dirty="0" sz="2500" spc="-4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avoid</a:t>
            </a:r>
            <a:r>
              <a:rPr dirty="0" sz="2500" spc="-4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phishing</a:t>
            </a:r>
            <a:r>
              <a:rPr dirty="0" sz="2500" spc="-3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attacks,</a:t>
            </a:r>
            <a:r>
              <a:rPr dirty="0" sz="2500" spc="-4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such</a:t>
            </a:r>
            <a:r>
              <a:rPr dirty="0" sz="2500" spc="-4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as</a:t>
            </a:r>
            <a:r>
              <a:rPr dirty="0" sz="2500" spc="-4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carefully</a:t>
            </a:r>
            <a:r>
              <a:rPr dirty="0" sz="2500" spc="-3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 spc="-10">
                <a:solidFill>
                  <a:srgbClr val="5460A8"/>
                </a:solidFill>
                <a:latin typeface="Comic Sans MS"/>
                <a:cs typeface="Comic Sans MS"/>
              </a:rPr>
              <a:t>examining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emails</a:t>
            </a:r>
            <a:r>
              <a:rPr dirty="0" sz="2500" spc="12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and</a:t>
            </a:r>
            <a:r>
              <a:rPr dirty="0" sz="2500" spc="13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the</a:t>
            </a:r>
            <a:r>
              <a:rPr dirty="0" sz="2500" spc="13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attachments</a:t>
            </a:r>
            <a:r>
              <a:rPr dirty="0" sz="2500" spc="12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and</a:t>
            </a:r>
            <a:r>
              <a:rPr dirty="0" sz="2500" spc="13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links</a:t>
            </a:r>
            <a:r>
              <a:rPr dirty="0" sz="2500" spc="13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that</a:t>
            </a:r>
            <a:r>
              <a:rPr dirty="0" sz="2500" spc="12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come</a:t>
            </a:r>
            <a:r>
              <a:rPr dirty="0" sz="2500" spc="13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with</a:t>
            </a:r>
            <a:r>
              <a:rPr dirty="0" sz="2500" spc="13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them,</a:t>
            </a:r>
            <a:r>
              <a:rPr dirty="0" sz="2500" spc="12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 spc="-10">
                <a:solidFill>
                  <a:srgbClr val="5460A8"/>
                </a:solidFill>
                <a:latin typeface="Comic Sans MS"/>
                <a:cs typeface="Comic Sans MS"/>
              </a:rPr>
              <a:t>keeping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an</a:t>
            </a:r>
            <a:r>
              <a:rPr dirty="0" sz="2500" spc="-4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eye</a:t>
            </a:r>
            <a:r>
              <a:rPr dirty="0" sz="2500" spc="-4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out</a:t>
            </a:r>
            <a:r>
              <a:rPr dirty="0" sz="2500" spc="-4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for</a:t>
            </a:r>
            <a:r>
              <a:rPr dirty="0" sz="2500" spc="-4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suspicious</a:t>
            </a:r>
            <a:r>
              <a:rPr dirty="0" sz="2500" spc="-4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destinations</a:t>
            </a:r>
            <a:r>
              <a:rPr dirty="0" sz="2500" spc="-4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or</a:t>
            </a:r>
            <a:r>
              <a:rPr dirty="0" sz="2500" spc="-3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 spc="-10">
                <a:solidFill>
                  <a:srgbClr val="5460A8"/>
                </a:solidFill>
                <a:latin typeface="Comic Sans MS"/>
                <a:cs typeface="Comic Sans MS"/>
              </a:rPr>
              <a:t>parameters.</a:t>
            </a:r>
            <a:endParaRPr sz="2500">
              <a:latin typeface="Comic Sans MS"/>
              <a:cs typeface="Comic Sans MS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322050" y="4480125"/>
            <a:ext cx="114300" cy="11429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322050" y="6232725"/>
            <a:ext cx="114300" cy="11429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322050" y="8423475"/>
            <a:ext cx="114300" cy="114298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6240780" cy="10287000"/>
            <a:chOff x="0" y="0"/>
            <a:chExt cx="6240780" cy="102870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6240780" cy="10287000"/>
            </a:xfrm>
            <a:custGeom>
              <a:avLst/>
              <a:gdLst/>
              <a:ahLst/>
              <a:cxnLst/>
              <a:rect l="l" t="t" r="r" b="b"/>
              <a:pathLst>
                <a:path w="6240780" h="10287000">
                  <a:moveTo>
                    <a:pt x="5417810" y="10287000"/>
                  </a:moveTo>
                  <a:lnTo>
                    <a:pt x="5487821" y="7350025"/>
                  </a:lnTo>
                  <a:lnTo>
                    <a:pt x="5802130" y="7562895"/>
                  </a:lnTo>
                  <a:lnTo>
                    <a:pt x="5910880" y="7824176"/>
                  </a:lnTo>
                  <a:lnTo>
                    <a:pt x="5935085" y="8179496"/>
                  </a:lnTo>
                  <a:lnTo>
                    <a:pt x="6208634" y="8607827"/>
                  </a:lnTo>
                  <a:lnTo>
                    <a:pt x="6083239" y="9065464"/>
                  </a:lnTo>
                  <a:lnTo>
                    <a:pt x="5789987" y="9309054"/>
                  </a:lnTo>
                  <a:lnTo>
                    <a:pt x="5766675" y="10287000"/>
                  </a:lnTo>
                  <a:lnTo>
                    <a:pt x="5417810" y="10287000"/>
                  </a:lnTo>
                  <a:close/>
                </a:path>
                <a:path w="6240780" h="10287000">
                  <a:moveTo>
                    <a:pt x="5766675" y="10287000"/>
                  </a:moveTo>
                  <a:lnTo>
                    <a:pt x="5789987" y="9309054"/>
                  </a:lnTo>
                  <a:lnTo>
                    <a:pt x="5861713" y="9783673"/>
                  </a:lnTo>
                  <a:lnTo>
                    <a:pt x="6041769" y="10011522"/>
                  </a:lnTo>
                  <a:lnTo>
                    <a:pt x="6029721" y="10287000"/>
                  </a:lnTo>
                  <a:lnTo>
                    <a:pt x="5766675" y="10287000"/>
                  </a:lnTo>
                  <a:close/>
                </a:path>
                <a:path w="6240780" h="10287000">
                  <a:moveTo>
                    <a:pt x="5969938" y="1296349"/>
                  </a:moveTo>
                  <a:lnTo>
                    <a:pt x="5997449" y="142261"/>
                  </a:lnTo>
                  <a:lnTo>
                    <a:pt x="6240251" y="891683"/>
                  </a:lnTo>
                  <a:lnTo>
                    <a:pt x="6061015" y="1196215"/>
                  </a:lnTo>
                  <a:lnTo>
                    <a:pt x="5969938" y="1296349"/>
                  </a:lnTo>
                  <a:close/>
                </a:path>
                <a:path w="6240780" h="10287000">
                  <a:moveTo>
                    <a:pt x="0" y="0"/>
                  </a:moveTo>
                  <a:lnTo>
                    <a:pt x="6058018" y="0"/>
                  </a:lnTo>
                  <a:lnTo>
                    <a:pt x="5997449" y="142261"/>
                  </a:lnTo>
                  <a:lnTo>
                    <a:pt x="5969938" y="1296349"/>
                  </a:lnTo>
                  <a:lnTo>
                    <a:pt x="5704527" y="1588154"/>
                  </a:lnTo>
                  <a:lnTo>
                    <a:pt x="5683030" y="2489945"/>
                  </a:lnTo>
                  <a:lnTo>
                    <a:pt x="5681679" y="2495104"/>
                  </a:lnTo>
                  <a:lnTo>
                    <a:pt x="5647329" y="3936106"/>
                  </a:lnTo>
                  <a:lnTo>
                    <a:pt x="5538825" y="4076743"/>
                  </a:lnTo>
                  <a:lnTo>
                    <a:pt x="5488753" y="6177243"/>
                  </a:lnTo>
                  <a:lnTo>
                    <a:pt x="5459643" y="6254415"/>
                  </a:lnTo>
                  <a:lnTo>
                    <a:pt x="5363515" y="10287000"/>
                  </a:lnTo>
                  <a:lnTo>
                    <a:pt x="0" y="10287000"/>
                  </a:lnTo>
                  <a:lnTo>
                    <a:pt x="0" y="0"/>
                  </a:lnTo>
                  <a:close/>
                </a:path>
                <a:path w="6240780" h="10287000">
                  <a:moveTo>
                    <a:pt x="5647329" y="3936106"/>
                  </a:moveTo>
                  <a:lnTo>
                    <a:pt x="5681679" y="2495104"/>
                  </a:lnTo>
                  <a:lnTo>
                    <a:pt x="5700173" y="2842673"/>
                  </a:lnTo>
                  <a:lnTo>
                    <a:pt x="5771311" y="3218274"/>
                  </a:lnTo>
                  <a:lnTo>
                    <a:pt x="5893829" y="3674942"/>
                  </a:lnTo>
                  <a:lnTo>
                    <a:pt x="5647329" y="3936106"/>
                  </a:lnTo>
                  <a:close/>
                </a:path>
                <a:path w="6240780" h="10287000">
                  <a:moveTo>
                    <a:pt x="5683030" y="2489945"/>
                  </a:moveTo>
                  <a:lnTo>
                    <a:pt x="5704527" y="1588154"/>
                  </a:lnTo>
                  <a:lnTo>
                    <a:pt x="5806005" y="2020490"/>
                  </a:lnTo>
                  <a:lnTo>
                    <a:pt x="5683030" y="2489945"/>
                  </a:lnTo>
                  <a:close/>
                </a:path>
                <a:path w="6240780" h="10287000">
                  <a:moveTo>
                    <a:pt x="5363515" y="10287000"/>
                  </a:moveTo>
                  <a:lnTo>
                    <a:pt x="5459643" y="6254415"/>
                  </a:lnTo>
                  <a:lnTo>
                    <a:pt x="5666415" y="6546774"/>
                  </a:lnTo>
                  <a:lnTo>
                    <a:pt x="5526333" y="6816617"/>
                  </a:lnTo>
                  <a:lnTo>
                    <a:pt x="5515440" y="7273595"/>
                  </a:lnTo>
                  <a:lnTo>
                    <a:pt x="5487821" y="7350025"/>
                  </a:lnTo>
                  <a:lnTo>
                    <a:pt x="5417810" y="10287000"/>
                  </a:lnTo>
                  <a:lnTo>
                    <a:pt x="5363515" y="10287000"/>
                  </a:lnTo>
                  <a:close/>
                </a:path>
                <a:path w="6240780" h="10287000">
                  <a:moveTo>
                    <a:pt x="5488753" y="6177243"/>
                  </a:moveTo>
                  <a:lnTo>
                    <a:pt x="5512973" y="5161239"/>
                  </a:lnTo>
                  <a:lnTo>
                    <a:pt x="5621639" y="5487864"/>
                  </a:lnTo>
                  <a:lnTo>
                    <a:pt x="5659218" y="5725338"/>
                  </a:lnTo>
                  <a:lnTo>
                    <a:pt x="5488753" y="6177243"/>
                  </a:lnTo>
                  <a:close/>
                </a:path>
                <a:path w="6240780" h="10287000">
                  <a:moveTo>
                    <a:pt x="5515440" y="7273595"/>
                  </a:moveTo>
                  <a:lnTo>
                    <a:pt x="5526333" y="6816617"/>
                  </a:lnTo>
                  <a:lnTo>
                    <a:pt x="5602240" y="7033385"/>
                  </a:lnTo>
                  <a:lnTo>
                    <a:pt x="5515440" y="7273595"/>
                  </a:lnTo>
                  <a:close/>
                </a:path>
                <a:path w="6240780" h="10287000">
                  <a:moveTo>
                    <a:pt x="5512973" y="5161239"/>
                  </a:moveTo>
                  <a:lnTo>
                    <a:pt x="5538825" y="4076743"/>
                  </a:lnTo>
                  <a:lnTo>
                    <a:pt x="5609068" y="4469274"/>
                  </a:lnTo>
                  <a:lnTo>
                    <a:pt x="5579939" y="4825534"/>
                  </a:lnTo>
                  <a:lnTo>
                    <a:pt x="5512973" y="5161239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6057900" cy="10287000"/>
            </a:xfrm>
            <a:custGeom>
              <a:avLst/>
              <a:gdLst/>
              <a:ahLst/>
              <a:cxnLst/>
              <a:rect l="l" t="t" r="r" b="b"/>
              <a:pathLst>
                <a:path w="6057900" h="10287000">
                  <a:moveTo>
                    <a:pt x="5715770" y="8928640"/>
                  </a:moveTo>
                  <a:lnTo>
                    <a:pt x="5739911" y="7915910"/>
                  </a:lnTo>
                  <a:lnTo>
                    <a:pt x="6057771" y="8258085"/>
                  </a:lnTo>
                  <a:lnTo>
                    <a:pt x="6056511" y="8599533"/>
                  </a:lnTo>
                  <a:lnTo>
                    <a:pt x="5715770" y="8928640"/>
                  </a:lnTo>
                  <a:close/>
                </a:path>
                <a:path w="6057900" h="10287000">
                  <a:moveTo>
                    <a:pt x="5565218" y="10287000"/>
                  </a:moveTo>
                  <a:lnTo>
                    <a:pt x="5594813" y="9045467"/>
                  </a:lnTo>
                  <a:lnTo>
                    <a:pt x="5666059" y="9519585"/>
                  </a:lnTo>
                  <a:lnTo>
                    <a:pt x="5845865" y="9747674"/>
                  </a:lnTo>
                  <a:lnTo>
                    <a:pt x="5851877" y="10278705"/>
                  </a:lnTo>
                  <a:lnTo>
                    <a:pt x="5847972" y="10287000"/>
                  </a:lnTo>
                  <a:lnTo>
                    <a:pt x="5565218" y="10287000"/>
                  </a:lnTo>
                  <a:close/>
                </a:path>
                <a:path w="6057900" h="10287000">
                  <a:moveTo>
                    <a:pt x="0" y="0"/>
                  </a:moveTo>
                  <a:lnTo>
                    <a:pt x="5841759" y="0"/>
                  </a:lnTo>
                  <a:lnTo>
                    <a:pt x="6045065" y="628589"/>
                  </a:lnTo>
                  <a:lnTo>
                    <a:pt x="5865830" y="933120"/>
                  </a:lnTo>
                  <a:lnTo>
                    <a:pt x="5509342" y="1325059"/>
                  </a:lnTo>
                  <a:lnTo>
                    <a:pt x="5487826" y="2227640"/>
                  </a:lnTo>
                  <a:lnTo>
                    <a:pt x="5486476" y="2232745"/>
                  </a:lnTo>
                  <a:lnTo>
                    <a:pt x="5452125" y="3673747"/>
                  </a:lnTo>
                  <a:lnTo>
                    <a:pt x="5233665" y="3882024"/>
                  </a:lnTo>
                  <a:lnTo>
                    <a:pt x="5080983" y="10287000"/>
                  </a:lnTo>
                  <a:lnTo>
                    <a:pt x="0" y="10287000"/>
                  </a:lnTo>
                  <a:lnTo>
                    <a:pt x="0" y="0"/>
                  </a:lnTo>
                  <a:close/>
                </a:path>
                <a:path w="6057900" h="10287000">
                  <a:moveTo>
                    <a:pt x="5215616" y="10287000"/>
                  </a:moveTo>
                  <a:lnTo>
                    <a:pt x="5291905" y="7086667"/>
                  </a:lnTo>
                  <a:lnTo>
                    <a:pt x="5610427" y="7174348"/>
                  </a:lnTo>
                  <a:lnTo>
                    <a:pt x="5814899" y="7552882"/>
                  </a:lnTo>
                  <a:lnTo>
                    <a:pt x="5739911" y="7915910"/>
                  </a:lnTo>
                  <a:lnTo>
                    <a:pt x="5715770" y="8928640"/>
                  </a:lnTo>
                  <a:lnTo>
                    <a:pt x="5594813" y="9045467"/>
                  </a:lnTo>
                  <a:lnTo>
                    <a:pt x="5565218" y="10287000"/>
                  </a:lnTo>
                  <a:lnTo>
                    <a:pt x="5215616" y="10287000"/>
                  </a:lnTo>
                  <a:close/>
                </a:path>
                <a:path w="6057900" h="10287000">
                  <a:moveTo>
                    <a:pt x="5452125" y="3673747"/>
                  </a:moveTo>
                  <a:lnTo>
                    <a:pt x="5486476" y="2232745"/>
                  </a:lnTo>
                  <a:lnTo>
                    <a:pt x="5504970" y="2580314"/>
                  </a:lnTo>
                  <a:lnTo>
                    <a:pt x="5576114" y="2955669"/>
                  </a:lnTo>
                  <a:lnTo>
                    <a:pt x="5698871" y="3412589"/>
                  </a:lnTo>
                  <a:lnTo>
                    <a:pt x="5452125" y="3673747"/>
                  </a:lnTo>
                  <a:close/>
                </a:path>
                <a:path w="6057900" h="10287000">
                  <a:moveTo>
                    <a:pt x="5294277" y="5915322"/>
                  </a:moveTo>
                  <a:lnTo>
                    <a:pt x="5318536" y="4897671"/>
                  </a:lnTo>
                  <a:lnTo>
                    <a:pt x="5579468" y="5144153"/>
                  </a:lnTo>
                  <a:lnTo>
                    <a:pt x="5465266" y="5462026"/>
                  </a:lnTo>
                  <a:lnTo>
                    <a:pt x="5294277" y="5915322"/>
                  </a:lnTo>
                  <a:close/>
                </a:path>
                <a:path w="6057900" h="10287000">
                  <a:moveTo>
                    <a:pt x="5487826" y="2227640"/>
                  </a:moveTo>
                  <a:lnTo>
                    <a:pt x="5509342" y="1325059"/>
                  </a:lnTo>
                  <a:lnTo>
                    <a:pt x="5612036" y="1757916"/>
                  </a:lnTo>
                  <a:lnTo>
                    <a:pt x="5487826" y="2227640"/>
                  </a:lnTo>
                  <a:close/>
                </a:path>
                <a:path w="6057900" h="10287000">
                  <a:moveTo>
                    <a:pt x="5163286" y="10287000"/>
                  </a:moveTo>
                  <a:lnTo>
                    <a:pt x="5265691" y="5991104"/>
                  </a:lnTo>
                  <a:lnTo>
                    <a:pt x="5472218" y="6283458"/>
                  </a:lnTo>
                  <a:lnTo>
                    <a:pt x="5332375" y="6553552"/>
                  </a:lnTo>
                  <a:lnTo>
                    <a:pt x="5321635" y="7004095"/>
                  </a:lnTo>
                  <a:lnTo>
                    <a:pt x="5291905" y="7086667"/>
                  </a:lnTo>
                  <a:lnTo>
                    <a:pt x="5215616" y="10287000"/>
                  </a:lnTo>
                  <a:lnTo>
                    <a:pt x="5163286" y="10287000"/>
                  </a:lnTo>
                  <a:close/>
                </a:path>
                <a:path w="6057900" h="10287000">
                  <a:moveTo>
                    <a:pt x="5080983" y="10287000"/>
                  </a:moveTo>
                  <a:lnTo>
                    <a:pt x="5233665" y="3882024"/>
                  </a:lnTo>
                  <a:lnTo>
                    <a:pt x="5412912" y="4205665"/>
                  </a:lnTo>
                  <a:lnTo>
                    <a:pt x="5483076" y="4714886"/>
                  </a:lnTo>
                  <a:lnTo>
                    <a:pt x="5318536" y="4897671"/>
                  </a:lnTo>
                  <a:lnTo>
                    <a:pt x="5294277" y="5915322"/>
                  </a:lnTo>
                  <a:lnTo>
                    <a:pt x="5265691" y="5991104"/>
                  </a:lnTo>
                  <a:lnTo>
                    <a:pt x="5163286" y="10287000"/>
                  </a:lnTo>
                  <a:lnTo>
                    <a:pt x="5080983" y="10287000"/>
                  </a:lnTo>
                  <a:close/>
                </a:path>
                <a:path w="6057900" h="10287000">
                  <a:moveTo>
                    <a:pt x="5321635" y="7004095"/>
                  </a:moveTo>
                  <a:lnTo>
                    <a:pt x="5332375" y="6553552"/>
                  </a:lnTo>
                  <a:lnTo>
                    <a:pt x="5406353" y="6768800"/>
                  </a:lnTo>
                  <a:lnTo>
                    <a:pt x="5321635" y="700409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5657850" cy="10287000"/>
            </a:xfrm>
            <a:custGeom>
              <a:avLst/>
              <a:gdLst/>
              <a:ahLst/>
              <a:cxnLst/>
              <a:rect l="l" t="t" r="r" b="b"/>
              <a:pathLst>
                <a:path w="5657850" h="10287000">
                  <a:moveTo>
                    <a:pt x="5315540" y="8919100"/>
                  </a:moveTo>
                  <a:lnTo>
                    <a:pt x="5339681" y="7906369"/>
                  </a:lnTo>
                  <a:lnTo>
                    <a:pt x="5657541" y="8248544"/>
                  </a:lnTo>
                  <a:lnTo>
                    <a:pt x="5656281" y="8589993"/>
                  </a:lnTo>
                  <a:lnTo>
                    <a:pt x="5315540" y="8919100"/>
                  </a:lnTo>
                  <a:close/>
                </a:path>
                <a:path w="5657850" h="10287000">
                  <a:moveTo>
                    <a:pt x="5164760" y="10287000"/>
                  </a:moveTo>
                  <a:lnTo>
                    <a:pt x="5194583" y="9035927"/>
                  </a:lnTo>
                  <a:lnTo>
                    <a:pt x="5266566" y="9510062"/>
                  </a:lnTo>
                  <a:lnTo>
                    <a:pt x="5446371" y="9738150"/>
                  </a:lnTo>
                  <a:lnTo>
                    <a:pt x="5451630" y="10269900"/>
                  </a:lnTo>
                  <a:lnTo>
                    <a:pt x="5443566" y="10287000"/>
                  </a:lnTo>
                  <a:lnTo>
                    <a:pt x="5164760" y="10287000"/>
                  </a:lnTo>
                  <a:close/>
                </a:path>
                <a:path w="5657850" h="10287000">
                  <a:moveTo>
                    <a:pt x="0" y="0"/>
                  </a:moveTo>
                  <a:lnTo>
                    <a:pt x="5447958" y="0"/>
                  </a:lnTo>
                  <a:lnTo>
                    <a:pt x="5524265" y="222369"/>
                  </a:lnTo>
                  <a:lnTo>
                    <a:pt x="5607525" y="477222"/>
                  </a:lnTo>
                  <a:lnTo>
                    <a:pt x="5644116" y="618294"/>
                  </a:lnTo>
                  <a:lnTo>
                    <a:pt x="5632006" y="710491"/>
                  </a:lnTo>
                  <a:lnTo>
                    <a:pt x="5574259" y="1054653"/>
                  </a:lnTo>
                  <a:lnTo>
                    <a:pt x="5087474" y="1367821"/>
                  </a:lnTo>
                  <a:lnTo>
                    <a:pt x="5047647" y="3038555"/>
                  </a:lnTo>
                  <a:lnTo>
                    <a:pt x="4967936" y="3110175"/>
                  </a:lnTo>
                  <a:lnTo>
                    <a:pt x="4908876" y="3160618"/>
                  </a:lnTo>
                  <a:lnTo>
                    <a:pt x="4886824" y="4085715"/>
                  </a:lnTo>
                  <a:lnTo>
                    <a:pt x="4853383" y="4262096"/>
                  </a:lnTo>
                  <a:lnTo>
                    <a:pt x="4843901" y="4659867"/>
                  </a:lnTo>
                  <a:lnTo>
                    <a:pt x="4761630" y="4813152"/>
                  </a:lnTo>
                  <a:lnTo>
                    <a:pt x="4631144" y="10287000"/>
                  </a:lnTo>
                  <a:lnTo>
                    <a:pt x="0" y="10287000"/>
                  </a:lnTo>
                  <a:lnTo>
                    <a:pt x="0" y="0"/>
                  </a:lnTo>
                  <a:close/>
                </a:path>
                <a:path w="5657850" h="10287000">
                  <a:moveTo>
                    <a:pt x="5036024" y="10287000"/>
                  </a:moveTo>
                  <a:lnTo>
                    <a:pt x="5114476" y="6995962"/>
                  </a:lnTo>
                  <a:lnTo>
                    <a:pt x="5226638" y="7299579"/>
                  </a:lnTo>
                  <a:lnTo>
                    <a:pt x="5376641" y="7489616"/>
                  </a:lnTo>
                  <a:lnTo>
                    <a:pt x="5339681" y="7906369"/>
                  </a:lnTo>
                  <a:lnTo>
                    <a:pt x="5315540" y="8919100"/>
                  </a:lnTo>
                  <a:lnTo>
                    <a:pt x="5194583" y="9035927"/>
                  </a:lnTo>
                  <a:lnTo>
                    <a:pt x="5164760" y="10287000"/>
                  </a:lnTo>
                  <a:lnTo>
                    <a:pt x="5036024" y="10287000"/>
                  </a:lnTo>
                  <a:close/>
                </a:path>
                <a:path w="5657850" h="10287000">
                  <a:moveTo>
                    <a:pt x="5047647" y="3038555"/>
                  </a:moveTo>
                  <a:lnTo>
                    <a:pt x="5087474" y="1367821"/>
                  </a:lnTo>
                  <a:lnTo>
                    <a:pt x="5107340" y="1419009"/>
                  </a:lnTo>
                  <a:lnTo>
                    <a:pt x="5150814" y="1535892"/>
                  </a:lnTo>
                  <a:lnTo>
                    <a:pt x="5193712" y="1663448"/>
                  </a:lnTo>
                  <a:lnTo>
                    <a:pt x="5211847" y="1746655"/>
                  </a:lnTo>
                  <a:lnTo>
                    <a:pt x="5211841" y="1780512"/>
                  </a:lnTo>
                  <a:lnTo>
                    <a:pt x="5213912" y="1829309"/>
                  </a:lnTo>
                  <a:lnTo>
                    <a:pt x="5224337" y="2005580"/>
                  </a:lnTo>
                  <a:lnTo>
                    <a:pt x="5226468" y="2054379"/>
                  </a:lnTo>
                  <a:lnTo>
                    <a:pt x="5226553" y="2088238"/>
                  </a:lnTo>
                  <a:lnTo>
                    <a:pt x="5247873" y="2159736"/>
                  </a:lnTo>
                  <a:lnTo>
                    <a:pt x="5297538" y="2261529"/>
                  </a:lnTo>
                  <a:lnTo>
                    <a:pt x="5347734" y="2352647"/>
                  </a:lnTo>
                  <a:lnTo>
                    <a:pt x="5370647" y="2392124"/>
                  </a:lnTo>
                  <a:lnTo>
                    <a:pt x="5323517" y="2656114"/>
                  </a:lnTo>
                  <a:lnTo>
                    <a:pt x="5304815" y="2752423"/>
                  </a:lnTo>
                  <a:lnTo>
                    <a:pt x="5234533" y="2856215"/>
                  </a:lnTo>
                  <a:lnTo>
                    <a:pt x="5099364" y="2992087"/>
                  </a:lnTo>
                  <a:lnTo>
                    <a:pt x="5047647" y="3038555"/>
                  </a:lnTo>
                  <a:close/>
                </a:path>
                <a:path w="5657850" h="10287000">
                  <a:moveTo>
                    <a:pt x="4938980" y="10287000"/>
                  </a:moveTo>
                  <a:lnTo>
                    <a:pt x="5045031" y="5838198"/>
                  </a:lnTo>
                  <a:lnTo>
                    <a:pt x="5070988" y="6274630"/>
                  </a:lnTo>
                  <a:lnTo>
                    <a:pt x="5168366" y="6559469"/>
                  </a:lnTo>
                  <a:lnTo>
                    <a:pt x="5158680" y="6749384"/>
                  </a:lnTo>
                  <a:lnTo>
                    <a:pt x="5114476" y="6995962"/>
                  </a:lnTo>
                  <a:lnTo>
                    <a:pt x="5036024" y="10287000"/>
                  </a:lnTo>
                  <a:lnTo>
                    <a:pt x="4942205" y="10287000"/>
                  </a:lnTo>
                  <a:lnTo>
                    <a:pt x="4938980" y="10287000"/>
                  </a:lnTo>
                  <a:close/>
                </a:path>
                <a:path w="5657850" h="10287000">
                  <a:moveTo>
                    <a:pt x="4631144" y="10287000"/>
                  </a:moveTo>
                  <a:lnTo>
                    <a:pt x="4761630" y="4813152"/>
                  </a:lnTo>
                  <a:lnTo>
                    <a:pt x="5101992" y="5345028"/>
                  </a:lnTo>
                  <a:lnTo>
                    <a:pt x="5045031" y="5838198"/>
                  </a:lnTo>
                  <a:lnTo>
                    <a:pt x="4938980" y="10287000"/>
                  </a:lnTo>
                  <a:lnTo>
                    <a:pt x="4631144" y="10287000"/>
                  </a:lnTo>
                  <a:close/>
                </a:path>
                <a:path w="5657850" h="10287000">
                  <a:moveTo>
                    <a:pt x="4886824" y="4085715"/>
                  </a:moveTo>
                  <a:lnTo>
                    <a:pt x="4908876" y="3160618"/>
                  </a:lnTo>
                  <a:lnTo>
                    <a:pt x="5030395" y="3597363"/>
                  </a:lnTo>
                  <a:lnTo>
                    <a:pt x="4918297" y="3919709"/>
                  </a:lnTo>
                  <a:lnTo>
                    <a:pt x="4886824" y="4085715"/>
                  </a:lnTo>
                  <a:close/>
                </a:path>
                <a:path w="5657850" h="10287000">
                  <a:moveTo>
                    <a:pt x="4843901" y="4659867"/>
                  </a:moveTo>
                  <a:lnTo>
                    <a:pt x="4853383" y="4262096"/>
                  </a:lnTo>
                  <a:lnTo>
                    <a:pt x="4955482" y="4451974"/>
                  </a:lnTo>
                  <a:lnTo>
                    <a:pt x="4843901" y="4659867"/>
                  </a:lnTo>
                  <a:close/>
                </a:path>
              </a:pathLst>
            </a:custGeom>
            <a:solidFill>
              <a:srgbClr val="FFD0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2966789" y="6776184"/>
              <a:ext cx="1558290" cy="1459865"/>
            </a:xfrm>
            <a:custGeom>
              <a:avLst/>
              <a:gdLst/>
              <a:ahLst/>
              <a:cxnLst/>
              <a:rect l="l" t="t" r="r" b="b"/>
              <a:pathLst>
                <a:path w="1558289" h="1459865">
                  <a:moveTo>
                    <a:pt x="1557788" y="1459484"/>
                  </a:moveTo>
                  <a:lnTo>
                    <a:pt x="693187" y="1459484"/>
                  </a:lnTo>
                  <a:lnTo>
                    <a:pt x="756231" y="1272126"/>
                  </a:lnTo>
                  <a:lnTo>
                    <a:pt x="794905" y="1151227"/>
                  </a:lnTo>
                  <a:lnTo>
                    <a:pt x="802116" y="1122704"/>
                  </a:lnTo>
                  <a:lnTo>
                    <a:pt x="806678" y="1093783"/>
                  </a:lnTo>
                  <a:lnTo>
                    <a:pt x="808414" y="1064596"/>
                  </a:lnTo>
                  <a:lnTo>
                    <a:pt x="806678" y="1027265"/>
                  </a:lnTo>
                  <a:lnTo>
                    <a:pt x="801174" y="988040"/>
                  </a:lnTo>
                  <a:lnTo>
                    <a:pt x="792668" y="945723"/>
                  </a:lnTo>
                  <a:lnTo>
                    <a:pt x="780453" y="903052"/>
                  </a:lnTo>
                  <a:lnTo>
                    <a:pt x="763824" y="862767"/>
                  </a:lnTo>
                  <a:lnTo>
                    <a:pt x="640577" y="753991"/>
                  </a:lnTo>
                  <a:lnTo>
                    <a:pt x="415347" y="606594"/>
                  </a:lnTo>
                  <a:lnTo>
                    <a:pt x="198947" y="476872"/>
                  </a:lnTo>
                  <a:lnTo>
                    <a:pt x="102188" y="421121"/>
                  </a:lnTo>
                  <a:lnTo>
                    <a:pt x="79856" y="404374"/>
                  </a:lnTo>
                  <a:lnTo>
                    <a:pt x="43316" y="364516"/>
                  </a:lnTo>
                  <a:lnTo>
                    <a:pt x="16489" y="315394"/>
                  </a:lnTo>
                  <a:lnTo>
                    <a:pt x="1846" y="258951"/>
                  </a:lnTo>
                  <a:lnTo>
                    <a:pt x="0" y="229757"/>
                  </a:lnTo>
                  <a:lnTo>
                    <a:pt x="897" y="208923"/>
                  </a:lnTo>
                  <a:lnTo>
                    <a:pt x="8344" y="167784"/>
                  </a:lnTo>
                  <a:lnTo>
                    <a:pt x="29108" y="117586"/>
                  </a:lnTo>
                  <a:lnTo>
                    <a:pt x="62511" y="71783"/>
                  </a:lnTo>
                  <a:lnTo>
                    <a:pt x="95632" y="42768"/>
                  </a:lnTo>
                  <a:lnTo>
                    <a:pt x="133047" y="20934"/>
                  </a:lnTo>
                  <a:lnTo>
                    <a:pt x="173591" y="6578"/>
                  </a:lnTo>
                  <a:lnTo>
                    <a:pt x="216099" y="0"/>
                  </a:lnTo>
                  <a:lnTo>
                    <a:pt x="259408" y="1496"/>
                  </a:lnTo>
                  <a:lnTo>
                    <a:pt x="302352" y="11367"/>
                  </a:lnTo>
                  <a:lnTo>
                    <a:pt x="343768" y="29909"/>
                  </a:lnTo>
                  <a:lnTo>
                    <a:pt x="1336546" y="598345"/>
                  </a:lnTo>
                  <a:lnTo>
                    <a:pt x="1376014" y="628040"/>
                  </a:lnTo>
                  <a:lnTo>
                    <a:pt x="1411096" y="663386"/>
                  </a:lnTo>
                  <a:lnTo>
                    <a:pt x="1440345" y="703348"/>
                  </a:lnTo>
                  <a:lnTo>
                    <a:pt x="1463356" y="747225"/>
                  </a:lnTo>
                  <a:lnTo>
                    <a:pt x="1479721" y="794313"/>
                  </a:lnTo>
                  <a:lnTo>
                    <a:pt x="1489034" y="843914"/>
                  </a:lnTo>
                  <a:lnTo>
                    <a:pt x="1557788" y="1459484"/>
                  </a:lnTo>
                  <a:close/>
                </a:path>
              </a:pathLst>
            </a:custGeom>
            <a:solidFill>
              <a:srgbClr val="FEC3B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4060254" y="6507735"/>
              <a:ext cx="282575" cy="896619"/>
            </a:xfrm>
            <a:custGeom>
              <a:avLst/>
              <a:gdLst/>
              <a:ahLst/>
              <a:cxnLst/>
              <a:rect l="l" t="t" r="r" b="b"/>
              <a:pathLst>
                <a:path w="282575" h="896620">
                  <a:moveTo>
                    <a:pt x="282549" y="896489"/>
                  </a:moveTo>
                  <a:lnTo>
                    <a:pt x="256766" y="875985"/>
                  </a:lnTo>
                  <a:lnTo>
                    <a:pt x="228864" y="858310"/>
                  </a:lnTo>
                  <a:lnTo>
                    <a:pt x="0" y="727278"/>
                  </a:lnTo>
                  <a:lnTo>
                    <a:pt x="0" y="0"/>
                  </a:lnTo>
                  <a:lnTo>
                    <a:pt x="168587" y="303071"/>
                  </a:lnTo>
                  <a:lnTo>
                    <a:pt x="193105" y="352068"/>
                  </a:lnTo>
                  <a:lnTo>
                    <a:pt x="213509" y="402739"/>
                  </a:lnTo>
                  <a:lnTo>
                    <a:pt x="229754" y="454835"/>
                  </a:lnTo>
                  <a:lnTo>
                    <a:pt x="241794" y="508108"/>
                  </a:lnTo>
                  <a:lnTo>
                    <a:pt x="249585" y="562308"/>
                  </a:lnTo>
                  <a:lnTo>
                    <a:pt x="282549" y="896489"/>
                  </a:lnTo>
                  <a:close/>
                </a:path>
              </a:pathLst>
            </a:custGeom>
            <a:solidFill>
              <a:srgbClr val="F6B5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3516818" y="6176854"/>
              <a:ext cx="394335" cy="914400"/>
            </a:xfrm>
            <a:custGeom>
              <a:avLst/>
              <a:gdLst/>
              <a:ahLst/>
              <a:cxnLst/>
              <a:rect l="l" t="t" r="r" b="b"/>
              <a:pathLst>
                <a:path w="394335" h="914400">
                  <a:moveTo>
                    <a:pt x="291496" y="913928"/>
                  </a:moveTo>
                  <a:lnTo>
                    <a:pt x="0" y="747074"/>
                  </a:lnTo>
                  <a:lnTo>
                    <a:pt x="8476" y="747074"/>
                  </a:lnTo>
                  <a:lnTo>
                    <a:pt x="55584" y="741652"/>
                  </a:lnTo>
                  <a:lnTo>
                    <a:pt x="98812" y="726214"/>
                  </a:lnTo>
                  <a:lnTo>
                    <a:pt x="136933" y="701994"/>
                  </a:lnTo>
                  <a:lnTo>
                    <a:pt x="168719" y="670230"/>
                  </a:lnTo>
                  <a:lnTo>
                    <a:pt x="192943" y="632159"/>
                  </a:lnTo>
                  <a:lnTo>
                    <a:pt x="208377" y="589017"/>
                  </a:lnTo>
                  <a:lnTo>
                    <a:pt x="213795" y="542041"/>
                  </a:lnTo>
                  <a:lnTo>
                    <a:pt x="213324" y="0"/>
                  </a:lnTo>
                  <a:lnTo>
                    <a:pt x="262038" y="12041"/>
                  </a:lnTo>
                  <a:lnTo>
                    <a:pt x="305414" y="34896"/>
                  </a:lnTo>
                  <a:lnTo>
                    <a:pt x="341884" y="67048"/>
                  </a:lnTo>
                  <a:lnTo>
                    <a:pt x="369877" y="106976"/>
                  </a:lnTo>
                  <a:lnTo>
                    <a:pt x="387824" y="153163"/>
                  </a:lnTo>
                  <a:lnTo>
                    <a:pt x="394156" y="204090"/>
                  </a:lnTo>
                  <a:lnTo>
                    <a:pt x="394156" y="736233"/>
                  </a:lnTo>
                  <a:lnTo>
                    <a:pt x="386790" y="791041"/>
                  </a:lnTo>
                  <a:lnTo>
                    <a:pt x="365960" y="840281"/>
                  </a:lnTo>
                  <a:lnTo>
                    <a:pt x="333562" y="881921"/>
                  </a:lnTo>
                  <a:lnTo>
                    <a:pt x="291496" y="913928"/>
                  </a:lnTo>
                  <a:close/>
                </a:path>
              </a:pathLst>
            </a:custGeom>
            <a:solidFill>
              <a:srgbClr val="33936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328945" y="7810520"/>
              <a:ext cx="2446655" cy="283845"/>
            </a:xfrm>
            <a:custGeom>
              <a:avLst/>
              <a:gdLst/>
              <a:ahLst/>
              <a:cxnLst/>
              <a:rect l="l" t="t" r="r" b="b"/>
              <a:pathLst>
                <a:path w="2446654" h="283845">
                  <a:moveTo>
                    <a:pt x="2379064" y="283746"/>
                  </a:moveTo>
                  <a:lnTo>
                    <a:pt x="283491" y="283746"/>
                  </a:lnTo>
                  <a:lnTo>
                    <a:pt x="237447" y="280026"/>
                  </a:lnTo>
                  <a:lnTo>
                    <a:pt x="193791" y="269259"/>
                  </a:lnTo>
                  <a:lnTo>
                    <a:pt x="153101" y="252033"/>
                  </a:lnTo>
                  <a:lnTo>
                    <a:pt x="115958" y="228935"/>
                  </a:lnTo>
                  <a:lnTo>
                    <a:pt x="82939" y="200555"/>
                  </a:lnTo>
                  <a:lnTo>
                    <a:pt x="54626" y="167480"/>
                  </a:lnTo>
                  <a:lnTo>
                    <a:pt x="31596" y="130299"/>
                  </a:lnTo>
                  <a:lnTo>
                    <a:pt x="14428" y="89599"/>
                  </a:lnTo>
                  <a:lnTo>
                    <a:pt x="3703" y="45970"/>
                  </a:lnTo>
                  <a:lnTo>
                    <a:pt x="0" y="0"/>
                  </a:lnTo>
                  <a:lnTo>
                    <a:pt x="2444993" y="942"/>
                  </a:lnTo>
                  <a:lnTo>
                    <a:pt x="2446258" y="30261"/>
                  </a:lnTo>
                  <a:lnTo>
                    <a:pt x="2444522" y="59447"/>
                  </a:lnTo>
                  <a:lnTo>
                    <a:pt x="2439960" y="88368"/>
                  </a:lnTo>
                  <a:lnTo>
                    <a:pt x="2432749" y="116892"/>
                  </a:lnTo>
                  <a:lnTo>
                    <a:pt x="2379064" y="283746"/>
                  </a:lnTo>
                  <a:close/>
                </a:path>
              </a:pathLst>
            </a:custGeom>
            <a:solidFill>
              <a:srgbClr val="655E6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4212" y="2343916"/>
              <a:ext cx="3960775" cy="5931161"/>
            </a:xfrm>
            <a:prstGeom prst="rect">
              <a:avLst/>
            </a:prstGeom>
          </p:spPr>
        </p:pic>
      </p:grpSp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xfrm>
            <a:off x="6534938" y="839030"/>
            <a:ext cx="8094980" cy="1511300"/>
          </a:xfrm>
          <a:prstGeom prst="rect"/>
        </p:spPr>
        <p:txBody>
          <a:bodyPr wrap="square" lIns="0" tIns="63500" rIns="0" bIns="0" rtlCol="0" vert="horz">
            <a:spAutoFit/>
          </a:bodyPr>
          <a:lstStyle/>
          <a:p>
            <a:pPr marL="12700" marR="5080">
              <a:lnSpc>
                <a:spcPts val="5700"/>
              </a:lnSpc>
              <a:spcBef>
                <a:spcPts val="500"/>
              </a:spcBef>
            </a:pPr>
            <a:r>
              <a:rPr dirty="0" sz="5000" b="0">
                <a:solidFill>
                  <a:srgbClr val="5460A8"/>
                </a:solidFill>
                <a:latin typeface="Comic Sans MS"/>
                <a:cs typeface="Comic Sans MS"/>
              </a:rPr>
              <a:t>UNAUTHORIZED</a:t>
            </a:r>
            <a:r>
              <a:rPr dirty="0" sz="5000" spc="-340" b="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5000" spc="-10" b="0">
                <a:solidFill>
                  <a:srgbClr val="5460A8"/>
                </a:solidFill>
                <a:latin typeface="Comic Sans MS"/>
                <a:cs typeface="Comic Sans MS"/>
              </a:rPr>
              <a:t>ACCESS </a:t>
            </a:r>
            <a:r>
              <a:rPr dirty="0" sz="5000" b="0">
                <a:solidFill>
                  <a:srgbClr val="5460A8"/>
                </a:solidFill>
                <a:latin typeface="Comic Sans MS"/>
                <a:cs typeface="Comic Sans MS"/>
              </a:rPr>
              <a:t>AND</a:t>
            </a:r>
            <a:r>
              <a:rPr dirty="0" sz="5000" spc="-150" b="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5000" b="0">
                <a:solidFill>
                  <a:srgbClr val="5460A8"/>
                </a:solidFill>
                <a:latin typeface="Comic Sans MS"/>
                <a:cs typeface="Comic Sans MS"/>
              </a:rPr>
              <a:t>DATA</a:t>
            </a:r>
            <a:r>
              <a:rPr dirty="0" sz="5000" spc="-145" b="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5000" spc="-10" b="0">
                <a:solidFill>
                  <a:srgbClr val="5460A8"/>
                </a:solidFill>
                <a:latin typeface="Comic Sans MS"/>
                <a:cs typeface="Comic Sans MS"/>
              </a:rPr>
              <a:t>BREACHES</a:t>
            </a:r>
            <a:endParaRPr sz="5000">
              <a:latin typeface="Comic Sans MS"/>
              <a:cs typeface="Comic Sans MS"/>
            </a:endParaRPr>
          </a:p>
        </p:txBody>
      </p:sp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95288" y="3075202"/>
            <a:ext cx="114300" cy="114299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7074589" y="2859295"/>
            <a:ext cx="10197465" cy="7035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Unauthorized</a:t>
            </a:r>
            <a:r>
              <a:rPr dirty="0" sz="2500" spc="54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access</a:t>
            </a:r>
            <a:r>
              <a:rPr dirty="0" sz="2500" spc="55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is</a:t>
            </a:r>
            <a:r>
              <a:rPr dirty="0" sz="2500" spc="54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gaining</a:t>
            </a:r>
            <a:r>
              <a:rPr dirty="0" sz="2500" spc="55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entry</a:t>
            </a:r>
            <a:r>
              <a:rPr dirty="0" sz="2500" spc="55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to</a:t>
            </a:r>
            <a:r>
              <a:rPr dirty="0" sz="2500" spc="54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systems</a:t>
            </a:r>
            <a:r>
              <a:rPr dirty="0" sz="2500" spc="55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or</a:t>
            </a:r>
            <a:r>
              <a:rPr dirty="0" sz="2500" spc="55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data</a:t>
            </a:r>
            <a:r>
              <a:rPr dirty="0" sz="2500" spc="54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 spc="-10">
                <a:solidFill>
                  <a:srgbClr val="5460A8"/>
                </a:solidFill>
                <a:latin typeface="Comic Sans MS"/>
                <a:cs typeface="Comic Sans MS"/>
              </a:rPr>
              <a:t>without permission.</a:t>
            </a:r>
            <a:endParaRPr sz="2500">
              <a:latin typeface="Comic Sans MS"/>
              <a:cs typeface="Comic Sans MS"/>
            </a:endParaRPr>
          </a:p>
          <a:p>
            <a:pPr algn="just" marL="12700" marR="5080">
              <a:lnSpc>
                <a:spcPct val="114999"/>
              </a:lnSpc>
              <a:spcBef>
                <a:spcPts val="3450"/>
              </a:spcBef>
            </a:pP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While</a:t>
            </a:r>
            <a:r>
              <a:rPr dirty="0" sz="2500" spc="-2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a</a:t>
            </a:r>
            <a:r>
              <a:rPr dirty="0" sz="2500" spc="-2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data</a:t>
            </a:r>
            <a:r>
              <a:rPr dirty="0" sz="2500" spc="-2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breach</a:t>
            </a:r>
            <a:r>
              <a:rPr dirty="0" sz="2500" spc="-2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is</a:t>
            </a:r>
            <a:r>
              <a:rPr dirty="0" sz="2500" spc="-2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a</a:t>
            </a:r>
            <a:r>
              <a:rPr dirty="0" sz="2500" spc="-2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specific</a:t>
            </a:r>
            <a:r>
              <a:rPr dirty="0" sz="2500" spc="-2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incident</a:t>
            </a:r>
            <a:r>
              <a:rPr dirty="0" sz="2500" spc="-2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where</a:t>
            </a:r>
            <a:r>
              <a:rPr dirty="0" sz="2500" spc="-2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this</a:t>
            </a:r>
            <a:r>
              <a:rPr dirty="0" sz="2500" spc="-2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access</a:t>
            </a:r>
            <a:r>
              <a:rPr dirty="0" sz="2500" spc="-1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leads</a:t>
            </a:r>
            <a:r>
              <a:rPr dirty="0" sz="2500" spc="-2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 spc="-25">
                <a:solidFill>
                  <a:srgbClr val="5460A8"/>
                </a:solidFill>
                <a:latin typeface="Comic Sans MS"/>
                <a:cs typeface="Comic Sans MS"/>
              </a:rPr>
              <a:t>to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the</a:t>
            </a:r>
            <a:r>
              <a:rPr dirty="0" sz="2500" spc="-2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exposure</a:t>
            </a:r>
            <a:r>
              <a:rPr dirty="0" sz="2500" spc="-2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or</a:t>
            </a:r>
            <a:r>
              <a:rPr dirty="0" sz="2500" spc="-1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theft</a:t>
            </a:r>
            <a:r>
              <a:rPr dirty="0" sz="2500" spc="-2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of</a:t>
            </a:r>
            <a:r>
              <a:rPr dirty="0" sz="2500" spc="-1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sensitive</a:t>
            </a:r>
            <a:r>
              <a:rPr dirty="0" sz="2500" spc="-2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information,</a:t>
            </a:r>
            <a:r>
              <a:rPr dirty="0" sz="2500" spc="-2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often</a:t>
            </a:r>
            <a:r>
              <a:rPr dirty="0" sz="2500" spc="-1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resulting</a:t>
            </a:r>
            <a:r>
              <a:rPr dirty="0" sz="2500" spc="-20">
                <a:solidFill>
                  <a:srgbClr val="5460A8"/>
                </a:solidFill>
                <a:latin typeface="Comic Sans MS"/>
                <a:cs typeface="Comic Sans MS"/>
              </a:rPr>
              <a:t> from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hacking,</a:t>
            </a:r>
            <a:r>
              <a:rPr dirty="0" sz="2500" spc="15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malware,</a:t>
            </a:r>
            <a:r>
              <a:rPr dirty="0" sz="2500" spc="15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phishing,</a:t>
            </a:r>
            <a:r>
              <a:rPr dirty="0" sz="2500" spc="16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insider</a:t>
            </a:r>
            <a:r>
              <a:rPr dirty="0" sz="2500" spc="15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threats,</a:t>
            </a:r>
            <a:r>
              <a:rPr dirty="0" sz="2500" spc="15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or</a:t>
            </a:r>
            <a:r>
              <a:rPr dirty="0" sz="2500" spc="16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human</a:t>
            </a:r>
            <a:r>
              <a:rPr dirty="0" sz="2500" spc="15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error,</a:t>
            </a:r>
            <a:r>
              <a:rPr dirty="0" sz="2500" spc="15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 spc="-10">
                <a:solidFill>
                  <a:srgbClr val="5460A8"/>
                </a:solidFill>
                <a:latin typeface="Comic Sans MS"/>
                <a:cs typeface="Comic Sans MS"/>
              </a:rPr>
              <a:t>causing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severe</a:t>
            </a:r>
            <a:r>
              <a:rPr dirty="0" sz="2500" spc="-7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financial,</a:t>
            </a:r>
            <a:r>
              <a:rPr dirty="0" sz="2500" spc="-7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reputational,</a:t>
            </a:r>
            <a:r>
              <a:rPr dirty="0" sz="2500" spc="-7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and</a:t>
            </a:r>
            <a:r>
              <a:rPr dirty="0" sz="2500" spc="-6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legal</a:t>
            </a:r>
            <a:r>
              <a:rPr dirty="0" sz="2500" spc="-7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 spc="-10">
                <a:solidFill>
                  <a:srgbClr val="5460A8"/>
                </a:solidFill>
                <a:latin typeface="Comic Sans MS"/>
                <a:cs typeface="Comic Sans MS"/>
              </a:rPr>
              <a:t>damage.</a:t>
            </a:r>
            <a:endParaRPr sz="2500">
              <a:latin typeface="Comic Sans MS"/>
              <a:cs typeface="Comic Sans MS"/>
            </a:endParaRPr>
          </a:p>
          <a:p>
            <a:pPr algn="just" marL="12700" marR="5080">
              <a:lnSpc>
                <a:spcPct val="114999"/>
              </a:lnSpc>
              <a:spcBef>
                <a:spcPts val="3450"/>
              </a:spcBef>
            </a:pP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A</a:t>
            </a:r>
            <a:r>
              <a:rPr dirty="0" sz="2500" spc="49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lot</a:t>
            </a:r>
            <a:r>
              <a:rPr dirty="0" sz="2500" spc="49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of</a:t>
            </a:r>
            <a:r>
              <a:rPr dirty="0" sz="2500" spc="49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security</a:t>
            </a:r>
            <a:r>
              <a:rPr dirty="0" sz="2500" spc="49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breaches</a:t>
            </a:r>
            <a:r>
              <a:rPr dirty="0" sz="2500" spc="49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start</a:t>
            </a:r>
            <a:r>
              <a:rPr dirty="0" sz="2500" spc="49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with</a:t>
            </a:r>
            <a:r>
              <a:rPr dirty="0" sz="2500" spc="49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stolen</a:t>
            </a:r>
            <a:r>
              <a:rPr dirty="0" sz="2500" spc="49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account</a:t>
            </a:r>
            <a:r>
              <a:rPr dirty="0" sz="2500" spc="49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 spc="-10">
                <a:solidFill>
                  <a:srgbClr val="5460A8"/>
                </a:solidFill>
                <a:latin typeface="Comic Sans MS"/>
                <a:cs typeface="Comic Sans MS"/>
              </a:rPr>
              <a:t>credentials.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Whether</a:t>
            </a:r>
            <a:r>
              <a:rPr dirty="0" sz="2500" spc="-3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bad</a:t>
            </a:r>
            <a:r>
              <a:rPr dirty="0" sz="2500" spc="-2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actors</a:t>
            </a:r>
            <a:r>
              <a:rPr dirty="0" sz="2500" spc="-2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acquire</a:t>
            </a:r>
            <a:r>
              <a:rPr dirty="0" sz="2500" spc="-2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passwords</a:t>
            </a:r>
            <a:r>
              <a:rPr dirty="0" sz="2500" spc="-2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via</a:t>
            </a:r>
            <a:r>
              <a:rPr dirty="0" sz="2500" spc="-2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a</a:t>
            </a:r>
            <a:r>
              <a:rPr dirty="0" sz="2500" spc="-3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phishing</a:t>
            </a:r>
            <a:r>
              <a:rPr dirty="0" sz="2500" spc="-2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campaign</a:t>
            </a:r>
            <a:r>
              <a:rPr dirty="0" sz="2500" spc="-2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or</a:t>
            </a:r>
            <a:r>
              <a:rPr dirty="0" sz="2500" spc="-25">
                <a:solidFill>
                  <a:srgbClr val="5460A8"/>
                </a:solidFill>
                <a:latin typeface="Comic Sans MS"/>
                <a:cs typeface="Comic Sans MS"/>
              </a:rPr>
              <a:t> by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guessing</a:t>
            </a:r>
            <a:r>
              <a:rPr dirty="0" sz="2500" spc="-2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a</a:t>
            </a:r>
            <a:r>
              <a:rPr dirty="0" sz="2500" spc="-2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common</a:t>
            </a:r>
            <a:r>
              <a:rPr dirty="0" sz="2500" spc="-2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password,</a:t>
            </a:r>
            <a:r>
              <a:rPr dirty="0" sz="2500" spc="-2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once</a:t>
            </a:r>
            <a:r>
              <a:rPr dirty="0" sz="2500" spc="-2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they</a:t>
            </a:r>
            <a:r>
              <a:rPr dirty="0" sz="2500" spc="-2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gain</a:t>
            </a:r>
            <a:r>
              <a:rPr dirty="0" sz="2500" spc="-2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access</a:t>
            </a:r>
            <a:r>
              <a:rPr dirty="0" sz="2500" spc="-2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to</a:t>
            </a:r>
            <a:r>
              <a:rPr dirty="0" sz="2500" spc="-2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a</a:t>
            </a:r>
            <a:r>
              <a:rPr dirty="0" sz="2500" spc="-2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system</a:t>
            </a:r>
            <a:r>
              <a:rPr dirty="0" sz="2500" spc="-20">
                <a:solidFill>
                  <a:srgbClr val="5460A8"/>
                </a:solidFill>
                <a:latin typeface="Comic Sans MS"/>
                <a:cs typeface="Comic Sans MS"/>
              </a:rPr>
              <a:t> they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can</a:t>
            </a:r>
            <a:r>
              <a:rPr dirty="0" sz="2500" spc="52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install</a:t>
            </a:r>
            <a:r>
              <a:rPr dirty="0" sz="2500" spc="52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malware,</a:t>
            </a:r>
            <a:r>
              <a:rPr dirty="0" sz="2500" spc="52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do</a:t>
            </a:r>
            <a:r>
              <a:rPr dirty="0" sz="2500" spc="52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network</a:t>
            </a:r>
            <a:r>
              <a:rPr dirty="0" sz="2500" spc="52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reconnaissance,</a:t>
            </a:r>
            <a:r>
              <a:rPr dirty="0" sz="2500" spc="52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or</a:t>
            </a:r>
            <a:r>
              <a:rPr dirty="0" sz="2500" spc="52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escalate</a:t>
            </a:r>
            <a:r>
              <a:rPr dirty="0" sz="2500" spc="52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 spc="-10">
                <a:solidFill>
                  <a:srgbClr val="5460A8"/>
                </a:solidFill>
                <a:latin typeface="Comic Sans MS"/>
                <a:cs typeface="Comic Sans MS"/>
              </a:rPr>
              <a:t>their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privileges</a:t>
            </a:r>
            <a:r>
              <a:rPr dirty="0" sz="2500" spc="-5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to</a:t>
            </a:r>
            <a:r>
              <a:rPr dirty="0" sz="2500" spc="-4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allow</a:t>
            </a:r>
            <a:r>
              <a:rPr dirty="0" sz="2500" spc="-4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them</a:t>
            </a:r>
            <a:r>
              <a:rPr dirty="0" sz="2500" spc="-4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access</a:t>
            </a:r>
            <a:r>
              <a:rPr dirty="0" sz="2500" spc="-4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to</a:t>
            </a:r>
            <a:r>
              <a:rPr dirty="0" sz="2500" spc="-4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more</a:t>
            </a:r>
            <a:r>
              <a:rPr dirty="0" sz="2500" spc="-4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sensitive</a:t>
            </a:r>
            <a:r>
              <a:rPr dirty="0" sz="2500" spc="-4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systems</a:t>
            </a:r>
            <a:r>
              <a:rPr dirty="0" sz="2500" spc="-4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and</a:t>
            </a:r>
            <a:r>
              <a:rPr dirty="0" sz="2500" spc="-4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 spc="-10">
                <a:solidFill>
                  <a:srgbClr val="5460A8"/>
                </a:solidFill>
                <a:latin typeface="Comic Sans MS"/>
                <a:cs typeface="Comic Sans MS"/>
              </a:rPr>
              <a:t>data.</a:t>
            </a:r>
            <a:endParaRPr sz="2500">
              <a:latin typeface="Comic Sans MS"/>
              <a:cs typeface="Comic Sans MS"/>
            </a:endParaRPr>
          </a:p>
          <a:p>
            <a:pPr algn="just" marL="12700" marR="5080">
              <a:lnSpc>
                <a:spcPct val="114999"/>
              </a:lnSpc>
              <a:spcBef>
                <a:spcPts val="3450"/>
              </a:spcBef>
            </a:pP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When</a:t>
            </a:r>
            <a:r>
              <a:rPr dirty="0" sz="2500" spc="254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someone</a:t>
            </a:r>
            <a:r>
              <a:rPr dirty="0" sz="2500" spc="254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gains</a:t>
            </a:r>
            <a:r>
              <a:rPr dirty="0" sz="2500" spc="26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unauthorized</a:t>
            </a:r>
            <a:r>
              <a:rPr dirty="0" sz="2500" spc="254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access</a:t>
            </a:r>
            <a:r>
              <a:rPr dirty="0" sz="2500" spc="254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to</a:t>
            </a:r>
            <a:r>
              <a:rPr dirty="0" sz="2500" spc="26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a</a:t>
            </a:r>
            <a:r>
              <a:rPr dirty="0" sz="2500" spc="254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system,</a:t>
            </a:r>
            <a:r>
              <a:rPr dirty="0" sz="2500" spc="254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network,</a:t>
            </a:r>
            <a:r>
              <a:rPr dirty="0" sz="2500" spc="26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 spc="-25">
                <a:solidFill>
                  <a:srgbClr val="5460A8"/>
                </a:solidFill>
                <a:latin typeface="Comic Sans MS"/>
                <a:cs typeface="Comic Sans MS"/>
              </a:rPr>
              <a:t>or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data,</a:t>
            </a:r>
            <a:r>
              <a:rPr dirty="0" sz="2500" spc="-5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often</a:t>
            </a:r>
            <a:r>
              <a:rPr dirty="0" sz="2500" spc="-5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by</a:t>
            </a:r>
            <a:r>
              <a:rPr dirty="0" sz="2500" spc="-5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exploiting</a:t>
            </a:r>
            <a:r>
              <a:rPr dirty="0" sz="2500" spc="-5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vulnerabilities</a:t>
            </a:r>
            <a:r>
              <a:rPr dirty="0" sz="2500" spc="-5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or</a:t>
            </a:r>
            <a:r>
              <a:rPr dirty="0" sz="2500" spc="-5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using</a:t>
            </a:r>
            <a:r>
              <a:rPr dirty="0" sz="2500" spc="-5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>
                <a:solidFill>
                  <a:srgbClr val="5460A8"/>
                </a:solidFill>
                <a:latin typeface="Comic Sans MS"/>
                <a:cs typeface="Comic Sans MS"/>
              </a:rPr>
              <a:t>stolen</a:t>
            </a:r>
            <a:r>
              <a:rPr dirty="0" sz="2500" spc="-5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500" spc="-10">
                <a:solidFill>
                  <a:srgbClr val="5460A8"/>
                </a:solidFill>
                <a:latin typeface="Comic Sans MS"/>
                <a:cs typeface="Comic Sans MS"/>
              </a:rPr>
              <a:t>credentials.</a:t>
            </a:r>
            <a:endParaRPr sz="2500">
              <a:latin typeface="Comic Sans MS"/>
              <a:cs typeface="Comic Sans MS"/>
            </a:endParaRPr>
          </a:p>
        </p:txBody>
      </p:sp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95288" y="4389652"/>
            <a:ext cx="114300" cy="114299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95288" y="6580402"/>
            <a:ext cx="114300" cy="114299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95288" y="9209302"/>
            <a:ext cx="114300" cy="114299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6372225" cy="10287000"/>
            <a:chOff x="0" y="0"/>
            <a:chExt cx="6372225" cy="102870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6240780" cy="10287000"/>
            </a:xfrm>
            <a:custGeom>
              <a:avLst/>
              <a:gdLst/>
              <a:ahLst/>
              <a:cxnLst/>
              <a:rect l="l" t="t" r="r" b="b"/>
              <a:pathLst>
                <a:path w="6240780" h="10287000">
                  <a:moveTo>
                    <a:pt x="5417810" y="10287000"/>
                  </a:moveTo>
                  <a:lnTo>
                    <a:pt x="5487821" y="7350025"/>
                  </a:lnTo>
                  <a:lnTo>
                    <a:pt x="5802130" y="7562895"/>
                  </a:lnTo>
                  <a:lnTo>
                    <a:pt x="5910880" y="7824176"/>
                  </a:lnTo>
                  <a:lnTo>
                    <a:pt x="5935085" y="8179496"/>
                  </a:lnTo>
                  <a:lnTo>
                    <a:pt x="6208634" y="8607827"/>
                  </a:lnTo>
                  <a:lnTo>
                    <a:pt x="6083239" y="9065464"/>
                  </a:lnTo>
                  <a:lnTo>
                    <a:pt x="5789987" y="9309054"/>
                  </a:lnTo>
                  <a:lnTo>
                    <a:pt x="5766675" y="10287000"/>
                  </a:lnTo>
                  <a:lnTo>
                    <a:pt x="5417810" y="10287000"/>
                  </a:lnTo>
                  <a:close/>
                </a:path>
                <a:path w="6240780" h="10287000">
                  <a:moveTo>
                    <a:pt x="5766675" y="10287000"/>
                  </a:moveTo>
                  <a:lnTo>
                    <a:pt x="5789987" y="9309054"/>
                  </a:lnTo>
                  <a:lnTo>
                    <a:pt x="5861713" y="9783673"/>
                  </a:lnTo>
                  <a:lnTo>
                    <a:pt x="6041769" y="10011522"/>
                  </a:lnTo>
                  <a:lnTo>
                    <a:pt x="6029721" y="10287000"/>
                  </a:lnTo>
                  <a:lnTo>
                    <a:pt x="5766675" y="10287000"/>
                  </a:lnTo>
                  <a:close/>
                </a:path>
                <a:path w="6240780" h="10287000">
                  <a:moveTo>
                    <a:pt x="5969938" y="1296349"/>
                  </a:moveTo>
                  <a:lnTo>
                    <a:pt x="5997449" y="142261"/>
                  </a:lnTo>
                  <a:lnTo>
                    <a:pt x="6240251" y="891683"/>
                  </a:lnTo>
                  <a:lnTo>
                    <a:pt x="6061015" y="1196215"/>
                  </a:lnTo>
                  <a:lnTo>
                    <a:pt x="5969938" y="1296349"/>
                  </a:lnTo>
                  <a:close/>
                </a:path>
                <a:path w="6240780" h="10287000">
                  <a:moveTo>
                    <a:pt x="0" y="0"/>
                  </a:moveTo>
                  <a:lnTo>
                    <a:pt x="6058018" y="0"/>
                  </a:lnTo>
                  <a:lnTo>
                    <a:pt x="5997449" y="142261"/>
                  </a:lnTo>
                  <a:lnTo>
                    <a:pt x="5969938" y="1296349"/>
                  </a:lnTo>
                  <a:lnTo>
                    <a:pt x="5704527" y="1588154"/>
                  </a:lnTo>
                  <a:lnTo>
                    <a:pt x="5683030" y="2489945"/>
                  </a:lnTo>
                  <a:lnTo>
                    <a:pt x="5681679" y="2495104"/>
                  </a:lnTo>
                  <a:lnTo>
                    <a:pt x="5647329" y="3936106"/>
                  </a:lnTo>
                  <a:lnTo>
                    <a:pt x="5538825" y="4076743"/>
                  </a:lnTo>
                  <a:lnTo>
                    <a:pt x="5488753" y="6177243"/>
                  </a:lnTo>
                  <a:lnTo>
                    <a:pt x="5459643" y="6254415"/>
                  </a:lnTo>
                  <a:lnTo>
                    <a:pt x="5363515" y="10287000"/>
                  </a:lnTo>
                  <a:lnTo>
                    <a:pt x="0" y="10287000"/>
                  </a:lnTo>
                  <a:lnTo>
                    <a:pt x="0" y="0"/>
                  </a:lnTo>
                  <a:close/>
                </a:path>
                <a:path w="6240780" h="10287000">
                  <a:moveTo>
                    <a:pt x="5647329" y="3936106"/>
                  </a:moveTo>
                  <a:lnTo>
                    <a:pt x="5681679" y="2495104"/>
                  </a:lnTo>
                  <a:lnTo>
                    <a:pt x="5700173" y="2842673"/>
                  </a:lnTo>
                  <a:lnTo>
                    <a:pt x="5771311" y="3218274"/>
                  </a:lnTo>
                  <a:lnTo>
                    <a:pt x="5893829" y="3674942"/>
                  </a:lnTo>
                  <a:lnTo>
                    <a:pt x="5647329" y="3936106"/>
                  </a:lnTo>
                  <a:close/>
                </a:path>
                <a:path w="6240780" h="10287000">
                  <a:moveTo>
                    <a:pt x="5683030" y="2489945"/>
                  </a:moveTo>
                  <a:lnTo>
                    <a:pt x="5704527" y="1588154"/>
                  </a:lnTo>
                  <a:lnTo>
                    <a:pt x="5806005" y="2020490"/>
                  </a:lnTo>
                  <a:lnTo>
                    <a:pt x="5683030" y="2489945"/>
                  </a:lnTo>
                  <a:close/>
                </a:path>
                <a:path w="6240780" h="10287000">
                  <a:moveTo>
                    <a:pt x="5363515" y="10287000"/>
                  </a:moveTo>
                  <a:lnTo>
                    <a:pt x="5459643" y="6254415"/>
                  </a:lnTo>
                  <a:lnTo>
                    <a:pt x="5666415" y="6546774"/>
                  </a:lnTo>
                  <a:lnTo>
                    <a:pt x="5526333" y="6816617"/>
                  </a:lnTo>
                  <a:lnTo>
                    <a:pt x="5515440" y="7273595"/>
                  </a:lnTo>
                  <a:lnTo>
                    <a:pt x="5487821" y="7350025"/>
                  </a:lnTo>
                  <a:lnTo>
                    <a:pt x="5417810" y="10287000"/>
                  </a:lnTo>
                  <a:lnTo>
                    <a:pt x="5363515" y="10287000"/>
                  </a:lnTo>
                  <a:close/>
                </a:path>
                <a:path w="6240780" h="10287000">
                  <a:moveTo>
                    <a:pt x="5488753" y="6177243"/>
                  </a:moveTo>
                  <a:lnTo>
                    <a:pt x="5512973" y="5161239"/>
                  </a:lnTo>
                  <a:lnTo>
                    <a:pt x="5621639" y="5487864"/>
                  </a:lnTo>
                  <a:lnTo>
                    <a:pt x="5659218" y="5725338"/>
                  </a:lnTo>
                  <a:lnTo>
                    <a:pt x="5488753" y="6177243"/>
                  </a:lnTo>
                  <a:close/>
                </a:path>
                <a:path w="6240780" h="10287000">
                  <a:moveTo>
                    <a:pt x="5515440" y="7273595"/>
                  </a:moveTo>
                  <a:lnTo>
                    <a:pt x="5526333" y="6816617"/>
                  </a:lnTo>
                  <a:lnTo>
                    <a:pt x="5602240" y="7033385"/>
                  </a:lnTo>
                  <a:lnTo>
                    <a:pt x="5515440" y="7273595"/>
                  </a:lnTo>
                  <a:close/>
                </a:path>
                <a:path w="6240780" h="10287000">
                  <a:moveTo>
                    <a:pt x="5512973" y="5161239"/>
                  </a:moveTo>
                  <a:lnTo>
                    <a:pt x="5538825" y="4076743"/>
                  </a:lnTo>
                  <a:lnTo>
                    <a:pt x="5609068" y="4469274"/>
                  </a:lnTo>
                  <a:lnTo>
                    <a:pt x="5579939" y="4825534"/>
                  </a:lnTo>
                  <a:lnTo>
                    <a:pt x="5512973" y="5161239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6057900" cy="10287000"/>
            </a:xfrm>
            <a:custGeom>
              <a:avLst/>
              <a:gdLst/>
              <a:ahLst/>
              <a:cxnLst/>
              <a:rect l="l" t="t" r="r" b="b"/>
              <a:pathLst>
                <a:path w="6057900" h="10287000">
                  <a:moveTo>
                    <a:pt x="5715770" y="8928640"/>
                  </a:moveTo>
                  <a:lnTo>
                    <a:pt x="5739911" y="7915910"/>
                  </a:lnTo>
                  <a:lnTo>
                    <a:pt x="6057771" y="8258085"/>
                  </a:lnTo>
                  <a:lnTo>
                    <a:pt x="6056511" y="8599533"/>
                  </a:lnTo>
                  <a:lnTo>
                    <a:pt x="5715770" y="8928640"/>
                  </a:lnTo>
                  <a:close/>
                </a:path>
                <a:path w="6057900" h="10287000">
                  <a:moveTo>
                    <a:pt x="5565218" y="10287000"/>
                  </a:moveTo>
                  <a:lnTo>
                    <a:pt x="5594813" y="9045467"/>
                  </a:lnTo>
                  <a:lnTo>
                    <a:pt x="5666059" y="9519585"/>
                  </a:lnTo>
                  <a:lnTo>
                    <a:pt x="5845865" y="9747674"/>
                  </a:lnTo>
                  <a:lnTo>
                    <a:pt x="5851877" y="10278705"/>
                  </a:lnTo>
                  <a:lnTo>
                    <a:pt x="5847972" y="10287000"/>
                  </a:lnTo>
                  <a:lnTo>
                    <a:pt x="5565218" y="10287000"/>
                  </a:lnTo>
                  <a:close/>
                </a:path>
                <a:path w="6057900" h="10287000">
                  <a:moveTo>
                    <a:pt x="0" y="0"/>
                  </a:moveTo>
                  <a:lnTo>
                    <a:pt x="5841759" y="0"/>
                  </a:lnTo>
                  <a:lnTo>
                    <a:pt x="6045065" y="628589"/>
                  </a:lnTo>
                  <a:lnTo>
                    <a:pt x="5865830" y="933120"/>
                  </a:lnTo>
                  <a:lnTo>
                    <a:pt x="5509342" y="1325059"/>
                  </a:lnTo>
                  <a:lnTo>
                    <a:pt x="5487826" y="2227640"/>
                  </a:lnTo>
                  <a:lnTo>
                    <a:pt x="5486476" y="2232745"/>
                  </a:lnTo>
                  <a:lnTo>
                    <a:pt x="5452125" y="3673747"/>
                  </a:lnTo>
                  <a:lnTo>
                    <a:pt x="5233665" y="3882024"/>
                  </a:lnTo>
                  <a:lnTo>
                    <a:pt x="5080983" y="10287000"/>
                  </a:lnTo>
                  <a:lnTo>
                    <a:pt x="0" y="10287000"/>
                  </a:lnTo>
                  <a:lnTo>
                    <a:pt x="0" y="0"/>
                  </a:lnTo>
                  <a:close/>
                </a:path>
                <a:path w="6057900" h="10287000">
                  <a:moveTo>
                    <a:pt x="5215616" y="10287000"/>
                  </a:moveTo>
                  <a:lnTo>
                    <a:pt x="5291905" y="7086667"/>
                  </a:lnTo>
                  <a:lnTo>
                    <a:pt x="5610427" y="7174348"/>
                  </a:lnTo>
                  <a:lnTo>
                    <a:pt x="5814899" y="7552882"/>
                  </a:lnTo>
                  <a:lnTo>
                    <a:pt x="5739911" y="7915910"/>
                  </a:lnTo>
                  <a:lnTo>
                    <a:pt x="5715770" y="8928640"/>
                  </a:lnTo>
                  <a:lnTo>
                    <a:pt x="5594813" y="9045467"/>
                  </a:lnTo>
                  <a:lnTo>
                    <a:pt x="5565218" y="10287000"/>
                  </a:lnTo>
                  <a:lnTo>
                    <a:pt x="5215616" y="10287000"/>
                  </a:lnTo>
                  <a:close/>
                </a:path>
                <a:path w="6057900" h="10287000">
                  <a:moveTo>
                    <a:pt x="5452125" y="3673747"/>
                  </a:moveTo>
                  <a:lnTo>
                    <a:pt x="5486476" y="2232745"/>
                  </a:lnTo>
                  <a:lnTo>
                    <a:pt x="5504970" y="2580314"/>
                  </a:lnTo>
                  <a:lnTo>
                    <a:pt x="5576114" y="2955669"/>
                  </a:lnTo>
                  <a:lnTo>
                    <a:pt x="5698871" y="3412589"/>
                  </a:lnTo>
                  <a:lnTo>
                    <a:pt x="5452125" y="3673747"/>
                  </a:lnTo>
                  <a:close/>
                </a:path>
                <a:path w="6057900" h="10287000">
                  <a:moveTo>
                    <a:pt x="5294277" y="5915322"/>
                  </a:moveTo>
                  <a:lnTo>
                    <a:pt x="5318536" y="4897671"/>
                  </a:lnTo>
                  <a:lnTo>
                    <a:pt x="5579468" y="5144153"/>
                  </a:lnTo>
                  <a:lnTo>
                    <a:pt x="5465266" y="5462026"/>
                  </a:lnTo>
                  <a:lnTo>
                    <a:pt x="5294277" y="5915322"/>
                  </a:lnTo>
                  <a:close/>
                </a:path>
                <a:path w="6057900" h="10287000">
                  <a:moveTo>
                    <a:pt x="5487826" y="2227640"/>
                  </a:moveTo>
                  <a:lnTo>
                    <a:pt x="5509342" y="1325059"/>
                  </a:lnTo>
                  <a:lnTo>
                    <a:pt x="5612036" y="1757916"/>
                  </a:lnTo>
                  <a:lnTo>
                    <a:pt x="5487826" y="2227640"/>
                  </a:lnTo>
                  <a:close/>
                </a:path>
                <a:path w="6057900" h="10287000">
                  <a:moveTo>
                    <a:pt x="5163286" y="10287000"/>
                  </a:moveTo>
                  <a:lnTo>
                    <a:pt x="5265691" y="5991104"/>
                  </a:lnTo>
                  <a:lnTo>
                    <a:pt x="5472218" y="6283458"/>
                  </a:lnTo>
                  <a:lnTo>
                    <a:pt x="5332375" y="6553552"/>
                  </a:lnTo>
                  <a:lnTo>
                    <a:pt x="5321635" y="7004095"/>
                  </a:lnTo>
                  <a:lnTo>
                    <a:pt x="5291905" y="7086667"/>
                  </a:lnTo>
                  <a:lnTo>
                    <a:pt x="5215616" y="10287000"/>
                  </a:lnTo>
                  <a:lnTo>
                    <a:pt x="5163286" y="10287000"/>
                  </a:lnTo>
                  <a:close/>
                </a:path>
                <a:path w="6057900" h="10287000">
                  <a:moveTo>
                    <a:pt x="5080983" y="10287000"/>
                  </a:moveTo>
                  <a:lnTo>
                    <a:pt x="5233665" y="3882024"/>
                  </a:lnTo>
                  <a:lnTo>
                    <a:pt x="5412912" y="4205665"/>
                  </a:lnTo>
                  <a:lnTo>
                    <a:pt x="5483076" y="4714886"/>
                  </a:lnTo>
                  <a:lnTo>
                    <a:pt x="5318536" y="4897671"/>
                  </a:lnTo>
                  <a:lnTo>
                    <a:pt x="5294277" y="5915322"/>
                  </a:lnTo>
                  <a:lnTo>
                    <a:pt x="5265691" y="5991104"/>
                  </a:lnTo>
                  <a:lnTo>
                    <a:pt x="5163286" y="10287000"/>
                  </a:lnTo>
                  <a:lnTo>
                    <a:pt x="5080983" y="10287000"/>
                  </a:lnTo>
                  <a:close/>
                </a:path>
                <a:path w="6057900" h="10287000">
                  <a:moveTo>
                    <a:pt x="5321635" y="7004095"/>
                  </a:moveTo>
                  <a:lnTo>
                    <a:pt x="5332375" y="6553552"/>
                  </a:lnTo>
                  <a:lnTo>
                    <a:pt x="5406353" y="6768800"/>
                  </a:lnTo>
                  <a:lnTo>
                    <a:pt x="5321635" y="700409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5657850" cy="10287000"/>
            </a:xfrm>
            <a:custGeom>
              <a:avLst/>
              <a:gdLst/>
              <a:ahLst/>
              <a:cxnLst/>
              <a:rect l="l" t="t" r="r" b="b"/>
              <a:pathLst>
                <a:path w="5657850" h="10287000">
                  <a:moveTo>
                    <a:pt x="5315540" y="8919100"/>
                  </a:moveTo>
                  <a:lnTo>
                    <a:pt x="5339681" y="7906369"/>
                  </a:lnTo>
                  <a:lnTo>
                    <a:pt x="5657541" y="8248544"/>
                  </a:lnTo>
                  <a:lnTo>
                    <a:pt x="5656281" y="8589993"/>
                  </a:lnTo>
                  <a:lnTo>
                    <a:pt x="5315540" y="8919100"/>
                  </a:lnTo>
                  <a:close/>
                </a:path>
                <a:path w="5657850" h="10287000">
                  <a:moveTo>
                    <a:pt x="5164760" y="10287000"/>
                  </a:moveTo>
                  <a:lnTo>
                    <a:pt x="5194583" y="9035927"/>
                  </a:lnTo>
                  <a:lnTo>
                    <a:pt x="5266566" y="9510062"/>
                  </a:lnTo>
                  <a:lnTo>
                    <a:pt x="5446371" y="9738150"/>
                  </a:lnTo>
                  <a:lnTo>
                    <a:pt x="5451630" y="10269900"/>
                  </a:lnTo>
                  <a:lnTo>
                    <a:pt x="5443566" y="10287000"/>
                  </a:lnTo>
                  <a:lnTo>
                    <a:pt x="5164760" y="10287000"/>
                  </a:lnTo>
                  <a:close/>
                </a:path>
                <a:path w="5657850" h="10287000">
                  <a:moveTo>
                    <a:pt x="0" y="0"/>
                  </a:moveTo>
                  <a:lnTo>
                    <a:pt x="5447958" y="0"/>
                  </a:lnTo>
                  <a:lnTo>
                    <a:pt x="5524265" y="222369"/>
                  </a:lnTo>
                  <a:lnTo>
                    <a:pt x="5607525" y="477222"/>
                  </a:lnTo>
                  <a:lnTo>
                    <a:pt x="5644116" y="618294"/>
                  </a:lnTo>
                  <a:lnTo>
                    <a:pt x="5632006" y="710491"/>
                  </a:lnTo>
                  <a:lnTo>
                    <a:pt x="5574259" y="1054653"/>
                  </a:lnTo>
                  <a:lnTo>
                    <a:pt x="5087474" y="1367821"/>
                  </a:lnTo>
                  <a:lnTo>
                    <a:pt x="5047647" y="3038555"/>
                  </a:lnTo>
                  <a:lnTo>
                    <a:pt x="4967936" y="3110175"/>
                  </a:lnTo>
                  <a:lnTo>
                    <a:pt x="4908876" y="3160618"/>
                  </a:lnTo>
                  <a:lnTo>
                    <a:pt x="4886824" y="4085715"/>
                  </a:lnTo>
                  <a:lnTo>
                    <a:pt x="4853383" y="4262096"/>
                  </a:lnTo>
                  <a:lnTo>
                    <a:pt x="4843901" y="4659867"/>
                  </a:lnTo>
                  <a:lnTo>
                    <a:pt x="4761630" y="4813152"/>
                  </a:lnTo>
                  <a:lnTo>
                    <a:pt x="4631144" y="10287000"/>
                  </a:lnTo>
                  <a:lnTo>
                    <a:pt x="0" y="10287000"/>
                  </a:lnTo>
                  <a:lnTo>
                    <a:pt x="0" y="0"/>
                  </a:lnTo>
                  <a:close/>
                </a:path>
                <a:path w="5657850" h="10287000">
                  <a:moveTo>
                    <a:pt x="5036024" y="10287000"/>
                  </a:moveTo>
                  <a:lnTo>
                    <a:pt x="5114476" y="6995962"/>
                  </a:lnTo>
                  <a:lnTo>
                    <a:pt x="5226638" y="7299579"/>
                  </a:lnTo>
                  <a:lnTo>
                    <a:pt x="5376641" y="7489616"/>
                  </a:lnTo>
                  <a:lnTo>
                    <a:pt x="5339681" y="7906369"/>
                  </a:lnTo>
                  <a:lnTo>
                    <a:pt x="5315540" y="8919100"/>
                  </a:lnTo>
                  <a:lnTo>
                    <a:pt x="5194583" y="9035927"/>
                  </a:lnTo>
                  <a:lnTo>
                    <a:pt x="5164760" y="10287000"/>
                  </a:lnTo>
                  <a:lnTo>
                    <a:pt x="5036024" y="10287000"/>
                  </a:lnTo>
                  <a:close/>
                </a:path>
                <a:path w="5657850" h="10287000">
                  <a:moveTo>
                    <a:pt x="5047647" y="3038555"/>
                  </a:moveTo>
                  <a:lnTo>
                    <a:pt x="5087474" y="1367821"/>
                  </a:lnTo>
                  <a:lnTo>
                    <a:pt x="5107340" y="1419009"/>
                  </a:lnTo>
                  <a:lnTo>
                    <a:pt x="5150814" y="1535892"/>
                  </a:lnTo>
                  <a:lnTo>
                    <a:pt x="5193712" y="1663448"/>
                  </a:lnTo>
                  <a:lnTo>
                    <a:pt x="5211847" y="1746655"/>
                  </a:lnTo>
                  <a:lnTo>
                    <a:pt x="5211841" y="1780512"/>
                  </a:lnTo>
                  <a:lnTo>
                    <a:pt x="5213912" y="1829309"/>
                  </a:lnTo>
                  <a:lnTo>
                    <a:pt x="5224337" y="2005580"/>
                  </a:lnTo>
                  <a:lnTo>
                    <a:pt x="5226468" y="2054379"/>
                  </a:lnTo>
                  <a:lnTo>
                    <a:pt x="5226553" y="2088238"/>
                  </a:lnTo>
                  <a:lnTo>
                    <a:pt x="5247873" y="2159736"/>
                  </a:lnTo>
                  <a:lnTo>
                    <a:pt x="5297538" y="2261529"/>
                  </a:lnTo>
                  <a:lnTo>
                    <a:pt x="5347734" y="2352647"/>
                  </a:lnTo>
                  <a:lnTo>
                    <a:pt x="5370647" y="2392124"/>
                  </a:lnTo>
                  <a:lnTo>
                    <a:pt x="5323517" y="2656114"/>
                  </a:lnTo>
                  <a:lnTo>
                    <a:pt x="5304815" y="2752423"/>
                  </a:lnTo>
                  <a:lnTo>
                    <a:pt x="5234533" y="2856215"/>
                  </a:lnTo>
                  <a:lnTo>
                    <a:pt x="5099364" y="2992087"/>
                  </a:lnTo>
                  <a:lnTo>
                    <a:pt x="5047647" y="3038555"/>
                  </a:lnTo>
                  <a:close/>
                </a:path>
                <a:path w="5657850" h="10287000">
                  <a:moveTo>
                    <a:pt x="4938980" y="10287000"/>
                  </a:moveTo>
                  <a:lnTo>
                    <a:pt x="5045031" y="5838198"/>
                  </a:lnTo>
                  <a:lnTo>
                    <a:pt x="5070988" y="6274630"/>
                  </a:lnTo>
                  <a:lnTo>
                    <a:pt x="5168366" y="6559469"/>
                  </a:lnTo>
                  <a:lnTo>
                    <a:pt x="5158680" y="6749384"/>
                  </a:lnTo>
                  <a:lnTo>
                    <a:pt x="5114476" y="6995962"/>
                  </a:lnTo>
                  <a:lnTo>
                    <a:pt x="5036024" y="10287000"/>
                  </a:lnTo>
                  <a:lnTo>
                    <a:pt x="4942205" y="10287000"/>
                  </a:lnTo>
                  <a:lnTo>
                    <a:pt x="4938980" y="10287000"/>
                  </a:lnTo>
                  <a:close/>
                </a:path>
                <a:path w="5657850" h="10287000">
                  <a:moveTo>
                    <a:pt x="4631144" y="10287000"/>
                  </a:moveTo>
                  <a:lnTo>
                    <a:pt x="4761630" y="4813152"/>
                  </a:lnTo>
                  <a:lnTo>
                    <a:pt x="5101992" y="5345028"/>
                  </a:lnTo>
                  <a:lnTo>
                    <a:pt x="5045031" y="5838198"/>
                  </a:lnTo>
                  <a:lnTo>
                    <a:pt x="4938980" y="10287000"/>
                  </a:lnTo>
                  <a:lnTo>
                    <a:pt x="4631144" y="10287000"/>
                  </a:lnTo>
                  <a:close/>
                </a:path>
                <a:path w="5657850" h="10287000">
                  <a:moveTo>
                    <a:pt x="4886824" y="4085715"/>
                  </a:moveTo>
                  <a:lnTo>
                    <a:pt x="4908876" y="3160618"/>
                  </a:lnTo>
                  <a:lnTo>
                    <a:pt x="5030395" y="3597363"/>
                  </a:lnTo>
                  <a:lnTo>
                    <a:pt x="4918297" y="3919709"/>
                  </a:lnTo>
                  <a:lnTo>
                    <a:pt x="4886824" y="4085715"/>
                  </a:lnTo>
                  <a:close/>
                </a:path>
                <a:path w="5657850" h="10287000">
                  <a:moveTo>
                    <a:pt x="4843901" y="4659867"/>
                  </a:moveTo>
                  <a:lnTo>
                    <a:pt x="4853383" y="4262096"/>
                  </a:lnTo>
                  <a:lnTo>
                    <a:pt x="4955482" y="4451974"/>
                  </a:lnTo>
                  <a:lnTo>
                    <a:pt x="4843901" y="4659867"/>
                  </a:lnTo>
                  <a:close/>
                </a:path>
              </a:pathLst>
            </a:custGeom>
            <a:solidFill>
              <a:srgbClr val="FFD04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3279202"/>
              <a:ext cx="6372224" cy="3724274"/>
            </a:xfrm>
            <a:prstGeom prst="rect">
              <a:avLst/>
            </a:prstGeom>
          </p:spPr>
        </p:pic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55144" rIns="0" bIns="0" rtlCol="0" vert="horz">
            <a:spAutoFit/>
          </a:bodyPr>
          <a:lstStyle/>
          <a:p>
            <a:pPr marL="5280660">
              <a:lnSpc>
                <a:spcPct val="100000"/>
              </a:lnSpc>
              <a:spcBef>
                <a:spcPts val="100"/>
              </a:spcBef>
            </a:pPr>
            <a:r>
              <a:rPr dirty="0" sz="5000" b="0">
                <a:solidFill>
                  <a:srgbClr val="5460A8"/>
                </a:solidFill>
                <a:latin typeface="Comic Sans MS"/>
                <a:cs typeface="Comic Sans MS"/>
              </a:rPr>
              <a:t>SQL</a:t>
            </a:r>
            <a:r>
              <a:rPr dirty="0" sz="5000" spc="-155" b="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5000" b="0">
                <a:solidFill>
                  <a:srgbClr val="5460A8"/>
                </a:solidFill>
                <a:latin typeface="Comic Sans MS"/>
                <a:cs typeface="Comic Sans MS"/>
              </a:rPr>
              <a:t>INJECTION</a:t>
            </a:r>
            <a:r>
              <a:rPr dirty="0" sz="5000" spc="-150" b="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5000" spc="-10" b="0">
                <a:solidFill>
                  <a:srgbClr val="5460A8"/>
                </a:solidFill>
                <a:latin typeface="Comic Sans MS"/>
                <a:cs typeface="Comic Sans MS"/>
              </a:rPr>
              <a:t>ATTACKS</a:t>
            </a:r>
            <a:endParaRPr sz="5000">
              <a:latin typeface="Comic Sans MS"/>
              <a:cs typeface="Comic Sans MS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85763" y="3076472"/>
            <a:ext cx="104775" cy="104774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7053009" y="2858013"/>
            <a:ext cx="9193530" cy="5054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14599"/>
              </a:lnSpc>
              <a:spcBef>
                <a:spcPts val="100"/>
              </a:spcBef>
            </a:pPr>
            <a:r>
              <a:rPr dirty="0" sz="2400">
                <a:solidFill>
                  <a:srgbClr val="5460A8"/>
                </a:solidFill>
                <a:latin typeface="Comic Sans MS"/>
                <a:cs typeface="Comic Sans MS"/>
              </a:rPr>
              <a:t>Structured</a:t>
            </a:r>
            <a:r>
              <a:rPr dirty="0" sz="2400" spc="24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5460A8"/>
                </a:solidFill>
                <a:latin typeface="Comic Sans MS"/>
                <a:cs typeface="Comic Sans MS"/>
              </a:rPr>
              <a:t>Query</a:t>
            </a:r>
            <a:r>
              <a:rPr dirty="0" sz="2400" spc="24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5460A8"/>
                </a:solidFill>
                <a:latin typeface="Comic Sans MS"/>
                <a:cs typeface="Comic Sans MS"/>
              </a:rPr>
              <a:t>Language</a:t>
            </a:r>
            <a:r>
              <a:rPr dirty="0" sz="2400" spc="24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5460A8"/>
                </a:solidFill>
                <a:latin typeface="Comic Sans MS"/>
                <a:cs typeface="Comic Sans MS"/>
              </a:rPr>
              <a:t>(SQL)</a:t>
            </a:r>
            <a:r>
              <a:rPr dirty="0" sz="2400" spc="24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5460A8"/>
                </a:solidFill>
                <a:latin typeface="Comic Sans MS"/>
                <a:cs typeface="Comic Sans MS"/>
              </a:rPr>
              <a:t>injection</a:t>
            </a:r>
            <a:r>
              <a:rPr dirty="0" sz="2400" spc="24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5460A8"/>
                </a:solidFill>
                <a:latin typeface="Comic Sans MS"/>
                <a:cs typeface="Comic Sans MS"/>
              </a:rPr>
              <a:t>is</a:t>
            </a:r>
            <a:r>
              <a:rPr dirty="0" sz="2400" spc="24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5460A8"/>
                </a:solidFill>
                <a:latin typeface="Comic Sans MS"/>
                <a:cs typeface="Comic Sans MS"/>
              </a:rPr>
              <a:t>a</a:t>
            </a:r>
            <a:r>
              <a:rPr dirty="0" sz="2400" spc="24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400" spc="-10">
                <a:solidFill>
                  <a:srgbClr val="5460A8"/>
                </a:solidFill>
                <a:latin typeface="Comic Sans MS"/>
                <a:cs typeface="Comic Sans MS"/>
              </a:rPr>
              <a:t>common </a:t>
            </a:r>
            <a:r>
              <a:rPr dirty="0" sz="2400">
                <a:solidFill>
                  <a:srgbClr val="5460A8"/>
                </a:solidFill>
                <a:latin typeface="Comic Sans MS"/>
                <a:cs typeface="Comic Sans MS"/>
              </a:rPr>
              <a:t>method</a:t>
            </a:r>
            <a:r>
              <a:rPr dirty="0" sz="2400" spc="22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5460A8"/>
                </a:solidFill>
                <a:latin typeface="Comic Sans MS"/>
                <a:cs typeface="Comic Sans MS"/>
              </a:rPr>
              <a:t>of</a:t>
            </a:r>
            <a:r>
              <a:rPr dirty="0" sz="2400" spc="22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5460A8"/>
                </a:solidFill>
                <a:latin typeface="Comic Sans MS"/>
                <a:cs typeface="Comic Sans MS"/>
              </a:rPr>
              <a:t>taking</a:t>
            </a:r>
            <a:r>
              <a:rPr dirty="0" sz="2400" spc="22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5460A8"/>
                </a:solidFill>
                <a:latin typeface="Comic Sans MS"/>
                <a:cs typeface="Comic Sans MS"/>
              </a:rPr>
              <a:t>advantage</a:t>
            </a:r>
            <a:r>
              <a:rPr dirty="0" sz="2400" spc="22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5460A8"/>
                </a:solidFill>
                <a:latin typeface="Comic Sans MS"/>
                <a:cs typeface="Comic Sans MS"/>
              </a:rPr>
              <a:t>of</a:t>
            </a:r>
            <a:r>
              <a:rPr dirty="0" sz="2400" spc="22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5460A8"/>
                </a:solidFill>
                <a:latin typeface="Comic Sans MS"/>
                <a:cs typeface="Comic Sans MS"/>
              </a:rPr>
              <a:t>websites</a:t>
            </a:r>
            <a:r>
              <a:rPr dirty="0" sz="2400" spc="22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5460A8"/>
                </a:solidFill>
                <a:latin typeface="Comic Sans MS"/>
                <a:cs typeface="Comic Sans MS"/>
              </a:rPr>
              <a:t>that</a:t>
            </a:r>
            <a:r>
              <a:rPr dirty="0" sz="2400" spc="22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5460A8"/>
                </a:solidFill>
                <a:latin typeface="Comic Sans MS"/>
                <a:cs typeface="Comic Sans MS"/>
              </a:rPr>
              <a:t>depend</a:t>
            </a:r>
            <a:r>
              <a:rPr dirty="0" sz="2400" spc="22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400" spc="-25">
                <a:solidFill>
                  <a:srgbClr val="5460A8"/>
                </a:solidFill>
                <a:latin typeface="Comic Sans MS"/>
                <a:cs typeface="Comic Sans MS"/>
              </a:rPr>
              <a:t>on </a:t>
            </a:r>
            <a:r>
              <a:rPr dirty="0" sz="2400">
                <a:solidFill>
                  <a:srgbClr val="5460A8"/>
                </a:solidFill>
                <a:latin typeface="Comic Sans MS"/>
                <a:cs typeface="Comic Sans MS"/>
              </a:rPr>
              <a:t>databases</a:t>
            </a:r>
            <a:r>
              <a:rPr dirty="0" sz="2400" spc="-4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5460A8"/>
                </a:solidFill>
                <a:latin typeface="Comic Sans MS"/>
                <a:cs typeface="Comic Sans MS"/>
              </a:rPr>
              <a:t>to</a:t>
            </a:r>
            <a:r>
              <a:rPr dirty="0" sz="2400" spc="-4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5460A8"/>
                </a:solidFill>
                <a:latin typeface="Comic Sans MS"/>
                <a:cs typeface="Comic Sans MS"/>
              </a:rPr>
              <a:t>serve</a:t>
            </a:r>
            <a:r>
              <a:rPr dirty="0" sz="2400" spc="-4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5460A8"/>
                </a:solidFill>
                <a:latin typeface="Comic Sans MS"/>
                <a:cs typeface="Comic Sans MS"/>
              </a:rPr>
              <a:t>their</a:t>
            </a:r>
            <a:r>
              <a:rPr dirty="0" sz="2400" spc="-4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400" spc="-10">
                <a:solidFill>
                  <a:srgbClr val="5460A8"/>
                </a:solidFill>
                <a:latin typeface="Comic Sans MS"/>
                <a:cs typeface="Comic Sans MS"/>
              </a:rPr>
              <a:t>users.</a:t>
            </a:r>
            <a:endParaRPr sz="2400">
              <a:latin typeface="Comic Sans MS"/>
              <a:cs typeface="Comic Sans MS"/>
            </a:endParaRPr>
          </a:p>
          <a:p>
            <a:pPr algn="just" marL="12700" marR="5080">
              <a:lnSpc>
                <a:spcPct val="114599"/>
              </a:lnSpc>
              <a:spcBef>
                <a:spcPts val="3300"/>
              </a:spcBef>
            </a:pPr>
            <a:r>
              <a:rPr dirty="0" sz="2400">
                <a:solidFill>
                  <a:srgbClr val="5460A8"/>
                </a:solidFill>
                <a:latin typeface="Comic Sans MS"/>
                <a:cs typeface="Comic Sans MS"/>
              </a:rPr>
              <a:t>Clients</a:t>
            </a:r>
            <a:r>
              <a:rPr dirty="0" sz="2400" spc="-3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5460A8"/>
                </a:solidFill>
                <a:latin typeface="Comic Sans MS"/>
                <a:cs typeface="Comic Sans MS"/>
              </a:rPr>
              <a:t>are</a:t>
            </a:r>
            <a:r>
              <a:rPr dirty="0" sz="2400" spc="-3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5460A8"/>
                </a:solidFill>
                <a:latin typeface="Comic Sans MS"/>
                <a:cs typeface="Comic Sans MS"/>
              </a:rPr>
              <a:t>computers</a:t>
            </a:r>
            <a:r>
              <a:rPr dirty="0" sz="2400" spc="-3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5460A8"/>
                </a:solidFill>
                <a:latin typeface="Comic Sans MS"/>
                <a:cs typeface="Comic Sans MS"/>
              </a:rPr>
              <a:t>that</a:t>
            </a:r>
            <a:r>
              <a:rPr dirty="0" sz="2400" spc="-3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5460A8"/>
                </a:solidFill>
                <a:latin typeface="Comic Sans MS"/>
                <a:cs typeface="Comic Sans MS"/>
              </a:rPr>
              <a:t>get</a:t>
            </a:r>
            <a:r>
              <a:rPr dirty="0" sz="2400" spc="-3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5460A8"/>
                </a:solidFill>
                <a:latin typeface="Comic Sans MS"/>
                <a:cs typeface="Comic Sans MS"/>
              </a:rPr>
              <a:t>information</a:t>
            </a:r>
            <a:r>
              <a:rPr dirty="0" sz="2400" spc="-3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5460A8"/>
                </a:solidFill>
                <a:latin typeface="Comic Sans MS"/>
                <a:cs typeface="Comic Sans MS"/>
              </a:rPr>
              <a:t>from</a:t>
            </a:r>
            <a:r>
              <a:rPr dirty="0" sz="2400" spc="-3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5460A8"/>
                </a:solidFill>
                <a:latin typeface="Comic Sans MS"/>
                <a:cs typeface="Comic Sans MS"/>
              </a:rPr>
              <a:t>servers,</a:t>
            </a:r>
            <a:r>
              <a:rPr dirty="0" sz="2400" spc="-3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5460A8"/>
                </a:solidFill>
                <a:latin typeface="Comic Sans MS"/>
                <a:cs typeface="Comic Sans MS"/>
              </a:rPr>
              <a:t>and</a:t>
            </a:r>
            <a:r>
              <a:rPr dirty="0" sz="2400" spc="-3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400" spc="-25">
                <a:solidFill>
                  <a:srgbClr val="5460A8"/>
                </a:solidFill>
                <a:latin typeface="Comic Sans MS"/>
                <a:cs typeface="Comic Sans MS"/>
              </a:rPr>
              <a:t>an </a:t>
            </a:r>
            <a:r>
              <a:rPr dirty="0" sz="2400">
                <a:solidFill>
                  <a:srgbClr val="5460A8"/>
                </a:solidFill>
                <a:latin typeface="Comic Sans MS"/>
                <a:cs typeface="Comic Sans MS"/>
              </a:rPr>
              <a:t>SQL</a:t>
            </a:r>
            <a:r>
              <a:rPr dirty="0" sz="2400" spc="4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5460A8"/>
                </a:solidFill>
                <a:latin typeface="Comic Sans MS"/>
                <a:cs typeface="Comic Sans MS"/>
              </a:rPr>
              <a:t>attack</a:t>
            </a:r>
            <a:r>
              <a:rPr dirty="0" sz="2400" spc="4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5460A8"/>
                </a:solidFill>
                <a:latin typeface="Comic Sans MS"/>
                <a:cs typeface="Comic Sans MS"/>
              </a:rPr>
              <a:t>uses</a:t>
            </a:r>
            <a:r>
              <a:rPr dirty="0" sz="2400" spc="4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5460A8"/>
                </a:solidFill>
                <a:latin typeface="Comic Sans MS"/>
                <a:cs typeface="Comic Sans MS"/>
              </a:rPr>
              <a:t>an</a:t>
            </a:r>
            <a:r>
              <a:rPr dirty="0" sz="2400" spc="4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5460A8"/>
                </a:solidFill>
                <a:latin typeface="Comic Sans MS"/>
                <a:cs typeface="Comic Sans MS"/>
              </a:rPr>
              <a:t>SQL</a:t>
            </a:r>
            <a:r>
              <a:rPr dirty="0" sz="2400" spc="4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5460A8"/>
                </a:solidFill>
                <a:latin typeface="Comic Sans MS"/>
                <a:cs typeface="Comic Sans MS"/>
              </a:rPr>
              <a:t>query</a:t>
            </a:r>
            <a:r>
              <a:rPr dirty="0" sz="2400" spc="4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5460A8"/>
                </a:solidFill>
                <a:latin typeface="Comic Sans MS"/>
                <a:cs typeface="Comic Sans MS"/>
              </a:rPr>
              <a:t>sent</a:t>
            </a:r>
            <a:r>
              <a:rPr dirty="0" sz="2400" spc="4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5460A8"/>
                </a:solidFill>
                <a:latin typeface="Comic Sans MS"/>
                <a:cs typeface="Comic Sans MS"/>
              </a:rPr>
              <a:t>from</a:t>
            </a:r>
            <a:r>
              <a:rPr dirty="0" sz="2400" spc="4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5460A8"/>
                </a:solidFill>
                <a:latin typeface="Comic Sans MS"/>
                <a:cs typeface="Comic Sans MS"/>
              </a:rPr>
              <a:t>the</a:t>
            </a:r>
            <a:r>
              <a:rPr dirty="0" sz="2400" spc="4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5460A8"/>
                </a:solidFill>
                <a:latin typeface="Comic Sans MS"/>
                <a:cs typeface="Comic Sans MS"/>
              </a:rPr>
              <a:t>client</a:t>
            </a:r>
            <a:r>
              <a:rPr dirty="0" sz="2400" spc="4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400">
                <a:solidFill>
                  <a:srgbClr val="5460A8"/>
                </a:solidFill>
                <a:latin typeface="Comic Sans MS"/>
                <a:cs typeface="Comic Sans MS"/>
              </a:rPr>
              <a:t>to</a:t>
            </a:r>
            <a:r>
              <a:rPr dirty="0" sz="2400" spc="4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400" spc="-50">
                <a:solidFill>
                  <a:srgbClr val="5460A8"/>
                </a:solidFill>
                <a:latin typeface="Comic Sans MS"/>
                <a:cs typeface="Comic Sans MS"/>
              </a:rPr>
              <a:t>a </a:t>
            </a:r>
            <a:r>
              <a:rPr dirty="0" sz="2400">
                <a:solidFill>
                  <a:srgbClr val="5460A8"/>
                </a:solidFill>
                <a:latin typeface="Comic Sans MS"/>
                <a:cs typeface="Comic Sans MS"/>
              </a:rPr>
              <a:t>database</a:t>
            </a:r>
            <a:r>
              <a:rPr dirty="0" sz="2400" spc="-4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5460A8"/>
                </a:solidFill>
                <a:latin typeface="Comic Sans MS"/>
                <a:cs typeface="Comic Sans MS"/>
              </a:rPr>
              <a:t>on</a:t>
            </a:r>
            <a:r>
              <a:rPr dirty="0" sz="2400" spc="-4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5460A8"/>
                </a:solidFill>
                <a:latin typeface="Comic Sans MS"/>
                <a:cs typeface="Comic Sans MS"/>
              </a:rPr>
              <a:t>the</a:t>
            </a:r>
            <a:r>
              <a:rPr dirty="0" sz="2400" spc="-4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400" spc="-10">
                <a:solidFill>
                  <a:srgbClr val="5460A8"/>
                </a:solidFill>
                <a:latin typeface="Comic Sans MS"/>
                <a:cs typeface="Comic Sans MS"/>
              </a:rPr>
              <a:t>server.</a:t>
            </a:r>
            <a:endParaRPr sz="2400">
              <a:latin typeface="Comic Sans MS"/>
              <a:cs typeface="Comic Sans MS"/>
            </a:endParaRPr>
          </a:p>
          <a:p>
            <a:pPr algn="just" marL="12700" marR="5080">
              <a:lnSpc>
                <a:spcPct val="114599"/>
              </a:lnSpc>
              <a:spcBef>
                <a:spcPts val="3295"/>
              </a:spcBef>
            </a:pPr>
            <a:r>
              <a:rPr dirty="0" sz="2400">
                <a:solidFill>
                  <a:srgbClr val="5460A8"/>
                </a:solidFill>
                <a:latin typeface="Comic Sans MS"/>
                <a:cs typeface="Comic Sans MS"/>
              </a:rPr>
              <a:t>The</a:t>
            </a:r>
            <a:r>
              <a:rPr dirty="0" sz="2400" spc="56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5460A8"/>
                </a:solidFill>
                <a:latin typeface="Comic Sans MS"/>
                <a:cs typeface="Comic Sans MS"/>
              </a:rPr>
              <a:t>command</a:t>
            </a:r>
            <a:r>
              <a:rPr dirty="0" sz="2400" spc="56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5460A8"/>
                </a:solidFill>
                <a:latin typeface="Comic Sans MS"/>
                <a:cs typeface="Comic Sans MS"/>
              </a:rPr>
              <a:t>is</a:t>
            </a:r>
            <a:r>
              <a:rPr dirty="0" sz="2400" spc="56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5460A8"/>
                </a:solidFill>
                <a:latin typeface="Comic Sans MS"/>
                <a:cs typeface="Comic Sans MS"/>
              </a:rPr>
              <a:t>inserted,</a:t>
            </a:r>
            <a:r>
              <a:rPr dirty="0" sz="2400" spc="56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5460A8"/>
                </a:solidFill>
                <a:latin typeface="Comic Sans MS"/>
                <a:cs typeface="Comic Sans MS"/>
              </a:rPr>
              <a:t>or</a:t>
            </a:r>
            <a:r>
              <a:rPr dirty="0" sz="2400" spc="56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5460A8"/>
                </a:solidFill>
                <a:latin typeface="Comic Sans MS"/>
                <a:cs typeface="Comic Sans MS"/>
              </a:rPr>
              <a:t>“injected”,</a:t>
            </a:r>
            <a:r>
              <a:rPr dirty="0" sz="2400" spc="56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5460A8"/>
                </a:solidFill>
                <a:latin typeface="Comic Sans MS"/>
                <a:cs typeface="Comic Sans MS"/>
              </a:rPr>
              <a:t>into</a:t>
            </a:r>
            <a:r>
              <a:rPr dirty="0" sz="2400" spc="56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5460A8"/>
                </a:solidFill>
                <a:latin typeface="Comic Sans MS"/>
                <a:cs typeface="Comic Sans MS"/>
              </a:rPr>
              <a:t>a</a:t>
            </a:r>
            <a:r>
              <a:rPr dirty="0" sz="2400" spc="56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5460A8"/>
                </a:solidFill>
                <a:latin typeface="Comic Sans MS"/>
                <a:cs typeface="Comic Sans MS"/>
              </a:rPr>
              <a:t>data</a:t>
            </a:r>
            <a:r>
              <a:rPr dirty="0" sz="2400" spc="56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5460A8"/>
                </a:solidFill>
                <a:latin typeface="Comic Sans MS"/>
                <a:cs typeface="Comic Sans MS"/>
              </a:rPr>
              <a:t>plane</a:t>
            </a:r>
            <a:r>
              <a:rPr dirty="0" sz="2400" spc="56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400" spc="-25">
                <a:solidFill>
                  <a:srgbClr val="5460A8"/>
                </a:solidFill>
                <a:latin typeface="Comic Sans MS"/>
                <a:cs typeface="Comic Sans MS"/>
              </a:rPr>
              <a:t>in </a:t>
            </a:r>
            <a:r>
              <a:rPr dirty="0" sz="2400">
                <a:solidFill>
                  <a:srgbClr val="5460A8"/>
                </a:solidFill>
                <a:latin typeface="Comic Sans MS"/>
                <a:cs typeface="Comic Sans MS"/>
              </a:rPr>
              <a:t>place</a:t>
            </a:r>
            <a:r>
              <a:rPr dirty="0" sz="2400" spc="56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5460A8"/>
                </a:solidFill>
                <a:latin typeface="Comic Sans MS"/>
                <a:cs typeface="Comic Sans MS"/>
              </a:rPr>
              <a:t>of</a:t>
            </a:r>
            <a:r>
              <a:rPr dirty="0" sz="2400" spc="56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5460A8"/>
                </a:solidFill>
                <a:latin typeface="Comic Sans MS"/>
                <a:cs typeface="Comic Sans MS"/>
              </a:rPr>
              <a:t>something</a:t>
            </a:r>
            <a:r>
              <a:rPr dirty="0" sz="2400" spc="56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5460A8"/>
                </a:solidFill>
                <a:latin typeface="Comic Sans MS"/>
                <a:cs typeface="Comic Sans MS"/>
              </a:rPr>
              <a:t>else</a:t>
            </a:r>
            <a:r>
              <a:rPr dirty="0" sz="2400" spc="56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5460A8"/>
                </a:solidFill>
                <a:latin typeface="Comic Sans MS"/>
                <a:cs typeface="Comic Sans MS"/>
              </a:rPr>
              <a:t>that</a:t>
            </a:r>
            <a:r>
              <a:rPr dirty="0" sz="2400" spc="56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5460A8"/>
                </a:solidFill>
                <a:latin typeface="Comic Sans MS"/>
                <a:cs typeface="Comic Sans MS"/>
              </a:rPr>
              <a:t>normally</a:t>
            </a:r>
            <a:r>
              <a:rPr dirty="0" sz="2400" spc="56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5460A8"/>
                </a:solidFill>
                <a:latin typeface="Comic Sans MS"/>
                <a:cs typeface="Comic Sans MS"/>
              </a:rPr>
              <a:t>goes</a:t>
            </a:r>
            <a:r>
              <a:rPr dirty="0" sz="2400" spc="56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5460A8"/>
                </a:solidFill>
                <a:latin typeface="Comic Sans MS"/>
                <a:cs typeface="Comic Sans MS"/>
              </a:rPr>
              <a:t>there,</a:t>
            </a:r>
            <a:r>
              <a:rPr dirty="0" sz="2400" spc="56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5460A8"/>
                </a:solidFill>
                <a:latin typeface="Comic Sans MS"/>
                <a:cs typeface="Comic Sans MS"/>
              </a:rPr>
              <a:t>such</a:t>
            </a:r>
            <a:r>
              <a:rPr dirty="0" sz="2400" spc="56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5460A8"/>
                </a:solidFill>
                <a:latin typeface="Comic Sans MS"/>
                <a:cs typeface="Comic Sans MS"/>
              </a:rPr>
              <a:t>as</a:t>
            </a:r>
            <a:r>
              <a:rPr dirty="0" sz="2400" spc="56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400" spc="-50">
                <a:solidFill>
                  <a:srgbClr val="5460A8"/>
                </a:solidFill>
                <a:latin typeface="Comic Sans MS"/>
                <a:cs typeface="Comic Sans MS"/>
              </a:rPr>
              <a:t>a </a:t>
            </a:r>
            <a:r>
              <a:rPr dirty="0" sz="2400">
                <a:solidFill>
                  <a:srgbClr val="5460A8"/>
                </a:solidFill>
                <a:latin typeface="Comic Sans MS"/>
                <a:cs typeface="Comic Sans MS"/>
              </a:rPr>
              <a:t>password</a:t>
            </a:r>
            <a:r>
              <a:rPr dirty="0" sz="2400" spc="-1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5460A8"/>
                </a:solidFill>
                <a:latin typeface="Comic Sans MS"/>
                <a:cs typeface="Comic Sans MS"/>
              </a:rPr>
              <a:t>or</a:t>
            </a:r>
            <a:r>
              <a:rPr dirty="0" sz="2400" spc="-1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5460A8"/>
                </a:solidFill>
                <a:latin typeface="Comic Sans MS"/>
                <a:cs typeface="Comic Sans MS"/>
              </a:rPr>
              <a:t>login.</a:t>
            </a:r>
            <a:r>
              <a:rPr dirty="0" sz="2400" spc="-1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5460A8"/>
                </a:solidFill>
                <a:latin typeface="Comic Sans MS"/>
                <a:cs typeface="Comic Sans MS"/>
              </a:rPr>
              <a:t>The</a:t>
            </a:r>
            <a:r>
              <a:rPr dirty="0" sz="2400" spc="-1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5460A8"/>
                </a:solidFill>
                <a:latin typeface="Comic Sans MS"/>
                <a:cs typeface="Comic Sans MS"/>
              </a:rPr>
              <a:t>server</a:t>
            </a:r>
            <a:r>
              <a:rPr dirty="0" sz="2400" spc="-1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5460A8"/>
                </a:solidFill>
                <a:latin typeface="Comic Sans MS"/>
                <a:cs typeface="Comic Sans MS"/>
              </a:rPr>
              <a:t>that</a:t>
            </a:r>
            <a:r>
              <a:rPr dirty="0" sz="2400" spc="-1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5460A8"/>
                </a:solidFill>
                <a:latin typeface="Comic Sans MS"/>
                <a:cs typeface="Comic Sans MS"/>
              </a:rPr>
              <a:t>holds</a:t>
            </a:r>
            <a:r>
              <a:rPr dirty="0" sz="2400" spc="-1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5460A8"/>
                </a:solidFill>
                <a:latin typeface="Comic Sans MS"/>
                <a:cs typeface="Comic Sans MS"/>
              </a:rPr>
              <a:t>the</a:t>
            </a:r>
            <a:r>
              <a:rPr dirty="0" sz="2400" spc="-1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5460A8"/>
                </a:solidFill>
                <a:latin typeface="Comic Sans MS"/>
                <a:cs typeface="Comic Sans MS"/>
              </a:rPr>
              <a:t>database</a:t>
            </a:r>
            <a:r>
              <a:rPr dirty="0" sz="2400" spc="-1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5460A8"/>
                </a:solidFill>
                <a:latin typeface="Comic Sans MS"/>
                <a:cs typeface="Comic Sans MS"/>
              </a:rPr>
              <a:t>then</a:t>
            </a:r>
            <a:r>
              <a:rPr dirty="0" sz="2400" spc="-1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400" spc="-20">
                <a:solidFill>
                  <a:srgbClr val="5460A8"/>
                </a:solidFill>
                <a:latin typeface="Comic Sans MS"/>
                <a:cs typeface="Comic Sans MS"/>
              </a:rPr>
              <a:t>runs </a:t>
            </a:r>
            <a:r>
              <a:rPr dirty="0" sz="2400">
                <a:solidFill>
                  <a:srgbClr val="5460A8"/>
                </a:solidFill>
                <a:latin typeface="Comic Sans MS"/>
                <a:cs typeface="Comic Sans MS"/>
              </a:rPr>
              <a:t>the</a:t>
            </a:r>
            <a:r>
              <a:rPr dirty="0" sz="2400" spc="-4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5460A8"/>
                </a:solidFill>
                <a:latin typeface="Comic Sans MS"/>
                <a:cs typeface="Comic Sans MS"/>
              </a:rPr>
              <a:t>command</a:t>
            </a:r>
            <a:r>
              <a:rPr dirty="0" sz="2400" spc="-4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5460A8"/>
                </a:solidFill>
                <a:latin typeface="Comic Sans MS"/>
                <a:cs typeface="Comic Sans MS"/>
              </a:rPr>
              <a:t>and</a:t>
            </a:r>
            <a:r>
              <a:rPr dirty="0" sz="2400" spc="-4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5460A8"/>
                </a:solidFill>
                <a:latin typeface="Comic Sans MS"/>
                <a:cs typeface="Comic Sans MS"/>
              </a:rPr>
              <a:t>the</a:t>
            </a:r>
            <a:r>
              <a:rPr dirty="0" sz="2400" spc="-4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5460A8"/>
                </a:solidFill>
                <a:latin typeface="Comic Sans MS"/>
                <a:cs typeface="Comic Sans MS"/>
              </a:rPr>
              <a:t>system</a:t>
            </a:r>
            <a:r>
              <a:rPr dirty="0" sz="2400" spc="-4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5460A8"/>
                </a:solidFill>
                <a:latin typeface="Comic Sans MS"/>
                <a:cs typeface="Comic Sans MS"/>
              </a:rPr>
              <a:t>is</a:t>
            </a:r>
            <a:r>
              <a:rPr dirty="0" sz="2400" spc="-4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400" spc="-10">
                <a:solidFill>
                  <a:srgbClr val="5460A8"/>
                </a:solidFill>
                <a:latin typeface="Comic Sans MS"/>
                <a:cs typeface="Comic Sans MS"/>
              </a:rPr>
              <a:t>penetrated.</a:t>
            </a:r>
            <a:endParaRPr sz="2400">
              <a:latin typeface="Comic Sans MS"/>
              <a:cs typeface="Comic Sans MS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85763" y="4752872"/>
            <a:ext cx="104775" cy="10477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85763" y="6429272"/>
            <a:ext cx="104775" cy="104774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7572375" cy="10287000"/>
            <a:chOff x="0" y="0"/>
            <a:chExt cx="7572375" cy="102870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6240780" cy="10287000"/>
            </a:xfrm>
            <a:custGeom>
              <a:avLst/>
              <a:gdLst/>
              <a:ahLst/>
              <a:cxnLst/>
              <a:rect l="l" t="t" r="r" b="b"/>
              <a:pathLst>
                <a:path w="6240780" h="10287000">
                  <a:moveTo>
                    <a:pt x="5417810" y="10287000"/>
                  </a:moveTo>
                  <a:lnTo>
                    <a:pt x="5487821" y="7350025"/>
                  </a:lnTo>
                  <a:lnTo>
                    <a:pt x="5802130" y="7562895"/>
                  </a:lnTo>
                  <a:lnTo>
                    <a:pt x="5910880" y="7824176"/>
                  </a:lnTo>
                  <a:lnTo>
                    <a:pt x="5935085" y="8179496"/>
                  </a:lnTo>
                  <a:lnTo>
                    <a:pt x="6208634" y="8607827"/>
                  </a:lnTo>
                  <a:lnTo>
                    <a:pt x="6083239" y="9065464"/>
                  </a:lnTo>
                  <a:lnTo>
                    <a:pt x="5789987" y="9309054"/>
                  </a:lnTo>
                  <a:lnTo>
                    <a:pt x="5766675" y="10287000"/>
                  </a:lnTo>
                  <a:lnTo>
                    <a:pt x="5417810" y="10287000"/>
                  </a:lnTo>
                  <a:close/>
                </a:path>
                <a:path w="6240780" h="10287000">
                  <a:moveTo>
                    <a:pt x="5766675" y="10287000"/>
                  </a:moveTo>
                  <a:lnTo>
                    <a:pt x="5789987" y="9309054"/>
                  </a:lnTo>
                  <a:lnTo>
                    <a:pt x="5861713" y="9783673"/>
                  </a:lnTo>
                  <a:lnTo>
                    <a:pt x="6041769" y="10011522"/>
                  </a:lnTo>
                  <a:lnTo>
                    <a:pt x="6029721" y="10287000"/>
                  </a:lnTo>
                  <a:lnTo>
                    <a:pt x="5766675" y="10287000"/>
                  </a:lnTo>
                  <a:close/>
                </a:path>
                <a:path w="6240780" h="10287000">
                  <a:moveTo>
                    <a:pt x="5969938" y="1296349"/>
                  </a:moveTo>
                  <a:lnTo>
                    <a:pt x="5997449" y="142261"/>
                  </a:lnTo>
                  <a:lnTo>
                    <a:pt x="6240251" y="891683"/>
                  </a:lnTo>
                  <a:lnTo>
                    <a:pt x="6061015" y="1196215"/>
                  </a:lnTo>
                  <a:lnTo>
                    <a:pt x="5969938" y="1296349"/>
                  </a:lnTo>
                  <a:close/>
                </a:path>
                <a:path w="6240780" h="10287000">
                  <a:moveTo>
                    <a:pt x="0" y="0"/>
                  </a:moveTo>
                  <a:lnTo>
                    <a:pt x="6058018" y="0"/>
                  </a:lnTo>
                  <a:lnTo>
                    <a:pt x="5997449" y="142261"/>
                  </a:lnTo>
                  <a:lnTo>
                    <a:pt x="5969938" y="1296349"/>
                  </a:lnTo>
                  <a:lnTo>
                    <a:pt x="5704527" y="1588154"/>
                  </a:lnTo>
                  <a:lnTo>
                    <a:pt x="5683030" y="2489945"/>
                  </a:lnTo>
                  <a:lnTo>
                    <a:pt x="5681679" y="2495104"/>
                  </a:lnTo>
                  <a:lnTo>
                    <a:pt x="5647329" y="3936106"/>
                  </a:lnTo>
                  <a:lnTo>
                    <a:pt x="5538825" y="4076743"/>
                  </a:lnTo>
                  <a:lnTo>
                    <a:pt x="5488753" y="6177243"/>
                  </a:lnTo>
                  <a:lnTo>
                    <a:pt x="5459643" y="6254415"/>
                  </a:lnTo>
                  <a:lnTo>
                    <a:pt x="5363515" y="10287000"/>
                  </a:lnTo>
                  <a:lnTo>
                    <a:pt x="0" y="10287000"/>
                  </a:lnTo>
                  <a:lnTo>
                    <a:pt x="0" y="0"/>
                  </a:lnTo>
                  <a:close/>
                </a:path>
                <a:path w="6240780" h="10287000">
                  <a:moveTo>
                    <a:pt x="5647329" y="3936106"/>
                  </a:moveTo>
                  <a:lnTo>
                    <a:pt x="5681679" y="2495104"/>
                  </a:lnTo>
                  <a:lnTo>
                    <a:pt x="5700173" y="2842673"/>
                  </a:lnTo>
                  <a:lnTo>
                    <a:pt x="5771311" y="3218274"/>
                  </a:lnTo>
                  <a:lnTo>
                    <a:pt x="5893829" y="3674942"/>
                  </a:lnTo>
                  <a:lnTo>
                    <a:pt x="5647329" y="3936106"/>
                  </a:lnTo>
                  <a:close/>
                </a:path>
                <a:path w="6240780" h="10287000">
                  <a:moveTo>
                    <a:pt x="5683030" y="2489945"/>
                  </a:moveTo>
                  <a:lnTo>
                    <a:pt x="5704527" y="1588154"/>
                  </a:lnTo>
                  <a:lnTo>
                    <a:pt x="5806005" y="2020490"/>
                  </a:lnTo>
                  <a:lnTo>
                    <a:pt x="5683030" y="2489945"/>
                  </a:lnTo>
                  <a:close/>
                </a:path>
                <a:path w="6240780" h="10287000">
                  <a:moveTo>
                    <a:pt x="5363515" y="10287000"/>
                  </a:moveTo>
                  <a:lnTo>
                    <a:pt x="5459643" y="6254415"/>
                  </a:lnTo>
                  <a:lnTo>
                    <a:pt x="5666415" y="6546774"/>
                  </a:lnTo>
                  <a:lnTo>
                    <a:pt x="5526333" y="6816617"/>
                  </a:lnTo>
                  <a:lnTo>
                    <a:pt x="5515440" y="7273595"/>
                  </a:lnTo>
                  <a:lnTo>
                    <a:pt x="5487821" y="7350025"/>
                  </a:lnTo>
                  <a:lnTo>
                    <a:pt x="5417810" y="10287000"/>
                  </a:lnTo>
                  <a:lnTo>
                    <a:pt x="5363515" y="10287000"/>
                  </a:lnTo>
                  <a:close/>
                </a:path>
                <a:path w="6240780" h="10287000">
                  <a:moveTo>
                    <a:pt x="5488753" y="6177243"/>
                  </a:moveTo>
                  <a:lnTo>
                    <a:pt x="5512973" y="5161239"/>
                  </a:lnTo>
                  <a:lnTo>
                    <a:pt x="5621639" y="5487864"/>
                  </a:lnTo>
                  <a:lnTo>
                    <a:pt x="5659218" y="5725338"/>
                  </a:lnTo>
                  <a:lnTo>
                    <a:pt x="5488753" y="6177243"/>
                  </a:lnTo>
                  <a:close/>
                </a:path>
                <a:path w="6240780" h="10287000">
                  <a:moveTo>
                    <a:pt x="5515440" y="7273595"/>
                  </a:moveTo>
                  <a:lnTo>
                    <a:pt x="5526333" y="6816617"/>
                  </a:lnTo>
                  <a:lnTo>
                    <a:pt x="5602240" y="7033385"/>
                  </a:lnTo>
                  <a:lnTo>
                    <a:pt x="5515440" y="7273595"/>
                  </a:lnTo>
                  <a:close/>
                </a:path>
                <a:path w="6240780" h="10287000">
                  <a:moveTo>
                    <a:pt x="5512973" y="5161239"/>
                  </a:moveTo>
                  <a:lnTo>
                    <a:pt x="5538825" y="4076743"/>
                  </a:lnTo>
                  <a:lnTo>
                    <a:pt x="5609068" y="4469274"/>
                  </a:lnTo>
                  <a:lnTo>
                    <a:pt x="5579939" y="4825534"/>
                  </a:lnTo>
                  <a:lnTo>
                    <a:pt x="5512973" y="5161239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6057900" cy="10287000"/>
            </a:xfrm>
            <a:custGeom>
              <a:avLst/>
              <a:gdLst/>
              <a:ahLst/>
              <a:cxnLst/>
              <a:rect l="l" t="t" r="r" b="b"/>
              <a:pathLst>
                <a:path w="6057900" h="10287000">
                  <a:moveTo>
                    <a:pt x="5715770" y="8928640"/>
                  </a:moveTo>
                  <a:lnTo>
                    <a:pt x="5739911" y="7915910"/>
                  </a:lnTo>
                  <a:lnTo>
                    <a:pt x="6057771" y="8258085"/>
                  </a:lnTo>
                  <a:lnTo>
                    <a:pt x="6056511" y="8599533"/>
                  </a:lnTo>
                  <a:lnTo>
                    <a:pt x="5715770" y="8928640"/>
                  </a:lnTo>
                  <a:close/>
                </a:path>
                <a:path w="6057900" h="10287000">
                  <a:moveTo>
                    <a:pt x="5565218" y="10287000"/>
                  </a:moveTo>
                  <a:lnTo>
                    <a:pt x="5594813" y="9045467"/>
                  </a:lnTo>
                  <a:lnTo>
                    <a:pt x="5666059" y="9519585"/>
                  </a:lnTo>
                  <a:lnTo>
                    <a:pt x="5845865" y="9747674"/>
                  </a:lnTo>
                  <a:lnTo>
                    <a:pt x="5851877" y="10278705"/>
                  </a:lnTo>
                  <a:lnTo>
                    <a:pt x="5847972" y="10287000"/>
                  </a:lnTo>
                  <a:lnTo>
                    <a:pt x="5565218" y="10287000"/>
                  </a:lnTo>
                  <a:close/>
                </a:path>
                <a:path w="6057900" h="10287000">
                  <a:moveTo>
                    <a:pt x="0" y="0"/>
                  </a:moveTo>
                  <a:lnTo>
                    <a:pt x="5841759" y="0"/>
                  </a:lnTo>
                  <a:lnTo>
                    <a:pt x="6045065" y="628589"/>
                  </a:lnTo>
                  <a:lnTo>
                    <a:pt x="5865830" y="933120"/>
                  </a:lnTo>
                  <a:lnTo>
                    <a:pt x="5509342" y="1325059"/>
                  </a:lnTo>
                  <a:lnTo>
                    <a:pt x="5487826" y="2227640"/>
                  </a:lnTo>
                  <a:lnTo>
                    <a:pt x="5486476" y="2232745"/>
                  </a:lnTo>
                  <a:lnTo>
                    <a:pt x="5452125" y="3673747"/>
                  </a:lnTo>
                  <a:lnTo>
                    <a:pt x="5233665" y="3882024"/>
                  </a:lnTo>
                  <a:lnTo>
                    <a:pt x="5080983" y="10287000"/>
                  </a:lnTo>
                  <a:lnTo>
                    <a:pt x="0" y="10287000"/>
                  </a:lnTo>
                  <a:lnTo>
                    <a:pt x="0" y="0"/>
                  </a:lnTo>
                  <a:close/>
                </a:path>
                <a:path w="6057900" h="10287000">
                  <a:moveTo>
                    <a:pt x="5215616" y="10287000"/>
                  </a:moveTo>
                  <a:lnTo>
                    <a:pt x="5291905" y="7086667"/>
                  </a:lnTo>
                  <a:lnTo>
                    <a:pt x="5610427" y="7174348"/>
                  </a:lnTo>
                  <a:lnTo>
                    <a:pt x="5814899" y="7552882"/>
                  </a:lnTo>
                  <a:lnTo>
                    <a:pt x="5739911" y="7915910"/>
                  </a:lnTo>
                  <a:lnTo>
                    <a:pt x="5715770" y="8928640"/>
                  </a:lnTo>
                  <a:lnTo>
                    <a:pt x="5594813" y="9045467"/>
                  </a:lnTo>
                  <a:lnTo>
                    <a:pt x="5565218" y="10287000"/>
                  </a:lnTo>
                  <a:lnTo>
                    <a:pt x="5215616" y="10287000"/>
                  </a:lnTo>
                  <a:close/>
                </a:path>
                <a:path w="6057900" h="10287000">
                  <a:moveTo>
                    <a:pt x="5452125" y="3673747"/>
                  </a:moveTo>
                  <a:lnTo>
                    <a:pt x="5486476" y="2232745"/>
                  </a:lnTo>
                  <a:lnTo>
                    <a:pt x="5504970" y="2580314"/>
                  </a:lnTo>
                  <a:lnTo>
                    <a:pt x="5576114" y="2955669"/>
                  </a:lnTo>
                  <a:lnTo>
                    <a:pt x="5698871" y="3412589"/>
                  </a:lnTo>
                  <a:lnTo>
                    <a:pt x="5452125" y="3673747"/>
                  </a:lnTo>
                  <a:close/>
                </a:path>
                <a:path w="6057900" h="10287000">
                  <a:moveTo>
                    <a:pt x="5294277" y="5915322"/>
                  </a:moveTo>
                  <a:lnTo>
                    <a:pt x="5318536" y="4897671"/>
                  </a:lnTo>
                  <a:lnTo>
                    <a:pt x="5579468" y="5144153"/>
                  </a:lnTo>
                  <a:lnTo>
                    <a:pt x="5465266" y="5462026"/>
                  </a:lnTo>
                  <a:lnTo>
                    <a:pt x="5294277" y="5915322"/>
                  </a:lnTo>
                  <a:close/>
                </a:path>
                <a:path w="6057900" h="10287000">
                  <a:moveTo>
                    <a:pt x="5487826" y="2227640"/>
                  </a:moveTo>
                  <a:lnTo>
                    <a:pt x="5509342" y="1325059"/>
                  </a:lnTo>
                  <a:lnTo>
                    <a:pt x="5612036" y="1757916"/>
                  </a:lnTo>
                  <a:lnTo>
                    <a:pt x="5487826" y="2227640"/>
                  </a:lnTo>
                  <a:close/>
                </a:path>
                <a:path w="6057900" h="10287000">
                  <a:moveTo>
                    <a:pt x="5163286" y="10287000"/>
                  </a:moveTo>
                  <a:lnTo>
                    <a:pt x="5265691" y="5991104"/>
                  </a:lnTo>
                  <a:lnTo>
                    <a:pt x="5472218" y="6283458"/>
                  </a:lnTo>
                  <a:lnTo>
                    <a:pt x="5332375" y="6553552"/>
                  </a:lnTo>
                  <a:lnTo>
                    <a:pt x="5321635" y="7004095"/>
                  </a:lnTo>
                  <a:lnTo>
                    <a:pt x="5291905" y="7086667"/>
                  </a:lnTo>
                  <a:lnTo>
                    <a:pt x="5215616" y="10287000"/>
                  </a:lnTo>
                  <a:lnTo>
                    <a:pt x="5163286" y="10287000"/>
                  </a:lnTo>
                  <a:close/>
                </a:path>
                <a:path w="6057900" h="10287000">
                  <a:moveTo>
                    <a:pt x="5080983" y="10287000"/>
                  </a:moveTo>
                  <a:lnTo>
                    <a:pt x="5233665" y="3882024"/>
                  </a:lnTo>
                  <a:lnTo>
                    <a:pt x="5412912" y="4205665"/>
                  </a:lnTo>
                  <a:lnTo>
                    <a:pt x="5483076" y="4714886"/>
                  </a:lnTo>
                  <a:lnTo>
                    <a:pt x="5318536" y="4897671"/>
                  </a:lnTo>
                  <a:lnTo>
                    <a:pt x="5294277" y="5915322"/>
                  </a:lnTo>
                  <a:lnTo>
                    <a:pt x="5265691" y="5991104"/>
                  </a:lnTo>
                  <a:lnTo>
                    <a:pt x="5163286" y="10287000"/>
                  </a:lnTo>
                  <a:lnTo>
                    <a:pt x="5080983" y="10287000"/>
                  </a:lnTo>
                  <a:close/>
                </a:path>
                <a:path w="6057900" h="10287000">
                  <a:moveTo>
                    <a:pt x="5321635" y="7004095"/>
                  </a:moveTo>
                  <a:lnTo>
                    <a:pt x="5332375" y="6553552"/>
                  </a:lnTo>
                  <a:lnTo>
                    <a:pt x="5406353" y="6768800"/>
                  </a:lnTo>
                  <a:lnTo>
                    <a:pt x="5321635" y="700409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5657850" cy="10287000"/>
            </a:xfrm>
            <a:custGeom>
              <a:avLst/>
              <a:gdLst/>
              <a:ahLst/>
              <a:cxnLst/>
              <a:rect l="l" t="t" r="r" b="b"/>
              <a:pathLst>
                <a:path w="5657850" h="10287000">
                  <a:moveTo>
                    <a:pt x="5315540" y="8919100"/>
                  </a:moveTo>
                  <a:lnTo>
                    <a:pt x="5339681" y="7906369"/>
                  </a:lnTo>
                  <a:lnTo>
                    <a:pt x="5657541" y="8248544"/>
                  </a:lnTo>
                  <a:lnTo>
                    <a:pt x="5656281" y="8589993"/>
                  </a:lnTo>
                  <a:lnTo>
                    <a:pt x="5315540" y="8919100"/>
                  </a:lnTo>
                  <a:close/>
                </a:path>
                <a:path w="5657850" h="10287000">
                  <a:moveTo>
                    <a:pt x="5164760" y="10287000"/>
                  </a:moveTo>
                  <a:lnTo>
                    <a:pt x="5194583" y="9035927"/>
                  </a:lnTo>
                  <a:lnTo>
                    <a:pt x="5266566" y="9510062"/>
                  </a:lnTo>
                  <a:lnTo>
                    <a:pt x="5446371" y="9738150"/>
                  </a:lnTo>
                  <a:lnTo>
                    <a:pt x="5451630" y="10269900"/>
                  </a:lnTo>
                  <a:lnTo>
                    <a:pt x="5443566" y="10287000"/>
                  </a:lnTo>
                  <a:lnTo>
                    <a:pt x="5164760" y="10287000"/>
                  </a:lnTo>
                  <a:close/>
                </a:path>
                <a:path w="5657850" h="10287000">
                  <a:moveTo>
                    <a:pt x="0" y="0"/>
                  </a:moveTo>
                  <a:lnTo>
                    <a:pt x="5447958" y="0"/>
                  </a:lnTo>
                  <a:lnTo>
                    <a:pt x="5524265" y="222369"/>
                  </a:lnTo>
                  <a:lnTo>
                    <a:pt x="5607525" y="477222"/>
                  </a:lnTo>
                  <a:lnTo>
                    <a:pt x="5644116" y="618294"/>
                  </a:lnTo>
                  <a:lnTo>
                    <a:pt x="5632006" y="710491"/>
                  </a:lnTo>
                  <a:lnTo>
                    <a:pt x="5574259" y="1054653"/>
                  </a:lnTo>
                  <a:lnTo>
                    <a:pt x="5087474" y="1367821"/>
                  </a:lnTo>
                  <a:lnTo>
                    <a:pt x="5047647" y="3038555"/>
                  </a:lnTo>
                  <a:lnTo>
                    <a:pt x="4967936" y="3110175"/>
                  </a:lnTo>
                  <a:lnTo>
                    <a:pt x="4908876" y="3160618"/>
                  </a:lnTo>
                  <a:lnTo>
                    <a:pt x="4886824" y="4085715"/>
                  </a:lnTo>
                  <a:lnTo>
                    <a:pt x="4853383" y="4262096"/>
                  </a:lnTo>
                  <a:lnTo>
                    <a:pt x="4843901" y="4659867"/>
                  </a:lnTo>
                  <a:lnTo>
                    <a:pt x="4761630" y="4813152"/>
                  </a:lnTo>
                  <a:lnTo>
                    <a:pt x="4631144" y="10287000"/>
                  </a:lnTo>
                  <a:lnTo>
                    <a:pt x="0" y="10287000"/>
                  </a:lnTo>
                  <a:lnTo>
                    <a:pt x="0" y="0"/>
                  </a:lnTo>
                  <a:close/>
                </a:path>
                <a:path w="5657850" h="10287000">
                  <a:moveTo>
                    <a:pt x="5036024" y="10287000"/>
                  </a:moveTo>
                  <a:lnTo>
                    <a:pt x="5114476" y="6995962"/>
                  </a:lnTo>
                  <a:lnTo>
                    <a:pt x="5226638" y="7299579"/>
                  </a:lnTo>
                  <a:lnTo>
                    <a:pt x="5376641" y="7489616"/>
                  </a:lnTo>
                  <a:lnTo>
                    <a:pt x="5339681" y="7906369"/>
                  </a:lnTo>
                  <a:lnTo>
                    <a:pt x="5315540" y="8919100"/>
                  </a:lnTo>
                  <a:lnTo>
                    <a:pt x="5194583" y="9035927"/>
                  </a:lnTo>
                  <a:lnTo>
                    <a:pt x="5164760" y="10287000"/>
                  </a:lnTo>
                  <a:lnTo>
                    <a:pt x="5036024" y="10287000"/>
                  </a:lnTo>
                  <a:close/>
                </a:path>
                <a:path w="5657850" h="10287000">
                  <a:moveTo>
                    <a:pt x="5047647" y="3038555"/>
                  </a:moveTo>
                  <a:lnTo>
                    <a:pt x="5087474" y="1367821"/>
                  </a:lnTo>
                  <a:lnTo>
                    <a:pt x="5107340" y="1419009"/>
                  </a:lnTo>
                  <a:lnTo>
                    <a:pt x="5150814" y="1535892"/>
                  </a:lnTo>
                  <a:lnTo>
                    <a:pt x="5193712" y="1663448"/>
                  </a:lnTo>
                  <a:lnTo>
                    <a:pt x="5211847" y="1746655"/>
                  </a:lnTo>
                  <a:lnTo>
                    <a:pt x="5211841" y="1780512"/>
                  </a:lnTo>
                  <a:lnTo>
                    <a:pt x="5213912" y="1829309"/>
                  </a:lnTo>
                  <a:lnTo>
                    <a:pt x="5224337" y="2005580"/>
                  </a:lnTo>
                  <a:lnTo>
                    <a:pt x="5226468" y="2054379"/>
                  </a:lnTo>
                  <a:lnTo>
                    <a:pt x="5226553" y="2088238"/>
                  </a:lnTo>
                  <a:lnTo>
                    <a:pt x="5247873" y="2159736"/>
                  </a:lnTo>
                  <a:lnTo>
                    <a:pt x="5297538" y="2261529"/>
                  </a:lnTo>
                  <a:lnTo>
                    <a:pt x="5347734" y="2352647"/>
                  </a:lnTo>
                  <a:lnTo>
                    <a:pt x="5370647" y="2392124"/>
                  </a:lnTo>
                  <a:lnTo>
                    <a:pt x="5323517" y="2656114"/>
                  </a:lnTo>
                  <a:lnTo>
                    <a:pt x="5304815" y="2752423"/>
                  </a:lnTo>
                  <a:lnTo>
                    <a:pt x="5234533" y="2856215"/>
                  </a:lnTo>
                  <a:lnTo>
                    <a:pt x="5099364" y="2992087"/>
                  </a:lnTo>
                  <a:lnTo>
                    <a:pt x="5047647" y="3038555"/>
                  </a:lnTo>
                  <a:close/>
                </a:path>
                <a:path w="5657850" h="10287000">
                  <a:moveTo>
                    <a:pt x="4938980" y="10287000"/>
                  </a:moveTo>
                  <a:lnTo>
                    <a:pt x="5045031" y="5838198"/>
                  </a:lnTo>
                  <a:lnTo>
                    <a:pt x="5070988" y="6274630"/>
                  </a:lnTo>
                  <a:lnTo>
                    <a:pt x="5168366" y="6559469"/>
                  </a:lnTo>
                  <a:lnTo>
                    <a:pt x="5158680" y="6749384"/>
                  </a:lnTo>
                  <a:lnTo>
                    <a:pt x="5114476" y="6995962"/>
                  </a:lnTo>
                  <a:lnTo>
                    <a:pt x="5036024" y="10287000"/>
                  </a:lnTo>
                  <a:lnTo>
                    <a:pt x="4942205" y="10287000"/>
                  </a:lnTo>
                  <a:lnTo>
                    <a:pt x="4938980" y="10287000"/>
                  </a:lnTo>
                  <a:close/>
                </a:path>
                <a:path w="5657850" h="10287000">
                  <a:moveTo>
                    <a:pt x="4631144" y="10287000"/>
                  </a:moveTo>
                  <a:lnTo>
                    <a:pt x="4761630" y="4813152"/>
                  </a:lnTo>
                  <a:lnTo>
                    <a:pt x="5101992" y="5345028"/>
                  </a:lnTo>
                  <a:lnTo>
                    <a:pt x="5045031" y="5838198"/>
                  </a:lnTo>
                  <a:lnTo>
                    <a:pt x="4938980" y="10287000"/>
                  </a:lnTo>
                  <a:lnTo>
                    <a:pt x="4631144" y="10287000"/>
                  </a:lnTo>
                  <a:close/>
                </a:path>
                <a:path w="5657850" h="10287000">
                  <a:moveTo>
                    <a:pt x="4886824" y="4085715"/>
                  </a:moveTo>
                  <a:lnTo>
                    <a:pt x="4908876" y="3160618"/>
                  </a:lnTo>
                  <a:lnTo>
                    <a:pt x="5030395" y="3597363"/>
                  </a:lnTo>
                  <a:lnTo>
                    <a:pt x="4918297" y="3919709"/>
                  </a:lnTo>
                  <a:lnTo>
                    <a:pt x="4886824" y="4085715"/>
                  </a:lnTo>
                  <a:close/>
                </a:path>
                <a:path w="5657850" h="10287000">
                  <a:moveTo>
                    <a:pt x="4843901" y="4659867"/>
                  </a:moveTo>
                  <a:lnTo>
                    <a:pt x="4853383" y="4262096"/>
                  </a:lnTo>
                  <a:lnTo>
                    <a:pt x="4955482" y="4451974"/>
                  </a:lnTo>
                  <a:lnTo>
                    <a:pt x="4843901" y="4659867"/>
                  </a:lnTo>
                  <a:close/>
                </a:path>
              </a:pathLst>
            </a:custGeom>
            <a:solidFill>
              <a:srgbClr val="FFD04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781101"/>
              <a:ext cx="7572374" cy="5305425"/>
            </a:xfrm>
            <a:prstGeom prst="rect">
              <a:avLst/>
            </a:prstGeom>
          </p:spPr>
        </p:pic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33320" rIns="0" bIns="0" rtlCol="0" vert="horz">
            <a:spAutoFit/>
          </a:bodyPr>
          <a:lstStyle/>
          <a:p>
            <a:pPr marL="6524625">
              <a:lnSpc>
                <a:spcPct val="100000"/>
              </a:lnSpc>
              <a:spcBef>
                <a:spcPts val="100"/>
              </a:spcBef>
            </a:pPr>
            <a:r>
              <a:rPr dirty="0" sz="5000" spc="-10" b="0">
                <a:solidFill>
                  <a:srgbClr val="5460A8"/>
                </a:solidFill>
                <a:latin typeface="Comic Sans MS"/>
                <a:cs typeface="Comic Sans MS"/>
              </a:rPr>
              <a:t>EAVESDROPPING</a:t>
            </a:r>
            <a:endParaRPr sz="5000">
              <a:latin typeface="Comic Sans MS"/>
              <a:cs typeface="Comic Sans MS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98329" y="2929056"/>
            <a:ext cx="114300" cy="11429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8580159" y="2696634"/>
            <a:ext cx="8420100" cy="5969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15399"/>
              </a:lnSpc>
              <a:spcBef>
                <a:spcPts val="100"/>
              </a:spcBef>
            </a:pP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Eavesdropping</a:t>
            </a:r>
            <a:r>
              <a:rPr dirty="0" sz="2600" spc="300">
                <a:solidFill>
                  <a:srgbClr val="5460A8"/>
                </a:solidFill>
                <a:latin typeface="Comic Sans MS"/>
                <a:cs typeface="Comic Sans MS"/>
              </a:rPr>
              <a:t> 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attacks</a:t>
            </a:r>
            <a:r>
              <a:rPr dirty="0" sz="2600" spc="305">
                <a:solidFill>
                  <a:srgbClr val="5460A8"/>
                </a:solidFill>
                <a:latin typeface="Comic Sans MS"/>
                <a:cs typeface="Comic Sans MS"/>
              </a:rPr>
              <a:t> 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involve</a:t>
            </a:r>
            <a:r>
              <a:rPr dirty="0" sz="2600" spc="305">
                <a:solidFill>
                  <a:srgbClr val="5460A8"/>
                </a:solidFill>
                <a:latin typeface="Comic Sans MS"/>
                <a:cs typeface="Comic Sans MS"/>
              </a:rPr>
              <a:t> 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the</a:t>
            </a:r>
            <a:r>
              <a:rPr dirty="0" sz="2600" spc="305">
                <a:solidFill>
                  <a:srgbClr val="5460A8"/>
                </a:solidFill>
                <a:latin typeface="Comic Sans MS"/>
                <a:cs typeface="Comic Sans MS"/>
              </a:rPr>
              <a:t> 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bad</a:t>
            </a:r>
            <a:r>
              <a:rPr dirty="0" sz="2600" spc="305">
                <a:solidFill>
                  <a:srgbClr val="5460A8"/>
                </a:solidFill>
                <a:latin typeface="Comic Sans MS"/>
                <a:cs typeface="Comic Sans MS"/>
              </a:rPr>
              <a:t>   </a:t>
            </a:r>
            <a:r>
              <a:rPr dirty="0" sz="2600" spc="-10">
                <a:solidFill>
                  <a:srgbClr val="5460A8"/>
                </a:solidFill>
                <a:latin typeface="Comic Sans MS"/>
                <a:cs typeface="Comic Sans MS"/>
              </a:rPr>
              <a:t>actor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intercepting</a:t>
            </a:r>
            <a:r>
              <a:rPr dirty="0" sz="2600" spc="2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traffic</a:t>
            </a:r>
            <a:r>
              <a:rPr dirty="0" sz="2600" spc="2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as</a:t>
            </a:r>
            <a:r>
              <a:rPr dirty="0" sz="2600" spc="2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it</a:t>
            </a:r>
            <a:r>
              <a:rPr dirty="0" sz="2600" spc="2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is</a:t>
            </a:r>
            <a:r>
              <a:rPr dirty="0" sz="2600" spc="2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sent</a:t>
            </a:r>
            <a:r>
              <a:rPr dirty="0" sz="2600" spc="2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through</a:t>
            </a:r>
            <a:r>
              <a:rPr dirty="0" sz="2600" spc="2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the</a:t>
            </a:r>
            <a:r>
              <a:rPr dirty="0" sz="2600" spc="2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 spc="-10">
                <a:solidFill>
                  <a:srgbClr val="5460A8"/>
                </a:solidFill>
                <a:latin typeface="Comic Sans MS"/>
                <a:cs typeface="Comic Sans MS"/>
              </a:rPr>
              <a:t>network.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In</a:t>
            </a:r>
            <a:r>
              <a:rPr dirty="0" sz="2600" spc="24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this</a:t>
            </a:r>
            <a:r>
              <a:rPr dirty="0" sz="2600" spc="24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way,</a:t>
            </a:r>
            <a:r>
              <a:rPr dirty="0" sz="2600" spc="25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an</a:t>
            </a:r>
            <a:r>
              <a:rPr dirty="0" sz="2600" spc="24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attacker</a:t>
            </a:r>
            <a:r>
              <a:rPr dirty="0" sz="2600" spc="25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can</a:t>
            </a:r>
            <a:r>
              <a:rPr dirty="0" sz="2600" spc="24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collect</a:t>
            </a:r>
            <a:r>
              <a:rPr dirty="0" sz="2600" spc="24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 spc="-10">
                <a:solidFill>
                  <a:srgbClr val="5460A8"/>
                </a:solidFill>
                <a:latin typeface="Comic Sans MS"/>
                <a:cs typeface="Comic Sans MS"/>
              </a:rPr>
              <a:t>usernames,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passwords,</a:t>
            </a:r>
            <a:r>
              <a:rPr dirty="0" sz="2600" spc="10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and</a:t>
            </a:r>
            <a:r>
              <a:rPr dirty="0" sz="2600" spc="10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other</a:t>
            </a:r>
            <a:r>
              <a:rPr dirty="0" sz="2600" spc="10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confidential</a:t>
            </a:r>
            <a:r>
              <a:rPr dirty="0" sz="2600" spc="10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information</a:t>
            </a:r>
            <a:r>
              <a:rPr dirty="0" sz="2600" spc="10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 spc="-20">
                <a:solidFill>
                  <a:srgbClr val="5460A8"/>
                </a:solidFill>
                <a:latin typeface="Comic Sans MS"/>
                <a:cs typeface="Comic Sans MS"/>
              </a:rPr>
              <a:t>like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credit</a:t>
            </a:r>
            <a:r>
              <a:rPr dirty="0" sz="2600" spc="-6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cards.</a:t>
            </a:r>
            <a:r>
              <a:rPr dirty="0" sz="2600" spc="-5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Eavesdropping</a:t>
            </a:r>
            <a:r>
              <a:rPr dirty="0" sz="2600" spc="-6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can</a:t>
            </a:r>
            <a:r>
              <a:rPr dirty="0" sz="2600" spc="-5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be</a:t>
            </a:r>
            <a:r>
              <a:rPr dirty="0" sz="2600" spc="-6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active</a:t>
            </a:r>
            <a:r>
              <a:rPr dirty="0" sz="2600" spc="-5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or</a:t>
            </a:r>
            <a:r>
              <a:rPr dirty="0" sz="2600" spc="-6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 spc="-10">
                <a:solidFill>
                  <a:srgbClr val="5460A8"/>
                </a:solidFill>
                <a:latin typeface="Comic Sans MS"/>
                <a:cs typeface="Comic Sans MS"/>
              </a:rPr>
              <a:t>passive.</a:t>
            </a:r>
            <a:endParaRPr sz="2600">
              <a:latin typeface="Comic Sans MS"/>
              <a:cs typeface="Comic Sans MS"/>
            </a:endParaRPr>
          </a:p>
          <a:p>
            <a:pPr algn="just" marL="12700" marR="5080">
              <a:lnSpc>
                <a:spcPct val="115399"/>
              </a:lnSpc>
              <a:spcBef>
                <a:spcPts val="3600"/>
              </a:spcBef>
            </a:pP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With</a:t>
            </a:r>
            <a:r>
              <a:rPr dirty="0" sz="2600" spc="6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active</a:t>
            </a:r>
            <a:r>
              <a:rPr dirty="0" sz="2600" spc="6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eavesdropping,</a:t>
            </a:r>
            <a:r>
              <a:rPr dirty="0" sz="2600" spc="6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the</a:t>
            </a:r>
            <a:r>
              <a:rPr dirty="0" sz="2600" spc="6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hacker</a:t>
            </a:r>
            <a:r>
              <a:rPr dirty="0" sz="2600" spc="6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inserts</a:t>
            </a:r>
            <a:r>
              <a:rPr dirty="0" sz="2600" spc="6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a</a:t>
            </a:r>
            <a:r>
              <a:rPr dirty="0" sz="2600" spc="6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 spc="-10">
                <a:solidFill>
                  <a:srgbClr val="5460A8"/>
                </a:solidFill>
                <a:latin typeface="Comic Sans MS"/>
                <a:cs typeface="Comic Sans MS"/>
              </a:rPr>
              <a:t>piece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of</a:t>
            </a:r>
            <a:r>
              <a:rPr dirty="0" sz="2600" spc="-1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software</a:t>
            </a:r>
            <a:r>
              <a:rPr dirty="0" sz="2600" spc="-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within</a:t>
            </a:r>
            <a:r>
              <a:rPr dirty="0" sz="2600" spc="-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the</a:t>
            </a:r>
            <a:r>
              <a:rPr dirty="0" sz="2600" spc="-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network</a:t>
            </a:r>
            <a:r>
              <a:rPr dirty="0" sz="2600" spc="-1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traffic</a:t>
            </a:r>
            <a:r>
              <a:rPr dirty="0" sz="2600" spc="-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path</a:t>
            </a:r>
            <a:r>
              <a:rPr dirty="0" sz="2600" spc="-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to</a:t>
            </a:r>
            <a:r>
              <a:rPr dirty="0" sz="2600" spc="-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 spc="-10">
                <a:solidFill>
                  <a:srgbClr val="5460A8"/>
                </a:solidFill>
                <a:latin typeface="Comic Sans MS"/>
                <a:cs typeface="Comic Sans MS"/>
              </a:rPr>
              <a:t>collect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information</a:t>
            </a:r>
            <a:r>
              <a:rPr dirty="0" sz="2600" spc="-6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that</a:t>
            </a:r>
            <a:r>
              <a:rPr dirty="0" sz="2600" spc="-6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the</a:t>
            </a:r>
            <a:r>
              <a:rPr dirty="0" sz="2600" spc="-6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hacker</a:t>
            </a:r>
            <a:r>
              <a:rPr dirty="0" sz="2600" spc="-6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analyzes</a:t>
            </a:r>
            <a:r>
              <a:rPr dirty="0" sz="2600" spc="-6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for</a:t>
            </a:r>
            <a:r>
              <a:rPr dirty="0" sz="2600" spc="-6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useful</a:t>
            </a:r>
            <a:r>
              <a:rPr dirty="0" sz="2600" spc="-6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 spc="-10">
                <a:solidFill>
                  <a:srgbClr val="5460A8"/>
                </a:solidFill>
                <a:latin typeface="Comic Sans MS"/>
                <a:cs typeface="Comic Sans MS"/>
              </a:rPr>
              <a:t>data.</a:t>
            </a:r>
            <a:endParaRPr sz="2600">
              <a:latin typeface="Comic Sans MS"/>
              <a:cs typeface="Comic Sans MS"/>
            </a:endParaRPr>
          </a:p>
          <a:p>
            <a:pPr algn="just" marL="12700" marR="5080">
              <a:lnSpc>
                <a:spcPct val="115399"/>
              </a:lnSpc>
              <a:spcBef>
                <a:spcPts val="3595"/>
              </a:spcBef>
            </a:pP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Passive</a:t>
            </a:r>
            <a:r>
              <a:rPr dirty="0" sz="2600" spc="53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eavesdropping</a:t>
            </a:r>
            <a:r>
              <a:rPr dirty="0" sz="2600" spc="53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attacks</a:t>
            </a:r>
            <a:r>
              <a:rPr dirty="0" sz="2600" spc="54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are</a:t>
            </a:r>
            <a:r>
              <a:rPr dirty="0" sz="2600" spc="53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different</a:t>
            </a:r>
            <a:r>
              <a:rPr dirty="0" sz="2600" spc="53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in</a:t>
            </a:r>
            <a:r>
              <a:rPr dirty="0" sz="2600" spc="54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 spc="-20">
                <a:solidFill>
                  <a:srgbClr val="5460A8"/>
                </a:solidFill>
                <a:latin typeface="Comic Sans MS"/>
                <a:cs typeface="Comic Sans MS"/>
              </a:rPr>
              <a:t>that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the</a:t>
            </a:r>
            <a:r>
              <a:rPr dirty="0" sz="2600" spc="42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hacker</a:t>
            </a:r>
            <a:r>
              <a:rPr dirty="0" sz="2600" spc="42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“listens</a:t>
            </a:r>
            <a:r>
              <a:rPr dirty="0" sz="2600" spc="42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in,”</a:t>
            </a:r>
            <a:r>
              <a:rPr dirty="0" sz="2600" spc="42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or</a:t>
            </a:r>
            <a:r>
              <a:rPr dirty="0" sz="2600" spc="42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eavesdrops,</a:t>
            </a:r>
            <a:r>
              <a:rPr dirty="0" sz="2600" spc="41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on</a:t>
            </a:r>
            <a:r>
              <a:rPr dirty="0" sz="2600" spc="42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 spc="-25">
                <a:solidFill>
                  <a:srgbClr val="5460A8"/>
                </a:solidFill>
                <a:latin typeface="Comic Sans MS"/>
                <a:cs typeface="Comic Sans MS"/>
              </a:rPr>
              <a:t>the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transmissions,</a:t>
            </a:r>
            <a:r>
              <a:rPr dirty="0" sz="2600" spc="-6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looking</a:t>
            </a:r>
            <a:r>
              <a:rPr dirty="0" sz="2600" spc="-5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for</a:t>
            </a:r>
            <a:r>
              <a:rPr dirty="0" sz="2600" spc="-5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useful</a:t>
            </a:r>
            <a:r>
              <a:rPr dirty="0" sz="2600" spc="-6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data</a:t>
            </a:r>
            <a:r>
              <a:rPr dirty="0" sz="2600" spc="-5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they</a:t>
            </a:r>
            <a:r>
              <a:rPr dirty="0" sz="2600" spc="-5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can</a:t>
            </a:r>
            <a:r>
              <a:rPr dirty="0" sz="2600" spc="-5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 spc="-10">
                <a:solidFill>
                  <a:srgbClr val="5460A8"/>
                </a:solidFill>
                <a:latin typeface="Comic Sans MS"/>
                <a:cs typeface="Comic Sans MS"/>
              </a:rPr>
              <a:t>steal.</a:t>
            </a:r>
            <a:endParaRPr sz="2600">
              <a:latin typeface="Comic Sans MS"/>
              <a:cs typeface="Comic Sans MS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98329" y="5672256"/>
            <a:ext cx="114300" cy="11429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98329" y="7501056"/>
            <a:ext cx="114300" cy="114299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7791450" cy="10287000"/>
            <a:chOff x="0" y="0"/>
            <a:chExt cx="7791450" cy="102870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6240780" cy="10287000"/>
            </a:xfrm>
            <a:custGeom>
              <a:avLst/>
              <a:gdLst/>
              <a:ahLst/>
              <a:cxnLst/>
              <a:rect l="l" t="t" r="r" b="b"/>
              <a:pathLst>
                <a:path w="6240780" h="10287000">
                  <a:moveTo>
                    <a:pt x="5417810" y="10287000"/>
                  </a:moveTo>
                  <a:lnTo>
                    <a:pt x="5487821" y="7350025"/>
                  </a:lnTo>
                  <a:lnTo>
                    <a:pt x="5802130" y="7562895"/>
                  </a:lnTo>
                  <a:lnTo>
                    <a:pt x="5910880" y="7824176"/>
                  </a:lnTo>
                  <a:lnTo>
                    <a:pt x="5935085" y="8179496"/>
                  </a:lnTo>
                  <a:lnTo>
                    <a:pt x="6208634" y="8607827"/>
                  </a:lnTo>
                  <a:lnTo>
                    <a:pt x="6083239" y="9065464"/>
                  </a:lnTo>
                  <a:lnTo>
                    <a:pt x="5789987" y="9309054"/>
                  </a:lnTo>
                  <a:lnTo>
                    <a:pt x="5766675" y="10287000"/>
                  </a:lnTo>
                  <a:lnTo>
                    <a:pt x="5417810" y="10287000"/>
                  </a:lnTo>
                  <a:close/>
                </a:path>
                <a:path w="6240780" h="10287000">
                  <a:moveTo>
                    <a:pt x="5766675" y="10287000"/>
                  </a:moveTo>
                  <a:lnTo>
                    <a:pt x="5789987" y="9309054"/>
                  </a:lnTo>
                  <a:lnTo>
                    <a:pt x="5861713" y="9783673"/>
                  </a:lnTo>
                  <a:lnTo>
                    <a:pt x="6041769" y="10011522"/>
                  </a:lnTo>
                  <a:lnTo>
                    <a:pt x="6029721" y="10287000"/>
                  </a:lnTo>
                  <a:lnTo>
                    <a:pt x="5766675" y="10287000"/>
                  </a:lnTo>
                  <a:close/>
                </a:path>
                <a:path w="6240780" h="10287000">
                  <a:moveTo>
                    <a:pt x="5969938" y="1296349"/>
                  </a:moveTo>
                  <a:lnTo>
                    <a:pt x="5997449" y="142261"/>
                  </a:lnTo>
                  <a:lnTo>
                    <a:pt x="6240251" y="891683"/>
                  </a:lnTo>
                  <a:lnTo>
                    <a:pt x="6061015" y="1196215"/>
                  </a:lnTo>
                  <a:lnTo>
                    <a:pt x="5969938" y="1296349"/>
                  </a:lnTo>
                  <a:close/>
                </a:path>
                <a:path w="6240780" h="10287000">
                  <a:moveTo>
                    <a:pt x="0" y="0"/>
                  </a:moveTo>
                  <a:lnTo>
                    <a:pt x="6058018" y="0"/>
                  </a:lnTo>
                  <a:lnTo>
                    <a:pt x="5997449" y="142261"/>
                  </a:lnTo>
                  <a:lnTo>
                    <a:pt x="5969938" y="1296349"/>
                  </a:lnTo>
                  <a:lnTo>
                    <a:pt x="5704527" y="1588154"/>
                  </a:lnTo>
                  <a:lnTo>
                    <a:pt x="5683030" y="2489945"/>
                  </a:lnTo>
                  <a:lnTo>
                    <a:pt x="5681679" y="2495104"/>
                  </a:lnTo>
                  <a:lnTo>
                    <a:pt x="5647329" y="3936106"/>
                  </a:lnTo>
                  <a:lnTo>
                    <a:pt x="5538825" y="4076743"/>
                  </a:lnTo>
                  <a:lnTo>
                    <a:pt x="5488753" y="6177243"/>
                  </a:lnTo>
                  <a:lnTo>
                    <a:pt x="5459643" y="6254415"/>
                  </a:lnTo>
                  <a:lnTo>
                    <a:pt x="5363515" y="10287000"/>
                  </a:lnTo>
                  <a:lnTo>
                    <a:pt x="0" y="10287000"/>
                  </a:lnTo>
                  <a:lnTo>
                    <a:pt x="0" y="0"/>
                  </a:lnTo>
                  <a:close/>
                </a:path>
                <a:path w="6240780" h="10287000">
                  <a:moveTo>
                    <a:pt x="5647329" y="3936106"/>
                  </a:moveTo>
                  <a:lnTo>
                    <a:pt x="5681679" y="2495104"/>
                  </a:lnTo>
                  <a:lnTo>
                    <a:pt x="5700173" y="2842673"/>
                  </a:lnTo>
                  <a:lnTo>
                    <a:pt x="5771311" y="3218274"/>
                  </a:lnTo>
                  <a:lnTo>
                    <a:pt x="5893829" y="3674942"/>
                  </a:lnTo>
                  <a:lnTo>
                    <a:pt x="5647329" y="3936106"/>
                  </a:lnTo>
                  <a:close/>
                </a:path>
                <a:path w="6240780" h="10287000">
                  <a:moveTo>
                    <a:pt x="5683030" y="2489945"/>
                  </a:moveTo>
                  <a:lnTo>
                    <a:pt x="5704527" y="1588154"/>
                  </a:lnTo>
                  <a:lnTo>
                    <a:pt x="5806005" y="2020490"/>
                  </a:lnTo>
                  <a:lnTo>
                    <a:pt x="5683030" y="2489945"/>
                  </a:lnTo>
                  <a:close/>
                </a:path>
                <a:path w="6240780" h="10287000">
                  <a:moveTo>
                    <a:pt x="5363515" y="10287000"/>
                  </a:moveTo>
                  <a:lnTo>
                    <a:pt x="5459643" y="6254415"/>
                  </a:lnTo>
                  <a:lnTo>
                    <a:pt x="5666415" y="6546774"/>
                  </a:lnTo>
                  <a:lnTo>
                    <a:pt x="5526333" y="6816617"/>
                  </a:lnTo>
                  <a:lnTo>
                    <a:pt x="5515440" y="7273595"/>
                  </a:lnTo>
                  <a:lnTo>
                    <a:pt x="5487821" y="7350025"/>
                  </a:lnTo>
                  <a:lnTo>
                    <a:pt x="5417810" y="10287000"/>
                  </a:lnTo>
                  <a:lnTo>
                    <a:pt x="5363515" y="10287000"/>
                  </a:lnTo>
                  <a:close/>
                </a:path>
                <a:path w="6240780" h="10287000">
                  <a:moveTo>
                    <a:pt x="5488753" y="6177243"/>
                  </a:moveTo>
                  <a:lnTo>
                    <a:pt x="5512973" y="5161239"/>
                  </a:lnTo>
                  <a:lnTo>
                    <a:pt x="5621639" y="5487864"/>
                  </a:lnTo>
                  <a:lnTo>
                    <a:pt x="5659218" y="5725338"/>
                  </a:lnTo>
                  <a:lnTo>
                    <a:pt x="5488753" y="6177243"/>
                  </a:lnTo>
                  <a:close/>
                </a:path>
                <a:path w="6240780" h="10287000">
                  <a:moveTo>
                    <a:pt x="5515440" y="7273595"/>
                  </a:moveTo>
                  <a:lnTo>
                    <a:pt x="5526333" y="6816617"/>
                  </a:lnTo>
                  <a:lnTo>
                    <a:pt x="5602240" y="7033385"/>
                  </a:lnTo>
                  <a:lnTo>
                    <a:pt x="5515440" y="7273595"/>
                  </a:lnTo>
                  <a:close/>
                </a:path>
                <a:path w="6240780" h="10287000">
                  <a:moveTo>
                    <a:pt x="5512973" y="5161239"/>
                  </a:moveTo>
                  <a:lnTo>
                    <a:pt x="5538825" y="4076743"/>
                  </a:lnTo>
                  <a:lnTo>
                    <a:pt x="5609068" y="4469274"/>
                  </a:lnTo>
                  <a:lnTo>
                    <a:pt x="5579939" y="4825534"/>
                  </a:lnTo>
                  <a:lnTo>
                    <a:pt x="5512973" y="5161239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6057900" cy="10287000"/>
            </a:xfrm>
            <a:custGeom>
              <a:avLst/>
              <a:gdLst/>
              <a:ahLst/>
              <a:cxnLst/>
              <a:rect l="l" t="t" r="r" b="b"/>
              <a:pathLst>
                <a:path w="6057900" h="10287000">
                  <a:moveTo>
                    <a:pt x="5715770" y="8928640"/>
                  </a:moveTo>
                  <a:lnTo>
                    <a:pt x="5739911" y="7915910"/>
                  </a:lnTo>
                  <a:lnTo>
                    <a:pt x="6057771" y="8258085"/>
                  </a:lnTo>
                  <a:lnTo>
                    <a:pt x="6056511" y="8599533"/>
                  </a:lnTo>
                  <a:lnTo>
                    <a:pt x="5715770" y="8928640"/>
                  </a:lnTo>
                  <a:close/>
                </a:path>
                <a:path w="6057900" h="10287000">
                  <a:moveTo>
                    <a:pt x="5565218" y="10287000"/>
                  </a:moveTo>
                  <a:lnTo>
                    <a:pt x="5594813" y="9045467"/>
                  </a:lnTo>
                  <a:lnTo>
                    <a:pt x="5666059" y="9519585"/>
                  </a:lnTo>
                  <a:lnTo>
                    <a:pt x="5845865" y="9747674"/>
                  </a:lnTo>
                  <a:lnTo>
                    <a:pt x="5851877" y="10278705"/>
                  </a:lnTo>
                  <a:lnTo>
                    <a:pt x="5847972" y="10287000"/>
                  </a:lnTo>
                  <a:lnTo>
                    <a:pt x="5565218" y="10287000"/>
                  </a:lnTo>
                  <a:close/>
                </a:path>
                <a:path w="6057900" h="10287000">
                  <a:moveTo>
                    <a:pt x="0" y="0"/>
                  </a:moveTo>
                  <a:lnTo>
                    <a:pt x="5841759" y="0"/>
                  </a:lnTo>
                  <a:lnTo>
                    <a:pt x="6045065" y="628589"/>
                  </a:lnTo>
                  <a:lnTo>
                    <a:pt x="5865830" y="933120"/>
                  </a:lnTo>
                  <a:lnTo>
                    <a:pt x="5509342" y="1325059"/>
                  </a:lnTo>
                  <a:lnTo>
                    <a:pt x="5487826" y="2227640"/>
                  </a:lnTo>
                  <a:lnTo>
                    <a:pt x="5486476" y="2232745"/>
                  </a:lnTo>
                  <a:lnTo>
                    <a:pt x="5452125" y="3673747"/>
                  </a:lnTo>
                  <a:lnTo>
                    <a:pt x="5233665" y="3882024"/>
                  </a:lnTo>
                  <a:lnTo>
                    <a:pt x="5080983" y="10287000"/>
                  </a:lnTo>
                  <a:lnTo>
                    <a:pt x="0" y="10287000"/>
                  </a:lnTo>
                  <a:lnTo>
                    <a:pt x="0" y="0"/>
                  </a:lnTo>
                  <a:close/>
                </a:path>
                <a:path w="6057900" h="10287000">
                  <a:moveTo>
                    <a:pt x="5215616" y="10287000"/>
                  </a:moveTo>
                  <a:lnTo>
                    <a:pt x="5291905" y="7086667"/>
                  </a:lnTo>
                  <a:lnTo>
                    <a:pt x="5610427" y="7174348"/>
                  </a:lnTo>
                  <a:lnTo>
                    <a:pt x="5814899" y="7552882"/>
                  </a:lnTo>
                  <a:lnTo>
                    <a:pt x="5739911" y="7915910"/>
                  </a:lnTo>
                  <a:lnTo>
                    <a:pt x="5715770" y="8928640"/>
                  </a:lnTo>
                  <a:lnTo>
                    <a:pt x="5594813" y="9045467"/>
                  </a:lnTo>
                  <a:lnTo>
                    <a:pt x="5565218" y="10287000"/>
                  </a:lnTo>
                  <a:lnTo>
                    <a:pt x="5215616" y="10287000"/>
                  </a:lnTo>
                  <a:close/>
                </a:path>
                <a:path w="6057900" h="10287000">
                  <a:moveTo>
                    <a:pt x="5452125" y="3673747"/>
                  </a:moveTo>
                  <a:lnTo>
                    <a:pt x="5486476" y="2232745"/>
                  </a:lnTo>
                  <a:lnTo>
                    <a:pt x="5504970" y="2580314"/>
                  </a:lnTo>
                  <a:lnTo>
                    <a:pt x="5576114" y="2955669"/>
                  </a:lnTo>
                  <a:lnTo>
                    <a:pt x="5698871" y="3412589"/>
                  </a:lnTo>
                  <a:lnTo>
                    <a:pt x="5452125" y="3673747"/>
                  </a:lnTo>
                  <a:close/>
                </a:path>
                <a:path w="6057900" h="10287000">
                  <a:moveTo>
                    <a:pt x="5294277" y="5915322"/>
                  </a:moveTo>
                  <a:lnTo>
                    <a:pt x="5318536" y="4897671"/>
                  </a:lnTo>
                  <a:lnTo>
                    <a:pt x="5579468" y="5144153"/>
                  </a:lnTo>
                  <a:lnTo>
                    <a:pt x="5465266" y="5462026"/>
                  </a:lnTo>
                  <a:lnTo>
                    <a:pt x="5294277" y="5915322"/>
                  </a:lnTo>
                  <a:close/>
                </a:path>
                <a:path w="6057900" h="10287000">
                  <a:moveTo>
                    <a:pt x="5487826" y="2227640"/>
                  </a:moveTo>
                  <a:lnTo>
                    <a:pt x="5509342" y="1325059"/>
                  </a:lnTo>
                  <a:lnTo>
                    <a:pt x="5612036" y="1757916"/>
                  </a:lnTo>
                  <a:lnTo>
                    <a:pt x="5487826" y="2227640"/>
                  </a:lnTo>
                  <a:close/>
                </a:path>
                <a:path w="6057900" h="10287000">
                  <a:moveTo>
                    <a:pt x="5163286" y="10287000"/>
                  </a:moveTo>
                  <a:lnTo>
                    <a:pt x="5265691" y="5991104"/>
                  </a:lnTo>
                  <a:lnTo>
                    <a:pt x="5472218" y="6283458"/>
                  </a:lnTo>
                  <a:lnTo>
                    <a:pt x="5332375" y="6553552"/>
                  </a:lnTo>
                  <a:lnTo>
                    <a:pt x="5321635" y="7004095"/>
                  </a:lnTo>
                  <a:lnTo>
                    <a:pt x="5291905" y="7086667"/>
                  </a:lnTo>
                  <a:lnTo>
                    <a:pt x="5215616" y="10287000"/>
                  </a:lnTo>
                  <a:lnTo>
                    <a:pt x="5163286" y="10287000"/>
                  </a:lnTo>
                  <a:close/>
                </a:path>
                <a:path w="6057900" h="10287000">
                  <a:moveTo>
                    <a:pt x="5080983" y="10287000"/>
                  </a:moveTo>
                  <a:lnTo>
                    <a:pt x="5233665" y="3882024"/>
                  </a:lnTo>
                  <a:lnTo>
                    <a:pt x="5412912" y="4205665"/>
                  </a:lnTo>
                  <a:lnTo>
                    <a:pt x="5483076" y="4714886"/>
                  </a:lnTo>
                  <a:lnTo>
                    <a:pt x="5318536" y="4897671"/>
                  </a:lnTo>
                  <a:lnTo>
                    <a:pt x="5294277" y="5915322"/>
                  </a:lnTo>
                  <a:lnTo>
                    <a:pt x="5265691" y="5991104"/>
                  </a:lnTo>
                  <a:lnTo>
                    <a:pt x="5163286" y="10287000"/>
                  </a:lnTo>
                  <a:lnTo>
                    <a:pt x="5080983" y="10287000"/>
                  </a:lnTo>
                  <a:close/>
                </a:path>
                <a:path w="6057900" h="10287000">
                  <a:moveTo>
                    <a:pt x="5321635" y="7004095"/>
                  </a:moveTo>
                  <a:lnTo>
                    <a:pt x="5332375" y="6553552"/>
                  </a:lnTo>
                  <a:lnTo>
                    <a:pt x="5406353" y="6768800"/>
                  </a:lnTo>
                  <a:lnTo>
                    <a:pt x="5321635" y="700409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5657850" cy="10287000"/>
            </a:xfrm>
            <a:custGeom>
              <a:avLst/>
              <a:gdLst/>
              <a:ahLst/>
              <a:cxnLst/>
              <a:rect l="l" t="t" r="r" b="b"/>
              <a:pathLst>
                <a:path w="5657850" h="10287000">
                  <a:moveTo>
                    <a:pt x="5315540" y="8919100"/>
                  </a:moveTo>
                  <a:lnTo>
                    <a:pt x="5339681" y="7906369"/>
                  </a:lnTo>
                  <a:lnTo>
                    <a:pt x="5657541" y="8248544"/>
                  </a:lnTo>
                  <a:lnTo>
                    <a:pt x="5656281" y="8589993"/>
                  </a:lnTo>
                  <a:lnTo>
                    <a:pt x="5315540" y="8919100"/>
                  </a:lnTo>
                  <a:close/>
                </a:path>
                <a:path w="5657850" h="10287000">
                  <a:moveTo>
                    <a:pt x="5164760" y="10287000"/>
                  </a:moveTo>
                  <a:lnTo>
                    <a:pt x="5194583" y="9035927"/>
                  </a:lnTo>
                  <a:lnTo>
                    <a:pt x="5266566" y="9510062"/>
                  </a:lnTo>
                  <a:lnTo>
                    <a:pt x="5446371" y="9738150"/>
                  </a:lnTo>
                  <a:lnTo>
                    <a:pt x="5451630" y="10269900"/>
                  </a:lnTo>
                  <a:lnTo>
                    <a:pt x="5443566" y="10287000"/>
                  </a:lnTo>
                  <a:lnTo>
                    <a:pt x="5164760" y="10287000"/>
                  </a:lnTo>
                  <a:close/>
                </a:path>
                <a:path w="5657850" h="10287000">
                  <a:moveTo>
                    <a:pt x="0" y="0"/>
                  </a:moveTo>
                  <a:lnTo>
                    <a:pt x="5447958" y="0"/>
                  </a:lnTo>
                  <a:lnTo>
                    <a:pt x="5524265" y="222369"/>
                  </a:lnTo>
                  <a:lnTo>
                    <a:pt x="5607525" y="477222"/>
                  </a:lnTo>
                  <a:lnTo>
                    <a:pt x="5644116" y="618294"/>
                  </a:lnTo>
                  <a:lnTo>
                    <a:pt x="5632006" y="710491"/>
                  </a:lnTo>
                  <a:lnTo>
                    <a:pt x="5574259" y="1054653"/>
                  </a:lnTo>
                  <a:lnTo>
                    <a:pt x="5087474" y="1367821"/>
                  </a:lnTo>
                  <a:lnTo>
                    <a:pt x="5047647" y="3038555"/>
                  </a:lnTo>
                  <a:lnTo>
                    <a:pt x="4967936" y="3110175"/>
                  </a:lnTo>
                  <a:lnTo>
                    <a:pt x="4908876" y="3160618"/>
                  </a:lnTo>
                  <a:lnTo>
                    <a:pt x="4886824" y="4085715"/>
                  </a:lnTo>
                  <a:lnTo>
                    <a:pt x="4853383" y="4262096"/>
                  </a:lnTo>
                  <a:lnTo>
                    <a:pt x="4843901" y="4659867"/>
                  </a:lnTo>
                  <a:lnTo>
                    <a:pt x="4761630" y="4813152"/>
                  </a:lnTo>
                  <a:lnTo>
                    <a:pt x="4631144" y="10287000"/>
                  </a:lnTo>
                  <a:lnTo>
                    <a:pt x="0" y="10287000"/>
                  </a:lnTo>
                  <a:lnTo>
                    <a:pt x="0" y="0"/>
                  </a:lnTo>
                  <a:close/>
                </a:path>
                <a:path w="5657850" h="10287000">
                  <a:moveTo>
                    <a:pt x="5036024" y="10287000"/>
                  </a:moveTo>
                  <a:lnTo>
                    <a:pt x="5114476" y="6995962"/>
                  </a:lnTo>
                  <a:lnTo>
                    <a:pt x="5226638" y="7299579"/>
                  </a:lnTo>
                  <a:lnTo>
                    <a:pt x="5376641" y="7489616"/>
                  </a:lnTo>
                  <a:lnTo>
                    <a:pt x="5339681" y="7906369"/>
                  </a:lnTo>
                  <a:lnTo>
                    <a:pt x="5315540" y="8919100"/>
                  </a:lnTo>
                  <a:lnTo>
                    <a:pt x="5194583" y="9035927"/>
                  </a:lnTo>
                  <a:lnTo>
                    <a:pt x="5164760" y="10287000"/>
                  </a:lnTo>
                  <a:lnTo>
                    <a:pt x="5036024" y="10287000"/>
                  </a:lnTo>
                  <a:close/>
                </a:path>
                <a:path w="5657850" h="10287000">
                  <a:moveTo>
                    <a:pt x="5047647" y="3038555"/>
                  </a:moveTo>
                  <a:lnTo>
                    <a:pt x="5087474" y="1367821"/>
                  </a:lnTo>
                  <a:lnTo>
                    <a:pt x="5107340" y="1419009"/>
                  </a:lnTo>
                  <a:lnTo>
                    <a:pt x="5150814" y="1535892"/>
                  </a:lnTo>
                  <a:lnTo>
                    <a:pt x="5193712" y="1663448"/>
                  </a:lnTo>
                  <a:lnTo>
                    <a:pt x="5211847" y="1746655"/>
                  </a:lnTo>
                  <a:lnTo>
                    <a:pt x="5211841" y="1780512"/>
                  </a:lnTo>
                  <a:lnTo>
                    <a:pt x="5213912" y="1829309"/>
                  </a:lnTo>
                  <a:lnTo>
                    <a:pt x="5224337" y="2005580"/>
                  </a:lnTo>
                  <a:lnTo>
                    <a:pt x="5226468" y="2054379"/>
                  </a:lnTo>
                  <a:lnTo>
                    <a:pt x="5226553" y="2088238"/>
                  </a:lnTo>
                  <a:lnTo>
                    <a:pt x="5247873" y="2159736"/>
                  </a:lnTo>
                  <a:lnTo>
                    <a:pt x="5297538" y="2261529"/>
                  </a:lnTo>
                  <a:lnTo>
                    <a:pt x="5347734" y="2352647"/>
                  </a:lnTo>
                  <a:lnTo>
                    <a:pt x="5370647" y="2392124"/>
                  </a:lnTo>
                  <a:lnTo>
                    <a:pt x="5323517" y="2656114"/>
                  </a:lnTo>
                  <a:lnTo>
                    <a:pt x="5304815" y="2752423"/>
                  </a:lnTo>
                  <a:lnTo>
                    <a:pt x="5234533" y="2856215"/>
                  </a:lnTo>
                  <a:lnTo>
                    <a:pt x="5099364" y="2992087"/>
                  </a:lnTo>
                  <a:lnTo>
                    <a:pt x="5047647" y="3038555"/>
                  </a:lnTo>
                  <a:close/>
                </a:path>
                <a:path w="5657850" h="10287000">
                  <a:moveTo>
                    <a:pt x="4938980" y="10287000"/>
                  </a:moveTo>
                  <a:lnTo>
                    <a:pt x="5045031" y="5838198"/>
                  </a:lnTo>
                  <a:lnTo>
                    <a:pt x="5070988" y="6274630"/>
                  </a:lnTo>
                  <a:lnTo>
                    <a:pt x="5168366" y="6559469"/>
                  </a:lnTo>
                  <a:lnTo>
                    <a:pt x="5158680" y="6749384"/>
                  </a:lnTo>
                  <a:lnTo>
                    <a:pt x="5114476" y="6995962"/>
                  </a:lnTo>
                  <a:lnTo>
                    <a:pt x="5036024" y="10287000"/>
                  </a:lnTo>
                  <a:lnTo>
                    <a:pt x="4942205" y="10287000"/>
                  </a:lnTo>
                  <a:lnTo>
                    <a:pt x="4938980" y="10287000"/>
                  </a:lnTo>
                  <a:close/>
                </a:path>
                <a:path w="5657850" h="10287000">
                  <a:moveTo>
                    <a:pt x="4631144" y="10287000"/>
                  </a:moveTo>
                  <a:lnTo>
                    <a:pt x="4761630" y="4813152"/>
                  </a:lnTo>
                  <a:lnTo>
                    <a:pt x="5101992" y="5345028"/>
                  </a:lnTo>
                  <a:lnTo>
                    <a:pt x="5045031" y="5838198"/>
                  </a:lnTo>
                  <a:lnTo>
                    <a:pt x="4938980" y="10287000"/>
                  </a:lnTo>
                  <a:lnTo>
                    <a:pt x="4631144" y="10287000"/>
                  </a:lnTo>
                  <a:close/>
                </a:path>
                <a:path w="5657850" h="10287000">
                  <a:moveTo>
                    <a:pt x="4886824" y="4085715"/>
                  </a:moveTo>
                  <a:lnTo>
                    <a:pt x="4908876" y="3160618"/>
                  </a:lnTo>
                  <a:lnTo>
                    <a:pt x="5030395" y="3597363"/>
                  </a:lnTo>
                  <a:lnTo>
                    <a:pt x="4918297" y="3919709"/>
                  </a:lnTo>
                  <a:lnTo>
                    <a:pt x="4886824" y="4085715"/>
                  </a:lnTo>
                  <a:close/>
                </a:path>
                <a:path w="5657850" h="10287000">
                  <a:moveTo>
                    <a:pt x="4843901" y="4659867"/>
                  </a:moveTo>
                  <a:lnTo>
                    <a:pt x="4853383" y="4262096"/>
                  </a:lnTo>
                  <a:lnTo>
                    <a:pt x="4955482" y="4451974"/>
                  </a:lnTo>
                  <a:lnTo>
                    <a:pt x="4843901" y="4659867"/>
                  </a:lnTo>
                  <a:close/>
                </a:path>
              </a:pathLst>
            </a:custGeom>
            <a:solidFill>
              <a:srgbClr val="FFD04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3511991"/>
              <a:ext cx="7791449" cy="2867024"/>
            </a:xfrm>
            <a:prstGeom prst="rect">
              <a:avLst/>
            </a:prstGeom>
          </p:spPr>
        </p:pic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33320" rIns="0" bIns="0" rtlCol="0" vert="horz">
            <a:spAutoFit/>
          </a:bodyPr>
          <a:lstStyle/>
          <a:p>
            <a:pPr marL="6524625">
              <a:lnSpc>
                <a:spcPct val="100000"/>
              </a:lnSpc>
              <a:spcBef>
                <a:spcPts val="100"/>
              </a:spcBef>
            </a:pPr>
            <a:r>
              <a:rPr dirty="0" sz="5000" b="0">
                <a:solidFill>
                  <a:srgbClr val="5460A8"/>
                </a:solidFill>
                <a:latin typeface="Comic Sans MS"/>
                <a:cs typeface="Comic Sans MS"/>
              </a:rPr>
              <a:t>XSS</a:t>
            </a:r>
            <a:r>
              <a:rPr dirty="0" sz="5000" spc="-25" b="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5000" spc="-10" b="0">
                <a:solidFill>
                  <a:srgbClr val="5460A8"/>
                </a:solidFill>
                <a:latin typeface="Comic Sans MS"/>
                <a:cs typeface="Comic Sans MS"/>
              </a:rPr>
              <a:t>ATTACKS</a:t>
            </a:r>
            <a:endParaRPr sz="5000">
              <a:latin typeface="Comic Sans MS"/>
              <a:cs typeface="Comic Sans MS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98329" y="2929056"/>
            <a:ext cx="114300" cy="11429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8580159" y="2696634"/>
            <a:ext cx="8190865" cy="5511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15399"/>
              </a:lnSpc>
              <a:spcBef>
                <a:spcPts val="100"/>
              </a:spcBef>
            </a:pP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With</a:t>
            </a:r>
            <a:r>
              <a:rPr dirty="0" sz="2600" spc="12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XSS,</a:t>
            </a:r>
            <a:r>
              <a:rPr dirty="0" sz="2600" spc="13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or</a:t>
            </a:r>
            <a:r>
              <a:rPr dirty="0" sz="2600" spc="13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 spc="-20">
                <a:solidFill>
                  <a:srgbClr val="5460A8"/>
                </a:solidFill>
                <a:latin typeface="Comic Sans MS"/>
                <a:cs typeface="Comic Sans MS"/>
              </a:rPr>
              <a:t>cross-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site</a:t>
            </a:r>
            <a:r>
              <a:rPr dirty="0" sz="2600" spc="12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scripting,</a:t>
            </a:r>
            <a:r>
              <a:rPr dirty="0" sz="2600" spc="13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the</a:t>
            </a:r>
            <a:r>
              <a:rPr dirty="0" sz="2600" spc="13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 spc="-10">
                <a:solidFill>
                  <a:srgbClr val="5460A8"/>
                </a:solidFill>
                <a:latin typeface="Comic Sans MS"/>
                <a:cs typeface="Comic Sans MS"/>
              </a:rPr>
              <a:t>attacker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transmits</a:t>
            </a:r>
            <a:r>
              <a:rPr dirty="0" sz="2600" spc="63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malicious</a:t>
            </a:r>
            <a:r>
              <a:rPr dirty="0" sz="2600" spc="63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scripts</a:t>
            </a:r>
            <a:r>
              <a:rPr dirty="0" sz="2600" spc="63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using</a:t>
            </a:r>
            <a:r>
              <a:rPr dirty="0" sz="2600" spc="63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clickable</a:t>
            </a:r>
            <a:r>
              <a:rPr dirty="0" sz="2600" spc="63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 spc="-10">
                <a:solidFill>
                  <a:srgbClr val="5460A8"/>
                </a:solidFill>
                <a:latin typeface="Comic Sans MS"/>
                <a:cs typeface="Comic Sans MS"/>
              </a:rPr>
              <a:t>content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that</a:t>
            </a:r>
            <a:r>
              <a:rPr dirty="0" sz="2600" spc="49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gets</a:t>
            </a:r>
            <a:r>
              <a:rPr dirty="0" sz="2600" spc="49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sent</a:t>
            </a:r>
            <a:r>
              <a:rPr dirty="0" sz="2600" spc="49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to</a:t>
            </a:r>
            <a:r>
              <a:rPr dirty="0" sz="2600" spc="49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the</a:t>
            </a:r>
            <a:r>
              <a:rPr dirty="0" sz="2600" spc="49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target’s</a:t>
            </a:r>
            <a:r>
              <a:rPr dirty="0" sz="2600" spc="49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browser.</a:t>
            </a:r>
            <a:r>
              <a:rPr dirty="0" sz="2600" spc="49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When</a:t>
            </a:r>
            <a:r>
              <a:rPr dirty="0" sz="2600" spc="49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 spc="-25">
                <a:solidFill>
                  <a:srgbClr val="5460A8"/>
                </a:solidFill>
                <a:latin typeface="Comic Sans MS"/>
                <a:cs typeface="Comic Sans MS"/>
              </a:rPr>
              <a:t>the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victim</a:t>
            </a:r>
            <a:r>
              <a:rPr dirty="0" sz="2600" spc="-4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clicks</a:t>
            </a:r>
            <a:r>
              <a:rPr dirty="0" sz="2600" spc="-4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on</a:t>
            </a:r>
            <a:r>
              <a:rPr dirty="0" sz="2600" spc="-5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the</a:t>
            </a:r>
            <a:r>
              <a:rPr dirty="0" sz="2600" spc="-4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content,</a:t>
            </a:r>
            <a:r>
              <a:rPr dirty="0" sz="2600" spc="-5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the</a:t>
            </a:r>
            <a:r>
              <a:rPr dirty="0" sz="2600" spc="-4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script</a:t>
            </a:r>
            <a:r>
              <a:rPr dirty="0" sz="2600" spc="-5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is</a:t>
            </a:r>
            <a:r>
              <a:rPr dirty="0" sz="2600" spc="-4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 spc="-10">
                <a:solidFill>
                  <a:srgbClr val="5460A8"/>
                </a:solidFill>
                <a:latin typeface="Comic Sans MS"/>
                <a:cs typeface="Comic Sans MS"/>
              </a:rPr>
              <a:t>executed.</a:t>
            </a:r>
            <a:endParaRPr sz="2600">
              <a:latin typeface="Comic Sans MS"/>
              <a:cs typeface="Comic Sans MS"/>
            </a:endParaRPr>
          </a:p>
          <a:p>
            <a:pPr algn="just" marL="12700" marR="5080">
              <a:lnSpc>
                <a:spcPct val="115399"/>
              </a:lnSpc>
              <a:spcBef>
                <a:spcPts val="3600"/>
              </a:spcBef>
            </a:pP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Because</a:t>
            </a:r>
            <a:r>
              <a:rPr dirty="0" sz="2600" spc="4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the</a:t>
            </a:r>
            <a:r>
              <a:rPr dirty="0" sz="2600" spc="5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user</a:t>
            </a:r>
            <a:r>
              <a:rPr dirty="0" sz="2600" spc="5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has</a:t>
            </a:r>
            <a:r>
              <a:rPr dirty="0" sz="2600" spc="5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already</a:t>
            </a:r>
            <a:r>
              <a:rPr dirty="0" sz="2600" spc="5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logged</a:t>
            </a:r>
            <a:r>
              <a:rPr dirty="0" sz="2600" spc="5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into</a:t>
            </a:r>
            <a:r>
              <a:rPr dirty="0" sz="2600" spc="5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a</a:t>
            </a:r>
            <a:r>
              <a:rPr dirty="0" sz="2600" spc="5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 spc="-25">
                <a:solidFill>
                  <a:srgbClr val="5460A8"/>
                </a:solidFill>
                <a:latin typeface="Comic Sans MS"/>
                <a:cs typeface="Comic Sans MS"/>
              </a:rPr>
              <a:t>web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application’s</a:t>
            </a:r>
            <a:r>
              <a:rPr dirty="0" sz="2600" spc="6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session,</a:t>
            </a:r>
            <a:r>
              <a:rPr dirty="0" sz="2600" spc="7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what</a:t>
            </a:r>
            <a:r>
              <a:rPr dirty="0" sz="2600" spc="6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they</a:t>
            </a:r>
            <a:r>
              <a:rPr dirty="0" sz="2600" spc="7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enter</a:t>
            </a:r>
            <a:r>
              <a:rPr dirty="0" sz="2600" spc="7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is</a:t>
            </a:r>
            <a:r>
              <a:rPr dirty="0" sz="2600" spc="6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seen</a:t>
            </a:r>
            <a:r>
              <a:rPr dirty="0" sz="2600" spc="7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 spc="-25">
                <a:solidFill>
                  <a:srgbClr val="5460A8"/>
                </a:solidFill>
                <a:latin typeface="Comic Sans MS"/>
                <a:cs typeface="Comic Sans MS"/>
              </a:rPr>
              <a:t>as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legitimate</a:t>
            </a:r>
            <a:r>
              <a:rPr dirty="0" sz="2600" spc="-4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by</a:t>
            </a:r>
            <a:r>
              <a:rPr dirty="0" sz="2600" spc="-4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the</a:t>
            </a:r>
            <a:r>
              <a:rPr dirty="0" sz="2600" spc="-4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web</a:t>
            </a:r>
            <a:r>
              <a:rPr dirty="0" sz="2600" spc="-4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 spc="-10">
                <a:solidFill>
                  <a:srgbClr val="5460A8"/>
                </a:solidFill>
                <a:latin typeface="Comic Sans MS"/>
                <a:cs typeface="Comic Sans MS"/>
              </a:rPr>
              <a:t>application.</a:t>
            </a:r>
            <a:endParaRPr sz="2600">
              <a:latin typeface="Comic Sans MS"/>
              <a:cs typeface="Comic Sans MS"/>
            </a:endParaRPr>
          </a:p>
          <a:p>
            <a:pPr algn="just" marL="12700" marR="5080">
              <a:lnSpc>
                <a:spcPct val="115399"/>
              </a:lnSpc>
              <a:spcBef>
                <a:spcPts val="3595"/>
              </a:spcBef>
            </a:pP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However,</a:t>
            </a:r>
            <a:r>
              <a:rPr dirty="0" sz="2600" spc="41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the</a:t>
            </a:r>
            <a:r>
              <a:rPr dirty="0" sz="2600" spc="42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script</a:t>
            </a:r>
            <a:r>
              <a:rPr dirty="0" sz="2600" spc="42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executed</a:t>
            </a:r>
            <a:r>
              <a:rPr dirty="0" sz="2600" spc="42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has</a:t>
            </a:r>
            <a:r>
              <a:rPr dirty="0" sz="2600" spc="42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been</a:t>
            </a:r>
            <a:r>
              <a:rPr dirty="0" sz="2600" spc="42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altered</a:t>
            </a:r>
            <a:r>
              <a:rPr dirty="0" sz="2600" spc="41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 spc="-25">
                <a:solidFill>
                  <a:srgbClr val="5460A8"/>
                </a:solidFill>
                <a:latin typeface="Comic Sans MS"/>
                <a:cs typeface="Comic Sans MS"/>
              </a:rPr>
              <a:t>by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the</a:t>
            </a:r>
            <a:r>
              <a:rPr dirty="0" sz="2600" spc="7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attacker,</a:t>
            </a:r>
            <a:r>
              <a:rPr dirty="0" sz="2600" spc="7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resulting</a:t>
            </a:r>
            <a:r>
              <a:rPr dirty="0" sz="2600" spc="7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in</a:t>
            </a:r>
            <a:r>
              <a:rPr dirty="0" sz="2600" spc="7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an</a:t>
            </a:r>
            <a:r>
              <a:rPr dirty="0" sz="2600" spc="7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unintended</a:t>
            </a:r>
            <a:r>
              <a:rPr dirty="0" sz="2600" spc="7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action</a:t>
            </a:r>
            <a:r>
              <a:rPr dirty="0" sz="2600" spc="7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 spc="-10">
                <a:solidFill>
                  <a:srgbClr val="5460A8"/>
                </a:solidFill>
                <a:latin typeface="Comic Sans MS"/>
                <a:cs typeface="Comic Sans MS"/>
              </a:rPr>
              <a:t>being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taken</a:t>
            </a:r>
            <a:r>
              <a:rPr dirty="0" sz="2600" spc="-3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by</a:t>
            </a:r>
            <a:r>
              <a:rPr dirty="0" sz="2600" spc="-3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the</a:t>
            </a:r>
            <a:r>
              <a:rPr dirty="0" sz="2600" spc="-3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 spc="-10">
                <a:solidFill>
                  <a:srgbClr val="5460A8"/>
                </a:solidFill>
                <a:latin typeface="Comic Sans MS"/>
                <a:cs typeface="Comic Sans MS"/>
              </a:rPr>
              <a:t>“user.”</a:t>
            </a:r>
            <a:endParaRPr sz="2600">
              <a:latin typeface="Comic Sans MS"/>
              <a:cs typeface="Comic Sans MS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98329" y="5215056"/>
            <a:ext cx="114300" cy="11429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98329" y="7043856"/>
            <a:ext cx="114300" cy="114299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7791450" cy="10287000"/>
            <a:chOff x="0" y="0"/>
            <a:chExt cx="7791450" cy="102870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6240780" cy="10287000"/>
            </a:xfrm>
            <a:custGeom>
              <a:avLst/>
              <a:gdLst/>
              <a:ahLst/>
              <a:cxnLst/>
              <a:rect l="l" t="t" r="r" b="b"/>
              <a:pathLst>
                <a:path w="6240780" h="10287000">
                  <a:moveTo>
                    <a:pt x="5417810" y="10287000"/>
                  </a:moveTo>
                  <a:lnTo>
                    <a:pt x="5487821" y="7350025"/>
                  </a:lnTo>
                  <a:lnTo>
                    <a:pt x="5802130" y="7562895"/>
                  </a:lnTo>
                  <a:lnTo>
                    <a:pt x="5910880" y="7824176"/>
                  </a:lnTo>
                  <a:lnTo>
                    <a:pt x="5935085" y="8179496"/>
                  </a:lnTo>
                  <a:lnTo>
                    <a:pt x="6208634" y="8607827"/>
                  </a:lnTo>
                  <a:lnTo>
                    <a:pt x="6083239" y="9065464"/>
                  </a:lnTo>
                  <a:lnTo>
                    <a:pt x="5789987" y="9309054"/>
                  </a:lnTo>
                  <a:lnTo>
                    <a:pt x="5766675" y="10287000"/>
                  </a:lnTo>
                  <a:lnTo>
                    <a:pt x="5417810" y="10287000"/>
                  </a:lnTo>
                  <a:close/>
                </a:path>
                <a:path w="6240780" h="10287000">
                  <a:moveTo>
                    <a:pt x="5766675" y="10287000"/>
                  </a:moveTo>
                  <a:lnTo>
                    <a:pt x="5789987" y="9309054"/>
                  </a:lnTo>
                  <a:lnTo>
                    <a:pt x="5861713" y="9783673"/>
                  </a:lnTo>
                  <a:lnTo>
                    <a:pt x="6041769" y="10011522"/>
                  </a:lnTo>
                  <a:lnTo>
                    <a:pt x="6029721" y="10287000"/>
                  </a:lnTo>
                  <a:lnTo>
                    <a:pt x="5766675" y="10287000"/>
                  </a:lnTo>
                  <a:close/>
                </a:path>
                <a:path w="6240780" h="10287000">
                  <a:moveTo>
                    <a:pt x="5969938" y="1296349"/>
                  </a:moveTo>
                  <a:lnTo>
                    <a:pt x="5997449" y="142261"/>
                  </a:lnTo>
                  <a:lnTo>
                    <a:pt x="6240251" y="891683"/>
                  </a:lnTo>
                  <a:lnTo>
                    <a:pt x="6061015" y="1196215"/>
                  </a:lnTo>
                  <a:lnTo>
                    <a:pt x="5969938" y="1296349"/>
                  </a:lnTo>
                  <a:close/>
                </a:path>
                <a:path w="6240780" h="10287000">
                  <a:moveTo>
                    <a:pt x="0" y="0"/>
                  </a:moveTo>
                  <a:lnTo>
                    <a:pt x="6058018" y="0"/>
                  </a:lnTo>
                  <a:lnTo>
                    <a:pt x="5997449" y="142261"/>
                  </a:lnTo>
                  <a:lnTo>
                    <a:pt x="5969938" y="1296349"/>
                  </a:lnTo>
                  <a:lnTo>
                    <a:pt x="5704527" y="1588154"/>
                  </a:lnTo>
                  <a:lnTo>
                    <a:pt x="5683030" y="2489945"/>
                  </a:lnTo>
                  <a:lnTo>
                    <a:pt x="5681679" y="2495104"/>
                  </a:lnTo>
                  <a:lnTo>
                    <a:pt x="5647329" y="3936106"/>
                  </a:lnTo>
                  <a:lnTo>
                    <a:pt x="5538825" y="4076743"/>
                  </a:lnTo>
                  <a:lnTo>
                    <a:pt x="5488753" y="6177243"/>
                  </a:lnTo>
                  <a:lnTo>
                    <a:pt x="5459643" y="6254415"/>
                  </a:lnTo>
                  <a:lnTo>
                    <a:pt x="5363515" y="10287000"/>
                  </a:lnTo>
                  <a:lnTo>
                    <a:pt x="0" y="10287000"/>
                  </a:lnTo>
                  <a:lnTo>
                    <a:pt x="0" y="0"/>
                  </a:lnTo>
                  <a:close/>
                </a:path>
                <a:path w="6240780" h="10287000">
                  <a:moveTo>
                    <a:pt x="5647329" y="3936106"/>
                  </a:moveTo>
                  <a:lnTo>
                    <a:pt x="5681679" y="2495104"/>
                  </a:lnTo>
                  <a:lnTo>
                    <a:pt x="5700173" y="2842673"/>
                  </a:lnTo>
                  <a:lnTo>
                    <a:pt x="5771311" y="3218274"/>
                  </a:lnTo>
                  <a:lnTo>
                    <a:pt x="5893829" y="3674942"/>
                  </a:lnTo>
                  <a:lnTo>
                    <a:pt x="5647329" y="3936106"/>
                  </a:lnTo>
                  <a:close/>
                </a:path>
                <a:path w="6240780" h="10287000">
                  <a:moveTo>
                    <a:pt x="5683030" y="2489945"/>
                  </a:moveTo>
                  <a:lnTo>
                    <a:pt x="5704527" y="1588154"/>
                  </a:lnTo>
                  <a:lnTo>
                    <a:pt x="5806005" y="2020490"/>
                  </a:lnTo>
                  <a:lnTo>
                    <a:pt x="5683030" y="2489945"/>
                  </a:lnTo>
                  <a:close/>
                </a:path>
                <a:path w="6240780" h="10287000">
                  <a:moveTo>
                    <a:pt x="5363515" y="10287000"/>
                  </a:moveTo>
                  <a:lnTo>
                    <a:pt x="5459643" y="6254415"/>
                  </a:lnTo>
                  <a:lnTo>
                    <a:pt x="5666415" y="6546774"/>
                  </a:lnTo>
                  <a:lnTo>
                    <a:pt x="5526333" y="6816617"/>
                  </a:lnTo>
                  <a:lnTo>
                    <a:pt x="5515440" y="7273595"/>
                  </a:lnTo>
                  <a:lnTo>
                    <a:pt x="5487821" y="7350025"/>
                  </a:lnTo>
                  <a:lnTo>
                    <a:pt x="5417810" y="10287000"/>
                  </a:lnTo>
                  <a:lnTo>
                    <a:pt x="5363515" y="10287000"/>
                  </a:lnTo>
                  <a:close/>
                </a:path>
                <a:path w="6240780" h="10287000">
                  <a:moveTo>
                    <a:pt x="5488753" y="6177243"/>
                  </a:moveTo>
                  <a:lnTo>
                    <a:pt x="5512973" y="5161239"/>
                  </a:lnTo>
                  <a:lnTo>
                    <a:pt x="5621639" y="5487864"/>
                  </a:lnTo>
                  <a:lnTo>
                    <a:pt x="5659218" y="5725338"/>
                  </a:lnTo>
                  <a:lnTo>
                    <a:pt x="5488753" y="6177243"/>
                  </a:lnTo>
                  <a:close/>
                </a:path>
                <a:path w="6240780" h="10287000">
                  <a:moveTo>
                    <a:pt x="5515440" y="7273595"/>
                  </a:moveTo>
                  <a:lnTo>
                    <a:pt x="5526333" y="6816617"/>
                  </a:lnTo>
                  <a:lnTo>
                    <a:pt x="5602240" y="7033385"/>
                  </a:lnTo>
                  <a:lnTo>
                    <a:pt x="5515440" y="7273595"/>
                  </a:lnTo>
                  <a:close/>
                </a:path>
                <a:path w="6240780" h="10287000">
                  <a:moveTo>
                    <a:pt x="5512973" y="5161239"/>
                  </a:moveTo>
                  <a:lnTo>
                    <a:pt x="5538825" y="4076743"/>
                  </a:lnTo>
                  <a:lnTo>
                    <a:pt x="5609068" y="4469274"/>
                  </a:lnTo>
                  <a:lnTo>
                    <a:pt x="5579939" y="4825534"/>
                  </a:lnTo>
                  <a:lnTo>
                    <a:pt x="5512973" y="5161239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6057900" cy="10287000"/>
            </a:xfrm>
            <a:custGeom>
              <a:avLst/>
              <a:gdLst/>
              <a:ahLst/>
              <a:cxnLst/>
              <a:rect l="l" t="t" r="r" b="b"/>
              <a:pathLst>
                <a:path w="6057900" h="10287000">
                  <a:moveTo>
                    <a:pt x="5715770" y="8928640"/>
                  </a:moveTo>
                  <a:lnTo>
                    <a:pt x="5739911" y="7915910"/>
                  </a:lnTo>
                  <a:lnTo>
                    <a:pt x="6057771" y="8258085"/>
                  </a:lnTo>
                  <a:lnTo>
                    <a:pt x="6056511" y="8599533"/>
                  </a:lnTo>
                  <a:lnTo>
                    <a:pt x="5715770" y="8928640"/>
                  </a:lnTo>
                  <a:close/>
                </a:path>
                <a:path w="6057900" h="10287000">
                  <a:moveTo>
                    <a:pt x="5565218" y="10287000"/>
                  </a:moveTo>
                  <a:lnTo>
                    <a:pt x="5594813" y="9045467"/>
                  </a:lnTo>
                  <a:lnTo>
                    <a:pt x="5666059" y="9519585"/>
                  </a:lnTo>
                  <a:lnTo>
                    <a:pt x="5845865" y="9747674"/>
                  </a:lnTo>
                  <a:lnTo>
                    <a:pt x="5851877" y="10278705"/>
                  </a:lnTo>
                  <a:lnTo>
                    <a:pt x="5847972" y="10287000"/>
                  </a:lnTo>
                  <a:lnTo>
                    <a:pt x="5565218" y="10287000"/>
                  </a:lnTo>
                  <a:close/>
                </a:path>
                <a:path w="6057900" h="10287000">
                  <a:moveTo>
                    <a:pt x="0" y="0"/>
                  </a:moveTo>
                  <a:lnTo>
                    <a:pt x="5841759" y="0"/>
                  </a:lnTo>
                  <a:lnTo>
                    <a:pt x="6045065" y="628589"/>
                  </a:lnTo>
                  <a:lnTo>
                    <a:pt x="5865830" y="933120"/>
                  </a:lnTo>
                  <a:lnTo>
                    <a:pt x="5509342" y="1325059"/>
                  </a:lnTo>
                  <a:lnTo>
                    <a:pt x="5487826" y="2227640"/>
                  </a:lnTo>
                  <a:lnTo>
                    <a:pt x="5486476" y="2232745"/>
                  </a:lnTo>
                  <a:lnTo>
                    <a:pt x="5452125" y="3673747"/>
                  </a:lnTo>
                  <a:lnTo>
                    <a:pt x="5233665" y="3882024"/>
                  </a:lnTo>
                  <a:lnTo>
                    <a:pt x="5080983" y="10287000"/>
                  </a:lnTo>
                  <a:lnTo>
                    <a:pt x="0" y="10287000"/>
                  </a:lnTo>
                  <a:lnTo>
                    <a:pt x="0" y="0"/>
                  </a:lnTo>
                  <a:close/>
                </a:path>
                <a:path w="6057900" h="10287000">
                  <a:moveTo>
                    <a:pt x="5215616" y="10287000"/>
                  </a:moveTo>
                  <a:lnTo>
                    <a:pt x="5291905" y="7086667"/>
                  </a:lnTo>
                  <a:lnTo>
                    <a:pt x="5610427" y="7174348"/>
                  </a:lnTo>
                  <a:lnTo>
                    <a:pt x="5814899" y="7552882"/>
                  </a:lnTo>
                  <a:lnTo>
                    <a:pt x="5739911" y="7915910"/>
                  </a:lnTo>
                  <a:lnTo>
                    <a:pt x="5715770" y="8928640"/>
                  </a:lnTo>
                  <a:lnTo>
                    <a:pt x="5594813" y="9045467"/>
                  </a:lnTo>
                  <a:lnTo>
                    <a:pt x="5565218" y="10287000"/>
                  </a:lnTo>
                  <a:lnTo>
                    <a:pt x="5215616" y="10287000"/>
                  </a:lnTo>
                  <a:close/>
                </a:path>
                <a:path w="6057900" h="10287000">
                  <a:moveTo>
                    <a:pt x="5452125" y="3673747"/>
                  </a:moveTo>
                  <a:lnTo>
                    <a:pt x="5486476" y="2232745"/>
                  </a:lnTo>
                  <a:lnTo>
                    <a:pt x="5504970" y="2580314"/>
                  </a:lnTo>
                  <a:lnTo>
                    <a:pt x="5576114" y="2955669"/>
                  </a:lnTo>
                  <a:lnTo>
                    <a:pt x="5698871" y="3412589"/>
                  </a:lnTo>
                  <a:lnTo>
                    <a:pt x="5452125" y="3673747"/>
                  </a:lnTo>
                  <a:close/>
                </a:path>
                <a:path w="6057900" h="10287000">
                  <a:moveTo>
                    <a:pt x="5294277" y="5915322"/>
                  </a:moveTo>
                  <a:lnTo>
                    <a:pt x="5318536" y="4897671"/>
                  </a:lnTo>
                  <a:lnTo>
                    <a:pt x="5579468" y="5144153"/>
                  </a:lnTo>
                  <a:lnTo>
                    <a:pt x="5465266" y="5462026"/>
                  </a:lnTo>
                  <a:lnTo>
                    <a:pt x="5294277" y="5915322"/>
                  </a:lnTo>
                  <a:close/>
                </a:path>
                <a:path w="6057900" h="10287000">
                  <a:moveTo>
                    <a:pt x="5487826" y="2227640"/>
                  </a:moveTo>
                  <a:lnTo>
                    <a:pt x="5509342" y="1325059"/>
                  </a:lnTo>
                  <a:lnTo>
                    <a:pt x="5612036" y="1757916"/>
                  </a:lnTo>
                  <a:lnTo>
                    <a:pt x="5487826" y="2227640"/>
                  </a:lnTo>
                  <a:close/>
                </a:path>
                <a:path w="6057900" h="10287000">
                  <a:moveTo>
                    <a:pt x="5163286" y="10287000"/>
                  </a:moveTo>
                  <a:lnTo>
                    <a:pt x="5265691" y="5991104"/>
                  </a:lnTo>
                  <a:lnTo>
                    <a:pt x="5472218" y="6283458"/>
                  </a:lnTo>
                  <a:lnTo>
                    <a:pt x="5332375" y="6553552"/>
                  </a:lnTo>
                  <a:lnTo>
                    <a:pt x="5321635" y="7004095"/>
                  </a:lnTo>
                  <a:lnTo>
                    <a:pt x="5291905" y="7086667"/>
                  </a:lnTo>
                  <a:lnTo>
                    <a:pt x="5215616" y="10287000"/>
                  </a:lnTo>
                  <a:lnTo>
                    <a:pt x="5163286" y="10287000"/>
                  </a:lnTo>
                  <a:close/>
                </a:path>
                <a:path w="6057900" h="10287000">
                  <a:moveTo>
                    <a:pt x="5080983" y="10287000"/>
                  </a:moveTo>
                  <a:lnTo>
                    <a:pt x="5233665" y="3882024"/>
                  </a:lnTo>
                  <a:lnTo>
                    <a:pt x="5412912" y="4205665"/>
                  </a:lnTo>
                  <a:lnTo>
                    <a:pt x="5483076" y="4714886"/>
                  </a:lnTo>
                  <a:lnTo>
                    <a:pt x="5318536" y="4897671"/>
                  </a:lnTo>
                  <a:lnTo>
                    <a:pt x="5294277" y="5915322"/>
                  </a:lnTo>
                  <a:lnTo>
                    <a:pt x="5265691" y="5991104"/>
                  </a:lnTo>
                  <a:lnTo>
                    <a:pt x="5163286" y="10287000"/>
                  </a:lnTo>
                  <a:lnTo>
                    <a:pt x="5080983" y="10287000"/>
                  </a:lnTo>
                  <a:close/>
                </a:path>
                <a:path w="6057900" h="10287000">
                  <a:moveTo>
                    <a:pt x="5321635" y="7004095"/>
                  </a:moveTo>
                  <a:lnTo>
                    <a:pt x="5332375" y="6553552"/>
                  </a:lnTo>
                  <a:lnTo>
                    <a:pt x="5406353" y="6768800"/>
                  </a:lnTo>
                  <a:lnTo>
                    <a:pt x="5321635" y="700409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5657850" cy="10287000"/>
            </a:xfrm>
            <a:custGeom>
              <a:avLst/>
              <a:gdLst/>
              <a:ahLst/>
              <a:cxnLst/>
              <a:rect l="l" t="t" r="r" b="b"/>
              <a:pathLst>
                <a:path w="5657850" h="10287000">
                  <a:moveTo>
                    <a:pt x="5315540" y="8919100"/>
                  </a:moveTo>
                  <a:lnTo>
                    <a:pt x="5339681" y="7906369"/>
                  </a:lnTo>
                  <a:lnTo>
                    <a:pt x="5657541" y="8248544"/>
                  </a:lnTo>
                  <a:lnTo>
                    <a:pt x="5656281" y="8589993"/>
                  </a:lnTo>
                  <a:lnTo>
                    <a:pt x="5315540" y="8919100"/>
                  </a:lnTo>
                  <a:close/>
                </a:path>
                <a:path w="5657850" h="10287000">
                  <a:moveTo>
                    <a:pt x="5164760" y="10287000"/>
                  </a:moveTo>
                  <a:lnTo>
                    <a:pt x="5194583" y="9035927"/>
                  </a:lnTo>
                  <a:lnTo>
                    <a:pt x="5266566" y="9510062"/>
                  </a:lnTo>
                  <a:lnTo>
                    <a:pt x="5446371" y="9738150"/>
                  </a:lnTo>
                  <a:lnTo>
                    <a:pt x="5451630" y="10269900"/>
                  </a:lnTo>
                  <a:lnTo>
                    <a:pt x="5443566" y="10287000"/>
                  </a:lnTo>
                  <a:lnTo>
                    <a:pt x="5164760" y="10287000"/>
                  </a:lnTo>
                  <a:close/>
                </a:path>
                <a:path w="5657850" h="10287000">
                  <a:moveTo>
                    <a:pt x="0" y="0"/>
                  </a:moveTo>
                  <a:lnTo>
                    <a:pt x="5447958" y="0"/>
                  </a:lnTo>
                  <a:lnTo>
                    <a:pt x="5524265" y="222369"/>
                  </a:lnTo>
                  <a:lnTo>
                    <a:pt x="5607525" y="477222"/>
                  </a:lnTo>
                  <a:lnTo>
                    <a:pt x="5644116" y="618294"/>
                  </a:lnTo>
                  <a:lnTo>
                    <a:pt x="5632006" y="710491"/>
                  </a:lnTo>
                  <a:lnTo>
                    <a:pt x="5574259" y="1054653"/>
                  </a:lnTo>
                  <a:lnTo>
                    <a:pt x="5087474" y="1367821"/>
                  </a:lnTo>
                  <a:lnTo>
                    <a:pt x="5047647" y="3038555"/>
                  </a:lnTo>
                  <a:lnTo>
                    <a:pt x="4967936" y="3110175"/>
                  </a:lnTo>
                  <a:lnTo>
                    <a:pt x="4908876" y="3160618"/>
                  </a:lnTo>
                  <a:lnTo>
                    <a:pt x="4886824" y="4085715"/>
                  </a:lnTo>
                  <a:lnTo>
                    <a:pt x="4853383" y="4262096"/>
                  </a:lnTo>
                  <a:lnTo>
                    <a:pt x="4843901" y="4659867"/>
                  </a:lnTo>
                  <a:lnTo>
                    <a:pt x="4761630" y="4813152"/>
                  </a:lnTo>
                  <a:lnTo>
                    <a:pt x="4631144" y="10287000"/>
                  </a:lnTo>
                  <a:lnTo>
                    <a:pt x="0" y="10287000"/>
                  </a:lnTo>
                  <a:lnTo>
                    <a:pt x="0" y="0"/>
                  </a:lnTo>
                  <a:close/>
                </a:path>
                <a:path w="5657850" h="10287000">
                  <a:moveTo>
                    <a:pt x="5036024" y="10287000"/>
                  </a:moveTo>
                  <a:lnTo>
                    <a:pt x="5114476" y="6995962"/>
                  </a:lnTo>
                  <a:lnTo>
                    <a:pt x="5226638" y="7299579"/>
                  </a:lnTo>
                  <a:lnTo>
                    <a:pt x="5376641" y="7489616"/>
                  </a:lnTo>
                  <a:lnTo>
                    <a:pt x="5339681" y="7906369"/>
                  </a:lnTo>
                  <a:lnTo>
                    <a:pt x="5315540" y="8919100"/>
                  </a:lnTo>
                  <a:lnTo>
                    <a:pt x="5194583" y="9035927"/>
                  </a:lnTo>
                  <a:lnTo>
                    <a:pt x="5164760" y="10287000"/>
                  </a:lnTo>
                  <a:lnTo>
                    <a:pt x="5036024" y="10287000"/>
                  </a:lnTo>
                  <a:close/>
                </a:path>
                <a:path w="5657850" h="10287000">
                  <a:moveTo>
                    <a:pt x="5047647" y="3038555"/>
                  </a:moveTo>
                  <a:lnTo>
                    <a:pt x="5087474" y="1367821"/>
                  </a:lnTo>
                  <a:lnTo>
                    <a:pt x="5107340" y="1419009"/>
                  </a:lnTo>
                  <a:lnTo>
                    <a:pt x="5150814" y="1535892"/>
                  </a:lnTo>
                  <a:lnTo>
                    <a:pt x="5193712" y="1663448"/>
                  </a:lnTo>
                  <a:lnTo>
                    <a:pt x="5211847" y="1746655"/>
                  </a:lnTo>
                  <a:lnTo>
                    <a:pt x="5211841" y="1780512"/>
                  </a:lnTo>
                  <a:lnTo>
                    <a:pt x="5213912" y="1829309"/>
                  </a:lnTo>
                  <a:lnTo>
                    <a:pt x="5224337" y="2005580"/>
                  </a:lnTo>
                  <a:lnTo>
                    <a:pt x="5226468" y="2054379"/>
                  </a:lnTo>
                  <a:lnTo>
                    <a:pt x="5226553" y="2088238"/>
                  </a:lnTo>
                  <a:lnTo>
                    <a:pt x="5247873" y="2159736"/>
                  </a:lnTo>
                  <a:lnTo>
                    <a:pt x="5297538" y="2261529"/>
                  </a:lnTo>
                  <a:lnTo>
                    <a:pt x="5347734" y="2352647"/>
                  </a:lnTo>
                  <a:lnTo>
                    <a:pt x="5370647" y="2392124"/>
                  </a:lnTo>
                  <a:lnTo>
                    <a:pt x="5323517" y="2656114"/>
                  </a:lnTo>
                  <a:lnTo>
                    <a:pt x="5304815" y="2752423"/>
                  </a:lnTo>
                  <a:lnTo>
                    <a:pt x="5234533" y="2856215"/>
                  </a:lnTo>
                  <a:lnTo>
                    <a:pt x="5099364" y="2992087"/>
                  </a:lnTo>
                  <a:lnTo>
                    <a:pt x="5047647" y="3038555"/>
                  </a:lnTo>
                  <a:close/>
                </a:path>
                <a:path w="5657850" h="10287000">
                  <a:moveTo>
                    <a:pt x="4938980" y="10287000"/>
                  </a:moveTo>
                  <a:lnTo>
                    <a:pt x="5045031" y="5838198"/>
                  </a:lnTo>
                  <a:lnTo>
                    <a:pt x="5070988" y="6274630"/>
                  </a:lnTo>
                  <a:lnTo>
                    <a:pt x="5168366" y="6559469"/>
                  </a:lnTo>
                  <a:lnTo>
                    <a:pt x="5158680" y="6749384"/>
                  </a:lnTo>
                  <a:lnTo>
                    <a:pt x="5114476" y="6995962"/>
                  </a:lnTo>
                  <a:lnTo>
                    <a:pt x="5036024" y="10287000"/>
                  </a:lnTo>
                  <a:lnTo>
                    <a:pt x="4942205" y="10287000"/>
                  </a:lnTo>
                  <a:lnTo>
                    <a:pt x="4938980" y="10287000"/>
                  </a:lnTo>
                  <a:close/>
                </a:path>
                <a:path w="5657850" h="10287000">
                  <a:moveTo>
                    <a:pt x="4631144" y="10287000"/>
                  </a:moveTo>
                  <a:lnTo>
                    <a:pt x="4761630" y="4813152"/>
                  </a:lnTo>
                  <a:lnTo>
                    <a:pt x="5101992" y="5345028"/>
                  </a:lnTo>
                  <a:lnTo>
                    <a:pt x="5045031" y="5838198"/>
                  </a:lnTo>
                  <a:lnTo>
                    <a:pt x="4938980" y="10287000"/>
                  </a:lnTo>
                  <a:lnTo>
                    <a:pt x="4631144" y="10287000"/>
                  </a:lnTo>
                  <a:close/>
                </a:path>
                <a:path w="5657850" h="10287000">
                  <a:moveTo>
                    <a:pt x="4886824" y="4085715"/>
                  </a:moveTo>
                  <a:lnTo>
                    <a:pt x="4908876" y="3160618"/>
                  </a:lnTo>
                  <a:lnTo>
                    <a:pt x="5030395" y="3597363"/>
                  </a:lnTo>
                  <a:lnTo>
                    <a:pt x="4918297" y="3919709"/>
                  </a:lnTo>
                  <a:lnTo>
                    <a:pt x="4886824" y="4085715"/>
                  </a:lnTo>
                  <a:close/>
                </a:path>
                <a:path w="5657850" h="10287000">
                  <a:moveTo>
                    <a:pt x="4843901" y="4659867"/>
                  </a:moveTo>
                  <a:lnTo>
                    <a:pt x="4853383" y="4262096"/>
                  </a:lnTo>
                  <a:lnTo>
                    <a:pt x="4955482" y="4451974"/>
                  </a:lnTo>
                  <a:lnTo>
                    <a:pt x="4843901" y="4659867"/>
                  </a:lnTo>
                  <a:close/>
                </a:path>
              </a:pathLst>
            </a:custGeom>
            <a:solidFill>
              <a:srgbClr val="FFD04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4028067"/>
              <a:ext cx="7791449" cy="2686049"/>
            </a:xfrm>
            <a:prstGeom prst="rect">
              <a:avLst/>
            </a:prstGeom>
          </p:spPr>
        </p:pic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33320" rIns="0" bIns="0" rtlCol="0" vert="horz">
            <a:spAutoFit/>
          </a:bodyPr>
          <a:lstStyle/>
          <a:p>
            <a:pPr marL="6524625">
              <a:lnSpc>
                <a:spcPct val="100000"/>
              </a:lnSpc>
              <a:spcBef>
                <a:spcPts val="100"/>
              </a:spcBef>
            </a:pPr>
            <a:r>
              <a:rPr dirty="0" sz="5000" b="0">
                <a:solidFill>
                  <a:srgbClr val="5460A8"/>
                </a:solidFill>
                <a:latin typeface="Comic Sans MS"/>
                <a:cs typeface="Comic Sans MS"/>
              </a:rPr>
              <a:t>DNS</a:t>
            </a:r>
            <a:r>
              <a:rPr dirty="0" sz="5000" spc="-95" b="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5000" spc="-10" b="0">
                <a:solidFill>
                  <a:srgbClr val="5460A8"/>
                </a:solidFill>
                <a:latin typeface="Comic Sans MS"/>
                <a:cs typeface="Comic Sans MS"/>
              </a:rPr>
              <a:t>SPOOFING</a:t>
            </a:r>
            <a:endParaRPr sz="5000">
              <a:latin typeface="Comic Sans MS"/>
              <a:cs typeface="Comic Sans MS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98329" y="2929056"/>
            <a:ext cx="114300" cy="11429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8580159" y="2696634"/>
            <a:ext cx="7470140" cy="6883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15399"/>
              </a:lnSpc>
              <a:spcBef>
                <a:spcPts val="100"/>
              </a:spcBef>
            </a:pP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With</a:t>
            </a:r>
            <a:r>
              <a:rPr dirty="0" sz="2600" spc="49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Domain</a:t>
            </a:r>
            <a:r>
              <a:rPr dirty="0" sz="2600" spc="49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Name</a:t>
            </a:r>
            <a:r>
              <a:rPr dirty="0" sz="2600" spc="49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System</a:t>
            </a:r>
            <a:r>
              <a:rPr dirty="0" sz="2600" spc="49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(DNS)</a:t>
            </a:r>
            <a:r>
              <a:rPr dirty="0" sz="2600" spc="49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spoofing,</a:t>
            </a:r>
            <a:r>
              <a:rPr dirty="0" sz="2600" spc="49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 spc="-50">
                <a:solidFill>
                  <a:srgbClr val="5460A8"/>
                </a:solidFill>
                <a:latin typeface="Comic Sans MS"/>
                <a:cs typeface="Comic Sans MS"/>
              </a:rPr>
              <a:t>a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hacker</a:t>
            </a:r>
            <a:r>
              <a:rPr dirty="0" sz="2600" spc="9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alters</a:t>
            </a:r>
            <a:r>
              <a:rPr dirty="0" sz="2600" spc="10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DNS</a:t>
            </a:r>
            <a:r>
              <a:rPr dirty="0" sz="2600" spc="10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records</a:t>
            </a:r>
            <a:r>
              <a:rPr dirty="0" sz="2600" spc="9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to</a:t>
            </a:r>
            <a:r>
              <a:rPr dirty="0" sz="2600" spc="10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send</a:t>
            </a:r>
            <a:r>
              <a:rPr dirty="0" sz="2600" spc="10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traffic</a:t>
            </a:r>
            <a:r>
              <a:rPr dirty="0" sz="2600" spc="9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to</a:t>
            </a:r>
            <a:r>
              <a:rPr dirty="0" sz="2600" spc="10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 spc="-50">
                <a:solidFill>
                  <a:srgbClr val="5460A8"/>
                </a:solidFill>
                <a:latin typeface="Comic Sans MS"/>
                <a:cs typeface="Comic Sans MS"/>
              </a:rPr>
              <a:t>a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fake</a:t>
            </a:r>
            <a:r>
              <a:rPr dirty="0" sz="2600" spc="-5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or</a:t>
            </a:r>
            <a:r>
              <a:rPr dirty="0" sz="2600" spc="-5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“spoofed”</a:t>
            </a:r>
            <a:r>
              <a:rPr dirty="0" sz="2600" spc="-5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 spc="-10">
                <a:solidFill>
                  <a:srgbClr val="5460A8"/>
                </a:solidFill>
                <a:latin typeface="Comic Sans MS"/>
                <a:cs typeface="Comic Sans MS"/>
              </a:rPr>
              <a:t>website.</a:t>
            </a:r>
            <a:endParaRPr sz="2600">
              <a:latin typeface="Comic Sans MS"/>
              <a:cs typeface="Comic Sans MS"/>
            </a:endParaRPr>
          </a:p>
          <a:p>
            <a:pPr algn="just" marL="12700" marR="5080">
              <a:lnSpc>
                <a:spcPct val="115399"/>
              </a:lnSpc>
              <a:spcBef>
                <a:spcPts val="3600"/>
              </a:spcBef>
            </a:pP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Once</a:t>
            </a:r>
            <a:r>
              <a:rPr dirty="0" sz="2600" spc="-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on</a:t>
            </a:r>
            <a:r>
              <a:rPr dirty="0" sz="2600" spc="-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the</a:t>
            </a:r>
            <a:r>
              <a:rPr dirty="0" sz="2600" spc="-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fraudulent  site,</a:t>
            </a:r>
            <a:r>
              <a:rPr dirty="0" sz="2600" spc="-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the</a:t>
            </a:r>
            <a:r>
              <a:rPr dirty="0" sz="2600" spc="-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victim  </a:t>
            </a:r>
            <a:r>
              <a:rPr dirty="0" sz="2600" spc="-25">
                <a:solidFill>
                  <a:srgbClr val="5460A8"/>
                </a:solidFill>
                <a:latin typeface="Comic Sans MS"/>
                <a:cs typeface="Comic Sans MS"/>
              </a:rPr>
              <a:t>may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enter</a:t>
            </a:r>
            <a:r>
              <a:rPr dirty="0" sz="2600" spc="13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sensitive</a:t>
            </a:r>
            <a:r>
              <a:rPr dirty="0" sz="2600" spc="13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information</a:t>
            </a:r>
            <a:r>
              <a:rPr dirty="0" sz="2600" spc="13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that</a:t>
            </a:r>
            <a:r>
              <a:rPr dirty="0" sz="2600" spc="13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can</a:t>
            </a:r>
            <a:r>
              <a:rPr dirty="0" sz="2600" spc="13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be</a:t>
            </a:r>
            <a:r>
              <a:rPr dirty="0" sz="2600" spc="13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used</a:t>
            </a:r>
            <a:r>
              <a:rPr dirty="0" sz="2600" spc="13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 spc="-25">
                <a:solidFill>
                  <a:srgbClr val="5460A8"/>
                </a:solidFill>
                <a:latin typeface="Comic Sans MS"/>
                <a:cs typeface="Comic Sans MS"/>
              </a:rPr>
              <a:t>or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sold</a:t>
            </a:r>
            <a:r>
              <a:rPr dirty="0" sz="2600" spc="-2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by</a:t>
            </a:r>
            <a:r>
              <a:rPr dirty="0" sz="2600" spc="-2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the</a:t>
            </a:r>
            <a:r>
              <a:rPr dirty="0" sz="2600" spc="-2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 spc="-10">
                <a:solidFill>
                  <a:srgbClr val="5460A8"/>
                </a:solidFill>
                <a:latin typeface="Comic Sans MS"/>
                <a:cs typeface="Comic Sans MS"/>
              </a:rPr>
              <a:t>hacker.</a:t>
            </a:r>
            <a:endParaRPr sz="2600">
              <a:latin typeface="Comic Sans MS"/>
              <a:cs typeface="Comic Sans MS"/>
            </a:endParaRPr>
          </a:p>
          <a:p>
            <a:pPr algn="just" marL="12700" marR="5080">
              <a:lnSpc>
                <a:spcPct val="115399"/>
              </a:lnSpc>
              <a:spcBef>
                <a:spcPts val="3595"/>
              </a:spcBef>
            </a:pP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The</a:t>
            </a:r>
            <a:r>
              <a:rPr dirty="0" sz="2600" spc="64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hacker</a:t>
            </a:r>
            <a:r>
              <a:rPr dirty="0" sz="2600" spc="64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may</a:t>
            </a:r>
            <a:r>
              <a:rPr dirty="0" sz="2600" spc="64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also</a:t>
            </a:r>
            <a:r>
              <a:rPr dirty="0" sz="2600" spc="64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construct</a:t>
            </a:r>
            <a:r>
              <a:rPr dirty="0" sz="2600" spc="64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a</a:t>
            </a:r>
            <a:r>
              <a:rPr dirty="0" sz="2600" spc="64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 spc="-10">
                <a:solidFill>
                  <a:srgbClr val="5460A8"/>
                </a:solidFill>
                <a:latin typeface="Comic Sans MS"/>
                <a:cs typeface="Comic Sans MS"/>
              </a:rPr>
              <a:t>poor-quality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site</a:t>
            </a:r>
            <a:r>
              <a:rPr dirty="0" sz="2600" spc="-5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with</a:t>
            </a:r>
            <a:r>
              <a:rPr dirty="0" sz="2600" spc="-4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derogatory</a:t>
            </a:r>
            <a:r>
              <a:rPr dirty="0" sz="2600" spc="-5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or</a:t>
            </a:r>
            <a:r>
              <a:rPr dirty="0" sz="2600" spc="-4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inflammatory</a:t>
            </a:r>
            <a:r>
              <a:rPr dirty="0" sz="2600" spc="-5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content</a:t>
            </a:r>
            <a:r>
              <a:rPr dirty="0" sz="2600" spc="-4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 spc="-25">
                <a:solidFill>
                  <a:srgbClr val="5460A8"/>
                </a:solidFill>
                <a:latin typeface="Comic Sans MS"/>
                <a:cs typeface="Comic Sans MS"/>
              </a:rPr>
              <a:t>to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make</a:t>
            </a:r>
            <a:r>
              <a:rPr dirty="0" sz="2600" spc="-6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a</a:t>
            </a:r>
            <a:r>
              <a:rPr dirty="0" sz="2600" spc="-5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competitor</a:t>
            </a:r>
            <a:r>
              <a:rPr dirty="0" sz="2600" spc="-5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company</a:t>
            </a:r>
            <a:r>
              <a:rPr dirty="0" sz="2600" spc="-5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look</a:t>
            </a:r>
            <a:r>
              <a:rPr dirty="0" sz="2600" spc="-5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 spc="-20">
                <a:solidFill>
                  <a:srgbClr val="5460A8"/>
                </a:solidFill>
                <a:latin typeface="Comic Sans MS"/>
                <a:cs typeface="Comic Sans MS"/>
              </a:rPr>
              <a:t>bad.</a:t>
            </a:r>
            <a:endParaRPr sz="2600">
              <a:latin typeface="Comic Sans MS"/>
              <a:cs typeface="Comic Sans MS"/>
            </a:endParaRPr>
          </a:p>
          <a:p>
            <a:pPr algn="just" marL="12700" marR="5080">
              <a:lnSpc>
                <a:spcPct val="115399"/>
              </a:lnSpc>
              <a:spcBef>
                <a:spcPts val="3600"/>
              </a:spcBef>
            </a:pP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In</a:t>
            </a:r>
            <a:r>
              <a:rPr dirty="0" sz="2600" spc="42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a</a:t>
            </a:r>
            <a:r>
              <a:rPr dirty="0" sz="2600" spc="42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DNS</a:t>
            </a:r>
            <a:r>
              <a:rPr dirty="0" sz="2600" spc="42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spoofing</a:t>
            </a:r>
            <a:r>
              <a:rPr dirty="0" sz="2600" spc="42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attack,</a:t>
            </a:r>
            <a:r>
              <a:rPr dirty="0" sz="2600" spc="42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the</a:t>
            </a:r>
            <a:r>
              <a:rPr dirty="0" sz="2600" spc="42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attacker</a:t>
            </a:r>
            <a:r>
              <a:rPr dirty="0" sz="2600" spc="42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 spc="-10">
                <a:solidFill>
                  <a:srgbClr val="5460A8"/>
                </a:solidFill>
                <a:latin typeface="Comic Sans MS"/>
                <a:cs typeface="Comic Sans MS"/>
              </a:rPr>
              <a:t>takes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advantage</a:t>
            </a:r>
            <a:r>
              <a:rPr dirty="0" sz="2600" spc="19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of</a:t>
            </a:r>
            <a:r>
              <a:rPr dirty="0" sz="2600" spc="19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the</a:t>
            </a:r>
            <a:r>
              <a:rPr dirty="0" sz="2600" spc="19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fact</a:t>
            </a:r>
            <a:r>
              <a:rPr dirty="0" sz="2600" spc="19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that</a:t>
            </a:r>
            <a:r>
              <a:rPr dirty="0" sz="2600" spc="19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the</a:t>
            </a:r>
            <a:r>
              <a:rPr dirty="0" sz="2600" spc="19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user</a:t>
            </a:r>
            <a:r>
              <a:rPr dirty="0" sz="2600" spc="19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thinks</a:t>
            </a:r>
            <a:r>
              <a:rPr dirty="0" sz="2600" spc="19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 spc="-25">
                <a:solidFill>
                  <a:srgbClr val="5460A8"/>
                </a:solidFill>
                <a:latin typeface="Comic Sans MS"/>
                <a:cs typeface="Comic Sans MS"/>
              </a:rPr>
              <a:t>the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site</a:t>
            </a:r>
            <a:r>
              <a:rPr dirty="0" sz="2600" spc="-3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they</a:t>
            </a:r>
            <a:r>
              <a:rPr dirty="0" sz="2600" spc="-3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are</a:t>
            </a:r>
            <a:r>
              <a:rPr dirty="0" sz="2600" spc="-3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visiting</a:t>
            </a:r>
            <a:r>
              <a:rPr dirty="0" sz="2600" spc="-3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is</a:t>
            </a:r>
            <a:r>
              <a:rPr dirty="0" sz="2600" spc="-3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 spc="-10">
                <a:solidFill>
                  <a:srgbClr val="5460A8"/>
                </a:solidFill>
                <a:latin typeface="Comic Sans MS"/>
                <a:cs typeface="Comic Sans MS"/>
              </a:rPr>
              <a:t>legitimate.</a:t>
            </a:r>
            <a:endParaRPr sz="2600">
              <a:latin typeface="Comic Sans MS"/>
              <a:cs typeface="Comic Sans MS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98329" y="4757856"/>
            <a:ext cx="114300" cy="11429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98329" y="6586656"/>
            <a:ext cx="114300" cy="11429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98329" y="8415456"/>
            <a:ext cx="114300" cy="114299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7791450" cy="10287000"/>
            <a:chOff x="0" y="0"/>
            <a:chExt cx="7791450" cy="102870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6240780" cy="10287000"/>
            </a:xfrm>
            <a:custGeom>
              <a:avLst/>
              <a:gdLst/>
              <a:ahLst/>
              <a:cxnLst/>
              <a:rect l="l" t="t" r="r" b="b"/>
              <a:pathLst>
                <a:path w="6240780" h="10287000">
                  <a:moveTo>
                    <a:pt x="5417810" y="10287000"/>
                  </a:moveTo>
                  <a:lnTo>
                    <a:pt x="5487821" y="7350025"/>
                  </a:lnTo>
                  <a:lnTo>
                    <a:pt x="5802130" y="7562895"/>
                  </a:lnTo>
                  <a:lnTo>
                    <a:pt x="5910880" y="7824176"/>
                  </a:lnTo>
                  <a:lnTo>
                    <a:pt x="5935085" y="8179496"/>
                  </a:lnTo>
                  <a:lnTo>
                    <a:pt x="6208634" y="8607827"/>
                  </a:lnTo>
                  <a:lnTo>
                    <a:pt x="6083239" y="9065464"/>
                  </a:lnTo>
                  <a:lnTo>
                    <a:pt x="5789987" y="9309054"/>
                  </a:lnTo>
                  <a:lnTo>
                    <a:pt x="5766675" y="10287000"/>
                  </a:lnTo>
                  <a:lnTo>
                    <a:pt x="5417810" y="10287000"/>
                  </a:lnTo>
                  <a:close/>
                </a:path>
                <a:path w="6240780" h="10287000">
                  <a:moveTo>
                    <a:pt x="5766675" y="10287000"/>
                  </a:moveTo>
                  <a:lnTo>
                    <a:pt x="5789987" y="9309054"/>
                  </a:lnTo>
                  <a:lnTo>
                    <a:pt x="5861713" y="9783673"/>
                  </a:lnTo>
                  <a:lnTo>
                    <a:pt x="6041769" y="10011522"/>
                  </a:lnTo>
                  <a:lnTo>
                    <a:pt x="6029721" y="10287000"/>
                  </a:lnTo>
                  <a:lnTo>
                    <a:pt x="5766675" y="10287000"/>
                  </a:lnTo>
                  <a:close/>
                </a:path>
                <a:path w="6240780" h="10287000">
                  <a:moveTo>
                    <a:pt x="5969938" y="1296349"/>
                  </a:moveTo>
                  <a:lnTo>
                    <a:pt x="5997449" y="142261"/>
                  </a:lnTo>
                  <a:lnTo>
                    <a:pt x="6240251" y="891683"/>
                  </a:lnTo>
                  <a:lnTo>
                    <a:pt x="6061015" y="1196215"/>
                  </a:lnTo>
                  <a:lnTo>
                    <a:pt x="5969938" y="1296349"/>
                  </a:lnTo>
                  <a:close/>
                </a:path>
                <a:path w="6240780" h="10287000">
                  <a:moveTo>
                    <a:pt x="0" y="0"/>
                  </a:moveTo>
                  <a:lnTo>
                    <a:pt x="6058018" y="0"/>
                  </a:lnTo>
                  <a:lnTo>
                    <a:pt x="5997449" y="142261"/>
                  </a:lnTo>
                  <a:lnTo>
                    <a:pt x="5969938" y="1296349"/>
                  </a:lnTo>
                  <a:lnTo>
                    <a:pt x="5704527" y="1588154"/>
                  </a:lnTo>
                  <a:lnTo>
                    <a:pt x="5683030" y="2489945"/>
                  </a:lnTo>
                  <a:lnTo>
                    <a:pt x="5681679" y="2495104"/>
                  </a:lnTo>
                  <a:lnTo>
                    <a:pt x="5647329" y="3936106"/>
                  </a:lnTo>
                  <a:lnTo>
                    <a:pt x="5538825" y="4076743"/>
                  </a:lnTo>
                  <a:lnTo>
                    <a:pt x="5488753" y="6177243"/>
                  </a:lnTo>
                  <a:lnTo>
                    <a:pt x="5459643" y="6254415"/>
                  </a:lnTo>
                  <a:lnTo>
                    <a:pt x="5363515" y="10287000"/>
                  </a:lnTo>
                  <a:lnTo>
                    <a:pt x="0" y="10287000"/>
                  </a:lnTo>
                  <a:lnTo>
                    <a:pt x="0" y="0"/>
                  </a:lnTo>
                  <a:close/>
                </a:path>
                <a:path w="6240780" h="10287000">
                  <a:moveTo>
                    <a:pt x="5647329" y="3936106"/>
                  </a:moveTo>
                  <a:lnTo>
                    <a:pt x="5681679" y="2495104"/>
                  </a:lnTo>
                  <a:lnTo>
                    <a:pt x="5700173" y="2842673"/>
                  </a:lnTo>
                  <a:lnTo>
                    <a:pt x="5771311" y="3218274"/>
                  </a:lnTo>
                  <a:lnTo>
                    <a:pt x="5893829" y="3674942"/>
                  </a:lnTo>
                  <a:lnTo>
                    <a:pt x="5647329" y="3936106"/>
                  </a:lnTo>
                  <a:close/>
                </a:path>
                <a:path w="6240780" h="10287000">
                  <a:moveTo>
                    <a:pt x="5683030" y="2489945"/>
                  </a:moveTo>
                  <a:lnTo>
                    <a:pt x="5704527" y="1588154"/>
                  </a:lnTo>
                  <a:lnTo>
                    <a:pt x="5806005" y="2020490"/>
                  </a:lnTo>
                  <a:lnTo>
                    <a:pt x="5683030" y="2489945"/>
                  </a:lnTo>
                  <a:close/>
                </a:path>
                <a:path w="6240780" h="10287000">
                  <a:moveTo>
                    <a:pt x="5363515" y="10287000"/>
                  </a:moveTo>
                  <a:lnTo>
                    <a:pt x="5459643" y="6254415"/>
                  </a:lnTo>
                  <a:lnTo>
                    <a:pt x="5666415" y="6546774"/>
                  </a:lnTo>
                  <a:lnTo>
                    <a:pt x="5526333" y="6816617"/>
                  </a:lnTo>
                  <a:lnTo>
                    <a:pt x="5515440" y="7273595"/>
                  </a:lnTo>
                  <a:lnTo>
                    <a:pt x="5487821" y="7350025"/>
                  </a:lnTo>
                  <a:lnTo>
                    <a:pt x="5417810" y="10287000"/>
                  </a:lnTo>
                  <a:lnTo>
                    <a:pt x="5363515" y="10287000"/>
                  </a:lnTo>
                  <a:close/>
                </a:path>
                <a:path w="6240780" h="10287000">
                  <a:moveTo>
                    <a:pt x="5488753" y="6177243"/>
                  </a:moveTo>
                  <a:lnTo>
                    <a:pt x="5512973" y="5161239"/>
                  </a:lnTo>
                  <a:lnTo>
                    <a:pt x="5621639" y="5487864"/>
                  </a:lnTo>
                  <a:lnTo>
                    <a:pt x="5659218" y="5725338"/>
                  </a:lnTo>
                  <a:lnTo>
                    <a:pt x="5488753" y="6177243"/>
                  </a:lnTo>
                  <a:close/>
                </a:path>
                <a:path w="6240780" h="10287000">
                  <a:moveTo>
                    <a:pt x="5515440" y="7273595"/>
                  </a:moveTo>
                  <a:lnTo>
                    <a:pt x="5526333" y="6816617"/>
                  </a:lnTo>
                  <a:lnTo>
                    <a:pt x="5602240" y="7033385"/>
                  </a:lnTo>
                  <a:lnTo>
                    <a:pt x="5515440" y="7273595"/>
                  </a:lnTo>
                  <a:close/>
                </a:path>
                <a:path w="6240780" h="10287000">
                  <a:moveTo>
                    <a:pt x="5512973" y="5161239"/>
                  </a:moveTo>
                  <a:lnTo>
                    <a:pt x="5538825" y="4076743"/>
                  </a:lnTo>
                  <a:lnTo>
                    <a:pt x="5609068" y="4469274"/>
                  </a:lnTo>
                  <a:lnTo>
                    <a:pt x="5579939" y="4825534"/>
                  </a:lnTo>
                  <a:lnTo>
                    <a:pt x="5512973" y="5161239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6057900" cy="10287000"/>
            </a:xfrm>
            <a:custGeom>
              <a:avLst/>
              <a:gdLst/>
              <a:ahLst/>
              <a:cxnLst/>
              <a:rect l="l" t="t" r="r" b="b"/>
              <a:pathLst>
                <a:path w="6057900" h="10287000">
                  <a:moveTo>
                    <a:pt x="5715770" y="8928640"/>
                  </a:moveTo>
                  <a:lnTo>
                    <a:pt x="5739911" y="7915910"/>
                  </a:lnTo>
                  <a:lnTo>
                    <a:pt x="6057771" y="8258085"/>
                  </a:lnTo>
                  <a:lnTo>
                    <a:pt x="6056511" y="8599533"/>
                  </a:lnTo>
                  <a:lnTo>
                    <a:pt x="5715770" y="8928640"/>
                  </a:lnTo>
                  <a:close/>
                </a:path>
                <a:path w="6057900" h="10287000">
                  <a:moveTo>
                    <a:pt x="5565218" y="10287000"/>
                  </a:moveTo>
                  <a:lnTo>
                    <a:pt x="5594813" y="9045467"/>
                  </a:lnTo>
                  <a:lnTo>
                    <a:pt x="5666059" y="9519585"/>
                  </a:lnTo>
                  <a:lnTo>
                    <a:pt x="5845865" y="9747674"/>
                  </a:lnTo>
                  <a:lnTo>
                    <a:pt x="5851877" y="10278705"/>
                  </a:lnTo>
                  <a:lnTo>
                    <a:pt x="5847972" y="10287000"/>
                  </a:lnTo>
                  <a:lnTo>
                    <a:pt x="5565218" y="10287000"/>
                  </a:lnTo>
                  <a:close/>
                </a:path>
                <a:path w="6057900" h="10287000">
                  <a:moveTo>
                    <a:pt x="0" y="0"/>
                  </a:moveTo>
                  <a:lnTo>
                    <a:pt x="5841759" y="0"/>
                  </a:lnTo>
                  <a:lnTo>
                    <a:pt x="6045065" y="628589"/>
                  </a:lnTo>
                  <a:lnTo>
                    <a:pt x="5865830" y="933120"/>
                  </a:lnTo>
                  <a:lnTo>
                    <a:pt x="5509342" y="1325059"/>
                  </a:lnTo>
                  <a:lnTo>
                    <a:pt x="5487826" y="2227640"/>
                  </a:lnTo>
                  <a:lnTo>
                    <a:pt x="5486476" y="2232745"/>
                  </a:lnTo>
                  <a:lnTo>
                    <a:pt x="5452125" y="3673747"/>
                  </a:lnTo>
                  <a:lnTo>
                    <a:pt x="5233665" y="3882024"/>
                  </a:lnTo>
                  <a:lnTo>
                    <a:pt x="5080983" y="10287000"/>
                  </a:lnTo>
                  <a:lnTo>
                    <a:pt x="0" y="10287000"/>
                  </a:lnTo>
                  <a:lnTo>
                    <a:pt x="0" y="0"/>
                  </a:lnTo>
                  <a:close/>
                </a:path>
                <a:path w="6057900" h="10287000">
                  <a:moveTo>
                    <a:pt x="5215616" y="10287000"/>
                  </a:moveTo>
                  <a:lnTo>
                    <a:pt x="5291905" y="7086667"/>
                  </a:lnTo>
                  <a:lnTo>
                    <a:pt x="5610427" y="7174348"/>
                  </a:lnTo>
                  <a:lnTo>
                    <a:pt x="5814899" y="7552882"/>
                  </a:lnTo>
                  <a:lnTo>
                    <a:pt x="5739911" y="7915910"/>
                  </a:lnTo>
                  <a:lnTo>
                    <a:pt x="5715770" y="8928640"/>
                  </a:lnTo>
                  <a:lnTo>
                    <a:pt x="5594813" y="9045467"/>
                  </a:lnTo>
                  <a:lnTo>
                    <a:pt x="5565218" y="10287000"/>
                  </a:lnTo>
                  <a:lnTo>
                    <a:pt x="5215616" y="10287000"/>
                  </a:lnTo>
                  <a:close/>
                </a:path>
                <a:path w="6057900" h="10287000">
                  <a:moveTo>
                    <a:pt x="5452125" y="3673747"/>
                  </a:moveTo>
                  <a:lnTo>
                    <a:pt x="5486476" y="2232745"/>
                  </a:lnTo>
                  <a:lnTo>
                    <a:pt x="5504970" y="2580314"/>
                  </a:lnTo>
                  <a:lnTo>
                    <a:pt x="5576114" y="2955669"/>
                  </a:lnTo>
                  <a:lnTo>
                    <a:pt x="5698871" y="3412589"/>
                  </a:lnTo>
                  <a:lnTo>
                    <a:pt x="5452125" y="3673747"/>
                  </a:lnTo>
                  <a:close/>
                </a:path>
                <a:path w="6057900" h="10287000">
                  <a:moveTo>
                    <a:pt x="5294277" y="5915322"/>
                  </a:moveTo>
                  <a:lnTo>
                    <a:pt x="5318536" y="4897671"/>
                  </a:lnTo>
                  <a:lnTo>
                    <a:pt x="5579468" y="5144153"/>
                  </a:lnTo>
                  <a:lnTo>
                    <a:pt x="5465266" y="5462026"/>
                  </a:lnTo>
                  <a:lnTo>
                    <a:pt x="5294277" y="5915322"/>
                  </a:lnTo>
                  <a:close/>
                </a:path>
                <a:path w="6057900" h="10287000">
                  <a:moveTo>
                    <a:pt x="5487826" y="2227640"/>
                  </a:moveTo>
                  <a:lnTo>
                    <a:pt x="5509342" y="1325059"/>
                  </a:lnTo>
                  <a:lnTo>
                    <a:pt x="5612036" y="1757916"/>
                  </a:lnTo>
                  <a:lnTo>
                    <a:pt x="5487826" y="2227640"/>
                  </a:lnTo>
                  <a:close/>
                </a:path>
                <a:path w="6057900" h="10287000">
                  <a:moveTo>
                    <a:pt x="5163286" y="10287000"/>
                  </a:moveTo>
                  <a:lnTo>
                    <a:pt x="5265691" y="5991104"/>
                  </a:lnTo>
                  <a:lnTo>
                    <a:pt x="5472218" y="6283458"/>
                  </a:lnTo>
                  <a:lnTo>
                    <a:pt x="5332375" y="6553552"/>
                  </a:lnTo>
                  <a:lnTo>
                    <a:pt x="5321635" y="7004095"/>
                  </a:lnTo>
                  <a:lnTo>
                    <a:pt x="5291905" y="7086667"/>
                  </a:lnTo>
                  <a:lnTo>
                    <a:pt x="5215616" y="10287000"/>
                  </a:lnTo>
                  <a:lnTo>
                    <a:pt x="5163286" y="10287000"/>
                  </a:lnTo>
                  <a:close/>
                </a:path>
                <a:path w="6057900" h="10287000">
                  <a:moveTo>
                    <a:pt x="5080983" y="10287000"/>
                  </a:moveTo>
                  <a:lnTo>
                    <a:pt x="5233665" y="3882024"/>
                  </a:lnTo>
                  <a:lnTo>
                    <a:pt x="5412912" y="4205665"/>
                  </a:lnTo>
                  <a:lnTo>
                    <a:pt x="5483076" y="4714886"/>
                  </a:lnTo>
                  <a:lnTo>
                    <a:pt x="5318536" y="4897671"/>
                  </a:lnTo>
                  <a:lnTo>
                    <a:pt x="5294277" y="5915322"/>
                  </a:lnTo>
                  <a:lnTo>
                    <a:pt x="5265691" y="5991104"/>
                  </a:lnTo>
                  <a:lnTo>
                    <a:pt x="5163286" y="10287000"/>
                  </a:lnTo>
                  <a:lnTo>
                    <a:pt x="5080983" y="10287000"/>
                  </a:lnTo>
                  <a:close/>
                </a:path>
                <a:path w="6057900" h="10287000">
                  <a:moveTo>
                    <a:pt x="5321635" y="7004095"/>
                  </a:moveTo>
                  <a:lnTo>
                    <a:pt x="5332375" y="6553552"/>
                  </a:lnTo>
                  <a:lnTo>
                    <a:pt x="5406353" y="6768800"/>
                  </a:lnTo>
                  <a:lnTo>
                    <a:pt x="5321635" y="700409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5657850" cy="10287000"/>
            </a:xfrm>
            <a:custGeom>
              <a:avLst/>
              <a:gdLst/>
              <a:ahLst/>
              <a:cxnLst/>
              <a:rect l="l" t="t" r="r" b="b"/>
              <a:pathLst>
                <a:path w="5657850" h="10287000">
                  <a:moveTo>
                    <a:pt x="5315540" y="8919100"/>
                  </a:moveTo>
                  <a:lnTo>
                    <a:pt x="5339681" y="7906369"/>
                  </a:lnTo>
                  <a:lnTo>
                    <a:pt x="5657541" y="8248544"/>
                  </a:lnTo>
                  <a:lnTo>
                    <a:pt x="5656281" y="8589993"/>
                  </a:lnTo>
                  <a:lnTo>
                    <a:pt x="5315540" y="8919100"/>
                  </a:lnTo>
                  <a:close/>
                </a:path>
                <a:path w="5657850" h="10287000">
                  <a:moveTo>
                    <a:pt x="5164760" y="10287000"/>
                  </a:moveTo>
                  <a:lnTo>
                    <a:pt x="5194583" y="9035927"/>
                  </a:lnTo>
                  <a:lnTo>
                    <a:pt x="5266566" y="9510062"/>
                  </a:lnTo>
                  <a:lnTo>
                    <a:pt x="5446371" y="9738150"/>
                  </a:lnTo>
                  <a:lnTo>
                    <a:pt x="5451630" y="10269900"/>
                  </a:lnTo>
                  <a:lnTo>
                    <a:pt x="5443566" y="10287000"/>
                  </a:lnTo>
                  <a:lnTo>
                    <a:pt x="5164760" y="10287000"/>
                  </a:lnTo>
                  <a:close/>
                </a:path>
                <a:path w="5657850" h="10287000">
                  <a:moveTo>
                    <a:pt x="0" y="0"/>
                  </a:moveTo>
                  <a:lnTo>
                    <a:pt x="5447958" y="0"/>
                  </a:lnTo>
                  <a:lnTo>
                    <a:pt x="5524265" y="222369"/>
                  </a:lnTo>
                  <a:lnTo>
                    <a:pt x="5607525" y="477222"/>
                  </a:lnTo>
                  <a:lnTo>
                    <a:pt x="5644116" y="618294"/>
                  </a:lnTo>
                  <a:lnTo>
                    <a:pt x="5632006" y="710491"/>
                  </a:lnTo>
                  <a:lnTo>
                    <a:pt x="5574259" y="1054653"/>
                  </a:lnTo>
                  <a:lnTo>
                    <a:pt x="5087474" y="1367821"/>
                  </a:lnTo>
                  <a:lnTo>
                    <a:pt x="5047647" y="3038555"/>
                  </a:lnTo>
                  <a:lnTo>
                    <a:pt x="4967936" y="3110175"/>
                  </a:lnTo>
                  <a:lnTo>
                    <a:pt x="4908876" y="3160618"/>
                  </a:lnTo>
                  <a:lnTo>
                    <a:pt x="4886824" y="4085715"/>
                  </a:lnTo>
                  <a:lnTo>
                    <a:pt x="4853383" y="4262096"/>
                  </a:lnTo>
                  <a:lnTo>
                    <a:pt x="4843901" y="4659867"/>
                  </a:lnTo>
                  <a:lnTo>
                    <a:pt x="4761630" y="4813152"/>
                  </a:lnTo>
                  <a:lnTo>
                    <a:pt x="4631144" y="10287000"/>
                  </a:lnTo>
                  <a:lnTo>
                    <a:pt x="0" y="10287000"/>
                  </a:lnTo>
                  <a:lnTo>
                    <a:pt x="0" y="0"/>
                  </a:lnTo>
                  <a:close/>
                </a:path>
                <a:path w="5657850" h="10287000">
                  <a:moveTo>
                    <a:pt x="5036024" y="10287000"/>
                  </a:moveTo>
                  <a:lnTo>
                    <a:pt x="5114476" y="6995962"/>
                  </a:lnTo>
                  <a:lnTo>
                    <a:pt x="5226638" y="7299579"/>
                  </a:lnTo>
                  <a:lnTo>
                    <a:pt x="5376641" y="7489616"/>
                  </a:lnTo>
                  <a:lnTo>
                    <a:pt x="5339681" y="7906369"/>
                  </a:lnTo>
                  <a:lnTo>
                    <a:pt x="5315540" y="8919100"/>
                  </a:lnTo>
                  <a:lnTo>
                    <a:pt x="5194583" y="9035927"/>
                  </a:lnTo>
                  <a:lnTo>
                    <a:pt x="5164760" y="10287000"/>
                  </a:lnTo>
                  <a:lnTo>
                    <a:pt x="5036024" y="10287000"/>
                  </a:lnTo>
                  <a:close/>
                </a:path>
                <a:path w="5657850" h="10287000">
                  <a:moveTo>
                    <a:pt x="5047647" y="3038555"/>
                  </a:moveTo>
                  <a:lnTo>
                    <a:pt x="5087474" y="1367821"/>
                  </a:lnTo>
                  <a:lnTo>
                    <a:pt x="5107340" y="1419009"/>
                  </a:lnTo>
                  <a:lnTo>
                    <a:pt x="5150814" y="1535892"/>
                  </a:lnTo>
                  <a:lnTo>
                    <a:pt x="5193712" y="1663448"/>
                  </a:lnTo>
                  <a:lnTo>
                    <a:pt x="5211847" y="1746655"/>
                  </a:lnTo>
                  <a:lnTo>
                    <a:pt x="5211841" y="1780512"/>
                  </a:lnTo>
                  <a:lnTo>
                    <a:pt x="5213912" y="1829309"/>
                  </a:lnTo>
                  <a:lnTo>
                    <a:pt x="5224337" y="2005580"/>
                  </a:lnTo>
                  <a:lnTo>
                    <a:pt x="5226468" y="2054379"/>
                  </a:lnTo>
                  <a:lnTo>
                    <a:pt x="5226553" y="2088238"/>
                  </a:lnTo>
                  <a:lnTo>
                    <a:pt x="5247873" y="2159736"/>
                  </a:lnTo>
                  <a:lnTo>
                    <a:pt x="5297538" y="2261529"/>
                  </a:lnTo>
                  <a:lnTo>
                    <a:pt x="5347734" y="2352647"/>
                  </a:lnTo>
                  <a:lnTo>
                    <a:pt x="5370647" y="2392124"/>
                  </a:lnTo>
                  <a:lnTo>
                    <a:pt x="5323517" y="2656114"/>
                  </a:lnTo>
                  <a:lnTo>
                    <a:pt x="5304815" y="2752423"/>
                  </a:lnTo>
                  <a:lnTo>
                    <a:pt x="5234533" y="2856215"/>
                  </a:lnTo>
                  <a:lnTo>
                    <a:pt x="5099364" y="2992087"/>
                  </a:lnTo>
                  <a:lnTo>
                    <a:pt x="5047647" y="3038555"/>
                  </a:lnTo>
                  <a:close/>
                </a:path>
                <a:path w="5657850" h="10287000">
                  <a:moveTo>
                    <a:pt x="4938980" y="10287000"/>
                  </a:moveTo>
                  <a:lnTo>
                    <a:pt x="5045031" y="5838198"/>
                  </a:lnTo>
                  <a:lnTo>
                    <a:pt x="5070988" y="6274630"/>
                  </a:lnTo>
                  <a:lnTo>
                    <a:pt x="5168366" y="6559469"/>
                  </a:lnTo>
                  <a:lnTo>
                    <a:pt x="5158680" y="6749384"/>
                  </a:lnTo>
                  <a:lnTo>
                    <a:pt x="5114476" y="6995962"/>
                  </a:lnTo>
                  <a:lnTo>
                    <a:pt x="5036024" y="10287000"/>
                  </a:lnTo>
                  <a:lnTo>
                    <a:pt x="4942205" y="10287000"/>
                  </a:lnTo>
                  <a:lnTo>
                    <a:pt x="4938980" y="10287000"/>
                  </a:lnTo>
                  <a:close/>
                </a:path>
                <a:path w="5657850" h="10287000">
                  <a:moveTo>
                    <a:pt x="4631144" y="10287000"/>
                  </a:moveTo>
                  <a:lnTo>
                    <a:pt x="4761630" y="4813152"/>
                  </a:lnTo>
                  <a:lnTo>
                    <a:pt x="5101992" y="5345028"/>
                  </a:lnTo>
                  <a:lnTo>
                    <a:pt x="5045031" y="5838198"/>
                  </a:lnTo>
                  <a:lnTo>
                    <a:pt x="4938980" y="10287000"/>
                  </a:lnTo>
                  <a:lnTo>
                    <a:pt x="4631144" y="10287000"/>
                  </a:lnTo>
                  <a:close/>
                </a:path>
                <a:path w="5657850" h="10287000">
                  <a:moveTo>
                    <a:pt x="4886824" y="4085715"/>
                  </a:moveTo>
                  <a:lnTo>
                    <a:pt x="4908876" y="3160618"/>
                  </a:lnTo>
                  <a:lnTo>
                    <a:pt x="5030395" y="3597363"/>
                  </a:lnTo>
                  <a:lnTo>
                    <a:pt x="4918297" y="3919709"/>
                  </a:lnTo>
                  <a:lnTo>
                    <a:pt x="4886824" y="4085715"/>
                  </a:lnTo>
                  <a:close/>
                </a:path>
                <a:path w="5657850" h="10287000">
                  <a:moveTo>
                    <a:pt x="4843901" y="4659867"/>
                  </a:moveTo>
                  <a:lnTo>
                    <a:pt x="4853383" y="4262096"/>
                  </a:lnTo>
                  <a:lnTo>
                    <a:pt x="4955482" y="4451974"/>
                  </a:lnTo>
                  <a:lnTo>
                    <a:pt x="4843901" y="4659867"/>
                  </a:lnTo>
                  <a:close/>
                </a:path>
              </a:pathLst>
            </a:custGeom>
            <a:solidFill>
              <a:srgbClr val="FFD04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3509" y="3007180"/>
              <a:ext cx="7667624" cy="4648199"/>
            </a:xfrm>
            <a:prstGeom prst="rect">
              <a:avLst/>
            </a:prstGeom>
          </p:spPr>
        </p:pic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7437768" y="1581025"/>
            <a:ext cx="5420995" cy="7874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000" spc="-10" b="0">
                <a:solidFill>
                  <a:srgbClr val="5460A8"/>
                </a:solidFill>
                <a:latin typeface="Comic Sans MS"/>
                <a:cs typeface="Comic Sans MS"/>
              </a:rPr>
              <a:t>CRYPTOJACKING</a:t>
            </a:r>
            <a:endParaRPr sz="5000">
              <a:latin typeface="Comic Sans MS"/>
              <a:cs typeface="Comic Sans MS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018500" y="5512434"/>
            <a:ext cx="114300" cy="11429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018500" y="5969634"/>
            <a:ext cx="114300" cy="11429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018500" y="6426834"/>
            <a:ext cx="114300" cy="11429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018500" y="6884034"/>
            <a:ext cx="114300" cy="11429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018500" y="7341234"/>
            <a:ext cx="114300" cy="114299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8739100" y="2994012"/>
            <a:ext cx="8031480" cy="4597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15399"/>
              </a:lnSpc>
              <a:spcBef>
                <a:spcPts val="100"/>
              </a:spcBef>
            </a:pP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Cryptojacking</a:t>
            </a:r>
            <a:r>
              <a:rPr dirty="0" sz="2600" spc="10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occurs</a:t>
            </a:r>
            <a:r>
              <a:rPr dirty="0" sz="2600" spc="10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when</a:t>
            </a:r>
            <a:r>
              <a:rPr dirty="0" sz="2600" spc="10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an</a:t>
            </a:r>
            <a:r>
              <a:rPr dirty="0" sz="2600" spc="105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attacker</a:t>
            </a:r>
            <a:r>
              <a:rPr dirty="0" sz="2600" spc="100">
                <a:solidFill>
                  <a:srgbClr val="5460A8"/>
                </a:solidFill>
                <a:latin typeface="Comic Sans MS"/>
                <a:cs typeface="Comic Sans MS"/>
              </a:rPr>
              <a:t>  </a:t>
            </a:r>
            <a:r>
              <a:rPr dirty="0" sz="2600" spc="-10">
                <a:solidFill>
                  <a:srgbClr val="5460A8"/>
                </a:solidFill>
                <a:latin typeface="Comic Sans MS"/>
                <a:cs typeface="Comic Sans MS"/>
              </a:rPr>
              <a:t>secretly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uses</a:t>
            </a:r>
            <a:r>
              <a:rPr dirty="0" sz="2600" spc="3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another</a:t>
            </a:r>
            <a:r>
              <a:rPr dirty="0" sz="2600" spc="3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organization's</a:t>
            </a:r>
            <a:r>
              <a:rPr dirty="0" sz="2600" spc="3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computing</a:t>
            </a:r>
            <a:r>
              <a:rPr dirty="0" sz="2600" spc="3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resources</a:t>
            </a:r>
            <a:r>
              <a:rPr dirty="0" sz="2600" spc="3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 spc="-25">
                <a:solidFill>
                  <a:srgbClr val="5460A8"/>
                </a:solidFill>
                <a:latin typeface="Comic Sans MS"/>
                <a:cs typeface="Comic Sans MS"/>
              </a:rPr>
              <a:t>to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mine</a:t>
            </a:r>
            <a:r>
              <a:rPr dirty="0" sz="2600" spc="-7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 spc="-10">
                <a:solidFill>
                  <a:srgbClr val="5460A8"/>
                </a:solidFill>
                <a:latin typeface="Comic Sans MS"/>
                <a:cs typeface="Comic Sans MS"/>
              </a:rPr>
              <a:t>cryptocurrency.</a:t>
            </a:r>
            <a:endParaRPr sz="260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  <a:spcBef>
                <a:spcPts val="455"/>
              </a:spcBef>
            </a:pPr>
            <a:endParaRPr sz="26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</a:pPr>
            <a:r>
              <a:rPr dirty="0" sz="2600" spc="-10">
                <a:solidFill>
                  <a:srgbClr val="5460A8"/>
                </a:solidFill>
                <a:latin typeface="Comic Sans MS"/>
                <a:cs typeface="Comic Sans MS"/>
              </a:rPr>
              <a:t>Indicators</a:t>
            </a:r>
            <a:endParaRPr sz="2600">
              <a:latin typeface="Comic Sans MS"/>
              <a:cs typeface="Comic Sans MS"/>
            </a:endParaRPr>
          </a:p>
          <a:p>
            <a:pPr marL="573405">
              <a:lnSpc>
                <a:spcPct val="100000"/>
              </a:lnSpc>
              <a:spcBef>
                <a:spcPts val="480"/>
              </a:spcBef>
            </a:pP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High</a:t>
            </a:r>
            <a:r>
              <a:rPr dirty="0" sz="2600" spc="-3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CPU</a:t>
            </a:r>
            <a:r>
              <a:rPr dirty="0" sz="2600" spc="-2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 spc="-20">
                <a:solidFill>
                  <a:srgbClr val="5460A8"/>
                </a:solidFill>
                <a:latin typeface="Comic Sans MS"/>
                <a:cs typeface="Comic Sans MS"/>
              </a:rPr>
              <a:t>usage</a:t>
            </a:r>
            <a:endParaRPr sz="2600">
              <a:latin typeface="Comic Sans MS"/>
              <a:cs typeface="Comic Sans MS"/>
            </a:endParaRPr>
          </a:p>
          <a:p>
            <a:pPr marL="573405" marR="3749040">
              <a:lnSpc>
                <a:spcPct val="115399"/>
              </a:lnSpc>
            </a:pP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High</a:t>
            </a:r>
            <a:r>
              <a:rPr dirty="0" sz="2600" spc="-5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power</a:t>
            </a:r>
            <a:r>
              <a:rPr dirty="0" sz="2600" spc="-4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 spc="-10">
                <a:solidFill>
                  <a:srgbClr val="5460A8"/>
                </a:solidFill>
                <a:latin typeface="Comic Sans MS"/>
                <a:cs typeface="Comic Sans MS"/>
              </a:rPr>
              <a:t>consumption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Slow</a:t>
            </a:r>
            <a:r>
              <a:rPr dirty="0" sz="2600" spc="-3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 spc="-10">
                <a:solidFill>
                  <a:srgbClr val="5460A8"/>
                </a:solidFill>
                <a:latin typeface="Comic Sans MS"/>
                <a:cs typeface="Comic Sans MS"/>
              </a:rPr>
              <a:t>systems</a:t>
            </a:r>
            <a:endParaRPr sz="2600">
              <a:latin typeface="Comic Sans MS"/>
              <a:cs typeface="Comic Sans MS"/>
            </a:endParaRPr>
          </a:p>
          <a:p>
            <a:pPr marL="573405" marR="3263265">
              <a:lnSpc>
                <a:spcPct val="115399"/>
              </a:lnSpc>
            </a:pP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Unknown</a:t>
            </a:r>
            <a:r>
              <a:rPr dirty="0" sz="2600" spc="-7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mining</a:t>
            </a:r>
            <a:r>
              <a:rPr dirty="0" sz="2600" spc="-7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 spc="-10">
                <a:solidFill>
                  <a:srgbClr val="5460A8"/>
                </a:solidFill>
                <a:latin typeface="Comic Sans MS"/>
                <a:cs typeface="Comic Sans MS"/>
              </a:rPr>
              <a:t>processes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Connections</a:t>
            </a:r>
            <a:r>
              <a:rPr dirty="0" sz="2600" spc="-75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to</a:t>
            </a:r>
            <a:r>
              <a:rPr dirty="0" sz="2600" spc="-7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>
                <a:solidFill>
                  <a:srgbClr val="5460A8"/>
                </a:solidFill>
                <a:latin typeface="Comic Sans MS"/>
                <a:cs typeface="Comic Sans MS"/>
              </a:rPr>
              <a:t>mining</a:t>
            </a:r>
            <a:r>
              <a:rPr dirty="0" sz="2600" spc="-7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2600" spc="-10">
                <a:solidFill>
                  <a:srgbClr val="5460A8"/>
                </a:solidFill>
                <a:latin typeface="Comic Sans MS"/>
                <a:cs typeface="Comic Sans MS"/>
              </a:rPr>
              <a:t>pools</a:t>
            </a:r>
            <a:endParaRPr sz="26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4595495">
              <a:lnSpc>
                <a:spcPct val="100000"/>
              </a:lnSpc>
              <a:spcBef>
                <a:spcPts val="100"/>
              </a:spcBef>
            </a:pPr>
            <a:r>
              <a:rPr dirty="0" sz="5000" b="0">
                <a:solidFill>
                  <a:srgbClr val="5460A8"/>
                </a:solidFill>
                <a:latin typeface="Comic Sans MS"/>
                <a:cs typeface="Comic Sans MS"/>
              </a:rPr>
              <a:t>SIGNS</a:t>
            </a:r>
            <a:r>
              <a:rPr dirty="0" sz="5000" spc="-85" b="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5000" b="0">
                <a:solidFill>
                  <a:srgbClr val="5460A8"/>
                </a:solidFill>
                <a:latin typeface="Comic Sans MS"/>
                <a:cs typeface="Comic Sans MS"/>
              </a:rPr>
              <a:t>OF</a:t>
            </a:r>
            <a:r>
              <a:rPr dirty="0" sz="5000" spc="-85" b="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5000" b="0">
                <a:solidFill>
                  <a:srgbClr val="5460A8"/>
                </a:solidFill>
                <a:latin typeface="Comic Sans MS"/>
                <a:cs typeface="Comic Sans MS"/>
              </a:rPr>
              <a:t>AN</a:t>
            </a:r>
            <a:r>
              <a:rPr dirty="0" sz="5000" spc="-85" b="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5000" spc="-10" b="0">
                <a:solidFill>
                  <a:srgbClr val="5460A8"/>
                </a:solidFill>
                <a:latin typeface="Comic Sans MS"/>
                <a:cs typeface="Comic Sans MS"/>
              </a:rPr>
              <a:t>INCIDENT</a:t>
            </a:r>
            <a:endParaRPr sz="5000">
              <a:latin typeface="Comic Sans MS"/>
              <a:cs typeface="Comic Sans M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2469515" cy="10287000"/>
            <a:chOff x="0" y="0"/>
            <a:chExt cx="2469515" cy="10287000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2469515" cy="10287000"/>
            </a:xfrm>
            <a:custGeom>
              <a:avLst/>
              <a:gdLst/>
              <a:ahLst/>
              <a:cxnLst/>
              <a:rect l="l" t="t" r="r" b="b"/>
              <a:pathLst>
                <a:path w="2469515" h="10287000">
                  <a:moveTo>
                    <a:pt x="1622728" y="10287000"/>
                  </a:moveTo>
                  <a:lnTo>
                    <a:pt x="1748193" y="5023734"/>
                  </a:lnTo>
                  <a:lnTo>
                    <a:pt x="2062502" y="5236604"/>
                  </a:lnTo>
                  <a:lnTo>
                    <a:pt x="2171252" y="5497884"/>
                  </a:lnTo>
                  <a:lnTo>
                    <a:pt x="2195457" y="5853205"/>
                  </a:lnTo>
                  <a:lnTo>
                    <a:pt x="2469006" y="6281536"/>
                  </a:lnTo>
                  <a:lnTo>
                    <a:pt x="2343610" y="6739173"/>
                  </a:lnTo>
                  <a:lnTo>
                    <a:pt x="2050359" y="6982763"/>
                  </a:lnTo>
                  <a:lnTo>
                    <a:pt x="2010046" y="8673883"/>
                  </a:lnTo>
                  <a:lnTo>
                    <a:pt x="1944802" y="9040411"/>
                  </a:lnTo>
                  <a:lnTo>
                    <a:pt x="1926412" y="9399630"/>
                  </a:lnTo>
                  <a:lnTo>
                    <a:pt x="1905259" y="10287000"/>
                  </a:lnTo>
                  <a:lnTo>
                    <a:pt x="1622728" y="10287000"/>
                  </a:lnTo>
                  <a:close/>
                </a:path>
                <a:path w="2469515" h="10287000">
                  <a:moveTo>
                    <a:pt x="2010046" y="8673883"/>
                  </a:moveTo>
                  <a:lnTo>
                    <a:pt x="2050359" y="6982763"/>
                  </a:lnTo>
                  <a:lnTo>
                    <a:pt x="2122084" y="7457382"/>
                  </a:lnTo>
                  <a:lnTo>
                    <a:pt x="2302141" y="7685231"/>
                  </a:lnTo>
                  <a:lnTo>
                    <a:pt x="2279461" y="8203785"/>
                  </a:lnTo>
                  <a:lnTo>
                    <a:pt x="2043519" y="8485837"/>
                  </a:lnTo>
                  <a:lnTo>
                    <a:pt x="2010046" y="8673883"/>
                  </a:lnTo>
                  <a:close/>
                </a:path>
                <a:path w="2469515" h="10287000">
                  <a:moveTo>
                    <a:pt x="1905259" y="10287000"/>
                  </a:moveTo>
                  <a:lnTo>
                    <a:pt x="1926412" y="9399630"/>
                  </a:lnTo>
                  <a:lnTo>
                    <a:pt x="2116614" y="9748098"/>
                  </a:lnTo>
                  <a:lnTo>
                    <a:pt x="2117237" y="10051757"/>
                  </a:lnTo>
                  <a:lnTo>
                    <a:pt x="2158646" y="10283180"/>
                  </a:lnTo>
                  <a:lnTo>
                    <a:pt x="2158174" y="10287000"/>
                  </a:lnTo>
                  <a:lnTo>
                    <a:pt x="1905259" y="10287000"/>
                  </a:lnTo>
                  <a:close/>
                </a:path>
                <a:path w="2469515" h="10287000">
                  <a:moveTo>
                    <a:pt x="1907700" y="1609814"/>
                  </a:moveTo>
                  <a:lnTo>
                    <a:pt x="1942051" y="168813"/>
                  </a:lnTo>
                  <a:lnTo>
                    <a:pt x="1960545" y="516381"/>
                  </a:lnTo>
                  <a:lnTo>
                    <a:pt x="2031683" y="891983"/>
                  </a:lnTo>
                  <a:lnTo>
                    <a:pt x="2154200" y="1348650"/>
                  </a:lnTo>
                  <a:lnTo>
                    <a:pt x="1907700" y="1609814"/>
                  </a:lnTo>
                  <a:close/>
                </a:path>
                <a:path w="2469515" h="10287000">
                  <a:moveTo>
                    <a:pt x="1568432" y="10287000"/>
                  </a:moveTo>
                  <a:lnTo>
                    <a:pt x="1720015" y="3928123"/>
                  </a:lnTo>
                  <a:lnTo>
                    <a:pt x="1926787" y="4220483"/>
                  </a:lnTo>
                  <a:lnTo>
                    <a:pt x="1786705" y="4490326"/>
                  </a:lnTo>
                  <a:lnTo>
                    <a:pt x="1775812" y="4947304"/>
                  </a:lnTo>
                  <a:lnTo>
                    <a:pt x="1748193" y="5023734"/>
                  </a:lnTo>
                  <a:lnTo>
                    <a:pt x="1622728" y="10287000"/>
                  </a:lnTo>
                  <a:lnTo>
                    <a:pt x="1568432" y="10287000"/>
                  </a:lnTo>
                  <a:close/>
                </a:path>
                <a:path w="2469515" h="10287000">
                  <a:moveTo>
                    <a:pt x="1749125" y="3850952"/>
                  </a:moveTo>
                  <a:lnTo>
                    <a:pt x="1773345" y="2834948"/>
                  </a:lnTo>
                  <a:lnTo>
                    <a:pt x="1882011" y="3161573"/>
                  </a:lnTo>
                  <a:lnTo>
                    <a:pt x="1919589" y="3399046"/>
                  </a:lnTo>
                  <a:lnTo>
                    <a:pt x="1749125" y="3850952"/>
                  </a:lnTo>
                  <a:close/>
                </a:path>
                <a:path w="2469515" h="10287000">
                  <a:moveTo>
                    <a:pt x="0" y="0"/>
                  </a:moveTo>
                  <a:lnTo>
                    <a:pt x="1986272" y="0"/>
                  </a:lnTo>
                  <a:lnTo>
                    <a:pt x="1942051" y="168813"/>
                  </a:lnTo>
                  <a:lnTo>
                    <a:pt x="1907700" y="1609814"/>
                  </a:lnTo>
                  <a:lnTo>
                    <a:pt x="1799197" y="1750452"/>
                  </a:lnTo>
                  <a:lnTo>
                    <a:pt x="1749125" y="3850952"/>
                  </a:lnTo>
                  <a:lnTo>
                    <a:pt x="1720015" y="3928123"/>
                  </a:lnTo>
                  <a:lnTo>
                    <a:pt x="1568432" y="10287000"/>
                  </a:lnTo>
                  <a:lnTo>
                    <a:pt x="0" y="10287000"/>
                  </a:lnTo>
                  <a:lnTo>
                    <a:pt x="0" y="0"/>
                  </a:lnTo>
                  <a:close/>
                </a:path>
                <a:path w="2469515" h="10287000">
                  <a:moveTo>
                    <a:pt x="1775812" y="4947304"/>
                  </a:moveTo>
                  <a:lnTo>
                    <a:pt x="1786705" y="4490326"/>
                  </a:lnTo>
                  <a:lnTo>
                    <a:pt x="1862612" y="4707094"/>
                  </a:lnTo>
                  <a:lnTo>
                    <a:pt x="1775812" y="4947304"/>
                  </a:lnTo>
                  <a:close/>
                </a:path>
                <a:path w="2469515" h="10287000">
                  <a:moveTo>
                    <a:pt x="1773345" y="2834948"/>
                  </a:moveTo>
                  <a:lnTo>
                    <a:pt x="1799197" y="1750452"/>
                  </a:lnTo>
                  <a:lnTo>
                    <a:pt x="1869440" y="2142983"/>
                  </a:lnTo>
                  <a:lnTo>
                    <a:pt x="1840310" y="2499243"/>
                  </a:lnTo>
                  <a:lnTo>
                    <a:pt x="1773345" y="2834948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2318385" cy="10287000"/>
            </a:xfrm>
            <a:custGeom>
              <a:avLst/>
              <a:gdLst/>
              <a:ahLst/>
              <a:cxnLst/>
              <a:rect l="l" t="t" r="r" b="b"/>
              <a:pathLst>
                <a:path w="2318385" h="10287000">
                  <a:moveTo>
                    <a:pt x="1976142" y="6602349"/>
                  </a:moveTo>
                  <a:lnTo>
                    <a:pt x="2000283" y="5589618"/>
                  </a:lnTo>
                  <a:lnTo>
                    <a:pt x="2318143" y="5931794"/>
                  </a:lnTo>
                  <a:lnTo>
                    <a:pt x="2316883" y="6273242"/>
                  </a:lnTo>
                  <a:lnTo>
                    <a:pt x="1976142" y="6602349"/>
                  </a:lnTo>
                  <a:close/>
                </a:path>
                <a:path w="2318385" h="10287000">
                  <a:moveTo>
                    <a:pt x="1809571" y="8632693"/>
                  </a:moveTo>
                  <a:lnTo>
                    <a:pt x="1855185" y="6719176"/>
                  </a:lnTo>
                  <a:lnTo>
                    <a:pt x="1926431" y="7193294"/>
                  </a:lnTo>
                  <a:lnTo>
                    <a:pt x="2106236" y="7421382"/>
                  </a:lnTo>
                  <a:lnTo>
                    <a:pt x="2112249" y="7952414"/>
                  </a:lnTo>
                  <a:lnTo>
                    <a:pt x="1969401" y="8255847"/>
                  </a:lnTo>
                  <a:lnTo>
                    <a:pt x="1809571" y="8632693"/>
                  </a:lnTo>
                  <a:close/>
                </a:path>
                <a:path w="2318385" h="10287000">
                  <a:moveTo>
                    <a:pt x="1703065" y="10287000"/>
                  </a:moveTo>
                  <a:lnTo>
                    <a:pt x="1730484" y="9136765"/>
                  </a:lnTo>
                  <a:lnTo>
                    <a:pt x="2054014" y="9488411"/>
                  </a:lnTo>
                  <a:lnTo>
                    <a:pt x="2054883" y="9792076"/>
                  </a:lnTo>
                  <a:lnTo>
                    <a:pt x="1963472" y="10019595"/>
                  </a:lnTo>
                  <a:lnTo>
                    <a:pt x="1930457" y="10287000"/>
                  </a:lnTo>
                  <a:lnTo>
                    <a:pt x="1703065" y="10287000"/>
                  </a:lnTo>
                  <a:close/>
                </a:path>
                <a:path w="2318385" h="10287000">
                  <a:moveTo>
                    <a:pt x="1420533" y="10287000"/>
                  </a:moveTo>
                  <a:lnTo>
                    <a:pt x="1552277" y="4760376"/>
                  </a:lnTo>
                  <a:lnTo>
                    <a:pt x="1870799" y="4848057"/>
                  </a:lnTo>
                  <a:lnTo>
                    <a:pt x="2075271" y="5226591"/>
                  </a:lnTo>
                  <a:lnTo>
                    <a:pt x="2000283" y="5589618"/>
                  </a:lnTo>
                  <a:lnTo>
                    <a:pt x="1976142" y="6602349"/>
                  </a:lnTo>
                  <a:lnTo>
                    <a:pt x="1855185" y="6719176"/>
                  </a:lnTo>
                  <a:lnTo>
                    <a:pt x="1809571" y="8632693"/>
                  </a:lnTo>
                  <a:lnTo>
                    <a:pt x="1748658" y="8776313"/>
                  </a:lnTo>
                  <a:lnTo>
                    <a:pt x="1730484" y="9136765"/>
                  </a:lnTo>
                  <a:lnTo>
                    <a:pt x="1703065" y="10287000"/>
                  </a:lnTo>
                  <a:lnTo>
                    <a:pt x="1420533" y="10287000"/>
                  </a:lnTo>
                  <a:close/>
                </a:path>
                <a:path w="2318385" h="10287000">
                  <a:moveTo>
                    <a:pt x="0" y="0"/>
                  </a:moveTo>
                  <a:lnTo>
                    <a:pt x="1751825" y="0"/>
                  </a:lnTo>
                  <a:lnTo>
                    <a:pt x="1765342" y="254023"/>
                  </a:lnTo>
                  <a:lnTo>
                    <a:pt x="1836485" y="629378"/>
                  </a:lnTo>
                  <a:lnTo>
                    <a:pt x="1959243" y="1086298"/>
                  </a:lnTo>
                  <a:lnTo>
                    <a:pt x="1712497" y="1347456"/>
                  </a:lnTo>
                  <a:lnTo>
                    <a:pt x="1494037" y="1555733"/>
                  </a:lnTo>
                  <a:lnTo>
                    <a:pt x="1285901" y="10287000"/>
                  </a:lnTo>
                  <a:lnTo>
                    <a:pt x="0" y="10287000"/>
                  </a:lnTo>
                  <a:lnTo>
                    <a:pt x="0" y="0"/>
                  </a:lnTo>
                  <a:close/>
                </a:path>
                <a:path w="2318385" h="10287000">
                  <a:moveTo>
                    <a:pt x="1554649" y="3589031"/>
                  </a:moveTo>
                  <a:lnTo>
                    <a:pt x="1578908" y="2571379"/>
                  </a:lnTo>
                  <a:lnTo>
                    <a:pt x="1839840" y="2817862"/>
                  </a:lnTo>
                  <a:lnTo>
                    <a:pt x="1725637" y="3135735"/>
                  </a:lnTo>
                  <a:lnTo>
                    <a:pt x="1554649" y="3589031"/>
                  </a:lnTo>
                  <a:close/>
                </a:path>
                <a:path w="2318385" h="10287000">
                  <a:moveTo>
                    <a:pt x="1368204" y="10287000"/>
                  </a:moveTo>
                  <a:lnTo>
                    <a:pt x="1526063" y="3664812"/>
                  </a:lnTo>
                  <a:lnTo>
                    <a:pt x="1732590" y="3957167"/>
                  </a:lnTo>
                  <a:lnTo>
                    <a:pt x="1592747" y="4227261"/>
                  </a:lnTo>
                  <a:lnTo>
                    <a:pt x="1582007" y="4677804"/>
                  </a:lnTo>
                  <a:lnTo>
                    <a:pt x="1552277" y="4760376"/>
                  </a:lnTo>
                  <a:lnTo>
                    <a:pt x="1420533" y="10287000"/>
                  </a:lnTo>
                  <a:lnTo>
                    <a:pt x="1368204" y="10287000"/>
                  </a:lnTo>
                  <a:close/>
                </a:path>
                <a:path w="2318385" h="10287000">
                  <a:moveTo>
                    <a:pt x="1285901" y="10287000"/>
                  </a:moveTo>
                  <a:lnTo>
                    <a:pt x="1494037" y="1555733"/>
                  </a:lnTo>
                  <a:lnTo>
                    <a:pt x="1673284" y="1879373"/>
                  </a:lnTo>
                  <a:lnTo>
                    <a:pt x="1743448" y="2388594"/>
                  </a:lnTo>
                  <a:lnTo>
                    <a:pt x="1578908" y="2571379"/>
                  </a:lnTo>
                  <a:lnTo>
                    <a:pt x="1554649" y="3589031"/>
                  </a:lnTo>
                  <a:lnTo>
                    <a:pt x="1526063" y="3664812"/>
                  </a:lnTo>
                  <a:lnTo>
                    <a:pt x="1368204" y="10287000"/>
                  </a:lnTo>
                  <a:lnTo>
                    <a:pt x="1285901" y="10287000"/>
                  </a:lnTo>
                  <a:close/>
                </a:path>
                <a:path w="2318385" h="10287000">
                  <a:moveTo>
                    <a:pt x="1582007" y="4677804"/>
                  </a:moveTo>
                  <a:lnTo>
                    <a:pt x="1592747" y="4227261"/>
                  </a:lnTo>
                  <a:lnTo>
                    <a:pt x="1666725" y="4442509"/>
                  </a:lnTo>
                  <a:lnTo>
                    <a:pt x="1582007" y="467780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0" y="0"/>
              <a:ext cx="1918335" cy="10287000"/>
            </a:xfrm>
            <a:custGeom>
              <a:avLst/>
              <a:gdLst/>
              <a:ahLst/>
              <a:cxnLst/>
              <a:rect l="l" t="t" r="r" b="b"/>
              <a:pathLst>
                <a:path w="1918335" h="10287000">
                  <a:moveTo>
                    <a:pt x="1575912" y="6592809"/>
                  </a:moveTo>
                  <a:lnTo>
                    <a:pt x="1600053" y="5580078"/>
                  </a:lnTo>
                  <a:lnTo>
                    <a:pt x="1917913" y="5922253"/>
                  </a:lnTo>
                  <a:lnTo>
                    <a:pt x="1916653" y="6263701"/>
                  </a:lnTo>
                  <a:lnTo>
                    <a:pt x="1575912" y="6592809"/>
                  </a:lnTo>
                  <a:close/>
                </a:path>
                <a:path w="1918335" h="10287000">
                  <a:moveTo>
                    <a:pt x="1413694" y="8440502"/>
                  </a:moveTo>
                  <a:lnTo>
                    <a:pt x="1454955" y="6709636"/>
                  </a:lnTo>
                  <a:lnTo>
                    <a:pt x="1526938" y="7183770"/>
                  </a:lnTo>
                  <a:lnTo>
                    <a:pt x="1706743" y="7411859"/>
                  </a:lnTo>
                  <a:lnTo>
                    <a:pt x="1712002" y="7943609"/>
                  </a:lnTo>
                  <a:lnTo>
                    <a:pt x="1568908" y="8247036"/>
                  </a:lnTo>
                  <a:lnTo>
                    <a:pt x="1413694" y="8440502"/>
                  </a:lnTo>
                  <a:close/>
                </a:path>
                <a:path w="1918335" h="10287000">
                  <a:moveTo>
                    <a:pt x="1281016" y="8605880"/>
                  </a:moveTo>
                  <a:lnTo>
                    <a:pt x="1374847" y="4669671"/>
                  </a:lnTo>
                  <a:lnTo>
                    <a:pt x="1487010" y="4973287"/>
                  </a:lnTo>
                  <a:lnTo>
                    <a:pt x="1637012" y="5163324"/>
                  </a:lnTo>
                  <a:lnTo>
                    <a:pt x="1600053" y="5580078"/>
                  </a:lnTo>
                  <a:lnTo>
                    <a:pt x="1575912" y="6592809"/>
                  </a:lnTo>
                  <a:lnTo>
                    <a:pt x="1454955" y="6709636"/>
                  </a:lnTo>
                  <a:lnTo>
                    <a:pt x="1413694" y="8440502"/>
                  </a:lnTo>
                  <a:lnTo>
                    <a:pt x="1281016" y="8605880"/>
                  </a:lnTo>
                  <a:close/>
                </a:path>
                <a:path w="1918335" h="10287000">
                  <a:moveTo>
                    <a:pt x="0" y="0"/>
                  </a:moveTo>
                  <a:lnTo>
                    <a:pt x="1591752" y="0"/>
                  </a:lnTo>
                  <a:lnTo>
                    <a:pt x="1593587" y="0"/>
                  </a:lnTo>
                  <a:lnTo>
                    <a:pt x="1608106" y="26356"/>
                  </a:lnTo>
                  <a:lnTo>
                    <a:pt x="1631019" y="65833"/>
                  </a:lnTo>
                  <a:lnTo>
                    <a:pt x="1583889" y="329823"/>
                  </a:lnTo>
                  <a:lnTo>
                    <a:pt x="1565187" y="426131"/>
                  </a:lnTo>
                  <a:lnTo>
                    <a:pt x="1494905" y="529924"/>
                  </a:lnTo>
                  <a:lnTo>
                    <a:pt x="1359736" y="665795"/>
                  </a:lnTo>
                  <a:lnTo>
                    <a:pt x="1228308" y="783884"/>
                  </a:lnTo>
                  <a:lnTo>
                    <a:pt x="1169248" y="834327"/>
                  </a:lnTo>
                  <a:lnTo>
                    <a:pt x="1147196" y="1759423"/>
                  </a:lnTo>
                  <a:lnTo>
                    <a:pt x="1113755" y="1935805"/>
                  </a:lnTo>
                  <a:lnTo>
                    <a:pt x="1104273" y="2333575"/>
                  </a:lnTo>
                  <a:lnTo>
                    <a:pt x="1022002" y="2486860"/>
                  </a:lnTo>
                  <a:lnTo>
                    <a:pt x="836062" y="10287000"/>
                  </a:lnTo>
                  <a:lnTo>
                    <a:pt x="0" y="10287000"/>
                  </a:lnTo>
                  <a:lnTo>
                    <a:pt x="0" y="0"/>
                  </a:lnTo>
                  <a:close/>
                </a:path>
                <a:path w="1918335" h="10287000">
                  <a:moveTo>
                    <a:pt x="1088866" y="10287000"/>
                  </a:moveTo>
                  <a:lnTo>
                    <a:pt x="1115979" y="9149629"/>
                  </a:lnTo>
                  <a:lnTo>
                    <a:pt x="1386146" y="9472489"/>
                  </a:lnTo>
                  <a:lnTo>
                    <a:pt x="1386769" y="9776148"/>
                  </a:lnTo>
                  <a:lnTo>
                    <a:pt x="1296340" y="10003692"/>
                  </a:lnTo>
                  <a:lnTo>
                    <a:pt x="1261362" y="10287000"/>
                  </a:lnTo>
                  <a:lnTo>
                    <a:pt x="1088866" y="10287000"/>
                  </a:lnTo>
                  <a:close/>
                </a:path>
                <a:path w="1918335" h="10287000">
                  <a:moveTo>
                    <a:pt x="1181001" y="8730545"/>
                  </a:moveTo>
                  <a:lnTo>
                    <a:pt x="1305403" y="3511907"/>
                  </a:lnTo>
                  <a:lnTo>
                    <a:pt x="1331360" y="3948339"/>
                  </a:lnTo>
                  <a:lnTo>
                    <a:pt x="1428738" y="4233177"/>
                  </a:lnTo>
                  <a:lnTo>
                    <a:pt x="1419051" y="4423093"/>
                  </a:lnTo>
                  <a:lnTo>
                    <a:pt x="1374847" y="4669671"/>
                  </a:lnTo>
                  <a:lnTo>
                    <a:pt x="1281016" y="8605880"/>
                  </a:lnTo>
                  <a:lnTo>
                    <a:pt x="1181001" y="8730545"/>
                  </a:lnTo>
                  <a:close/>
                </a:path>
                <a:path w="1918335" h="10287000">
                  <a:moveTo>
                    <a:pt x="836062" y="10287000"/>
                  </a:moveTo>
                  <a:lnTo>
                    <a:pt x="1022002" y="2486860"/>
                  </a:lnTo>
                  <a:lnTo>
                    <a:pt x="1362364" y="3018737"/>
                  </a:lnTo>
                  <a:lnTo>
                    <a:pt x="1305403" y="3511907"/>
                  </a:lnTo>
                  <a:lnTo>
                    <a:pt x="1181001" y="8730545"/>
                  </a:lnTo>
                  <a:lnTo>
                    <a:pt x="1134158" y="8788932"/>
                  </a:lnTo>
                  <a:lnTo>
                    <a:pt x="1115979" y="9149629"/>
                  </a:lnTo>
                  <a:lnTo>
                    <a:pt x="1088866" y="10287000"/>
                  </a:lnTo>
                  <a:lnTo>
                    <a:pt x="836062" y="10287000"/>
                  </a:lnTo>
                  <a:close/>
                </a:path>
                <a:path w="1918335" h="10287000">
                  <a:moveTo>
                    <a:pt x="1147196" y="1759423"/>
                  </a:moveTo>
                  <a:lnTo>
                    <a:pt x="1169248" y="834327"/>
                  </a:lnTo>
                  <a:lnTo>
                    <a:pt x="1290767" y="1271072"/>
                  </a:lnTo>
                  <a:lnTo>
                    <a:pt x="1178669" y="1593418"/>
                  </a:lnTo>
                  <a:lnTo>
                    <a:pt x="1147196" y="1759423"/>
                  </a:lnTo>
                  <a:close/>
                </a:path>
                <a:path w="1918335" h="10287000">
                  <a:moveTo>
                    <a:pt x="1104273" y="2333575"/>
                  </a:moveTo>
                  <a:lnTo>
                    <a:pt x="1113755" y="1935805"/>
                  </a:lnTo>
                  <a:lnTo>
                    <a:pt x="1215854" y="2125683"/>
                  </a:lnTo>
                  <a:lnTo>
                    <a:pt x="1104273" y="2333575"/>
                  </a:lnTo>
                  <a:close/>
                </a:path>
              </a:pathLst>
            </a:custGeom>
            <a:solidFill>
              <a:srgbClr val="FFD04D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" name="object 7"/>
          <p:cNvGrpSpPr/>
          <p:nvPr/>
        </p:nvGrpSpPr>
        <p:grpSpPr>
          <a:xfrm>
            <a:off x="2808024" y="1225235"/>
            <a:ext cx="15020925" cy="9062085"/>
            <a:chOff x="2808024" y="1225235"/>
            <a:chExt cx="15020925" cy="9062085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08024" y="1573477"/>
              <a:ext cx="15020924" cy="855344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169500" y="1225244"/>
              <a:ext cx="13748385" cy="9062085"/>
            </a:xfrm>
            <a:custGeom>
              <a:avLst/>
              <a:gdLst/>
              <a:ahLst/>
              <a:cxnLst/>
              <a:rect l="l" t="t" r="r" b="b"/>
              <a:pathLst>
                <a:path w="13748385" h="9062085">
                  <a:moveTo>
                    <a:pt x="2868066" y="241592"/>
                  </a:moveTo>
                  <a:lnTo>
                    <a:pt x="0" y="241592"/>
                  </a:lnTo>
                  <a:lnTo>
                    <a:pt x="0" y="863295"/>
                  </a:lnTo>
                  <a:lnTo>
                    <a:pt x="2868066" y="863295"/>
                  </a:lnTo>
                  <a:lnTo>
                    <a:pt x="2868066" y="241592"/>
                  </a:lnTo>
                  <a:close/>
                </a:path>
                <a:path w="13748385" h="9062085">
                  <a:moveTo>
                    <a:pt x="8477440" y="2461349"/>
                  </a:moveTo>
                  <a:lnTo>
                    <a:pt x="5824880" y="2461349"/>
                  </a:lnTo>
                  <a:lnTo>
                    <a:pt x="5824880" y="9061666"/>
                  </a:lnTo>
                  <a:lnTo>
                    <a:pt x="8477440" y="9061666"/>
                  </a:lnTo>
                  <a:lnTo>
                    <a:pt x="8477440" y="2461349"/>
                  </a:lnTo>
                  <a:close/>
                </a:path>
                <a:path w="13748385" h="9062085">
                  <a:moveTo>
                    <a:pt x="13747877" y="0"/>
                  </a:moveTo>
                  <a:lnTo>
                    <a:pt x="10879811" y="0"/>
                  </a:lnTo>
                  <a:lnTo>
                    <a:pt x="10879811" y="621690"/>
                  </a:lnTo>
                  <a:lnTo>
                    <a:pt x="13747877" y="621690"/>
                  </a:lnTo>
                  <a:lnTo>
                    <a:pt x="1374787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469515" cy="10287000"/>
            <a:chOff x="0" y="0"/>
            <a:chExt cx="2469515" cy="102870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2469515" cy="10287000"/>
            </a:xfrm>
            <a:custGeom>
              <a:avLst/>
              <a:gdLst/>
              <a:ahLst/>
              <a:cxnLst/>
              <a:rect l="l" t="t" r="r" b="b"/>
              <a:pathLst>
                <a:path w="2469515" h="10287000">
                  <a:moveTo>
                    <a:pt x="1622728" y="10287000"/>
                  </a:moveTo>
                  <a:lnTo>
                    <a:pt x="1748193" y="5023734"/>
                  </a:lnTo>
                  <a:lnTo>
                    <a:pt x="2062502" y="5236604"/>
                  </a:lnTo>
                  <a:lnTo>
                    <a:pt x="2171252" y="5497884"/>
                  </a:lnTo>
                  <a:lnTo>
                    <a:pt x="2195457" y="5853205"/>
                  </a:lnTo>
                  <a:lnTo>
                    <a:pt x="2469006" y="6281536"/>
                  </a:lnTo>
                  <a:lnTo>
                    <a:pt x="2343610" y="6739173"/>
                  </a:lnTo>
                  <a:lnTo>
                    <a:pt x="2050359" y="6982763"/>
                  </a:lnTo>
                  <a:lnTo>
                    <a:pt x="2010046" y="8673883"/>
                  </a:lnTo>
                  <a:lnTo>
                    <a:pt x="1944802" y="9040411"/>
                  </a:lnTo>
                  <a:lnTo>
                    <a:pt x="1926412" y="9399630"/>
                  </a:lnTo>
                  <a:lnTo>
                    <a:pt x="1905259" y="10287000"/>
                  </a:lnTo>
                  <a:lnTo>
                    <a:pt x="1622728" y="10287000"/>
                  </a:lnTo>
                  <a:close/>
                </a:path>
                <a:path w="2469515" h="10287000">
                  <a:moveTo>
                    <a:pt x="2010046" y="8673883"/>
                  </a:moveTo>
                  <a:lnTo>
                    <a:pt x="2050359" y="6982763"/>
                  </a:lnTo>
                  <a:lnTo>
                    <a:pt x="2122084" y="7457382"/>
                  </a:lnTo>
                  <a:lnTo>
                    <a:pt x="2302141" y="7685231"/>
                  </a:lnTo>
                  <a:lnTo>
                    <a:pt x="2279461" y="8203785"/>
                  </a:lnTo>
                  <a:lnTo>
                    <a:pt x="2043519" y="8485837"/>
                  </a:lnTo>
                  <a:lnTo>
                    <a:pt x="2010046" y="8673883"/>
                  </a:lnTo>
                  <a:close/>
                </a:path>
                <a:path w="2469515" h="10287000">
                  <a:moveTo>
                    <a:pt x="1905259" y="10287000"/>
                  </a:moveTo>
                  <a:lnTo>
                    <a:pt x="1926412" y="9399630"/>
                  </a:lnTo>
                  <a:lnTo>
                    <a:pt x="2116614" y="9748098"/>
                  </a:lnTo>
                  <a:lnTo>
                    <a:pt x="2117237" y="10051757"/>
                  </a:lnTo>
                  <a:lnTo>
                    <a:pt x="2158646" y="10283180"/>
                  </a:lnTo>
                  <a:lnTo>
                    <a:pt x="2158174" y="10287000"/>
                  </a:lnTo>
                  <a:lnTo>
                    <a:pt x="1905259" y="10287000"/>
                  </a:lnTo>
                  <a:close/>
                </a:path>
                <a:path w="2469515" h="10287000">
                  <a:moveTo>
                    <a:pt x="1907700" y="1609814"/>
                  </a:moveTo>
                  <a:lnTo>
                    <a:pt x="1942051" y="168813"/>
                  </a:lnTo>
                  <a:lnTo>
                    <a:pt x="1960545" y="516381"/>
                  </a:lnTo>
                  <a:lnTo>
                    <a:pt x="2031683" y="891983"/>
                  </a:lnTo>
                  <a:lnTo>
                    <a:pt x="2154200" y="1348650"/>
                  </a:lnTo>
                  <a:lnTo>
                    <a:pt x="1907700" y="1609814"/>
                  </a:lnTo>
                  <a:close/>
                </a:path>
                <a:path w="2469515" h="10287000">
                  <a:moveTo>
                    <a:pt x="1568432" y="10287000"/>
                  </a:moveTo>
                  <a:lnTo>
                    <a:pt x="1720015" y="3928123"/>
                  </a:lnTo>
                  <a:lnTo>
                    <a:pt x="1926787" y="4220483"/>
                  </a:lnTo>
                  <a:lnTo>
                    <a:pt x="1786705" y="4490326"/>
                  </a:lnTo>
                  <a:lnTo>
                    <a:pt x="1775812" y="4947304"/>
                  </a:lnTo>
                  <a:lnTo>
                    <a:pt x="1748193" y="5023734"/>
                  </a:lnTo>
                  <a:lnTo>
                    <a:pt x="1622728" y="10287000"/>
                  </a:lnTo>
                  <a:lnTo>
                    <a:pt x="1568432" y="10287000"/>
                  </a:lnTo>
                  <a:close/>
                </a:path>
                <a:path w="2469515" h="10287000">
                  <a:moveTo>
                    <a:pt x="1749125" y="3850952"/>
                  </a:moveTo>
                  <a:lnTo>
                    <a:pt x="1773345" y="2834948"/>
                  </a:lnTo>
                  <a:lnTo>
                    <a:pt x="1882011" y="3161573"/>
                  </a:lnTo>
                  <a:lnTo>
                    <a:pt x="1919589" y="3399046"/>
                  </a:lnTo>
                  <a:lnTo>
                    <a:pt x="1749125" y="3850952"/>
                  </a:lnTo>
                  <a:close/>
                </a:path>
                <a:path w="2469515" h="10287000">
                  <a:moveTo>
                    <a:pt x="0" y="0"/>
                  </a:moveTo>
                  <a:lnTo>
                    <a:pt x="1986272" y="0"/>
                  </a:lnTo>
                  <a:lnTo>
                    <a:pt x="1942051" y="168813"/>
                  </a:lnTo>
                  <a:lnTo>
                    <a:pt x="1907700" y="1609814"/>
                  </a:lnTo>
                  <a:lnTo>
                    <a:pt x="1799197" y="1750452"/>
                  </a:lnTo>
                  <a:lnTo>
                    <a:pt x="1749125" y="3850952"/>
                  </a:lnTo>
                  <a:lnTo>
                    <a:pt x="1720015" y="3928123"/>
                  </a:lnTo>
                  <a:lnTo>
                    <a:pt x="1568432" y="10287000"/>
                  </a:lnTo>
                  <a:lnTo>
                    <a:pt x="0" y="10287000"/>
                  </a:lnTo>
                  <a:lnTo>
                    <a:pt x="0" y="0"/>
                  </a:lnTo>
                  <a:close/>
                </a:path>
                <a:path w="2469515" h="10287000">
                  <a:moveTo>
                    <a:pt x="1775812" y="4947304"/>
                  </a:moveTo>
                  <a:lnTo>
                    <a:pt x="1786705" y="4490326"/>
                  </a:lnTo>
                  <a:lnTo>
                    <a:pt x="1862612" y="4707094"/>
                  </a:lnTo>
                  <a:lnTo>
                    <a:pt x="1775812" y="4947304"/>
                  </a:lnTo>
                  <a:close/>
                </a:path>
                <a:path w="2469515" h="10287000">
                  <a:moveTo>
                    <a:pt x="1773345" y="2834948"/>
                  </a:moveTo>
                  <a:lnTo>
                    <a:pt x="1799197" y="1750452"/>
                  </a:lnTo>
                  <a:lnTo>
                    <a:pt x="1869440" y="2142983"/>
                  </a:lnTo>
                  <a:lnTo>
                    <a:pt x="1840310" y="2499243"/>
                  </a:lnTo>
                  <a:lnTo>
                    <a:pt x="1773345" y="2834948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2318385" cy="10287000"/>
            </a:xfrm>
            <a:custGeom>
              <a:avLst/>
              <a:gdLst/>
              <a:ahLst/>
              <a:cxnLst/>
              <a:rect l="l" t="t" r="r" b="b"/>
              <a:pathLst>
                <a:path w="2318385" h="10287000">
                  <a:moveTo>
                    <a:pt x="1976142" y="6602349"/>
                  </a:moveTo>
                  <a:lnTo>
                    <a:pt x="2000283" y="5589618"/>
                  </a:lnTo>
                  <a:lnTo>
                    <a:pt x="2318143" y="5931794"/>
                  </a:lnTo>
                  <a:lnTo>
                    <a:pt x="2316883" y="6273242"/>
                  </a:lnTo>
                  <a:lnTo>
                    <a:pt x="1976142" y="6602349"/>
                  </a:lnTo>
                  <a:close/>
                </a:path>
                <a:path w="2318385" h="10287000">
                  <a:moveTo>
                    <a:pt x="1809571" y="8632693"/>
                  </a:moveTo>
                  <a:lnTo>
                    <a:pt x="1855185" y="6719176"/>
                  </a:lnTo>
                  <a:lnTo>
                    <a:pt x="1926431" y="7193294"/>
                  </a:lnTo>
                  <a:lnTo>
                    <a:pt x="2106236" y="7421382"/>
                  </a:lnTo>
                  <a:lnTo>
                    <a:pt x="2112249" y="7952414"/>
                  </a:lnTo>
                  <a:lnTo>
                    <a:pt x="1969401" y="8255847"/>
                  </a:lnTo>
                  <a:lnTo>
                    <a:pt x="1809571" y="8632693"/>
                  </a:lnTo>
                  <a:close/>
                </a:path>
                <a:path w="2318385" h="10287000">
                  <a:moveTo>
                    <a:pt x="1703065" y="10287000"/>
                  </a:moveTo>
                  <a:lnTo>
                    <a:pt x="1730484" y="9136765"/>
                  </a:lnTo>
                  <a:lnTo>
                    <a:pt x="2054014" y="9488411"/>
                  </a:lnTo>
                  <a:lnTo>
                    <a:pt x="2054883" y="9792076"/>
                  </a:lnTo>
                  <a:lnTo>
                    <a:pt x="1963472" y="10019595"/>
                  </a:lnTo>
                  <a:lnTo>
                    <a:pt x="1930457" y="10287000"/>
                  </a:lnTo>
                  <a:lnTo>
                    <a:pt x="1703065" y="10287000"/>
                  </a:lnTo>
                  <a:close/>
                </a:path>
                <a:path w="2318385" h="10287000">
                  <a:moveTo>
                    <a:pt x="1420533" y="10287000"/>
                  </a:moveTo>
                  <a:lnTo>
                    <a:pt x="1552277" y="4760376"/>
                  </a:lnTo>
                  <a:lnTo>
                    <a:pt x="1870799" y="4848057"/>
                  </a:lnTo>
                  <a:lnTo>
                    <a:pt x="2075271" y="5226591"/>
                  </a:lnTo>
                  <a:lnTo>
                    <a:pt x="2000283" y="5589618"/>
                  </a:lnTo>
                  <a:lnTo>
                    <a:pt x="1976142" y="6602349"/>
                  </a:lnTo>
                  <a:lnTo>
                    <a:pt x="1855185" y="6719176"/>
                  </a:lnTo>
                  <a:lnTo>
                    <a:pt x="1809571" y="8632693"/>
                  </a:lnTo>
                  <a:lnTo>
                    <a:pt x="1748658" y="8776313"/>
                  </a:lnTo>
                  <a:lnTo>
                    <a:pt x="1730484" y="9136765"/>
                  </a:lnTo>
                  <a:lnTo>
                    <a:pt x="1703065" y="10287000"/>
                  </a:lnTo>
                  <a:lnTo>
                    <a:pt x="1420533" y="10287000"/>
                  </a:lnTo>
                  <a:close/>
                </a:path>
                <a:path w="2318385" h="10287000">
                  <a:moveTo>
                    <a:pt x="0" y="0"/>
                  </a:moveTo>
                  <a:lnTo>
                    <a:pt x="1751825" y="0"/>
                  </a:lnTo>
                  <a:lnTo>
                    <a:pt x="1765342" y="254023"/>
                  </a:lnTo>
                  <a:lnTo>
                    <a:pt x="1836485" y="629378"/>
                  </a:lnTo>
                  <a:lnTo>
                    <a:pt x="1959243" y="1086298"/>
                  </a:lnTo>
                  <a:lnTo>
                    <a:pt x="1712497" y="1347456"/>
                  </a:lnTo>
                  <a:lnTo>
                    <a:pt x="1494037" y="1555733"/>
                  </a:lnTo>
                  <a:lnTo>
                    <a:pt x="1285901" y="10287000"/>
                  </a:lnTo>
                  <a:lnTo>
                    <a:pt x="0" y="10287000"/>
                  </a:lnTo>
                  <a:lnTo>
                    <a:pt x="0" y="0"/>
                  </a:lnTo>
                  <a:close/>
                </a:path>
                <a:path w="2318385" h="10287000">
                  <a:moveTo>
                    <a:pt x="1554649" y="3589031"/>
                  </a:moveTo>
                  <a:lnTo>
                    <a:pt x="1578908" y="2571379"/>
                  </a:lnTo>
                  <a:lnTo>
                    <a:pt x="1839840" y="2817862"/>
                  </a:lnTo>
                  <a:lnTo>
                    <a:pt x="1725637" y="3135735"/>
                  </a:lnTo>
                  <a:lnTo>
                    <a:pt x="1554649" y="3589031"/>
                  </a:lnTo>
                  <a:close/>
                </a:path>
                <a:path w="2318385" h="10287000">
                  <a:moveTo>
                    <a:pt x="1368204" y="10287000"/>
                  </a:moveTo>
                  <a:lnTo>
                    <a:pt x="1526063" y="3664812"/>
                  </a:lnTo>
                  <a:lnTo>
                    <a:pt x="1732590" y="3957167"/>
                  </a:lnTo>
                  <a:lnTo>
                    <a:pt x="1592747" y="4227261"/>
                  </a:lnTo>
                  <a:lnTo>
                    <a:pt x="1582007" y="4677804"/>
                  </a:lnTo>
                  <a:lnTo>
                    <a:pt x="1552277" y="4760376"/>
                  </a:lnTo>
                  <a:lnTo>
                    <a:pt x="1420533" y="10287000"/>
                  </a:lnTo>
                  <a:lnTo>
                    <a:pt x="1368204" y="10287000"/>
                  </a:lnTo>
                  <a:close/>
                </a:path>
                <a:path w="2318385" h="10287000">
                  <a:moveTo>
                    <a:pt x="1285901" y="10287000"/>
                  </a:moveTo>
                  <a:lnTo>
                    <a:pt x="1494037" y="1555733"/>
                  </a:lnTo>
                  <a:lnTo>
                    <a:pt x="1673284" y="1879373"/>
                  </a:lnTo>
                  <a:lnTo>
                    <a:pt x="1743448" y="2388594"/>
                  </a:lnTo>
                  <a:lnTo>
                    <a:pt x="1578908" y="2571379"/>
                  </a:lnTo>
                  <a:lnTo>
                    <a:pt x="1554649" y="3589031"/>
                  </a:lnTo>
                  <a:lnTo>
                    <a:pt x="1526063" y="3664812"/>
                  </a:lnTo>
                  <a:lnTo>
                    <a:pt x="1368204" y="10287000"/>
                  </a:lnTo>
                  <a:lnTo>
                    <a:pt x="1285901" y="10287000"/>
                  </a:lnTo>
                  <a:close/>
                </a:path>
                <a:path w="2318385" h="10287000">
                  <a:moveTo>
                    <a:pt x="1582007" y="4677804"/>
                  </a:moveTo>
                  <a:lnTo>
                    <a:pt x="1592747" y="4227261"/>
                  </a:lnTo>
                  <a:lnTo>
                    <a:pt x="1666725" y="4442509"/>
                  </a:lnTo>
                  <a:lnTo>
                    <a:pt x="1582007" y="467780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1918335" cy="10287000"/>
            </a:xfrm>
            <a:custGeom>
              <a:avLst/>
              <a:gdLst/>
              <a:ahLst/>
              <a:cxnLst/>
              <a:rect l="l" t="t" r="r" b="b"/>
              <a:pathLst>
                <a:path w="1918335" h="10287000">
                  <a:moveTo>
                    <a:pt x="1575912" y="6592809"/>
                  </a:moveTo>
                  <a:lnTo>
                    <a:pt x="1600053" y="5580078"/>
                  </a:lnTo>
                  <a:lnTo>
                    <a:pt x="1917913" y="5922253"/>
                  </a:lnTo>
                  <a:lnTo>
                    <a:pt x="1916653" y="6263701"/>
                  </a:lnTo>
                  <a:lnTo>
                    <a:pt x="1575912" y="6592809"/>
                  </a:lnTo>
                  <a:close/>
                </a:path>
                <a:path w="1918335" h="10287000">
                  <a:moveTo>
                    <a:pt x="1413694" y="8440502"/>
                  </a:moveTo>
                  <a:lnTo>
                    <a:pt x="1454955" y="6709636"/>
                  </a:lnTo>
                  <a:lnTo>
                    <a:pt x="1526938" y="7183770"/>
                  </a:lnTo>
                  <a:lnTo>
                    <a:pt x="1706743" y="7411859"/>
                  </a:lnTo>
                  <a:lnTo>
                    <a:pt x="1712002" y="7943609"/>
                  </a:lnTo>
                  <a:lnTo>
                    <a:pt x="1568908" y="8247036"/>
                  </a:lnTo>
                  <a:lnTo>
                    <a:pt x="1413694" y="8440502"/>
                  </a:lnTo>
                  <a:close/>
                </a:path>
                <a:path w="1918335" h="10287000">
                  <a:moveTo>
                    <a:pt x="1281016" y="8605880"/>
                  </a:moveTo>
                  <a:lnTo>
                    <a:pt x="1374847" y="4669671"/>
                  </a:lnTo>
                  <a:lnTo>
                    <a:pt x="1487010" y="4973287"/>
                  </a:lnTo>
                  <a:lnTo>
                    <a:pt x="1637012" y="5163324"/>
                  </a:lnTo>
                  <a:lnTo>
                    <a:pt x="1600053" y="5580078"/>
                  </a:lnTo>
                  <a:lnTo>
                    <a:pt x="1575912" y="6592809"/>
                  </a:lnTo>
                  <a:lnTo>
                    <a:pt x="1454955" y="6709636"/>
                  </a:lnTo>
                  <a:lnTo>
                    <a:pt x="1413694" y="8440502"/>
                  </a:lnTo>
                  <a:lnTo>
                    <a:pt x="1281016" y="8605880"/>
                  </a:lnTo>
                  <a:close/>
                </a:path>
                <a:path w="1918335" h="10287000">
                  <a:moveTo>
                    <a:pt x="0" y="0"/>
                  </a:moveTo>
                  <a:lnTo>
                    <a:pt x="1591752" y="0"/>
                  </a:lnTo>
                  <a:lnTo>
                    <a:pt x="1593587" y="0"/>
                  </a:lnTo>
                  <a:lnTo>
                    <a:pt x="1608106" y="26356"/>
                  </a:lnTo>
                  <a:lnTo>
                    <a:pt x="1631019" y="65833"/>
                  </a:lnTo>
                  <a:lnTo>
                    <a:pt x="1583889" y="329823"/>
                  </a:lnTo>
                  <a:lnTo>
                    <a:pt x="1565187" y="426131"/>
                  </a:lnTo>
                  <a:lnTo>
                    <a:pt x="1494905" y="529924"/>
                  </a:lnTo>
                  <a:lnTo>
                    <a:pt x="1359736" y="665795"/>
                  </a:lnTo>
                  <a:lnTo>
                    <a:pt x="1228308" y="783884"/>
                  </a:lnTo>
                  <a:lnTo>
                    <a:pt x="1169248" y="834327"/>
                  </a:lnTo>
                  <a:lnTo>
                    <a:pt x="1147196" y="1759423"/>
                  </a:lnTo>
                  <a:lnTo>
                    <a:pt x="1113755" y="1935805"/>
                  </a:lnTo>
                  <a:lnTo>
                    <a:pt x="1104273" y="2333575"/>
                  </a:lnTo>
                  <a:lnTo>
                    <a:pt x="1022002" y="2486860"/>
                  </a:lnTo>
                  <a:lnTo>
                    <a:pt x="836062" y="10287000"/>
                  </a:lnTo>
                  <a:lnTo>
                    <a:pt x="0" y="10287000"/>
                  </a:lnTo>
                  <a:lnTo>
                    <a:pt x="0" y="0"/>
                  </a:lnTo>
                  <a:close/>
                </a:path>
                <a:path w="1918335" h="10287000">
                  <a:moveTo>
                    <a:pt x="1088866" y="10287000"/>
                  </a:moveTo>
                  <a:lnTo>
                    <a:pt x="1115979" y="9149629"/>
                  </a:lnTo>
                  <a:lnTo>
                    <a:pt x="1386146" y="9472489"/>
                  </a:lnTo>
                  <a:lnTo>
                    <a:pt x="1386769" y="9776148"/>
                  </a:lnTo>
                  <a:lnTo>
                    <a:pt x="1296340" y="10003692"/>
                  </a:lnTo>
                  <a:lnTo>
                    <a:pt x="1261362" y="10287000"/>
                  </a:lnTo>
                  <a:lnTo>
                    <a:pt x="1088866" y="10287000"/>
                  </a:lnTo>
                  <a:close/>
                </a:path>
                <a:path w="1918335" h="10287000">
                  <a:moveTo>
                    <a:pt x="1181001" y="8730545"/>
                  </a:moveTo>
                  <a:lnTo>
                    <a:pt x="1305403" y="3511907"/>
                  </a:lnTo>
                  <a:lnTo>
                    <a:pt x="1331360" y="3948339"/>
                  </a:lnTo>
                  <a:lnTo>
                    <a:pt x="1428738" y="4233177"/>
                  </a:lnTo>
                  <a:lnTo>
                    <a:pt x="1419051" y="4423093"/>
                  </a:lnTo>
                  <a:lnTo>
                    <a:pt x="1374847" y="4669671"/>
                  </a:lnTo>
                  <a:lnTo>
                    <a:pt x="1281016" y="8605880"/>
                  </a:lnTo>
                  <a:lnTo>
                    <a:pt x="1181001" y="8730545"/>
                  </a:lnTo>
                  <a:close/>
                </a:path>
                <a:path w="1918335" h="10287000">
                  <a:moveTo>
                    <a:pt x="836062" y="10287000"/>
                  </a:moveTo>
                  <a:lnTo>
                    <a:pt x="1022002" y="2486860"/>
                  </a:lnTo>
                  <a:lnTo>
                    <a:pt x="1362364" y="3018737"/>
                  </a:lnTo>
                  <a:lnTo>
                    <a:pt x="1305403" y="3511907"/>
                  </a:lnTo>
                  <a:lnTo>
                    <a:pt x="1181001" y="8730545"/>
                  </a:lnTo>
                  <a:lnTo>
                    <a:pt x="1134158" y="8788932"/>
                  </a:lnTo>
                  <a:lnTo>
                    <a:pt x="1115979" y="9149629"/>
                  </a:lnTo>
                  <a:lnTo>
                    <a:pt x="1088866" y="10287000"/>
                  </a:lnTo>
                  <a:lnTo>
                    <a:pt x="836062" y="10287000"/>
                  </a:lnTo>
                  <a:close/>
                </a:path>
                <a:path w="1918335" h="10287000">
                  <a:moveTo>
                    <a:pt x="1147196" y="1759423"/>
                  </a:moveTo>
                  <a:lnTo>
                    <a:pt x="1169248" y="834327"/>
                  </a:lnTo>
                  <a:lnTo>
                    <a:pt x="1290767" y="1271072"/>
                  </a:lnTo>
                  <a:lnTo>
                    <a:pt x="1178669" y="1593418"/>
                  </a:lnTo>
                  <a:lnTo>
                    <a:pt x="1147196" y="1759423"/>
                  </a:lnTo>
                  <a:close/>
                </a:path>
                <a:path w="1918335" h="10287000">
                  <a:moveTo>
                    <a:pt x="1104273" y="2333575"/>
                  </a:moveTo>
                  <a:lnTo>
                    <a:pt x="1113755" y="1935805"/>
                  </a:lnTo>
                  <a:lnTo>
                    <a:pt x="1215854" y="2125683"/>
                  </a:lnTo>
                  <a:lnTo>
                    <a:pt x="1104273" y="2333575"/>
                  </a:lnTo>
                  <a:close/>
                </a:path>
              </a:pathLst>
            </a:custGeom>
            <a:solidFill>
              <a:srgbClr val="FFD04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2795324" y="932395"/>
            <a:ext cx="3594735" cy="530860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pc="-420"/>
              <a:t>What</a:t>
            </a:r>
            <a:r>
              <a:rPr dirty="0" spc="-260"/>
              <a:t> </a:t>
            </a:r>
            <a:r>
              <a:rPr dirty="0" spc="-250"/>
              <a:t>is</a:t>
            </a:r>
            <a:r>
              <a:rPr dirty="0" spc="-254"/>
              <a:t> </a:t>
            </a:r>
            <a:r>
              <a:rPr dirty="0" spc="-350"/>
              <a:t>a</a:t>
            </a:r>
            <a:r>
              <a:rPr dirty="0" spc="-260"/>
              <a:t> </a:t>
            </a:r>
            <a:r>
              <a:rPr dirty="0" spc="-340"/>
              <a:t>Precursor?</a:t>
            </a: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74724" y="4032884"/>
            <a:ext cx="123825" cy="12382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74724" y="5461634"/>
            <a:ext cx="123825" cy="12382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074724" y="6890384"/>
            <a:ext cx="123825" cy="12382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074724" y="8319134"/>
            <a:ext cx="123825" cy="123824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2795324" y="1824395"/>
            <a:ext cx="14123669" cy="7242809"/>
          </a:xfrm>
          <a:prstGeom prst="rect">
            <a:avLst/>
          </a:prstGeom>
        </p:spPr>
        <p:txBody>
          <a:bodyPr wrap="square" lIns="0" tIns="10160" rIns="0" bIns="0" rtlCol="0" vert="horz">
            <a:spAutoFit/>
          </a:bodyPr>
          <a:lstStyle/>
          <a:p>
            <a:pPr algn="just" marL="12700" marR="5080">
              <a:lnSpc>
                <a:spcPct val="112799"/>
              </a:lnSpc>
              <a:spcBef>
                <a:spcPts val="80"/>
              </a:spcBef>
            </a:pPr>
            <a:r>
              <a:rPr dirty="0" sz="2700">
                <a:latin typeface="Comic Sans MS"/>
                <a:cs typeface="Comic Sans MS"/>
              </a:rPr>
              <a:t>A</a:t>
            </a:r>
            <a:r>
              <a:rPr dirty="0" sz="2700" spc="-50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precursor</a:t>
            </a:r>
            <a:r>
              <a:rPr dirty="0" sz="2700" spc="300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is</a:t>
            </a:r>
            <a:r>
              <a:rPr dirty="0" sz="2700" spc="305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an</a:t>
            </a:r>
            <a:r>
              <a:rPr dirty="0" sz="2700" spc="300">
                <a:latin typeface="Comic Sans MS"/>
                <a:cs typeface="Comic Sans MS"/>
              </a:rPr>
              <a:t> </a:t>
            </a:r>
            <a:r>
              <a:rPr dirty="0" sz="3300" spc="-325" b="1">
                <a:latin typeface="Comic Sans MS"/>
                <a:cs typeface="Comic Sans MS"/>
              </a:rPr>
              <a:t>observable</a:t>
            </a:r>
            <a:r>
              <a:rPr dirty="0" sz="3300" spc="40" b="1">
                <a:latin typeface="Comic Sans MS"/>
                <a:cs typeface="Comic Sans MS"/>
              </a:rPr>
              <a:t> </a:t>
            </a:r>
            <a:r>
              <a:rPr dirty="0" sz="3300" spc="-375" b="1">
                <a:latin typeface="Comic Sans MS"/>
                <a:cs typeface="Comic Sans MS"/>
              </a:rPr>
              <a:t>sign</a:t>
            </a:r>
            <a:r>
              <a:rPr dirty="0" sz="3300" spc="20" b="1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that</a:t>
            </a:r>
            <a:r>
              <a:rPr dirty="0" sz="2700" spc="300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suggests</a:t>
            </a:r>
            <a:r>
              <a:rPr dirty="0" sz="2700" spc="300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an</a:t>
            </a:r>
            <a:r>
              <a:rPr dirty="0" sz="2700" spc="305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incident</a:t>
            </a:r>
            <a:r>
              <a:rPr dirty="0" sz="2700" spc="300">
                <a:latin typeface="Comic Sans MS"/>
                <a:cs typeface="Comic Sans MS"/>
              </a:rPr>
              <a:t> </a:t>
            </a:r>
            <a:r>
              <a:rPr dirty="0" sz="3300" spc="-395" b="1">
                <a:latin typeface="Comic Sans MS"/>
                <a:cs typeface="Comic Sans MS"/>
              </a:rPr>
              <a:t>may</a:t>
            </a:r>
            <a:r>
              <a:rPr dirty="0" sz="3300" spc="40" b="1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occur</a:t>
            </a:r>
            <a:r>
              <a:rPr dirty="0" sz="2700" spc="305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in</a:t>
            </a:r>
            <a:r>
              <a:rPr dirty="0" sz="2700" spc="300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the</a:t>
            </a:r>
            <a:r>
              <a:rPr dirty="0" sz="2700" spc="305">
                <a:latin typeface="Comic Sans MS"/>
                <a:cs typeface="Comic Sans MS"/>
              </a:rPr>
              <a:t> </a:t>
            </a:r>
            <a:r>
              <a:rPr dirty="0" sz="2700" spc="-10">
                <a:latin typeface="Comic Sans MS"/>
                <a:cs typeface="Comic Sans MS"/>
              </a:rPr>
              <a:t>future. </a:t>
            </a:r>
            <a:r>
              <a:rPr dirty="0" sz="2700">
                <a:latin typeface="Comic Sans MS"/>
                <a:cs typeface="Comic Sans MS"/>
              </a:rPr>
              <a:t>Catching</a:t>
            </a:r>
            <a:r>
              <a:rPr dirty="0" sz="2700" spc="-40">
                <a:latin typeface="Comic Sans MS"/>
                <a:cs typeface="Comic Sans MS"/>
              </a:rPr>
              <a:t>  </a:t>
            </a:r>
            <a:r>
              <a:rPr dirty="0" sz="2700">
                <a:latin typeface="Comic Sans MS"/>
                <a:cs typeface="Comic Sans MS"/>
              </a:rPr>
              <a:t>a</a:t>
            </a:r>
            <a:r>
              <a:rPr dirty="0" sz="2700" spc="-40">
                <a:latin typeface="Comic Sans MS"/>
                <a:cs typeface="Comic Sans MS"/>
              </a:rPr>
              <a:t>  </a:t>
            </a:r>
            <a:r>
              <a:rPr dirty="0" sz="2700">
                <a:latin typeface="Comic Sans MS"/>
                <a:cs typeface="Comic Sans MS"/>
              </a:rPr>
              <a:t>precursor</a:t>
            </a:r>
            <a:r>
              <a:rPr dirty="0" sz="2700" spc="-35">
                <a:latin typeface="Comic Sans MS"/>
                <a:cs typeface="Comic Sans MS"/>
              </a:rPr>
              <a:t>  </a:t>
            </a:r>
            <a:r>
              <a:rPr dirty="0" sz="2700">
                <a:latin typeface="Comic Sans MS"/>
                <a:cs typeface="Comic Sans MS"/>
              </a:rPr>
              <a:t>allows</a:t>
            </a:r>
            <a:r>
              <a:rPr dirty="0" sz="2700" spc="-40">
                <a:latin typeface="Comic Sans MS"/>
                <a:cs typeface="Comic Sans MS"/>
              </a:rPr>
              <a:t>  </a:t>
            </a:r>
            <a:r>
              <a:rPr dirty="0" sz="2700">
                <a:latin typeface="Comic Sans MS"/>
                <a:cs typeface="Comic Sans MS"/>
              </a:rPr>
              <a:t>organizations</a:t>
            </a:r>
            <a:r>
              <a:rPr dirty="0" sz="2700" spc="-40">
                <a:latin typeface="Comic Sans MS"/>
                <a:cs typeface="Comic Sans MS"/>
              </a:rPr>
              <a:t>  </a:t>
            </a:r>
            <a:r>
              <a:rPr dirty="0" sz="2700">
                <a:latin typeface="Comic Sans MS"/>
                <a:cs typeface="Comic Sans MS"/>
              </a:rPr>
              <a:t>to</a:t>
            </a:r>
            <a:r>
              <a:rPr dirty="0" sz="2700" spc="-35">
                <a:latin typeface="Comic Sans MS"/>
                <a:cs typeface="Comic Sans MS"/>
              </a:rPr>
              <a:t>  </a:t>
            </a:r>
            <a:r>
              <a:rPr dirty="0" sz="2700">
                <a:latin typeface="Comic Sans MS"/>
                <a:cs typeface="Comic Sans MS"/>
              </a:rPr>
              <a:t>take</a:t>
            </a:r>
            <a:r>
              <a:rPr dirty="0" sz="2700" spc="-40">
                <a:latin typeface="Comic Sans MS"/>
                <a:cs typeface="Comic Sans MS"/>
              </a:rPr>
              <a:t>  </a:t>
            </a:r>
            <a:r>
              <a:rPr dirty="0" sz="2700">
                <a:latin typeface="Comic Sans MS"/>
                <a:cs typeface="Comic Sans MS"/>
              </a:rPr>
              <a:t>preventive</a:t>
            </a:r>
            <a:r>
              <a:rPr dirty="0" sz="2700" spc="-40">
                <a:latin typeface="Comic Sans MS"/>
                <a:cs typeface="Comic Sans MS"/>
              </a:rPr>
              <a:t>  </a:t>
            </a:r>
            <a:r>
              <a:rPr dirty="0" sz="2700">
                <a:latin typeface="Comic Sans MS"/>
                <a:cs typeface="Comic Sans MS"/>
              </a:rPr>
              <a:t>measures</a:t>
            </a:r>
            <a:r>
              <a:rPr dirty="0" sz="2700" spc="-35">
                <a:latin typeface="Comic Sans MS"/>
                <a:cs typeface="Comic Sans MS"/>
              </a:rPr>
              <a:t>  </a:t>
            </a:r>
            <a:r>
              <a:rPr dirty="0" sz="2700">
                <a:latin typeface="Comic Sans MS"/>
                <a:cs typeface="Comic Sans MS"/>
              </a:rPr>
              <a:t>before</a:t>
            </a:r>
            <a:r>
              <a:rPr dirty="0" sz="2700" spc="-40">
                <a:latin typeface="Comic Sans MS"/>
                <a:cs typeface="Comic Sans MS"/>
              </a:rPr>
              <a:t>  </a:t>
            </a:r>
            <a:r>
              <a:rPr dirty="0" sz="2700" spc="-25">
                <a:latin typeface="Comic Sans MS"/>
                <a:cs typeface="Comic Sans MS"/>
              </a:rPr>
              <a:t>any </a:t>
            </a:r>
            <a:r>
              <a:rPr dirty="0" sz="2700">
                <a:latin typeface="Comic Sans MS"/>
                <a:cs typeface="Comic Sans MS"/>
              </a:rPr>
              <a:t>actual</a:t>
            </a:r>
            <a:r>
              <a:rPr dirty="0" sz="2700" spc="-100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damage</a:t>
            </a:r>
            <a:r>
              <a:rPr dirty="0" sz="2700" spc="-95">
                <a:latin typeface="Comic Sans MS"/>
                <a:cs typeface="Comic Sans MS"/>
              </a:rPr>
              <a:t> </a:t>
            </a:r>
            <a:r>
              <a:rPr dirty="0" sz="2700" spc="-10">
                <a:latin typeface="Comic Sans MS"/>
                <a:cs typeface="Comic Sans MS"/>
              </a:rPr>
              <a:t>happens.</a:t>
            </a:r>
            <a:endParaRPr sz="2700">
              <a:latin typeface="Comic Sans MS"/>
              <a:cs typeface="Comic Sans MS"/>
            </a:endParaRPr>
          </a:p>
          <a:p>
            <a:pPr marL="594995" marR="5080">
              <a:lnSpc>
                <a:spcPct val="109800"/>
              </a:lnSpc>
              <a:spcBef>
                <a:spcPts val="3275"/>
              </a:spcBef>
              <a:tabLst>
                <a:tab pos="5166360" algn="l"/>
                <a:tab pos="6440805" algn="l"/>
                <a:tab pos="7515859" algn="l"/>
                <a:tab pos="8047355" algn="l"/>
                <a:tab pos="8931275" algn="l"/>
                <a:tab pos="10082530" algn="l"/>
                <a:tab pos="11472545" algn="l"/>
                <a:tab pos="12679680" algn="l"/>
                <a:tab pos="13592175" algn="l"/>
              </a:tabLst>
            </a:pPr>
            <a:r>
              <a:rPr dirty="0" sz="3300" spc="-355" b="1">
                <a:latin typeface="Comic Sans MS"/>
                <a:cs typeface="Comic Sans MS"/>
              </a:rPr>
              <a:t>Threat</a:t>
            </a:r>
            <a:r>
              <a:rPr dirty="0" sz="3300" spc="409" b="1">
                <a:latin typeface="Comic Sans MS"/>
                <a:cs typeface="Comic Sans MS"/>
              </a:rPr>
              <a:t> </a:t>
            </a:r>
            <a:r>
              <a:rPr dirty="0" sz="3300" spc="-340" b="1">
                <a:latin typeface="Comic Sans MS"/>
                <a:cs typeface="Comic Sans MS"/>
              </a:rPr>
              <a:t>announcements:</a:t>
            </a:r>
            <a:r>
              <a:rPr dirty="0" sz="3300" spc="50" b="1">
                <a:latin typeface="Comic Sans MS"/>
                <a:cs typeface="Comic Sans MS"/>
              </a:rPr>
              <a:t> </a:t>
            </a:r>
            <a:r>
              <a:rPr dirty="0" sz="2700" spc="-50">
                <a:latin typeface="Comic Sans MS"/>
                <a:cs typeface="Comic Sans MS"/>
              </a:rPr>
              <a:t>A</a:t>
            </a:r>
            <a:r>
              <a:rPr dirty="0" sz="2700">
                <a:latin typeface="Comic Sans MS"/>
                <a:cs typeface="Comic Sans MS"/>
              </a:rPr>
              <a:t>	</a:t>
            </a:r>
            <a:r>
              <a:rPr dirty="0" sz="2700" spc="-10">
                <a:latin typeface="Comic Sans MS"/>
                <a:cs typeface="Comic Sans MS"/>
              </a:rPr>
              <a:t>hacker</a:t>
            </a:r>
            <a:r>
              <a:rPr dirty="0" sz="2700">
                <a:latin typeface="Comic Sans MS"/>
                <a:cs typeface="Comic Sans MS"/>
              </a:rPr>
              <a:t>	</a:t>
            </a:r>
            <a:r>
              <a:rPr dirty="0" sz="2700" spc="-10">
                <a:latin typeface="Comic Sans MS"/>
                <a:cs typeface="Comic Sans MS"/>
              </a:rPr>
              <a:t>group</a:t>
            </a:r>
            <a:r>
              <a:rPr dirty="0" sz="2700">
                <a:latin typeface="Comic Sans MS"/>
                <a:cs typeface="Comic Sans MS"/>
              </a:rPr>
              <a:t>	</a:t>
            </a:r>
            <a:r>
              <a:rPr dirty="0" sz="2700" spc="-25">
                <a:latin typeface="Comic Sans MS"/>
                <a:cs typeface="Comic Sans MS"/>
              </a:rPr>
              <a:t>or</a:t>
            </a:r>
            <a:r>
              <a:rPr dirty="0" sz="2700">
                <a:latin typeface="Comic Sans MS"/>
                <a:cs typeface="Comic Sans MS"/>
              </a:rPr>
              <a:t>	</a:t>
            </a:r>
            <a:r>
              <a:rPr dirty="0" sz="2700" spc="-10">
                <a:latin typeface="Comic Sans MS"/>
                <a:cs typeface="Comic Sans MS"/>
              </a:rPr>
              <a:t>rival</a:t>
            </a:r>
            <a:r>
              <a:rPr dirty="0" sz="2700">
                <a:latin typeface="Comic Sans MS"/>
                <a:cs typeface="Comic Sans MS"/>
              </a:rPr>
              <a:t>	</a:t>
            </a:r>
            <a:r>
              <a:rPr dirty="0" sz="2700" spc="-10">
                <a:latin typeface="Comic Sans MS"/>
                <a:cs typeface="Comic Sans MS"/>
              </a:rPr>
              <a:t>entity</a:t>
            </a:r>
            <a:r>
              <a:rPr dirty="0" sz="2700">
                <a:latin typeface="Comic Sans MS"/>
                <a:cs typeface="Comic Sans MS"/>
              </a:rPr>
              <a:t>	</a:t>
            </a:r>
            <a:r>
              <a:rPr dirty="0" sz="2700" spc="-10">
                <a:latin typeface="Comic Sans MS"/>
                <a:cs typeface="Comic Sans MS"/>
              </a:rPr>
              <a:t>publicly</a:t>
            </a:r>
            <a:r>
              <a:rPr dirty="0" sz="2700">
                <a:latin typeface="Comic Sans MS"/>
                <a:cs typeface="Comic Sans MS"/>
              </a:rPr>
              <a:t>	</a:t>
            </a:r>
            <a:r>
              <a:rPr dirty="0" sz="2700" spc="-10">
                <a:latin typeface="Comic Sans MS"/>
                <a:cs typeface="Comic Sans MS"/>
              </a:rPr>
              <a:t>states</a:t>
            </a:r>
            <a:r>
              <a:rPr dirty="0" sz="2700">
                <a:latin typeface="Comic Sans MS"/>
                <a:cs typeface="Comic Sans MS"/>
              </a:rPr>
              <a:t>	</a:t>
            </a:r>
            <a:r>
              <a:rPr dirty="0" sz="2700" spc="-20">
                <a:latin typeface="Comic Sans MS"/>
                <a:cs typeface="Comic Sans MS"/>
              </a:rPr>
              <a:t>they</a:t>
            </a:r>
            <a:r>
              <a:rPr dirty="0" sz="2700">
                <a:latin typeface="Comic Sans MS"/>
                <a:cs typeface="Comic Sans MS"/>
              </a:rPr>
              <a:t>	</a:t>
            </a:r>
            <a:r>
              <a:rPr dirty="0" sz="2700" spc="-20">
                <a:latin typeface="Comic Sans MS"/>
                <a:cs typeface="Comic Sans MS"/>
              </a:rPr>
              <a:t>will </a:t>
            </a:r>
            <a:r>
              <a:rPr dirty="0" sz="2700">
                <a:latin typeface="Comic Sans MS"/>
                <a:cs typeface="Comic Sans MS"/>
              </a:rPr>
              <a:t>target</a:t>
            </a:r>
            <a:r>
              <a:rPr dirty="0" sz="2700" spc="-75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your</a:t>
            </a:r>
            <a:r>
              <a:rPr dirty="0" sz="2700" spc="-70">
                <a:latin typeface="Comic Sans MS"/>
                <a:cs typeface="Comic Sans MS"/>
              </a:rPr>
              <a:t> </a:t>
            </a:r>
            <a:r>
              <a:rPr dirty="0" sz="2700" spc="-10">
                <a:latin typeface="Comic Sans MS"/>
                <a:cs typeface="Comic Sans MS"/>
              </a:rPr>
              <a:t>organization.</a:t>
            </a:r>
            <a:endParaRPr sz="2700">
              <a:latin typeface="Comic Sans MS"/>
              <a:cs typeface="Comic Sans MS"/>
            </a:endParaRPr>
          </a:p>
          <a:p>
            <a:pPr marL="594995" marR="5080">
              <a:lnSpc>
                <a:spcPct val="109800"/>
              </a:lnSpc>
              <a:spcBef>
                <a:spcPts val="3270"/>
              </a:spcBef>
              <a:tabLst>
                <a:tab pos="2960370" algn="l"/>
                <a:tab pos="4504690" algn="l"/>
                <a:tab pos="6186805" algn="l"/>
                <a:tab pos="7183120" algn="l"/>
                <a:tab pos="8471535" algn="l"/>
                <a:tab pos="9343390" algn="l"/>
                <a:tab pos="10372725" algn="l"/>
                <a:tab pos="11970385" algn="l"/>
                <a:tab pos="13408660" algn="l"/>
              </a:tabLst>
            </a:pPr>
            <a:r>
              <a:rPr dirty="0" sz="3300" spc="-305" b="1">
                <a:latin typeface="Comic Sans MS"/>
                <a:cs typeface="Comic Sans MS"/>
              </a:rPr>
              <a:t>Vulnerability</a:t>
            </a:r>
            <a:r>
              <a:rPr dirty="0" sz="3300" b="1">
                <a:latin typeface="Comic Sans MS"/>
                <a:cs typeface="Comic Sans MS"/>
              </a:rPr>
              <a:t>	</a:t>
            </a:r>
            <a:r>
              <a:rPr dirty="0" sz="3300" spc="-345" b="1">
                <a:latin typeface="Comic Sans MS"/>
                <a:cs typeface="Comic Sans MS"/>
              </a:rPr>
              <a:t>scanner</a:t>
            </a:r>
            <a:r>
              <a:rPr dirty="0" sz="3300" b="1">
                <a:latin typeface="Comic Sans MS"/>
                <a:cs typeface="Comic Sans MS"/>
              </a:rPr>
              <a:t>	</a:t>
            </a:r>
            <a:r>
              <a:rPr dirty="0" sz="3300" spc="-295" b="1">
                <a:latin typeface="Comic Sans MS"/>
                <a:cs typeface="Comic Sans MS"/>
              </a:rPr>
              <a:t>activity:</a:t>
            </a:r>
            <a:r>
              <a:rPr dirty="0" sz="3300" b="1">
                <a:latin typeface="Comic Sans MS"/>
                <a:cs typeface="Comic Sans MS"/>
              </a:rPr>
              <a:t>	</a:t>
            </a:r>
            <a:r>
              <a:rPr dirty="0" sz="2700" spc="-25">
                <a:latin typeface="Comic Sans MS"/>
                <a:cs typeface="Comic Sans MS"/>
              </a:rPr>
              <a:t>Web</a:t>
            </a:r>
            <a:r>
              <a:rPr dirty="0" sz="2700">
                <a:latin typeface="Comic Sans MS"/>
                <a:cs typeface="Comic Sans MS"/>
              </a:rPr>
              <a:t>	</a:t>
            </a:r>
            <a:r>
              <a:rPr dirty="0" sz="2700" spc="-10">
                <a:latin typeface="Comic Sans MS"/>
                <a:cs typeface="Comic Sans MS"/>
              </a:rPr>
              <a:t>server</a:t>
            </a:r>
            <a:r>
              <a:rPr dirty="0" sz="2700">
                <a:latin typeface="Comic Sans MS"/>
                <a:cs typeface="Comic Sans MS"/>
              </a:rPr>
              <a:t>	</a:t>
            </a:r>
            <a:r>
              <a:rPr dirty="0" sz="2700" spc="-20">
                <a:latin typeface="Comic Sans MS"/>
                <a:cs typeface="Comic Sans MS"/>
              </a:rPr>
              <a:t>logs</a:t>
            </a:r>
            <a:r>
              <a:rPr dirty="0" sz="2700">
                <a:latin typeface="Comic Sans MS"/>
                <a:cs typeface="Comic Sans MS"/>
              </a:rPr>
              <a:t>	</a:t>
            </a:r>
            <a:r>
              <a:rPr dirty="0" sz="2700" spc="-20">
                <a:latin typeface="Comic Sans MS"/>
                <a:cs typeface="Comic Sans MS"/>
              </a:rPr>
              <a:t>show</a:t>
            </a:r>
            <a:r>
              <a:rPr dirty="0" sz="2700">
                <a:latin typeface="Comic Sans MS"/>
                <a:cs typeface="Comic Sans MS"/>
              </a:rPr>
              <a:t>	</a:t>
            </a:r>
            <a:r>
              <a:rPr dirty="0" sz="2700" spc="-10">
                <a:latin typeface="Comic Sans MS"/>
                <a:cs typeface="Comic Sans MS"/>
              </a:rPr>
              <a:t>someone</a:t>
            </a:r>
            <a:r>
              <a:rPr dirty="0" sz="2700">
                <a:latin typeface="Comic Sans MS"/>
                <a:cs typeface="Comic Sans MS"/>
              </a:rPr>
              <a:t>	</a:t>
            </a:r>
            <a:r>
              <a:rPr dirty="0" sz="2700" spc="-10">
                <a:latin typeface="Comic Sans MS"/>
                <a:cs typeface="Comic Sans MS"/>
              </a:rPr>
              <a:t>probing</a:t>
            </a:r>
            <a:r>
              <a:rPr dirty="0" sz="2700">
                <a:latin typeface="Comic Sans MS"/>
                <a:cs typeface="Comic Sans MS"/>
              </a:rPr>
              <a:t>	</a:t>
            </a:r>
            <a:r>
              <a:rPr dirty="0" sz="2700" spc="-20">
                <a:latin typeface="Comic Sans MS"/>
                <a:cs typeface="Comic Sans MS"/>
              </a:rPr>
              <a:t>your </a:t>
            </a:r>
            <a:r>
              <a:rPr dirty="0" sz="2700">
                <a:latin typeface="Comic Sans MS"/>
                <a:cs typeface="Comic Sans MS"/>
              </a:rPr>
              <a:t>network</a:t>
            </a:r>
            <a:r>
              <a:rPr dirty="0" sz="2700" spc="-70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with</a:t>
            </a:r>
            <a:r>
              <a:rPr dirty="0" sz="2700" spc="-65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a</a:t>
            </a:r>
            <a:r>
              <a:rPr dirty="0" sz="2700" spc="-70">
                <a:latin typeface="Comic Sans MS"/>
                <a:cs typeface="Comic Sans MS"/>
              </a:rPr>
              <a:t> </a:t>
            </a:r>
            <a:r>
              <a:rPr dirty="0" sz="2700" spc="-10">
                <a:latin typeface="Comic Sans MS"/>
                <a:cs typeface="Comic Sans MS"/>
              </a:rPr>
              <a:t>scanner.</a:t>
            </a:r>
            <a:endParaRPr sz="2700">
              <a:latin typeface="Comic Sans MS"/>
              <a:cs typeface="Comic Sans MS"/>
            </a:endParaRPr>
          </a:p>
          <a:p>
            <a:pPr marL="594995" marR="5080">
              <a:lnSpc>
                <a:spcPct val="109800"/>
              </a:lnSpc>
              <a:spcBef>
                <a:spcPts val="3270"/>
              </a:spcBef>
              <a:tabLst>
                <a:tab pos="5373370" algn="l"/>
                <a:tab pos="6408420" algn="l"/>
                <a:tab pos="8077834" algn="l"/>
                <a:tab pos="9344025" algn="l"/>
                <a:tab pos="10704830" algn="l"/>
                <a:tab pos="11041380" algn="l"/>
                <a:tab pos="12458700" algn="l"/>
                <a:tab pos="13765530" algn="l"/>
              </a:tabLst>
            </a:pPr>
            <a:r>
              <a:rPr dirty="0" sz="3300" spc="-434" b="1">
                <a:latin typeface="Comic Sans MS"/>
                <a:cs typeface="Comic Sans MS"/>
              </a:rPr>
              <a:t>New</a:t>
            </a:r>
            <a:r>
              <a:rPr dirty="0" sz="3300" spc="210" b="1">
                <a:latin typeface="Comic Sans MS"/>
                <a:cs typeface="Comic Sans MS"/>
              </a:rPr>
              <a:t> </a:t>
            </a:r>
            <a:r>
              <a:rPr dirty="0" sz="3300" spc="-290" b="1">
                <a:latin typeface="Comic Sans MS"/>
                <a:cs typeface="Comic Sans MS"/>
              </a:rPr>
              <a:t>exploit</a:t>
            </a:r>
            <a:r>
              <a:rPr dirty="0" sz="3300" spc="215" b="1">
                <a:latin typeface="Comic Sans MS"/>
                <a:cs typeface="Comic Sans MS"/>
              </a:rPr>
              <a:t> </a:t>
            </a:r>
            <a:r>
              <a:rPr dirty="0" sz="3300" spc="-300" b="1">
                <a:latin typeface="Comic Sans MS"/>
                <a:cs typeface="Comic Sans MS"/>
              </a:rPr>
              <a:t>disclosures:</a:t>
            </a:r>
            <a:r>
              <a:rPr dirty="0" sz="3300" spc="215" b="1">
                <a:latin typeface="Comic Sans MS"/>
                <a:cs typeface="Comic Sans MS"/>
              </a:rPr>
              <a:t> </a:t>
            </a:r>
            <a:r>
              <a:rPr dirty="0" sz="2700" spc="-50">
                <a:latin typeface="Comic Sans MS"/>
                <a:cs typeface="Comic Sans MS"/>
              </a:rPr>
              <a:t>A</a:t>
            </a:r>
            <a:r>
              <a:rPr dirty="0" sz="2700">
                <a:latin typeface="Comic Sans MS"/>
                <a:cs typeface="Comic Sans MS"/>
              </a:rPr>
              <a:t>	</a:t>
            </a:r>
            <a:r>
              <a:rPr dirty="0" sz="2700" spc="-10">
                <a:latin typeface="Comic Sans MS"/>
                <a:cs typeface="Comic Sans MS"/>
              </a:rPr>
              <a:t>newly</a:t>
            </a:r>
            <a:r>
              <a:rPr dirty="0" sz="2700">
                <a:latin typeface="Comic Sans MS"/>
                <a:cs typeface="Comic Sans MS"/>
              </a:rPr>
              <a:t>	</a:t>
            </a:r>
            <a:r>
              <a:rPr dirty="0" sz="2700" spc="-10">
                <a:latin typeface="Comic Sans MS"/>
                <a:cs typeface="Comic Sans MS"/>
              </a:rPr>
              <a:t>published</a:t>
            </a:r>
            <a:r>
              <a:rPr dirty="0" sz="2700">
                <a:latin typeface="Comic Sans MS"/>
                <a:cs typeface="Comic Sans MS"/>
              </a:rPr>
              <a:t>	</a:t>
            </a:r>
            <a:r>
              <a:rPr dirty="0" sz="2700" spc="-10">
                <a:latin typeface="Comic Sans MS"/>
                <a:cs typeface="Comic Sans MS"/>
              </a:rPr>
              <a:t>exploit</a:t>
            </a:r>
            <a:r>
              <a:rPr dirty="0" sz="2700">
                <a:latin typeface="Comic Sans MS"/>
                <a:cs typeface="Comic Sans MS"/>
              </a:rPr>
              <a:t>	</a:t>
            </a:r>
            <a:r>
              <a:rPr dirty="0" sz="2700" spc="-10">
                <a:latin typeface="Comic Sans MS"/>
                <a:cs typeface="Comic Sans MS"/>
              </a:rPr>
              <a:t>targets</a:t>
            </a:r>
            <a:r>
              <a:rPr dirty="0" sz="2700">
                <a:latin typeface="Comic Sans MS"/>
                <a:cs typeface="Comic Sans MS"/>
              </a:rPr>
              <a:t>	</a:t>
            </a:r>
            <a:r>
              <a:rPr dirty="0" sz="2700" spc="-50">
                <a:latin typeface="Comic Sans MS"/>
                <a:cs typeface="Comic Sans MS"/>
              </a:rPr>
              <a:t>a</a:t>
            </a:r>
            <a:r>
              <a:rPr dirty="0" sz="2700">
                <a:latin typeface="Comic Sans MS"/>
                <a:cs typeface="Comic Sans MS"/>
              </a:rPr>
              <a:t>	</a:t>
            </a:r>
            <a:r>
              <a:rPr dirty="0" sz="2700" spc="-10">
                <a:latin typeface="Comic Sans MS"/>
                <a:cs typeface="Comic Sans MS"/>
              </a:rPr>
              <a:t>specific</a:t>
            </a:r>
            <a:r>
              <a:rPr dirty="0" sz="2700">
                <a:latin typeface="Comic Sans MS"/>
                <a:cs typeface="Comic Sans MS"/>
              </a:rPr>
              <a:t>	</a:t>
            </a:r>
            <a:r>
              <a:rPr dirty="0" sz="2700" spc="-10">
                <a:latin typeface="Comic Sans MS"/>
                <a:cs typeface="Comic Sans MS"/>
              </a:rPr>
              <a:t>service</a:t>
            </a:r>
            <a:r>
              <a:rPr dirty="0" sz="2700">
                <a:latin typeface="Comic Sans MS"/>
                <a:cs typeface="Comic Sans MS"/>
              </a:rPr>
              <a:t>	</a:t>
            </a:r>
            <a:r>
              <a:rPr dirty="0" sz="2700" spc="-25">
                <a:latin typeface="Comic Sans MS"/>
                <a:cs typeface="Comic Sans MS"/>
              </a:rPr>
              <a:t>or </a:t>
            </a:r>
            <a:r>
              <a:rPr dirty="0" sz="2700">
                <a:latin typeface="Comic Sans MS"/>
                <a:cs typeface="Comic Sans MS"/>
              </a:rPr>
              <a:t>server</a:t>
            </a:r>
            <a:r>
              <a:rPr dirty="0" sz="2700" spc="-65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version</a:t>
            </a:r>
            <a:r>
              <a:rPr dirty="0" sz="2700" spc="-65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you</a:t>
            </a:r>
            <a:r>
              <a:rPr dirty="0" sz="2700" spc="-60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currently</a:t>
            </a:r>
            <a:r>
              <a:rPr dirty="0" sz="2700" spc="-65">
                <a:latin typeface="Comic Sans MS"/>
                <a:cs typeface="Comic Sans MS"/>
              </a:rPr>
              <a:t> </a:t>
            </a:r>
            <a:r>
              <a:rPr dirty="0" sz="2700" spc="-20">
                <a:latin typeface="Comic Sans MS"/>
                <a:cs typeface="Comic Sans MS"/>
              </a:rPr>
              <a:t>run.</a:t>
            </a:r>
            <a:endParaRPr sz="2700">
              <a:latin typeface="Comic Sans MS"/>
              <a:cs typeface="Comic Sans MS"/>
            </a:endParaRPr>
          </a:p>
          <a:p>
            <a:pPr marL="594995" marR="5080">
              <a:lnSpc>
                <a:spcPct val="109800"/>
              </a:lnSpc>
              <a:spcBef>
                <a:spcPts val="3275"/>
              </a:spcBef>
              <a:tabLst>
                <a:tab pos="6209665" algn="l"/>
                <a:tab pos="6771005" algn="l"/>
                <a:tab pos="7969250" algn="l"/>
                <a:tab pos="9469120" algn="l"/>
                <a:tab pos="12066905" algn="l"/>
                <a:tab pos="13408660" algn="l"/>
              </a:tabLst>
            </a:pPr>
            <a:r>
              <a:rPr dirty="0" sz="3300" spc="-325" b="1">
                <a:latin typeface="Comic Sans MS"/>
                <a:cs typeface="Comic Sans MS"/>
              </a:rPr>
              <a:t>Transient</a:t>
            </a:r>
            <a:r>
              <a:rPr dirty="0" sz="3300" spc="560" b="1">
                <a:latin typeface="Comic Sans MS"/>
                <a:cs typeface="Comic Sans MS"/>
              </a:rPr>
              <a:t> </a:t>
            </a:r>
            <a:r>
              <a:rPr dirty="0" sz="3300" spc="-315" b="1">
                <a:latin typeface="Comic Sans MS"/>
                <a:cs typeface="Comic Sans MS"/>
              </a:rPr>
              <a:t>port</a:t>
            </a:r>
            <a:r>
              <a:rPr dirty="0" sz="3300" spc="565" b="1">
                <a:latin typeface="Comic Sans MS"/>
                <a:cs typeface="Comic Sans MS"/>
              </a:rPr>
              <a:t> </a:t>
            </a:r>
            <a:r>
              <a:rPr dirty="0" sz="3300" spc="-320" b="1">
                <a:latin typeface="Comic Sans MS"/>
                <a:cs typeface="Comic Sans MS"/>
              </a:rPr>
              <a:t>scans:</a:t>
            </a:r>
            <a:r>
              <a:rPr dirty="0" sz="3300" spc="204" b="1">
                <a:latin typeface="Comic Sans MS"/>
                <a:cs typeface="Comic Sans MS"/>
              </a:rPr>
              <a:t> </a:t>
            </a:r>
            <a:r>
              <a:rPr dirty="0" sz="2700" spc="-10">
                <a:latin typeface="Comic Sans MS"/>
                <a:cs typeface="Comic Sans MS"/>
              </a:rPr>
              <a:t>Evidence</a:t>
            </a:r>
            <a:r>
              <a:rPr dirty="0" sz="2700">
                <a:latin typeface="Comic Sans MS"/>
                <a:cs typeface="Comic Sans MS"/>
              </a:rPr>
              <a:t>	</a:t>
            </a:r>
            <a:r>
              <a:rPr dirty="0" sz="2700" spc="-25">
                <a:latin typeface="Comic Sans MS"/>
                <a:cs typeface="Comic Sans MS"/>
              </a:rPr>
              <a:t>of</a:t>
            </a:r>
            <a:r>
              <a:rPr dirty="0" sz="2700">
                <a:latin typeface="Comic Sans MS"/>
                <a:cs typeface="Comic Sans MS"/>
              </a:rPr>
              <a:t>	</a:t>
            </a:r>
            <a:r>
              <a:rPr dirty="0" sz="2700" spc="-10">
                <a:latin typeface="Comic Sans MS"/>
                <a:cs typeface="Comic Sans MS"/>
              </a:rPr>
              <a:t>subtle</a:t>
            </a:r>
            <a:r>
              <a:rPr dirty="0" sz="2700">
                <a:latin typeface="Comic Sans MS"/>
                <a:cs typeface="Comic Sans MS"/>
              </a:rPr>
              <a:t>	</a:t>
            </a:r>
            <a:r>
              <a:rPr dirty="0" sz="2700" spc="-10">
                <a:latin typeface="Comic Sans MS"/>
                <a:cs typeface="Comic Sans MS"/>
              </a:rPr>
              <a:t>network</a:t>
            </a:r>
            <a:r>
              <a:rPr dirty="0" sz="2700">
                <a:latin typeface="Comic Sans MS"/>
                <a:cs typeface="Comic Sans MS"/>
              </a:rPr>
              <a:t>	</a:t>
            </a:r>
            <a:r>
              <a:rPr dirty="0" sz="2700" spc="-10">
                <a:latin typeface="Comic Sans MS"/>
                <a:cs typeface="Comic Sans MS"/>
              </a:rPr>
              <a:t>reconnaissance</a:t>
            </a:r>
            <a:r>
              <a:rPr dirty="0" sz="2700">
                <a:latin typeface="Comic Sans MS"/>
                <a:cs typeface="Comic Sans MS"/>
              </a:rPr>
              <a:t>	</a:t>
            </a:r>
            <a:r>
              <a:rPr dirty="0" sz="2700" spc="-10">
                <a:latin typeface="Comic Sans MS"/>
                <a:cs typeface="Comic Sans MS"/>
              </a:rPr>
              <a:t>testing</a:t>
            </a:r>
            <a:r>
              <a:rPr dirty="0" sz="2700">
                <a:latin typeface="Comic Sans MS"/>
                <a:cs typeface="Comic Sans MS"/>
              </a:rPr>
              <a:t>	</a:t>
            </a:r>
            <a:r>
              <a:rPr dirty="0" sz="2700" spc="-20">
                <a:latin typeface="Comic Sans MS"/>
                <a:cs typeface="Comic Sans MS"/>
              </a:rPr>
              <a:t>your </a:t>
            </a:r>
            <a:r>
              <a:rPr dirty="0" sz="2700">
                <a:latin typeface="Comic Sans MS"/>
                <a:cs typeface="Comic Sans MS"/>
              </a:rPr>
              <a:t>firewall</a:t>
            </a:r>
            <a:r>
              <a:rPr dirty="0" sz="2700" spc="-110">
                <a:latin typeface="Comic Sans MS"/>
                <a:cs typeface="Comic Sans MS"/>
              </a:rPr>
              <a:t> </a:t>
            </a:r>
            <a:r>
              <a:rPr dirty="0" sz="2700" spc="-10">
                <a:latin typeface="Comic Sans MS"/>
                <a:cs typeface="Comic Sans MS"/>
              </a:rPr>
              <a:t>boundaries.</a:t>
            </a:r>
            <a:endParaRPr sz="27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469515" cy="10287000"/>
            <a:chOff x="0" y="0"/>
            <a:chExt cx="2469515" cy="102870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2469515" cy="10287000"/>
            </a:xfrm>
            <a:custGeom>
              <a:avLst/>
              <a:gdLst/>
              <a:ahLst/>
              <a:cxnLst/>
              <a:rect l="l" t="t" r="r" b="b"/>
              <a:pathLst>
                <a:path w="2469515" h="10287000">
                  <a:moveTo>
                    <a:pt x="1622728" y="10287000"/>
                  </a:moveTo>
                  <a:lnTo>
                    <a:pt x="1748193" y="5023734"/>
                  </a:lnTo>
                  <a:lnTo>
                    <a:pt x="2062502" y="5236604"/>
                  </a:lnTo>
                  <a:lnTo>
                    <a:pt x="2171252" y="5497884"/>
                  </a:lnTo>
                  <a:lnTo>
                    <a:pt x="2195457" y="5853205"/>
                  </a:lnTo>
                  <a:lnTo>
                    <a:pt x="2469006" y="6281536"/>
                  </a:lnTo>
                  <a:lnTo>
                    <a:pt x="2343610" y="6739173"/>
                  </a:lnTo>
                  <a:lnTo>
                    <a:pt x="2050359" y="6982763"/>
                  </a:lnTo>
                  <a:lnTo>
                    <a:pt x="2010046" y="8673883"/>
                  </a:lnTo>
                  <a:lnTo>
                    <a:pt x="1944802" y="9040411"/>
                  </a:lnTo>
                  <a:lnTo>
                    <a:pt x="1926412" y="9399630"/>
                  </a:lnTo>
                  <a:lnTo>
                    <a:pt x="1905259" y="10287000"/>
                  </a:lnTo>
                  <a:lnTo>
                    <a:pt x="1622728" y="10287000"/>
                  </a:lnTo>
                  <a:close/>
                </a:path>
                <a:path w="2469515" h="10287000">
                  <a:moveTo>
                    <a:pt x="2010046" y="8673883"/>
                  </a:moveTo>
                  <a:lnTo>
                    <a:pt x="2050359" y="6982763"/>
                  </a:lnTo>
                  <a:lnTo>
                    <a:pt x="2122084" y="7457382"/>
                  </a:lnTo>
                  <a:lnTo>
                    <a:pt x="2302141" y="7685231"/>
                  </a:lnTo>
                  <a:lnTo>
                    <a:pt x="2279461" y="8203785"/>
                  </a:lnTo>
                  <a:lnTo>
                    <a:pt x="2043519" y="8485837"/>
                  </a:lnTo>
                  <a:lnTo>
                    <a:pt x="2010046" y="8673883"/>
                  </a:lnTo>
                  <a:close/>
                </a:path>
                <a:path w="2469515" h="10287000">
                  <a:moveTo>
                    <a:pt x="1905259" y="10287000"/>
                  </a:moveTo>
                  <a:lnTo>
                    <a:pt x="1926412" y="9399630"/>
                  </a:lnTo>
                  <a:lnTo>
                    <a:pt x="2116614" y="9748098"/>
                  </a:lnTo>
                  <a:lnTo>
                    <a:pt x="2117237" y="10051757"/>
                  </a:lnTo>
                  <a:lnTo>
                    <a:pt x="2158646" y="10283180"/>
                  </a:lnTo>
                  <a:lnTo>
                    <a:pt x="2158174" y="10287000"/>
                  </a:lnTo>
                  <a:lnTo>
                    <a:pt x="1905259" y="10287000"/>
                  </a:lnTo>
                  <a:close/>
                </a:path>
                <a:path w="2469515" h="10287000">
                  <a:moveTo>
                    <a:pt x="1907700" y="1609814"/>
                  </a:moveTo>
                  <a:lnTo>
                    <a:pt x="1942051" y="168813"/>
                  </a:lnTo>
                  <a:lnTo>
                    <a:pt x="1960545" y="516381"/>
                  </a:lnTo>
                  <a:lnTo>
                    <a:pt x="2031683" y="891983"/>
                  </a:lnTo>
                  <a:lnTo>
                    <a:pt x="2154200" y="1348650"/>
                  </a:lnTo>
                  <a:lnTo>
                    <a:pt x="1907700" y="1609814"/>
                  </a:lnTo>
                  <a:close/>
                </a:path>
                <a:path w="2469515" h="10287000">
                  <a:moveTo>
                    <a:pt x="1568432" y="10287000"/>
                  </a:moveTo>
                  <a:lnTo>
                    <a:pt x="1720015" y="3928123"/>
                  </a:lnTo>
                  <a:lnTo>
                    <a:pt x="1926787" y="4220483"/>
                  </a:lnTo>
                  <a:lnTo>
                    <a:pt x="1786705" y="4490326"/>
                  </a:lnTo>
                  <a:lnTo>
                    <a:pt x="1775812" y="4947304"/>
                  </a:lnTo>
                  <a:lnTo>
                    <a:pt x="1748193" y="5023734"/>
                  </a:lnTo>
                  <a:lnTo>
                    <a:pt x="1622728" y="10287000"/>
                  </a:lnTo>
                  <a:lnTo>
                    <a:pt x="1568432" y="10287000"/>
                  </a:lnTo>
                  <a:close/>
                </a:path>
                <a:path w="2469515" h="10287000">
                  <a:moveTo>
                    <a:pt x="1749125" y="3850952"/>
                  </a:moveTo>
                  <a:lnTo>
                    <a:pt x="1773345" y="2834948"/>
                  </a:lnTo>
                  <a:lnTo>
                    <a:pt x="1882011" y="3161573"/>
                  </a:lnTo>
                  <a:lnTo>
                    <a:pt x="1919589" y="3399046"/>
                  </a:lnTo>
                  <a:lnTo>
                    <a:pt x="1749125" y="3850952"/>
                  </a:lnTo>
                  <a:close/>
                </a:path>
                <a:path w="2469515" h="10287000">
                  <a:moveTo>
                    <a:pt x="0" y="0"/>
                  </a:moveTo>
                  <a:lnTo>
                    <a:pt x="1986272" y="0"/>
                  </a:lnTo>
                  <a:lnTo>
                    <a:pt x="1942051" y="168813"/>
                  </a:lnTo>
                  <a:lnTo>
                    <a:pt x="1907700" y="1609814"/>
                  </a:lnTo>
                  <a:lnTo>
                    <a:pt x="1799197" y="1750452"/>
                  </a:lnTo>
                  <a:lnTo>
                    <a:pt x="1749125" y="3850952"/>
                  </a:lnTo>
                  <a:lnTo>
                    <a:pt x="1720015" y="3928123"/>
                  </a:lnTo>
                  <a:lnTo>
                    <a:pt x="1568432" y="10287000"/>
                  </a:lnTo>
                  <a:lnTo>
                    <a:pt x="0" y="10287000"/>
                  </a:lnTo>
                  <a:lnTo>
                    <a:pt x="0" y="0"/>
                  </a:lnTo>
                  <a:close/>
                </a:path>
                <a:path w="2469515" h="10287000">
                  <a:moveTo>
                    <a:pt x="1775812" y="4947304"/>
                  </a:moveTo>
                  <a:lnTo>
                    <a:pt x="1786705" y="4490326"/>
                  </a:lnTo>
                  <a:lnTo>
                    <a:pt x="1862612" y="4707094"/>
                  </a:lnTo>
                  <a:lnTo>
                    <a:pt x="1775812" y="4947304"/>
                  </a:lnTo>
                  <a:close/>
                </a:path>
                <a:path w="2469515" h="10287000">
                  <a:moveTo>
                    <a:pt x="1773345" y="2834948"/>
                  </a:moveTo>
                  <a:lnTo>
                    <a:pt x="1799197" y="1750452"/>
                  </a:lnTo>
                  <a:lnTo>
                    <a:pt x="1869440" y="2142983"/>
                  </a:lnTo>
                  <a:lnTo>
                    <a:pt x="1840310" y="2499243"/>
                  </a:lnTo>
                  <a:lnTo>
                    <a:pt x="1773345" y="2834948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2318385" cy="10287000"/>
            </a:xfrm>
            <a:custGeom>
              <a:avLst/>
              <a:gdLst/>
              <a:ahLst/>
              <a:cxnLst/>
              <a:rect l="l" t="t" r="r" b="b"/>
              <a:pathLst>
                <a:path w="2318385" h="10287000">
                  <a:moveTo>
                    <a:pt x="1976142" y="6602349"/>
                  </a:moveTo>
                  <a:lnTo>
                    <a:pt x="2000283" y="5589618"/>
                  </a:lnTo>
                  <a:lnTo>
                    <a:pt x="2318143" y="5931794"/>
                  </a:lnTo>
                  <a:lnTo>
                    <a:pt x="2316883" y="6273242"/>
                  </a:lnTo>
                  <a:lnTo>
                    <a:pt x="1976142" y="6602349"/>
                  </a:lnTo>
                  <a:close/>
                </a:path>
                <a:path w="2318385" h="10287000">
                  <a:moveTo>
                    <a:pt x="1809571" y="8632693"/>
                  </a:moveTo>
                  <a:lnTo>
                    <a:pt x="1855185" y="6719176"/>
                  </a:lnTo>
                  <a:lnTo>
                    <a:pt x="1926431" y="7193294"/>
                  </a:lnTo>
                  <a:lnTo>
                    <a:pt x="2106236" y="7421382"/>
                  </a:lnTo>
                  <a:lnTo>
                    <a:pt x="2112249" y="7952414"/>
                  </a:lnTo>
                  <a:lnTo>
                    <a:pt x="1969401" y="8255847"/>
                  </a:lnTo>
                  <a:lnTo>
                    <a:pt x="1809571" y="8632693"/>
                  </a:lnTo>
                  <a:close/>
                </a:path>
                <a:path w="2318385" h="10287000">
                  <a:moveTo>
                    <a:pt x="1703065" y="10287000"/>
                  </a:moveTo>
                  <a:lnTo>
                    <a:pt x="1730484" y="9136765"/>
                  </a:lnTo>
                  <a:lnTo>
                    <a:pt x="2054014" y="9488411"/>
                  </a:lnTo>
                  <a:lnTo>
                    <a:pt x="2054883" y="9792076"/>
                  </a:lnTo>
                  <a:lnTo>
                    <a:pt x="1963472" y="10019595"/>
                  </a:lnTo>
                  <a:lnTo>
                    <a:pt x="1930457" y="10287000"/>
                  </a:lnTo>
                  <a:lnTo>
                    <a:pt x="1703065" y="10287000"/>
                  </a:lnTo>
                  <a:close/>
                </a:path>
                <a:path w="2318385" h="10287000">
                  <a:moveTo>
                    <a:pt x="1420533" y="10287000"/>
                  </a:moveTo>
                  <a:lnTo>
                    <a:pt x="1552277" y="4760376"/>
                  </a:lnTo>
                  <a:lnTo>
                    <a:pt x="1870799" y="4848057"/>
                  </a:lnTo>
                  <a:lnTo>
                    <a:pt x="2075271" y="5226591"/>
                  </a:lnTo>
                  <a:lnTo>
                    <a:pt x="2000283" y="5589618"/>
                  </a:lnTo>
                  <a:lnTo>
                    <a:pt x="1976142" y="6602349"/>
                  </a:lnTo>
                  <a:lnTo>
                    <a:pt x="1855185" y="6719176"/>
                  </a:lnTo>
                  <a:lnTo>
                    <a:pt x="1809571" y="8632693"/>
                  </a:lnTo>
                  <a:lnTo>
                    <a:pt x="1748658" y="8776313"/>
                  </a:lnTo>
                  <a:lnTo>
                    <a:pt x="1730484" y="9136765"/>
                  </a:lnTo>
                  <a:lnTo>
                    <a:pt x="1703065" y="10287000"/>
                  </a:lnTo>
                  <a:lnTo>
                    <a:pt x="1420533" y="10287000"/>
                  </a:lnTo>
                  <a:close/>
                </a:path>
                <a:path w="2318385" h="10287000">
                  <a:moveTo>
                    <a:pt x="0" y="0"/>
                  </a:moveTo>
                  <a:lnTo>
                    <a:pt x="1751825" y="0"/>
                  </a:lnTo>
                  <a:lnTo>
                    <a:pt x="1765342" y="254023"/>
                  </a:lnTo>
                  <a:lnTo>
                    <a:pt x="1836485" y="629378"/>
                  </a:lnTo>
                  <a:lnTo>
                    <a:pt x="1959243" y="1086298"/>
                  </a:lnTo>
                  <a:lnTo>
                    <a:pt x="1712497" y="1347456"/>
                  </a:lnTo>
                  <a:lnTo>
                    <a:pt x="1494037" y="1555733"/>
                  </a:lnTo>
                  <a:lnTo>
                    <a:pt x="1285901" y="10287000"/>
                  </a:lnTo>
                  <a:lnTo>
                    <a:pt x="0" y="10287000"/>
                  </a:lnTo>
                  <a:lnTo>
                    <a:pt x="0" y="0"/>
                  </a:lnTo>
                  <a:close/>
                </a:path>
                <a:path w="2318385" h="10287000">
                  <a:moveTo>
                    <a:pt x="1554649" y="3589031"/>
                  </a:moveTo>
                  <a:lnTo>
                    <a:pt x="1578908" y="2571379"/>
                  </a:lnTo>
                  <a:lnTo>
                    <a:pt x="1839840" y="2817862"/>
                  </a:lnTo>
                  <a:lnTo>
                    <a:pt x="1725637" y="3135735"/>
                  </a:lnTo>
                  <a:lnTo>
                    <a:pt x="1554649" y="3589031"/>
                  </a:lnTo>
                  <a:close/>
                </a:path>
                <a:path w="2318385" h="10287000">
                  <a:moveTo>
                    <a:pt x="1368204" y="10287000"/>
                  </a:moveTo>
                  <a:lnTo>
                    <a:pt x="1526063" y="3664812"/>
                  </a:lnTo>
                  <a:lnTo>
                    <a:pt x="1732590" y="3957167"/>
                  </a:lnTo>
                  <a:lnTo>
                    <a:pt x="1592747" y="4227261"/>
                  </a:lnTo>
                  <a:lnTo>
                    <a:pt x="1582007" y="4677804"/>
                  </a:lnTo>
                  <a:lnTo>
                    <a:pt x="1552277" y="4760376"/>
                  </a:lnTo>
                  <a:lnTo>
                    <a:pt x="1420533" y="10287000"/>
                  </a:lnTo>
                  <a:lnTo>
                    <a:pt x="1368204" y="10287000"/>
                  </a:lnTo>
                  <a:close/>
                </a:path>
                <a:path w="2318385" h="10287000">
                  <a:moveTo>
                    <a:pt x="1285901" y="10287000"/>
                  </a:moveTo>
                  <a:lnTo>
                    <a:pt x="1494037" y="1555733"/>
                  </a:lnTo>
                  <a:lnTo>
                    <a:pt x="1673284" y="1879373"/>
                  </a:lnTo>
                  <a:lnTo>
                    <a:pt x="1743448" y="2388594"/>
                  </a:lnTo>
                  <a:lnTo>
                    <a:pt x="1578908" y="2571379"/>
                  </a:lnTo>
                  <a:lnTo>
                    <a:pt x="1554649" y="3589031"/>
                  </a:lnTo>
                  <a:lnTo>
                    <a:pt x="1526063" y="3664812"/>
                  </a:lnTo>
                  <a:lnTo>
                    <a:pt x="1368204" y="10287000"/>
                  </a:lnTo>
                  <a:lnTo>
                    <a:pt x="1285901" y="10287000"/>
                  </a:lnTo>
                  <a:close/>
                </a:path>
                <a:path w="2318385" h="10287000">
                  <a:moveTo>
                    <a:pt x="1582007" y="4677804"/>
                  </a:moveTo>
                  <a:lnTo>
                    <a:pt x="1592747" y="4227261"/>
                  </a:lnTo>
                  <a:lnTo>
                    <a:pt x="1666725" y="4442509"/>
                  </a:lnTo>
                  <a:lnTo>
                    <a:pt x="1582007" y="467780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1918335" cy="10287000"/>
            </a:xfrm>
            <a:custGeom>
              <a:avLst/>
              <a:gdLst/>
              <a:ahLst/>
              <a:cxnLst/>
              <a:rect l="l" t="t" r="r" b="b"/>
              <a:pathLst>
                <a:path w="1918335" h="10287000">
                  <a:moveTo>
                    <a:pt x="1575912" y="6592809"/>
                  </a:moveTo>
                  <a:lnTo>
                    <a:pt x="1600053" y="5580078"/>
                  </a:lnTo>
                  <a:lnTo>
                    <a:pt x="1917913" y="5922253"/>
                  </a:lnTo>
                  <a:lnTo>
                    <a:pt x="1916653" y="6263701"/>
                  </a:lnTo>
                  <a:lnTo>
                    <a:pt x="1575912" y="6592809"/>
                  </a:lnTo>
                  <a:close/>
                </a:path>
                <a:path w="1918335" h="10287000">
                  <a:moveTo>
                    <a:pt x="1413694" y="8440502"/>
                  </a:moveTo>
                  <a:lnTo>
                    <a:pt x="1454955" y="6709636"/>
                  </a:lnTo>
                  <a:lnTo>
                    <a:pt x="1526938" y="7183770"/>
                  </a:lnTo>
                  <a:lnTo>
                    <a:pt x="1706743" y="7411859"/>
                  </a:lnTo>
                  <a:lnTo>
                    <a:pt x="1712002" y="7943609"/>
                  </a:lnTo>
                  <a:lnTo>
                    <a:pt x="1568908" y="8247036"/>
                  </a:lnTo>
                  <a:lnTo>
                    <a:pt x="1413694" y="8440502"/>
                  </a:lnTo>
                  <a:close/>
                </a:path>
                <a:path w="1918335" h="10287000">
                  <a:moveTo>
                    <a:pt x="1281016" y="8605880"/>
                  </a:moveTo>
                  <a:lnTo>
                    <a:pt x="1374847" y="4669671"/>
                  </a:lnTo>
                  <a:lnTo>
                    <a:pt x="1487010" y="4973287"/>
                  </a:lnTo>
                  <a:lnTo>
                    <a:pt x="1637012" y="5163324"/>
                  </a:lnTo>
                  <a:lnTo>
                    <a:pt x="1600053" y="5580078"/>
                  </a:lnTo>
                  <a:lnTo>
                    <a:pt x="1575912" y="6592809"/>
                  </a:lnTo>
                  <a:lnTo>
                    <a:pt x="1454955" y="6709636"/>
                  </a:lnTo>
                  <a:lnTo>
                    <a:pt x="1413694" y="8440502"/>
                  </a:lnTo>
                  <a:lnTo>
                    <a:pt x="1281016" y="8605880"/>
                  </a:lnTo>
                  <a:close/>
                </a:path>
                <a:path w="1918335" h="10287000">
                  <a:moveTo>
                    <a:pt x="0" y="0"/>
                  </a:moveTo>
                  <a:lnTo>
                    <a:pt x="1591752" y="0"/>
                  </a:lnTo>
                  <a:lnTo>
                    <a:pt x="1593587" y="0"/>
                  </a:lnTo>
                  <a:lnTo>
                    <a:pt x="1608106" y="26356"/>
                  </a:lnTo>
                  <a:lnTo>
                    <a:pt x="1631019" y="65833"/>
                  </a:lnTo>
                  <a:lnTo>
                    <a:pt x="1583889" y="329823"/>
                  </a:lnTo>
                  <a:lnTo>
                    <a:pt x="1565187" y="426131"/>
                  </a:lnTo>
                  <a:lnTo>
                    <a:pt x="1494905" y="529924"/>
                  </a:lnTo>
                  <a:lnTo>
                    <a:pt x="1359736" y="665795"/>
                  </a:lnTo>
                  <a:lnTo>
                    <a:pt x="1228308" y="783884"/>
                  </a:lnTo>
                  <a:lnTo>
                    <a:pt x="1169248" y="834327"/>
                  </a:lnTo>
                  <a:lnTo>
                    <a:pt x="1147196" y="1759423"/>
                  </a:lnTo>
                  <a:lnTo>
                    <a:pt x="1113755" y="1935805"/>
                  </a:lnTo>
                  <a:lnTo>
                    <a:pt x="1104273" y="2333575"/>
                  </a:lnTo>
                  <a:lnTo>
                    <a:pt x="1022002" y="2486860"/>
                  </a:lnTo>
                  <a:lnTo>
                    <a:pt x="836062" y="10287000"/>
                  </a:lnTo>
                  <a:lnTo>
                    <a:pt x="0" y="10287000"/>
                  </a:lnTo>
                  <a:lnTo>
                    <a:pt x="0" y="0"/>
                  </a:lnTo>
                  <a:close/>
                </a:path>
                <a:path w="1918335" h="10287000">
                  <a:moveTo>
                    <a:pt x="1088866" y="10287000"/>
                  </a:moveTo>
                  <a:lnTo>
                    <a:pt x="1115979" y="9149629"/>
                  </a:lnTo>
                  <a:lnTo>
                    <a:pt x="1386146" y="9472489"/>
                  </a:lnTo>
                  <a:lnTo>
                    <a:pt x="1386769" y="9776148"/>
                  </a:lnTo>
                  <a:lnTo>
                    <a:pt x="1296340" y="10003692"/>
                  </a:lnTo>
                  <a:lnTo>
                    <a:pt x="1261362" y="10287000"/>
                  </a:lnTo>
                  <a:lnTo>
                    <a:pt x="1088866" y="10287000"/>
                  </a:lnTo>
                  <a:close/>
                </a:path>
                <a:path w="1918335" h="10287000">
                  <a:moveTo>
                    <a:pt x="1181001" y="8730545"/>
                  </a:moveTo>
                  <a:lnTo>
                    <a:pt x="1305403" y="3511907"/>
                  </a:lnTo>
                  <a:lnTo>
                    <a:pt x="1331360" y="3948339"/>
                  </a:lnTo>
                  <a:lnTo>
                    <a:pt x="1428738" y="4233177"/>
                  </a:lnTo>
                  <a:lnTo>
                    <a:pt x="1419051" y="4423093"/>
                  </a:lnTo>
                  <a:lnTo>
                    <a:pt x="1374847" y="4669671"/>
                  </a:lnTo>
                  <a:lnTo>
                    <a:pt x="1281016" y="8605880"/>
                  </a:lnTo>
                  <a:lnTo>
                    <a:pt x="1181001" y="8730545"/>
                  </a:lnTo>
                  <a:close/>
                </a:path>
                <a:path w="1918335" h="10287000">
                  <a:moveTo>
                    <a:pt x="836062" y="10287000"/>
                  </a:moveTo>
                  <a:lnTo>
                    <a:pt x="1022002" y="2486860"/>
                  </a:lnTo>
                  <a:lnTo>
                    <a:pt x="1362364" y="3018737"/>
                  </a:lnTo>
                  <a:lnTo>
                    <a:pt x="1305403" y="3511907"/>
                  </a:lnTo>
                  <a:lnTo>
                    <a:pt x="1181001" y="8730545"/>
                  </a:lnTo>
                  <a:lnTo>
                    <a:pt x="1134158" y="8788932"/>
                  </a:lnTo>
                  <a:lnTo>
                    <a:pt x="1115979" y="9149629"/>
                  </a:lnTo>
                  <a:lnTo>
                    <a:pt x="1088866" y="10287000"/>
                  </a:lnTo>
                  <a:lnTo>
                    <a:pt x="836062" y="10287000"/>
                  </a:lnTo>
                  <a:close/>
                </a:path>
                <a:path w="1918335" h="10287000">
                  <a:moveTo>
                    <a:pt x="1147196" y="1759423"/>
                  </a:moveTo>
                  <a:lnTo>
                    <a:pt x="1169248" y="834327"/>
                  </a:lnTo>
                  <a:lnTo>
                    <a:pt x="1290767" y="1271072"/>
                  </a:lnTo>
                  <a:lnTo>
                    <a:pt x="1178669" y="1593418"/>
                  </a:lnTo>
                  <a:lnTo>
                    <a:pt x="1147196" y="1759423"/>
                  </a:lnTo>
                  <a:close/>
                </a:path>
                <a:path w="1918335" h="10287000">
                  <a:moveTo>
                    <a:pt x="1104273" y="2333575"/>
                  </a:moveTo>
                  <a:lnTo>
                    <a:pt x="1113755" y="1935805"/>
                  </a:lnTo>
                  <a:lnTo>
                    <a:pt x="1215854" y="2125683"/>
                  </a:lnTo>
                  <a:lnTo>
                    <a:pt x="1104273" y="2333575"/>
                  </a:lnTo>
                  <a:close/>
                </a:path>
              </a:pathLst>
            </a:custGeom>
            <a:solidFill>
              <a:srgbClr val="FFD04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2795324" y="930165"/>
            <a:ext cx="14123669" cy="969010"/>
          </a:xfrm>
          <a:prstGeom prst="rect"/>
        </p:spPr>
        <p:txBody>
          <a:bodyPr wrap="square" lIns="0" tIns="52069" rIns="0" bIns="0" rtlCol="0" vert="horz">
            <a:spAutoFit/>
          </a:bodyPr>
          <a:lstStyle/>
          <a:p>
            <a:pPr marL="12700" marR="5080">
              <a:lnSpc>
                <a:spcPts val="3600"/>
              </a:lnSpc>
              <a:spcBef>
                <a:spcPts val="409"/>
              </a:spcBef>
            </a:pPr>
            <a:r>
              <a:rPr dirty="0" sz="2600" b="0">
                <a:latin typeface="Comic Sans MS"/>
                <a:cs typeface="Comic Sans MS"/>
              </a:rPr>
              <a:t>A</a:t>
            </a:r>
            <a:r>
              <a:rPr dirty="0" sz="2600" spc="180" b="0">
                <a:latin typeface="Comic Sans MS"/>
                <a:cs typeface="Comic Sans MS"/>
              </a:rPr>
              <a:t> </a:t>
            </a:r>
            <a:r>
              <a:rPr dirty="0" sz="2600" b="0">
                <a:latin typeface="Comic Sans MS"/>
                <a:cs typeface="Comic Sans MS"/>
              </a:rPr>
              <a:t>precursor</a:t>
            </a:r>
            <a:r>
              <a:rPr dirty="0" sz="2600" spc="229" b="0">
                <a:latin typeface="Comic Sans MS"/>
                <a:cs typeface="Comic Sans MS"/>
              </a:rPr>
              <a:t> </a:t>
            </a:r>
            <a:r>
              <a:rPr dirty="0" sz="2600" b="0">
                <a:latin typeface="Comic Sans MS"/>
                <a:cs typeface="Comic Sans MS"/>
              </a:rPr>
              <a:t>is</a:t>
            </a:r>
            <a:r>
              <a:rPr dirty="0" sz="2600" spc="229" b="0">
                <a:latin typeface="Comic Sans MS"/>
                <a:cs typeface="Comic Sans MS"/>
              </a:rPr>
              <a:t> </a:t>
            </a:r>
            <a:r>
              <a:rPr dirty="0" sz="2600" b="0">
                <a:latin typeface="Comic Sans MS"/>
                <a:cs typeface="Comic Sans MS"/>
              </a:rPr>
              <a:t>an</a:t>
            </a:r>
            <a:r>
              <a:rPr dirty="0" sz="2600" spc="225" b="0">
                <a:latin typeface="Comic Sans MS"/>
                <a:cs typeface="Comic Sans MS"/>
              </a:rPr>
              <a:t> </a:t>
            </a:r>
            <a:r>
              <a:rPr dirty="0" sz="3200" spc="-320"/>
              <a:t>observable</a:t>
            </a:r>
            <a:r>
              <a:rPr dirty="0" sz="3200" spc="-25"/>
              <a:t> </a:t>
            </a:r>
            <a:r>
              <a:rPr dirty="0" sz="3200" spc="-325"/>
              <a:t>event</a:t>
            </a:r>
            <a:r>
              <a:rPr dirty="0" sz="3200" spc="-25"/>
              <a:t> </a:t>
            </a:r>
            <a:r>
              <a:rPr dirty="0" sz="3200" spc="-310"/>
              <a:t>or</a:t>
            </a:r>
            <a:r>
              <a:rPr dirty="0" sz="3200" spc="-35"/>
              <a:t> </a:t>
            </a:r>
            <a:r>
              <a:rPr dirty="0" sz="3200" spc="-295"/>
              <a:t>condition</a:t>
            </a:r>
            <a:r>
              <a:rPr dirty="0" sz="3200" spc="-375"/>
              <a:t> </a:t>
            </a:r>
            <a:r>
              <a:rPr dirty="0" sz="2600" b="0">
                <a:latin typeface="Comic Sans MS"/>
                <a:cs typeface="Comic Sans MS"/>
              </a:rPr>
              <a:t>that</a:t>
            </a:r>
            <a:r>
              <a:rPr dirty="0" sz="2600" spc="229" b="0">
                <a:latin typeface="Comic Sans MS"/>
                <a:cs typeface="Comic Sans MS"/>
              </a:rPr>
              <a:t> </a:t>
            </a:r>
            <a:r>
              <a:rPr dirty="0" sz="2600" b="0">
                <a:latin typeface="Comic Sans MS"/>
                <a:cs typeface="Comic Sans MS"/>
              </a:rPr>
              <a:t>suggests</a:t>
            </a:r>
            <a:r>
              <a:rPr dirty="0" sz="2600" spc="229" b="0">
                <a:latin typeface="Comic Sans MS"/>
                <a:cs typeface="Comic Sans MS"/>
              </a:rPr>
              <a:t> </a:t>
            </a:r>
            <a:r>
              <a:rPr dirty="0" sz="2600" b="0">
                <a:latin typeface="Comic Sans MS"/>
                <a:cs typeface="Comic Sans MS"/>
              </a:rPr>
              <a:t>that</a:t>
            </a:r>
            <a:r>
              <a:rPr dirty="0" sz="2600" spc="229" b="0">
                <a:latin typeface="Comic Sans MS"/>
                <a:cs typeface="Comic Sans MS"/>
              </a:rPr>
              <a:t> </a:t>
            </a:r>
            <a:r>
              <a:rPr dirty="0" sz="3200" spc="-340"/>
              <a:t>an</a:t>
            </a:r>
            <a:r>
              <a:rPr dirty="0" sz="3200" spc="-25"/>
              <a:t> </a:t>
            </a:r>
            <a:r>
              <a:rPr dirty="0" sz="3200" spc="-325"/>
              <a:t>attacker</a:t>
            </a:r>
            <a:r>
              <a:rPr dirty="0" sz="3200" spc="-25"/>
              <a:t> </a:t>
            </a:r>
            <a:r>
              <a:rPr dirty="0" sz="3200" spc="-395"/>
              <a:t>may</a:t>
            </a:r>
            <a:r>
              <a:rPr dirty="0" sz="3200" spc="-25"/>
              <a:t> </a:t>
            </a:r>
            <a:r>
              <a:rPr dirty="0" sz="3200" spc="-380"/>
              <a:t>be </a:t>
            </a:r>
            <a:r>
              <a:rPr dirty="0" sz="3200" spc="-310"/>
              <a:t>preparing</a:t>
            </a:r>
            <a:r>
              <a:rPr dirty="0" sz="3200" spc="-265"/>
              <a:t> </a:t>
            </a:r>
            <a:r>
              <a:rPr dirty="0" sz="3200" spc="-315"/>
              <a:t>for</a:t>
            </a:r>
            <a:r>
              <a:rPr dirty="0" sz="3200" spc="-265"/>
              <a:t> </a:t>
            </a:r>
            <a:r>
              <a:rPr dirty="0" sz="3200" spc="-340"/>
              <a:t>an</a:t>
            </a:r>
            <a:r>
              <a:rPr dirty="0" sz="3200" spc="-265"/>
              <a:t> </a:t>
            </a:r>
            <a:r>
              <a:rPr dirty="0" sz="3200" spc="-320"/>
              <a:t>attack.</a:t>
            </a:r>
            <a:r>
              <a:rPr dirty="0" sz="3200" spc="-260"/>
              <a:t> </a:t>
            </a:r>
            <a:r>
              <a:rPr dirty="0" sz="2600" b="0">
                <a:latin typeface="Comic Sans MS"/>
                <a:cs typeface="Comic Sans MS"/>
              </a:rPr>
              <a:t>It</a:t>
            </a:r>
            <a:r>
              <a:rPr dirty="0" sz="2600" spc="-165" b="0">
                <a:latin typeface="Comic Sans MS"/>
                <a:cs typeface="Comic Sans MS"/>
              </a:rPr>
              <a:t> </a:t>
            </a:r>
            <a:r>
              <a:rPr dirty="0" sz="2600" b="0">
                <a:latin typeface="Comic Sans MS"/>
                <a:cs typeface="Comic Sans MS"/>
              </a:rPr>
              <a:t>does</a:t>
            </a:r>
            <a:r>
              <a:rPr dirty="0" sz="2600" spc="-30" b="0">
                <a:latin typeface="Comic Sans MS"/>
                <a:cs typeface="Comic Sans MS"/>
              </a:rPr>
              <a:t> </a:t>
            </a:r>
            <a:r>
              <a:rPr dirty="0" sz="2600" b="0">
                <a:latin typeface="Comic Sans MS"/>
                <a:cs typeface="Comic Sans MS"/>
              </a:rPr>
              <a:t>not</a:t>
            </a:r>
            <a:r>
              <a:rPr dirty="0" sz="2600" spc="-30" b="0">
                <a:latin typeface="Comic Sans MS"/>
                <a:cs typeface="Comic Sans MS"/>
              </a:rPr>
              <a:t> </a:t>
            </a:r>
            <a:r>
              <a:rPr dirty="0" sz="2600" b="0">
                <a:latin typeface="Comic Sans MS"/>
                <a:cs typeface="Comic Sans MS"/>
              </a:rPr>
              <a:t>necessarily</a:t>
            </a:r>
            <a:r>
              <a:rPr dirty="0" sz="2600" spc="-25" b="0">
                <a:latin typeface="Comic Sans MS"/>
                <a:cs typeface="Comic Sans MS"/>
              </a:rPr>
              <a:t> </a:t>
            </a:r>
            <a:r>
              <a:rPr dirty="0" sz="2600" b="0">
                <a:latin typeface="Comic Sans MS"/>
                <a:cs typeface="Comic Sans MS"/>
              </a:rPr>
              <a:t>mean</a:t>
            </a:r>
            <a:r>
              <a:rPr dirty="0" sz="2600" spc="-30" b="0">
                <a:latin typeface="Comic Sans MS"/>
                <a:cs typeface="Comic Sans MS"/>
              </a:rPr>
              <a:t> </a:t>
            </a:r>
            <a:r>
              <a:rPr dirty="0" sz="2600" b="0">
                <a:latin typeface="Comic Sans MS"/>
                <a:cs typeface="Comic Sans MS"/>
              </a:rPr>
              <a:t>that</a:t>
            </a:r>
            <a:r>
              <a:rPr dirty="0" sz="2600" spc="-30" b="0">
                <a:latin typeface="Comic Sans MS"/>
                <a:cs typeface="Comic Sans MS"/>
              </a:rPr>
              <a:t> </a:t>
            </a:r>
            <a:r>
              <a:rPr dirty="0" sz="2600" b="0">
                <a:latin typeface="Comic Sans MS"/>
                <a:cs typeface="Comic Sans MS"/>
              </a:rPr>
              <a:t>an</a:t>
            </a:r>
            <a:r>
              <a:rPr dirty="0" sz="2600" spc="-25" b="0">
                <a:latin typeface="Comic Sans MS"/>
                <a:cs typeface="Comic Sans MS"/>
              </a:rPr>
              <a:t> </a:t>
            </a:r>
            <a:r>
              <a:rPr dirty="0" sz="2600" b="0">
                <a:latin typeface="Comic Sans MS"/>
                <a:cs typeface="Comic Sans MS"/>
              </a:rPr>
              <a:t>incident</a:t>
            </a:r>
            <a:r>
              <a:rPr dirty="0" sz="2600" spc="-30" b="0">
                <a:latin typeface="Comic Sans MS"/>
                <a:cs typeface="Comic Sans MS"/>
              </a:rPr>
              <a:t> </a:t>
            </a:r>
            <a:r>
              <a:rPr dirty="0" sz="2600" b="0">
                <a:latin typeface="Comic Sans MS"/>
                <a:cs typeface="Comic Sans MS"/>
              </a:rPr>
              <a:t>has</a:t>
            </a:r>
            <a:r>
              <a:rPr dirty="0" sz="2600" spc="-30" b="0">
                <a:latin typeface="Comic Sans MS"/>
                <a:cs typeface="Comic Sans MS"/>
              </a:rPr>
              <a:t> </a:t>
            </a:r>
            <a:r>
              <a:rPr dirty="0" sz="2600" spc="-10" b="0">
                <a:latin typeface="Comic Sans MS"/>
                <a:cs typeface="Comic Sans MS"/>
              </a:rPr>
              <a:t>occurred.</a:t>
            </a:r>
            <a:endParaRPr sz="2600">
              <a:latin typeface="Comic Sans MS"/>
              <a:cs typeface="Comic Sans MS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74724" y="3005454"/>
            <a:ext cx="114300" cy="11429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74724" y="3462654"/>
            <a:ext cx="114300" cy="11429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74724" y="3919854"/>
            <a:ext cx="114300" cy="11429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74724" y="4377054"/>
            <a:ext cx="114300" cy="11429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74724" y="4834254"/>
            <a:ext cx="114300" cy="11429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74724" y="5291454"/>
            <a:ext cx="114300" cy="114299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74724" y="5748654"/>
            <a:ext cx="114300" cy="114299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74724" y="6205854"/>
            <a:ext cx="114300" cy="114299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74724" y="6663054"/>
            <a:ext cx="114300" cy="114299"/>
          </a:xfrm>
          <a:prstGeom prst="rect">
            <a:avLst/>
          </a:prstGeom>
        </p:spPr>
      </p:pic>
      <p:sp>
        <p:nvSpPr>
          <p:cNvPr id="16" name="object 16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679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35"/>
              </a:spcBef>
            </a:pPr>
            <a:r>
              <a:rPr dirty="0" sz="3200" spc="-345" b="1">
                <a:latin typeface="Comic Sans MS"/>
                <a:cs typeface="Comic Sans MS"/>
              </a:rPr>
              <a:t>Examples:</a:t>
            </a:r>
            <a:endParaRPr sz="3200">
              <a:latin typeface="Comic Sans MS"/>
              <a:cs typeface="Comic Sans MS"/>
            </a:endParaRPr>
          </a:p>
          <a:p>
            <a:pPr marL="573405" marR="2457450">
              <a:lnSpc>
                <a:spcPts val="3600"/>
              </a:lnSpc>
              <a:spcBef>
                <a:spcPts val="80"/>
              </a:spcBef>
            </a:pPr>
            <a:r>
              <a:rPr dirty="0" sz="2600"/>
              <a:t>Repeated</a:t>
            </a:r>
            <a:r>
              <a:rPr dirty="0" sz="2600" spc="-75"/>
              <a:t> </a:t>
            </a:r>
            <a:r>
              <a:rPr dirty="0" sz="2600"/>
              <a:t>vulnerability</a:t>
            </a:r>
            <a:r>
              <a:rPr dirty="0" sz="2600" spc="-70"/>
              <a:t> </a:t>
            </a:r>
            <a:r>
              <a:rPr dirty="0" sz="2600"/>
              <a:t>scanning</a:t>
            </a:r>
            <a:r>
              <a:rPr dirty="0" sz="2600" spc="-70"/>
              <a:t> </a:t>
            </a:r>
            <a:r>
              <a:rPr dirty="0" sz="2600"/>
              <a:t>of</a:t>
            </a:r>
            <a:r>
              <a:rPr dirty="0" sz="2600" spc="-70"/>
              <a:t> </a:t>
            </a:r>
            <a:r>
              <a:rPr dirty="0" sz="2600"/>
              <a:t>an</a:t>
            </a:r>
            <a:r>
              <a:rPr dirty="0" sz="2600" spc="-75"/>
              <a:t> </a:t>
            </a:r>
            <a:r>
              <a:rPr dirty="0" sz="2600"/>
              <a:t>organization's</a:t>
            </a:r>
            <a:r>
              <a:rPr dirty="0" sz="2600" spc="-70"/>
              <a:t> </a:t>
            </a:r>
            <a:r>
              <a:rPr dirty="0" sz="2600"/>
              <a:t>public</a:t>
            </a:r>
            <a:r>
              <a:rPr dirty="0" sz="2600" spc="-70"/>
              <a:t> </a:t>
            </a:r>
            <a:r>
              <a:rPr dirty="0" sz="2600"/>
              <a:t>IP</a:t>
            </a:r>
            <a:r>
              <a:rPr dirty="0" sz="2600" spc="-70"/>
              <a:t> </a:t>
            </a:r>
            <a:r>
              <a:rPr dirty="0" sz="2600" spc="-10"/>
              <a:t>addresses </a:t>
            </a:r>
            <a:r>
              <a:rPr dirty="0" sz="2600"/>
              <a:t>Port</a:t>
            </a:r>
            <a:r>
              <a:rPr dirty="0" sz="2600" spc="-60"/>
              <a:t> </a:t>
            </a:r>
            <a:r>
              <a:rPr dirty="0" sz="2600"/>
              <a:t>scanning</a:t>
            </a:r>
            <a:r>
              <a:rPr dirty="0" sz="2600" spc="-60"/>
              <a:t> </a:t>
            </a:r>
            <a:r>
              <a:rPr dirty="0" sz="2600"/>
              <a:t>against</a:t>
            </a:r>
            <a:r>
              <a:rPr dirty="0" sz="2600" spc="-60"/>
              <a:t> </a:t>
            </a:r>
            <a:r>
              <a:rPr dirty="0" sz="2600" spc="-10"/>
              <a:t>servers</a:t>
            </a:r>
            <a:endParaRPr sz="2600"/>
          </a:p>
          <a:p>
            <a:pPr marL="573405" marR="8220075">
              <a:lnSpc>
                <a:spcPts val="3600"/>
              </a:lnSpc>
            </a:pPr>
            <a:r>
              <a:rPr dirty="0" sz="2600"/>
              <a:t>Phishing</a:t>
            </a:r>
            <a:r>
              <a:rPr dirty="0" sz="2600" spc="-50"/>
              <a:t> </a:t>
            </a:r>
            <a:r>
              <a:rPr dirty="0" sz="2600"/>
              <a:t>emails</a:t>
            </a:r>
            <a:r>
              <a:rPr dirty="0" sz="2600" spc="-45"/>
              <a:t> </a:t>
            </a:r>
            <a:r>
              <a:rPr dirty="0" sz="2600"/>
              <a:t>sent</a:t>
            </a:r>
            <a:r>
              <a:rPr dirty="0" sz="2600" spc="-45"/>
              <a:t> </a:t>
            </a:r>
            <a:r>
              <a:rPr dirty="0" sz="2600"/>
              <a:t>to</a:t>
            </a:r>
            <a:r>
              <a:rPr dirty="0" sz="2600" spc="-45"/>
              <a:t> </a:t>
            </a:r>
            <a:r>
              <a:rPr dirty="0" sz="2600" spc="-10"/>
              <a:t>employees </a:t>
            </a:r>
            <a:r>
              <a:rPr dirty="0" sz="2600"/>
              <a:t>Registration</a:t>
            </a:r>
            <a:r>
              <a:rPr dirty="0" sz="2600" spc="-50"/>
              <a:t> </a:t>
            </a:r>
            <a:r>
              <a:rPr dirty="0" sz="2600"/>
              <a:t>of</a:t>
            </a:r>
            <a:r>
              <a:rPr dirty="0" sz="2600" spc="-45"/>
              <a:t> </a:t>
            </a:r>
            <a:r>
              <a:rPr dirty="0" sz="2600"/>
              <a:t>a</a:t>
            </a:r>
            <a:r>
              <a:rPr dirty="0" sz="2600" spc="-45"/>
              <a:t> </a:t>
            </a:r>
            <a:r>
              <a:rPr dirty="0" sz="2600" spc="-10"/>
              <a:t>look-</a:t>
            </a:r>
            <a:r>
              <a:rPr dirty="0" sz="2600"/>
              <a:t>alike</a:t>
            </a:r>
            <a:r>
              <a:rPr dirty="0" sz="2600" spc="-45"/>
              <a:t> </a:t>
            </a:r>
            <a:r>
              <a:rPr dirty="0" sz="2600" spc="-10"/>
              <a:t>domain</a:t>
            </a:r>
            <a:endParaRPr sz="2600"/>
          </a:p>
          <a:p>
            <a:pPr marL="573405" marR="5410835">
              <a:lnSpc>
                <a:spcPts val="3600"/>
              </a:lnSpc>
            </a:pPr>
            <a:r>
              <a:rPr dirty="0" sz="2600"/>
              <a:t>An</a:t>
            </a:r>
            <a:r>
              <a:rPr dirty="0" sz="2600" spc="-75"/>
              <a:t> </a:t>
            </a:r>
            <a:r>
              <a:rPr dirty="0" sz="2600"/>
              <a:t>attacker</a:t>
            </a:r>
            <a:r>
              <a:rPr dirty="0" sz="2600" spc="-70"/>
              <a:t> </a:t>
            </a:r>
            <a:r>
              <a:rPr dirty="0" sz="2600"/>
              <a:t>researching</a:t>
            </a:r>
            <a:r>
              <a:rPr dirty="0" sz="2600" spc="-70"/>
              <a:t> </a:t>
            </a:r>
            <a:r>
              <a:rPr dirty="0" sz="2600"/>
              <a:t>employees</a:t>
            </a:r>
            <a:r>
              <a:rPr dirty="0" sz="2600" spc="-75"/>
              <a:t> </a:t>
            </a:r>
            <a:r>
              <a:rPr dirty="0" sz="2600"/>
              <a:t>on</a:t>
            </a:r>
            <a:r>
              <a:rPr dirty="0" sz="2600" spc="-70"/>
              <a:t> </a:t>
            </a:r>
            <a:r>
              <a:rPr dirty="0" sz="2600"/>
              <a:t>social</a:t>
            </a:r>
            <a:r>
              <a:rPr dirty="0" sz="2600" spc="-70"/>
              <a:t> </a:t>
            </a:r>
            <a:r>
              <a:rPr dirty="0" sz="2600" spc="-10"/>
              <a:t>media </a:t>
            </a:r>
            <a:r>
              <a:rPr dirty="0" sz="2600"/>
              <a:t>Attempts</a:t>
            </a:r>
            <a:r>
              <a:rPr dirty="0" sz="2600" spc="-40"/>
              <a:t> </a:t>
            </a:r>
            <a:r>
              <a:rPr dirty="0" sz="2600"/>
              <a:t>to</a:t>
            </a:r>
            <a:r>
              <a:rPr dirty="0" sz="2600" spc="-40"/>
              <a:t> </a:t>
            </a:r>
            <a:r>
              <a:rPr dirty="0" sz="2600"/>
              <a:t>identify</a:t>
            </a:r>
            <a:r>
              <a:rPr dirty="0" sz="2600" spc="-35"/>
              <a:t> </a:t>
            </a:r>
            <a:r>
              <a:rPr dirty="0" sz="2600"/>
              <a:t>VPN</a:t>
            </a:r>
            <a:r>
              <a:rPr dirty="0" sz="2600" spc="-40"/>
              <a:t> </a:t>
            </a:r>
            <a:r>
              <a:rPr dirty="0" sz="2600"/>
              <a:t>or</a:t>
            </a:r>
            <a:r>
              <a:rPr dirty="0" sz="2600" spc="-35"/>
              <a:t> </a:t>
            </a:r>
            <a:r>
              <a:rPr dirty="0" sz="2600" spc="-25"/>
              <a:t>remote-</a:t>
            </a:r>
            <a:r>
              <a:rPr dirty="0" sz="2600"/>
              <a:t>access</a:t>
            </a:r>
            <a:r>
              <a:rPr dirty="0" sz="2600" spc="-40"/>
              <a:t> </a:t>
            </a:r>
            <a:r>
              <a:rPr dirty="0" sz="2600" spc="-10"/>
              <a:t>services</a:t>
            </a:r>
            <a:endParaRPr sz="2600"/>
          </a:p>
          <a:p>
            <a:pPr marL="573405" marR="1703070">
              <a:lnSpc>
                <a:spcPts val="3600"/>
              </a:lnSpc>
            </a:pPr>
            <a:r>
              <a:rPr dirty="0" sz="2600"/>
              <a:t>Threat</a:t>
            </a:r>
            <a:r>
              <a:rPr dirty="0" sz="2600" spc="-70"/>
              <a:t> </a:t>
            </a:r>
            <a:r>
              <a:rPr dirty="0" sz="2600"/>
              <a:t>intelligence</a:t>
            </a:r>
            <a:r>
              <a:rPr dirty="0" sz="2600" spc="-70"/>
              <a:t> </a:t>
            </a:r>
            <a:r>
              <a:rPr dirty="0" sz="2600"/>
              <a:t>reporting</a:t>
            </a:r>
            <a:r>
              <a:rPr dirty="0" sz="2600" spc="-65"/>
              <a:t> </a:t>
            </a:r>
            <a:r>
              <a:rPr dirty="0" sz="2600"/>
              <a:t>that</a:t>
            </a:r>
            <a:r>
              <a:rPr dirty="0" sz="2600" spc="-70"/>
              <a:t> </a:t>
            </a:r>
            <a:r>
              <a:rPr dirty="0" sz="2600"/>
              <a:t>a</a:t>
            </a:r>
            <a:r>
              <a:rPr dirty="0" sz="2600" spc="-65"/>
              <a:t> </a:t>
            </a:r>
            <a:r>
              <a:rPr dirty="0" sz="2600"/>
              <a:t>particular</a:t>
            </a:r>
            <a:r>
              <a:rPr dirty="0" sz="2600" spc="-70"/>
              <a:t> </a:t>
            </a:r>
            <a:r>
              <a:rPr dirty="0" sz="2600"/>
              <a:t>organization</a:t>
            </a:r>
            <a:r>
              <a:rPr dirty="0" sz="2600" spc="-65"/>
              <a:t> </a:t>
            </a:r>
            <a:r>
              <a:rPr dirty="0" sz="2600"/>
              <a:t>is</a:t>
            </a:r>
            <a:r>
              <a:rPr dirty="0" sz="2600" spc="-70"/>
              <a:t> </a:t>
            </a:r>
            <a:r>
              <a:rPr dirty="0" sz="2600"/>
              <a:t>being</a:t>
            </a:r>
            <a:r>
              <a:rPr dirty="0" sz="2600" spc="-65"/>
              <a:t> </a:t>
            </a:r>
            <a:r>
              <a:rPr dirty="0" sz="2600" spc="-10"/>
              <a:t>targeted </a:t>
            </a:r>
            <a:r>
              <a:rPr dirty="0" sz="2600"/>
              <a:t>Discovery</a:t>
            </a:r>
            <a:r>
              <a:rPr dirty="0" sz="2600" spc="-70"/>
              <a:t> </a:t>
            </a:r>
            <a:r>
              <a:rPr dirty="0" sz="2600"/>
              <a:t>of</a:t>
            </a:r>
            <a:r>
              <a:rPr dirty="0" sz="2600" spc="-70"/>
              <a:t> </a:t>
            </a:r>
            <a:r>
              <a:rPr dirty="0" sz="2600"/>
              <a:t>a</a:t>
            </a:r>
            <a:r>
              <a:rPr dirty="0" sz="2600" spc="-65"/>
              <a:t> </a:t>
            </a:r>
            <a:r>
              <a:rPr dirty="0" sz="2600"/>
              <a:t>new</a:t>
            </a:r>
            <a:r>
              <a:rPr dirty="0" sz="2600" spc="-70"/>
              <a:t> </a:t>
            </a:r>
            <a:r>
              <a:rPr dirty="0" sz="2600"/>
              <a:t>vulnerability</a:t>
            </a:r>
            <a:r>
              <a:rPr dirty="0" sz="2600" spc="-70"/>
              <a:t> </a:t>
            </a:r>
            <a:r>
              <a:rPr dirty="0" sz="2600"/>
              <a:t>affecting</a:t>
            </a:r>
            <a:r>
              <a:rPr dirty="0" sz="2600" spc="-70"/>
              <a:t> </a:t>
            </a:r>
            <a:r>
              <a:rPr dirty="0" sz="2600"/>
              <a:t>the</a:t>
            </a:r>
            <a:r>
              <a:rPr dirty="0" sz="2600" spc="-65"/>
              <a:t> </a:t>
            </a:r>
            <a:r>
              <a:rPr dirty="0" sz="2600"/>
              <a:t>organization's</a:t>
            </a:r>
            <a:r>
              <a:rPr dirty="0" sz="2600" spc="-70"/>
              <a:t> </a:t>
            </a:r>
            <a:r>
              <a:rPr dirty="0" sz="2600" spc="-10"/>
              <a:t>software </a:t>
            </a:r>
            <a:r>
              <a:rPr dirty="0" sz="2600"/>
              <a:t>Suspicious</a:t>
            </a:r>
            <a:r>
              <a:rPr dirty="0" sz="2600" spc="-125"/>
              <a:t> </a:t>
            </a:r>
            <a:r>
              <a:rPr dirty="0" sz="2600"/>
              <a:t>reconnaissance</a:t>
            </a:r>
            <a:r>
              <a:rPr dirty="0" sz="2600" spc="-120"/>
              <a:t> </a:t>
            </a:r>
            <a:r>
              <a:rPr dirty="0" sz="2600" spc="-10"/>
              <a:t>activity</a:t>
            </a:r>
            <a:endParaRPr sz="2600"/>
          </a:p>
          <a:p>
            <a:pPr marL="12700">
              <a:lnSpc>
                <a:spcPct val="100000"/>
              </a:lnSpc>
              <a:spcBef>
                <a:spcPts val="3279"/>
              </a:spcBef>
            </a:pPr>
            <a:r>
              <a:rPr dirty="0" sz="3200" spc="-350" b="1">
                <a:latin typeface="Comic Sans MS"/>
                <a:cs typeface="Comic Sans MS"/>
              </a:rPr>
              <a:t>Example</a:t>
            </a:r>
            <a:r>
              <a:rPr dirty="0" sz="3200" spc="-245" b="1">
                <a:latin typeface="Comic Sans MS"/>
                <a:cs typeface="Comic Sans MS"/>
              </a:rPr>
              <a:t> </a:t>
            </a:r>
            <a:r>
              <a:rPr dirty="0" sz="3200" spc="-315" b="1">
                <a:latin typeface="Comic Sans MS"/>
                <a:cs typeface="Comic Sans MS"/>
              </a:rPr>
              <a:t>scenario:</a:t>
            </a:r>
            <a:endParaRPr sz="32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dirty="0" sz="2600"/>
              <a:t>An</a:t>
            </a:r>
            <a:r>
              <a:rPr dirty="0" sz="2600" spc="-65"/>
              <a:t> </a:t>
            </a:r>
            <a:r>
              <a:rPr dirty="0" sz="2600"/>
              <a:t>organization's</a:t>
            </a:r>
            <a:r>
              <a:rPr dirty="0" sz="2600" spc="-65"/>
              <a:t> </a:t>
            </a:r>
            <a:r>
              <a:rPr dirty="0" sz="2600"/>
              <a:t>firewall</a:t>
            </a:r>
            <a:r>
              <a:rPr dirty="0" sz="2600" spc="-70"/>
              <a:t> </a:t>
            </a:r>
            <a:r>
              <a:rPr dirty="0" sz="2600"/>
              <a:t>detects</a:t>
            </a:r>
            <a:r>
              <a:rPr dirty="0" sz="2600" spc="-65"/>
              <a:t> </a:t>
            </a:r>
            <a:r>
              <a:rPr dirty="0" sz="2600"/>
              <a:t>repeated</a:t>
            </a:r>
            <a:r>
              <a:rPr dirty="0" sz="2600" spc="-70"/>
              <a:t> </a:t>
            </a:r>
            <a:r>
              <a:rPr dirty="0" sz="2600"/>
              <a:t>port</a:t>
            </a:r>
            <a:r>
              <a:rPr dirty="0" sz="2600" spc="-65"/>
              <a:t> </a:t>
            </a:r>
            <a:r>
              <a:rPr dirty="0" sz="2600"/>
              <a:t>scans</a:t>
            </a:r>
            <a:r>
              <a:rPr dirty="0" sz="2600" spc="-70"/>
              <a:t> </a:t>
            </a:r>
            <a:r>
              <a:rPr dirty="0" sz="2600"/>
              <a:t>from</a:t>
            </a:r>
            <a:r>
              <a:rPr dirty="0" sz="2600" spc="-65"/>
              <a:t> </a:t>
            </a:r>
            <a:r>
              <a:rPr dirty="0" sz="2600"/>
              <a:t>an</a:t>
            </a:r>
            <a:r>
              <a:rPr dirty="0" sz="2600" spc="-65"/>
              <a:t> </a:t>
            </a:r>
            <a:r>
              <a:rPr dirty="0" sz="2600"/>
              <a:t>external</a:t>
            </a:r>
            <a:r>
              <a:rPr dirty="0" sz="2600" spc="-70"/>
              <a:t> </a:t>
            </a:r>
            <a:r>
              <a:rPr dirty="0" sz="2600"/>
              <a:t>IP</a:t>
            </a:r>
            <a:r>
              <a:rPr dirty="0" sz="2600" spc="-65"/>
              <a:t> </a:t>
            </a:r>
            <a:r>
              <a:rPr dirty="0" sz="2600" spc="-10"/>
              <a:t>address.</a:t>
            </a:r>
            <a:endParaRPr sz="2600"/>
          </a:p>
          <a:p>
            <a:pPr marL="12700" marR="5080">
              <a:lnSpc>
                <a:spcPct val="115399"/>
              </a:lnSpc>
            </a:pPr>
            <a:r>
              <a:rPr dirty="0" sz="2600"/>
              <a:t>This</a:t>
            </a:r>
            <a:r>
              <a:rPr dirty="0" sz="2600" spc="85"/>
              <a:t> </a:t>
            </a:r>
            <a:r>
              <a:rPr dirty="0" sz="2600"/>
              <a:t>is</a:t>
            </a:r>
            <a:r>
              <a:rPr dirty="0" sz="2600" spc="85"/>
              <a:t> </a:t>
            </a:r>
            <a:r>
              <a:rPr dirty="0" sz="2600"/>
              <a:t>a</a:t>
            </a:r>
            <a:r>
              <a:rPr dirty="0" sz="2600" spc="85"/>
              <a:t> </a:t>
            </a:r>
            <a:r>
              <a:rPr dirty="0" sz="2600"/>
              <a:t>precursor</a:t>
            </a:r>
            <a:r>
              <a:rPr dirty="0" sz="2600" spc="90"/>
              <a:t> </a:t>
            </a:r>
            <a:r>
              <a:rPr dirty="0" sz="2600"/>
              <a:t>because</a:t>
            </a:r>
            <a:r>
              <a:rPr dirty="0" sz="2600" spc="85"/>
              <a:t> </a:t>
            </a:r>
            <a:r>
              <a:rPr dirty="0" sz="2600"/>
              <a:t>the</a:t>
            </a:r>
            <a:r>
              <a:rPr dirty="0" sz="2600" spc="85"/>
              <a:t> </a:t>
            </a:r>
            <a:r>
              <a:rPr dirty="0" sz="2600"/>
              <a:t>attacker</a:t>
            </a:r>
            <a:r>
              <a:rPr dirty="0" sz="2600" spc="85"/>
              <a:t> </a:t>
            </a:r>
            <a:r>
              <a:rPr dirty="0" sz="2600"/>
              <a:t>may</a:t>
            </a:r>
            <a:r>
              <a:rPr dirty="0" sz="2600" spc="90"/>
              <a:t> </a:t>
            </a:r>
            <a:r>
              <a:rPr dirty="0" sz="2600"/>
              <a:t>simply</a:t>
            </a:r>
            <a:r>
              <a:rPr dirty="0" sz="2600" spc="85"/>
              <a:t> </a:t>
            </a:r>
            <a:r>
              <a:rPr dirty="0" sz="2600"/>
              <a:t>be</a:t>
            </a:r>
            <a:r>
              <a:rPr dirty="0" sz="2600" spc="85"/>
              <a:t> </a:t>
            </a:r>
            <a:r>
              <a:rPr dirty="0" sz="2600"/>
              <a:t>performing</a:t>
            </a:r>
            <a:r>
              <a:rPr dirty="0" sz="2600" spc="90"/>
              <a:t> </a:t>
            </a:r>
            <a:r>
              <a:rPr dirty="0" sz="2600"/>
              <a:t>reconnaissance</a:t>
            </a:r>
            <a:r>
              <a:rPr dirty="0" sz="2600" spc="85"/>
              <a:t> </a:t>
            </a:r>
            <a:r>
              <a:rPr dirty="0" sz="2600" spc="-10"/>
              <a:t>before </a:t>
            </a:r>
            <a:r>
              <a:rPr dirty="0" sz="2600"/>
              <a:t>attempting</a:t>
            </a:r>
            <a:r>
              <a:rPr dirty="0" sz="2600" spc="-100"/>
              <a:t> </a:t>
            </a:r>
            <a:r>
              <a:rPr dirty="0" sz="2600" spc="-10"/>
              <a:t>exploitation.</a:t>
            </a:r>
            <a:endParaRPr sz="260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469515" cy="10287000"/>
            <a:chOff x="0" y="0"/>
            <a:chExt cx="2469515" cy="102870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2469515" cy="10287000"/>
            </a:xfrm>
            <a:custGeom>
              <a:avLst/>
              <a:gdLst/>
              <a:ahLst/>
              <a:cxnLst/>
              <a:rect l="l" t="t" r="r" b="b"/>
              <a:pathLst>
                <a:path w="2469515" h="10287000">
                  <a:moveTo>
                    <a:pt x="1622728" y="10287000"/>
                  </a:moveTo>
                  <a:lnTo>
                    <a:pt x="1748193" y="5023734"/>
                  </a:lnTo>
                  <a:lnTo>
                    <a:pt x="2062502" y="5236604"/>
                  </a:lnTo>
                  <a:lnTo>
                    <a:pt x="2171252" y="5497884"/>
                  </a:lnTo>
                  <a:lnTo>
                    <a:pt x="2195457" y="5853205"/>
                  </a:lnTo>
                  <a:lnTo>
                    <a:pt x="2469006" y="6281536"/>
                  </a:lnTo>
                  <a:lnTo>
                    <a:pt x="2343610" y="6739173"/>
                  </a:lnTo>
                  <a:lnTo>
                    <a:pt x="2050359" y="6982763"/>
                  </a:lnTo>
                  <a:lnTo>
                    <a:pt x="2010046" y="8673883"/>
                  </a:lnTo>
                  <a:lnTo>
                    <a:pt x="1944802" y="9040411"/>
                  </a:lnTo>
                  <a:lnTo>
                    <a:pt x="1926412" y="9399630"/>
                  </a:lnTo>
                  <a:lnTo>
                    <a:pt x="1905259" y="10287000"/>
                  </a:lnTo>
                  <a:lnTo>
                    <a:pt x="1622728" y="10287000"/>
                  </a:lnTo>
                  <a:close/>
                </a:path>
                <a:path w="2469515" h="10287000">
                  <a:moveTo>
                    <a:pt x="2010046" y="8673883"/>
                  </a:moveTo>
                  <a:lnTo>
                    <a:pt x="2050359" y="6982763"/>
                  </a:lnTo>
                  <a:lnTo>
                    <a:pt x="2122084" y="7457382"/>
                  </a:lnTo>
                  <a:lnTo>
                    <a:pt x="2302141" y="7685231"/>
                  </a:lnTo>
                  <a:lnTo>
                    <a:pt x="2279461" y="8203785"/>
                  </a:lnTo>
                  <a:lnTo>
                    <a:pt x="2043519" y="8485837"/>
                  </a:lnTo>
                  <a:lnTo>
                    <a:pt x="2010046" y="8673883"/>
                  </a:lnTo>
                  <a:close/>
                </a:path>
                <a:path w="2469515" h="10287000">
                  <a:moveTo>
                    <a:pt x="1905259" y="10287000"/>
                  </a:moveTo>
                  <a:lnTo>
                    <a:pt x="1926412" y="9399630"/>
                  </a:lnTo>
                  <a:lnTo>
                    <a:pt x="2116614" y="9748098"/>
                  </a:lnTo>
                  <a:lnTo>
                    <a:pt x="2117237" y="10051757"/>
                  </a:lnTo>
                  <a:lnTo>
                    <a:pt x="2158646" y="10283180"/>
                  </a:lnTo>
                  <a:lnTo>
                    <a:pt x="2158174" y="10287000"/>
                  </a:lnTo>
                  <a:lnTo>
                    <a:pt x="1905259" y="10287000"/>
                  </a:lnTo>
                  <a:close/>
                </a:path>
                <a:path w="2469515" h="10287000">
                  <a:moveTo>
                    <a:pt x="1907700" y="1609814"/>
                  </a:moveTo>
                  <a:lnTo>
                    <a:pt x="1942051" y="168813"/>
                  </a:lnTo>
                  <a:lnTo>
                    <a:pt x="1960545" y="516381"/>
                  </a:lnTo>
                  <a:lnTo>
                    <a:pt x="2031683" y="891983"/>
                  </a:lnTo>
                  <a:lnTo>
                    <a:pt x="2154200" y="1348650"/>
                  </a:lnTo>
                  <a:lnTo>
                    <a:pt x="1907700" y="1609814"/>
                  </a:lnTo>
                  <a:close/>
                </a:path>
                <a:path w="2469515" h="10287000">
                  <a:moveTo>
                    <a:pt x="1568432" y="10287000"/>
                  </a:moveTo>
                  <a:lnTo>
                    <a:pt x="1720015" y="3928123"/>
                  </a:lnTo>
                  <a:lnTo>
                    <a:pt x="1926787" y="4220483"/>
                  </a:lnTo>
                  <a:lnTo>
                    <a:pt x="1786705" y="4490326"/>
                  </a:lnTo>
                  <a:lnTo>
                    <a:pt x="1775812" y="4947304"/>
                  </a:lnTo>
                  <a:lnTo>
                    <a:pt x="1748193" y="5023734"/>
                  </a:lnTo>
                  <a:lnTo>
                    <a:pt x="1622728" y="10287000"/>
                  </a:lnTo>
                  <a:lnTo>
                    <a:pt x="1568432" y="10287000"/>
                  </a:lnTo>
                  <a:close/>
                </a:path>
                <a:path w="2469515" h="10287000">
                  <a:moveTo>
                    <a:pt x="1749125" y="3850952"/>
                  </a:moveTo>
                  <a:lnTo>
                    <a:pt x="1773345" y="2834948"/>
                  </a:lnTo>
                  <a:lnTo>
                    <a:pt x="1882011" y="3161573"/>
                  </a:lnTo>
                  <a:lnTo>
                    <a:pt x="1919589" y="3399046"/>
                  </a:lnTo>
                  <a:lnTo>
                    <a:pt x="1749125" y="3850952"/>
                  </a:lnTo>
                  <a:close/>
                </a:path>
                <a:path w="2469515" h="10287000">
                  <a:moveTo>
                    <a:pt x="0" y="0"/>
                  </a:moveTo>
                  <a:lnTo>
                    <a:pt x="1986272" y="0"/>
                  </a:lnTo>
                  <a:lnTo>
                    <a:pt x="1942051" y="168813"/>
                  </a:lnTo>
                  <a:lnTo>
                    <a:pt x="1907700" y="1609814"/>
                  </a:lnTo>
                  <a:lnTo>
                    <a:pt x="1799197" y="1750452"/>
                  </a:lnTo>
                  <a:lnTo>
                    <a:pt x="1749125" y="3850952"/>
                  </a:lnTo>
                  <a:lnTo>
                    <a:pt x="1720015" y="3928123"/>
                  </a:lnTo>
                  <a:lnTo>
                    <a:pt x="1568432" y="10287000"/>
                  </a:lnTo>
                  <a:lnTo>
                    <a:pt x="0" y="10287000"/>
                  </a:lnTo>
                  <a:lnTo>
                    <a:pt x="0" y="0"/>
                  </a:lnTo>
                  <a:close/>
                </a:path>
                <a:path w="2469515" h="10287000">
                  <a:moveTo>
                    <a:pt x="1775812" y="4947304"/>
                  </a:moveTo>
                  <a:lnTo>
                    <a:pt x="1786705" y="4490326"/>
                  </a:lnTo>
                  <a:lnTo>
                    <a:pt x="1862612" y="4707094"/>
                  </a:lnTo>
                  <a:lnTo>
                    <a:pt x="1775812" y="4947304"/>
                  </a:lnTo>
                  <a:close/>
                </a:path>
                <a:path w="2469515" h="10287000">
                  <a:moveTo>
                    <a:pt x="1773345" y="2834948"/>
                  </a:moveTo>
                  <a:lnTo>
                    <a:pt x="1799197" y="1750452"/>
                  </a:lnTo>
                  <a:lnTo>
                    <a:pt x="1869440" y="2142983"/>
                  </a:lnTo>
                  <a:lnTo>
                    <a:pt x="1840310" y="2499243"/>
                  </a:lnTo>
                  <a:lnTo>
                    <a:pt x="1773345" y="2834948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2318385" cy="10287000"/>
            </a:xfrm>
            <a:custGeom>
              <a:avLst/>
              <a:gdLst/>
              <a:ahLst/>
              <a:cxnLst/>
              <a:rect l="l" t="t" r="r" b="b"/>
              <a:pathLst>
                <a:path w="2318385" h="10287000">
                  <a:moveTo>
                    <a:pt x="1976142" y="6602349"/>
                  </a:moveTo>
                  <a:lnTo>
                    <a:pt x="2000283" y="5589618"/>
                  </a:lnTo>
                  <a:lnTo>
                    <a:pt x="2318143" y="5931794"/>
                  </a:lnTo>
                  <a:lnTo>
                    <a:pt x="2316883" y="6273242"/>
                  </a:lnTo>
                  <a:lnTo>
                    <a:pt x="1976142" y="6602349"/>
                  </a:lnTo>
                  <a:close/>
                </a:path>
                <a:path w="2318385" h="10287000">
                  <a:moveTo>
                    <a:pt x="1809571" y="8632693"/>
                  </a:moveTo>
                  <a:lnTo>
                    <a:pt x="1855185" y="6719176"/>
                  </a:lnTo>
                  <a:lnTo>
                    <a:pt x="1926431" y="7193294"/>
                  </a:lnTo>
                  <a:lnTo>
                    <a:pt x="2106236" y="7421382"/>
                  </a:lnTo>
                  <a:lnTo>
                    <a:pt x="2112249" y="7952414"/>
                  </a:lnTo>
                  <a:lnTo>
                    <a:pt x="1969401" y="8255847"/>
                  </a:lnTo>
                  <a:lnTo>
                    <a:pt x="1809571" y="8632693"/>
                  </a:lnTo>
                  <a:close/>
                </a:path>
                <a:path w="2318385" h="10287000">
                  <a:moveTo>
                    <a:pt x="1703065" y="10287000"/>
                  </a:moveTo>
                  <a:lnTo>
                    <a:pt x="1730484" y="9136765"/>
                  </a:lnTo>
                  <a:lnTo>
                    <a:pt x="2054014" y="9488411"/>
                  </a:lnTo>
                  <a:lnTo>
                    <a:pt x="2054883" y="9792076"/>
                  </a:lnTo>
                  <a:lnTo>
                    <a:pt x="1963472" y="10019595"/>
                  </a:lnTo>
                  <a:lnTo>
                    <a:pt x="1930457" y="10287000"/>
                  </a:lnTo>
                  <a:lnTo>
                    <a:pt x="1703065" y="10287000"/>
                  </a:lnTo>
                  <a:close/>
                </a:path>
                <a:path w="2318385" h="10287000">
                  <a:moveTo>
                    <a:pt x="1420533" y="10287000"/>
                  </a:moveTo>
                  <a:lnTo>
                    <a:pt x="1552277" y="4760376"/>
                  </a:lnTo>
                  <a:lnTo>
                    <a:pt x="1870799" y="4848057"/>
                  </a:lnTo>
                  <a:lnTo>
                    <a:pt x="2075271" y="5226591"/>
                  </a:lnTo>
                  <a:lnTo>
                    <a:pt x="2000283" y="5589618"/>
                  </a:lnTo>
                  <a:lnTo>
                    <a:pt x="1976142" y="6602349"/>
                  </a:lnTo>
                  <a:lnTo>
                    <a:pt x="1855185" y="6719176"/>
                  </a:lnTo>
                  <a:lnTo>
                    <a:pt x="1809571" y="8632693"/>
                  </a:lnTo>
                  <a:lnTo>
                    <a:pt x="1748658" y="8776313"/>
                  </a:lnTo>
                  <a:lnTo>
                    <a:pt x="1730484" y="9136765"/>
                  </a:lnTo>
                  <a:lnTo>
                    <a:pt x="1703065" y="10287000"/>
                  </a:lnTo>
                  <a:lnTo>
                    <a:pt x="1420533" y="10287000"/>
                  </a:lnTo>
                  <a:close/>
                </a:path>
                <a:path w="2318385" h="10287000">
                  <a:moveTo>
                    <a:pt x="0" y="0"/>
                  </a:moveTo>
                  <a:lnTo>
                    <a:pt x="1751825" y="0"/>
                  </a:lnTo>
                  <a:lnTo>
                    <a:pt x="1765342" y="254023"/>
                  </a:lnTo>
                  <a:lnTo>
                    <a:pt x="1836485" y="629378"/>
                  </a:lnTo>
                  <a:lnTo>
                    <a:pt x="1959243" y="1086298"/>
                  </a:lnTo>
                  <a:lnTo>
                    <a:pt x="1712497" y="1347456"/>
                  </a:lnTo>
                  <a:lnTo>
                    <a:pt x="1494037" y="1555733"/>
                  </a:lnTo>
                  <a:lnTo>
                    <a:pt x="1285901" y="10287000"/>
                  </a:lnTo>
                  <a:lnTo>
                    <a:pt x="0" y="10287000"/>
                  </a:lnTo>
                  <a:lnTo>
                    <a:pt x="0" y="0"/>
                  </a:lnTo>
                  <a:close/>
                </a:path>
                <a:path w="2318385" h="10287000">
                  <a:moveTo>
                    <a:pt x="1554649" y="3589031"/>
                  </a:moveTo>
                  <a:lnTo>
                    <a:pt x="1578908" y="2571379"/>
                  </a:lnTo>
                  <a:lnTo>
                    <a:pt x="1839840" y="2817862"/>
                  </a:lnTo>
                  <a:lnTo>
                    <a:pt x="1725637" y="3135735"/>
                  </a:lnTo>
                  <a:lnTo>
                    <a:pt x="1554649" y="3589031"/>
                  </a:lnTo>
                  <a:close/>
                </a:path>
                <a:path w="2318385" h="10287000">
                  <a:moveTo>
                    <a:pt x="1368204" y="10287000"/>
                  </a:moveTo>
                  <a:lnTo>
                    <a:pt x="1526063" y="3664812"/>
                  </a:lnTo>
                  <a:lnTo>
                    <a:pt x="1732590" y="3957167"/>
                  </a:lnTo>
                  <a:lnTo>
                    <a:pt x="1592747" y="4227261"/>
                  </a:lnTo>
                  <a:lnTo>
                    <a:pt x="1582007" y="4677804"/>
                  </a:lnTo>
                  <a:lnTo>
                    <a:pt x="1552277" y="4760376"/>
                  </a:lnTo>
                  <a:lnTo>
                    <a:pt x="1420533" y="10287000"/>
                  </a:lnTo>
                  <a:lnTo>
                    <a:pt x="1368204" y="10287000"/>
                  </a:lnTo>
                  <a:close/>
                </a:path>
                <a:path w="2318385" h="10287000">
                  <a:moveTo>
                    <a:pt x="1285901" y="10287000"/>
                  </a:moveTo>
                  <a:lnTo>
                    <a:pt x="1494037" y="1555733"/>
                  </a:lnTo>
                  <a:lnTo>
                    <a:pt x="1673284" y="1879373"/>
                  </a:lnTo>
                  <a:lnTo>
                    <a:pt x="1743448" y="2388594"/>
                  </a:lnTo>
                  <a:lnTo>
                    <a:pt x="1578908" y="2571379"/>
                  </a:lnTo>
                  <a:lnTo>
                    <a:pt x="1554649" y="3589031"/>
                  </a:lnTo>
                  <a:lnTo>
                    <a:pt x="1526063" y="3664812"/>
                  </a:lnTo>
                  <a:lnTo>
                    <a:pt x="1368204" y="10287000"/>
                  </a:lnTo>
                  <a:lnTo>
                    <a:pt x="1285901" y="10287000"/>
                  </a:lnTo>
                  <a:close/>
                </a:path>
                <a:path w="2318385" h="10287000">
                  <a:moveTo>
                    <a:pt x="1582007" y="4677804"/>
                  </a:moveTo>
                  <a:lnTo>
                    <a:pt x="1592747" y="4227261"/>
                  </a:lnTo>
                  <a:lnTo>
                    <a:pt x="1666725" y="4442509"/>
                  </a:lnTo>
                  <a:lnTo>
                    <a:pt x="1582007" y="467780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1918335" cy="10287000"/>
            </a:xfrm>
            <a:custGeom>
              <a:avLst/>
              <a:gdLst/>
              <a:ahLst/>
              <a:cxnLst/>
              <a:rect l="l" t="t" r="r" b="b"/>
              <a:pathLst>
                <a:path w="1918335" h="10287000">
                  <a:moveTo>
                    <a:pt x="1575912" y="6592809"/>
                  </a:moveTo>
                  <a:lnTo>
                    <a:pt x="1600053" y="5580078"/>
                  </a:lnTo>
                  <a:lnTo>
                    <a:pt x="1917913" y="5922253"/>
                  </a:lnTo>
                  <a:lnTo>
                    <a:pt x="1916653" y="6263701"/>
                  </a:lnTo>
                  <a:lnTo>
                    <a:pt x="1575912" y="6592809"/>
                  </a:lnTo>
                  <a:close/>
                </a:path>
                <a:path w="1918335" h="10287000">
                  <a:moveTo>
                    <a:pt x="1413694" y="8440502"/>
                  </a:moveTo>
                  <a:lnTo>
                    <a:pt x="1454955" y="6709636"/>
                  </a:lnTo>
                  <a:lnTo>
                    <a:pt x="1526938" y="7183770"/>
                  </a:lnTo>
                  <a:lnTo>
                    <a:pt x="1706743" y="7411859"/>
                  </a:lnTo>
                  <a:lnTo>
                    <a:pt x="1712002" y="7943609"/>
                  </a:lnTo>
                  <a:lnTo>
                    <a:pt x="1568908" y="8247036"/>
                  </a:lnTo>
                  <a:lnTo>
                    <a:pt x="1413694" y="8440502"/>
                  </a:lnTo>
                  <a:close/>
                </a:path>
                <a:path w="1918335" h="10287000">
                  <a:moveTo>
                    <a:pt x="1281016" y="8605880"/>
                  </a:moveTo>
                  <a:lnTo>
                    <a:pt x="1374847" y="4669671"/>
                  </a:lnTo>
                  <a:lnTo>
                    <a:pt x="1487010" y="4973287"/>
                  </a:lnTo>
                  <a:lnTo>
                    <a:pt x="1637012" y="5163324"/>
                  </a:lnTo>
                  <a:lnTo>
                    <a:pt x="1600053" y="5580078"/>
                  </a:lnTo>
                  <a:lnTo>
                    <a:pt x="1575912" y="6592809"/>
                  </a:lnTo>
                  <a:lnTo>
                    <a:pt x="1454955" y="6709636"/>
                  </a:lnTo>
                  <a:lnTo>
                    <a:pt x="1413694" y="8440502"/>
                  </a:lnTo>
                  <a:lnTo>
                    <a:pt x="1281016" y="8605880"/>
                  </a:lnTo>
                  <a:close/>
                </a:path>
                <a:path w="1918335" h="10287000">
                  <a:moveTo>
                    <a:pt x="0" y="0"/>
                  </a:moveTo>
                  <a:lnTo>
                    <a:pt x="1591752" y="0"/>
                  </a:lnTo>
                  <a:lnTo>
                    <a:pt x="1593587" y="0"/>
                  </a:lnTo>
                  <a:lnTo>
                    <a:pt x="1608106" y="26356"/>
                  </a:lnTo>
                  <a:lnTo>
                    <a:pt x="1631019" y="65833"/>
                  </a:lnTo>
                  <a:lnTo>
                    <a:pt x="1583889" y="329823"/>
                  </a:lnTo>
                  <a:lnTo>
                    <a:pt x="1565187" y="426131"/>
                  </a:lnTo>
                  <a:lnTo>
                    <a:pt x="1494905" y="529924"/>
                  </a:lnTo>
                  <a:lnTo>
                    <a:pt x="1359736" y="665795"/>
                  </a:lnTo>
                  <a:lnTo>
                    <a:pt x="1228308" y="783884"/>
                  </a:lnTo>
                  <a:lnTo>
                    <a:pt x="1169248" y="834327"/>
                  </a:lnTo>
                  <a:lnTo>
                    <a:pt x="1147196" y="1759423"/>
                  </a:lnTo>
                  <a:lnTo>
                    <a:pt x="1113755" y="1935805"/>
                  </a:lnTo>
                  <a:lnTo>
                    <a:pt x="1104273" y="2333575"/>
                  </a:lnTo>
                  <a:lnTo>
                    <a:pt x="1022002" y="2486860"/>
                  </a:lnTo>
                  <a:lnTo>
                    <a:pt x="836062" y="10287000"/>
                  </a:lnTo>
                  <a:lnTo>
                    <a:pt x="0" y="10287000"/>
                  </a:lnTo>
                  <a:lnTo>
                    <a:pt x="0" y="0"/>
                  </a:lnTo>
                  <a:close/>
                </a:path>
                <a:path w="1918335" h="10287000">
                  <a:moveTo>
                    <a:pt x="1088866" y="10287000"/>
                  </a:moveTo>
                  <a:lnTo>
                    <a:pt x="1115979" y="9149629"/>
                  </a:lnTo>
                  <a:lnTo>
                    <a:pt x="1386146" y="9472489"/>
                  </a:lnTo>
                  <a:lnTo>
                    <a:pt x="1386769" y="9776148"/>
                  </a:lnTo>
                  <a:lnTo>
                    <a:pt x="1296340" y="10003692"/>
                  </a:lnTo>
                  <a:lnTo>
                    <a:pt x="1261362" y="10287000"/>
                  </a:lnTo>
                  <a:lnTo>
                    <a:pt x="1088866" y="10287000"/>
                  </a:lnTo>
                  <a:close/>
                </a:path>
                <a:path w="1918335" h="10287000">
                  <a:moveTo>
                    <a:pt x="1181001" y="8730545"/>
                  </a:moveTo>
                  <a:lnTo>
                    <a:pt x="1305403" y="3511907"/>
                  </a:lnTo>
                  <a:lnTo>
                    <a:pt x="1331360" y="3948339"/>
                  </a:lnTo>
                  <a:lnTo>
                    <a:pt x="1428738" y="4233177"/>
                  </a:lnTo>
                  <a:lnTo>
                    <a:pt x="1419051" y="4423093"/>
                  </a:lnTo>
                  <a:lnTo>
                    <a:pt x="1374847" y="4669671"/>
                  </a:lnTo>
                  <a:lnTo>
                    <a:pt x="1281016" y="8605880"/>
                  </a:lnTo>
                  <a:lnTo>
                    <a:pt x="1181001" y="8730545"/>
                  </a:lnTo>
                  <a:close/>
                </a:path>
                <a:path w="1918335" h="10287000">
                  <a:moveTo>
                    <a:pt x="836062" y="10287000"/>
                  </a:moveTo>
                  <a:lnTo>
                    <a:pt x="1022002" y="2486860"/>
                  </a:lnTo>
                  <a:lnTo>
                    <a:pt x="1362364" y="3018737"/>
                  </a:lnTo>
                  <a:lnTo>
                    <a:pt x="1305403" y="3511907"/>
                  </a:lnTo>
                  <a:lnTo>
                    <a:pt x="1181001" y="8730545"/>
                  </a:lnTo>
                  <a:lnTo>
                    <a:pt x="1134158" y="8788932"/>
                  </a:lnTo>
                  <a:lnTo>
                    <a:pt x="1115979" y="9149629"/>
                  </a:lnTo>
                  <a:lnTo>
                    <a:pt x="1088866" y="10287000"/>
                  </a:lnTo>
                  <a:lnTo>
                    <a:pt x="836062" y="10287000"/>
                  </a:lnTo>
                  <a:close/>
                </a:path>
                <a:path w="1918335" h="10287000">
                  <a:moveTo>
                    <a:pt x="1147196" y="1759423"/>
                  </a:moveTo>
                  <a:lnTo>
                    <a:pt x="1169248" y="834327"/>
                  </a:lnTo>
                  <a:lnTo>
                    <a:pt x="1290767" y="1271072"/>
                  </a:lnTo>
                  <a:lnTo>
                    <a:pt x="1178669" y="1593418"/>
                  </a:lnTo>
                  <a:lnTo>
                    <a:pt x="1147196" y="1759423"/>
                  </a:lnTo>
                  <a:close/>
                </a:path>
                <a:path w="1918335" h="10287000">
                  <a:moveTo>
                    <a:pt x="1104273" y="2333575"/>
                  </a:moveTo>
                  <a:lnTo>
                    <a:pt x="1113755" y="1935805"/>
                  </a:lnTo>
                  <a:lnTo>
                    <a:pt x="1215854" y="2125683"/>
                  </a:lnTo>
                  <a:lnTo>
                    <a:pt x="1104273" y="2333575"/>
                  </a:lnTo>
                  <a:close/>
                </a:path>
              </a:pathLst>
            </a:custGeom>
            <a:solidFill>
              <a:srgbClr val="FFD04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92619" rIns="0" bIns="0" rtlCol="0" vert="horz">
            <a:spAutoFit/>
          </a:bodyPr>
          <a:lstStyle/>
          <a:p>
            <a:pPr marL="1541145">
              <a:lnSpc>
                <a:spcPct val="100000"/>
              </a:lnSpc>
              <a:spcBef>
                <a:spcPts val="110"/>
              </a:spcBef>
            </a:pPr>
            <a:r>
              <a:rPr dirty="0" spc="-420"/>
              <a:t>What</a:t>
            </a:r>
            <a:r>
              <a:rPr dirty="0" spc="-254"/>
              <a:t> </a:t>
            </a:r>
            <a:r>
              <a:rPr dirty="0" spc="-250"/>
              <a:t>is</a:t>
            </a:r>
            <a:r>
              <a:rPr dirty="0" spc="-254"/>
              <a:t> </a:t>
            </a:r>
            <a:r>
              <a:rPr dirty="0" spc="-345"/>
              <a:t>an</a:t>
            </a:r>
            <a:r>
              <a:rPr dirty="0" spc="-254"/>
              <a:t> </a:t>
            </a:r>
            <a:r>
              <a:rPr dirty="0" spc="-335"/>
              <a:t>Indicator?</a:t>
            </a: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74724" y="4101412"/>
            <a:ext cx="123825" cy="12382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74724" y="5530162"/>
            <a:ext cx="123825" cy="12382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74724" y="6958912"/>
            <a:ext cx="123825" cy="12382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74724" y="8387662"/>
            <a:ext cx="123825" cy="123824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49290" rIns="0" bIns="0" rtlCol="0" vert="horz">
            <a:spAutoFit/>
          </a:bodyPr>
          <a:lstStyle/>
          <a:p>
            <a:pPr marL="12700" marR="5080">
              <a:lnSpc>
                <a:spcPct val="109800"/>
              </a:lnSpc>
              <a:spcBef>
                <a:spcPts val="200"/>
              </a:spcBef>
            </a:pPr>
            <a:r>
              <a:rPr dirty="0"/>
              <a:t>An</a:t>
            </a:r>
            <a:r>
              <a:rPr dirty="0" spc="-40"/>
              <a:t> </a:t>
            </a:r>
            <a:r>
              <a:rPr dirty="0"/>
              <a:t>indicator</a:t>
            </a:r>
            <a:r>
              <a:rPr dirty="0" spc="5"/>
              <a:t> </a:t>
            </a:r>
            <a:r>
              <a:rPr dirty="0"/>
              <a:t>is </a:t>
            </a:r>
            <a:r>
              <a:rPr dirty="0" sz="3300" spc="-350" b="1">
                <a:latin typeface="Comic Sans MS"/>
                <a:cs typeface="Comic Sans MS"/>
              </a:rPr>
              <a:t>a</a:t>
            </a:r>
            <a:r>
              <a:rPr dirty="0" sz="3300" spc="-254" b="1">
                <a:latin typeface="Comic Sans MS"/>
                <a:cs typeface="Comic Sans MS"/>
              </a:rPr>
              <a:t> </a:t>
            </a:r>
            <a:r>
              <a:rPr dirty="0" sz="3300" spc="-290" b="1">
                <a:latin typeface="Comic Sans MS"/>
                <a:cs typeface="Comic Sans MS"/>
              </a:rPr>
              <a:t>sign</a:t>
            </a:r>
            <a:r>
              <a:rPr dirty="0" sz="3300" spc="-254" b="1">
                <a:latin typeface="Comic Sans MS"/>
                <a:cs typeface="Comic Sans MS"/>
              </a:rPr>
              <a:t> </a:t>
            </a:r>
            <a:r>
              <a:rPr dirty="0" sz="3300" spc="-330" b="1">
                <a:latin typeface="Comic Sans MS"/>
                <a:cs typeface="Comic Sans MS"/>
              </a:rPr>
              <a:t>that</a:t>
            </a:r>
            <a:r>
              <a:rPr dirty="0" sz="3300" spc="-254" b="1">
                <a:latin typeface="Comic Sans MS"/>
                <a:cs typeface="Comic Sans MS"/>
              </a:rPr>
              <a:t> </a:t>
            </a:r>
            <a:r>
              <a:rPr dirty="0" sz="3300" spc="-345" b="1">
                <a:latin typeface="Comic Sans MS"/>
                <a:cs typeface="Comic Sans MS"/>
              </a:rPr>
              <a:t>an</a:t>
            </a:r>
            <a:r>
              <a:rPr dirty="0" sz="3300" spc="-254" b="1">
                <a:latin typeface="Comic Sans MS"/>
                <a:cs typeface="Comic Sans MS"/>
              </a:rPr>
              <a:t> </a:t>
            </a:r>
            <a:r>
              <a:rPr dirty="0" sz="3300" spc="-300" b="1">
                <a:latin typeface="Comic Sans MS"/>
                <a:cs typeface="Comic Sans MS"/>
              </a:rPr>
              <a:t>incident</a:t>
            </a:r>
            <a:r>
              <a:rPr dirty="0" sz="3300" spc="-254" b="1">
                <a:latin typeface="Comic Sans MS"/>
                <a:cs typeface="Comic Sans MS"/>
              </a:rPr>
              <a:t> </a:t>
            </a:r>
            <a:r>
              <a:rPr dirty="0" sz="3300" spc="-395" b="1">
                <a:latin typeface="Comic Sans MS"/>
                <a:cs typeface="Comic Sans MS"/>
              </a:rPr>
              <a:t>may</a:t>
            </a:r>
            <a:r>
              <a:rPr dirty="0" sz="3300" spc="-254" b="1">
                <a:latin typeface="Comic Sans MS"/>
                <a:cs typeface="Comic Sans MS"/>
              </a:rPr>
              <a:t> </a:t>
            </a:r>
            <a:r>
              <a:rPr dirty="0" sz="3300" spc="-350" b="1">
                <a:latin typeface="Comic Sans MS"/>
                <a:cs typeface="Comic Sans MS"/>
              </a:rPr>
              <a:t>have</a:t>
            </a:r>
            <a:r>
              <a:rPr dirty="0" sz="3300" spc="-254" b="1">
                <a:latin typeface="Comic Sans MS"/>
                <a:cs typeface="Comic Sans MS"/>
              </a:rPr>
              <a:t> </a:t>
            </a:r>
            <a:r>
              <a:rPr dirty="0" sz="3300" spc="-335" b="1">
                <a:latin typeface="Comic Sans MS"/>
                <a:cs typeface="Comic Sans MS"/>
              </a:rPr>
              <a:t>occurred</a:t>
            </a:r>
            <a:r>
              <a:rPr dirty="0" sz="3300" spc="-254" b="1">
                <a:latin typeface="Comic Sans MS"/>
                <a:cs typeface="Comic Sans MS"/>
              </a:rPr>
              <a:t> </a:t>
            </a:r>
            <a:r>
              <a:rPr dirty="0" sz="3300" spc="-320" b="1">
                <a:latin typeface="Comic Sans MS"/>
                <a:cs typeface="Comic Sans MS"/>
              </a:rPr>
              <a:t>or</a:t>
            </a:r>
            <a:r>
              <a:rPr dirty="0" sz="3300" spc="-254" b="1">
                <a:latin typeface="Comic Sans MS"/>
                <a:cs typeface="Comic Sans MS"/>
              </a:rPr>
              <a:t> </a:t>
            </a:r>
            <a:r>
              <a:rPr dirty="0" sz="3300" spc="-250" b="1">
                <a:latin typeface="Comic Sans MS"/>
                <a:cs typeface="Comic Sans MS"/>
              </a:rPr>
              <a:t>is</a:t>
            </a:r>
            <a:r>
              <a:rPr dirty="0" sz="3300" spc="-254" b="1">
                <a:latin typeface="Comic Sans MS"/>
                <a:cs typeface="Comic Sans MS"/>
              </a:rPr>
              <a:t> </a:t>
            </a:r>
            <a:r>
              <a:rPr dirty="0" sz="3300" spc="-305" b="1">
                <a:latin typeface="Comic Sans MS"/>
                <a:cs typeface="Comic Sans MS"/>
              </a:rPr>
              <a:t>currently</a:t>
            </a:r>
            <a:r>
              <a:rPr dirty="0" sz="3300" spc="-254" b="1">
                <a:latin typeface="Comic Sans MS"/>
                <a:cs typeface="Comic Sans MS"/>
              </a:rPr>
              <a:t> in </a:t>
            </a:r>
            <a:r>
              <a:rPr dirty="0" sz="3300" spc="-300" b="1">
                <a:latin typeface="Comic Sans MS"/>
                <a:cs typeface="Comic Sans MS"/>
              </a:rPr>
              <a:t>progress</a:t>
            </a:r>
            <a:r>
              <a:rPr dirty="0" spc="-300"/>
              <a:t>. </a:t>
            </a:r>
            <a:r>
              <a:rPr dirty="0"/>
              <a:t>It</a:t>
            </a:r>
            <a:r>
              <a:rPr dirty="0" spc="-75"/>
              <a:t> </a:t>
            </a:r>
            <a:r>
              <a:rPr dirty="0"/>
              <a:t>points</a:t>
            </a:r>
            <a:r>
              <a:rPr dirty="0" spc="-70"/>
              <a:t> </a:t>
            </a:r>
            <a:r>
              <a:rPr dirty="0"/>
              <a:t>to</a:t>
            </a:r>
            <a:r>
              <a:rPr dirty="0" spc="-75"/>
              <a:t> </a:t>
            </a:r>
            <a:r>
              <a:rPr dirty="0"/>
              <a:t>active</a:t>
            </a:r>
            <a:r>
              <a:rPr dirty="0" spc="-70"/>
              <a:t> </a:t>
            </a:r>
            <a:r>
              <a:rPr dirty="0"/>
              <a:t>or</a:t>
            </a:r>
            <a:r>
              <a:rPr dirty="0" spc="-75"/>
              <a:t> </a:t>
            </a:r>
            <a:r>
              <a:rPr dirty="0"/>
              <a:t>completed</a:t>
            </a:r>
            <a:r>
              <a:rPr dirty="0" spc="-70"/>
              <a:t> </a:t>
            </a:r>
            <a:r>
              <a:rPr dirty="0"/>
              <a:t>events</a:t>
            </a:r>
            <a:r>
              <a:rPr dirty="0" spc="-75"/>
              <a:t> </a:t>
            </a:r>
            <a:r>
              <a:rPr dirty="0"/>
              <a:t>requiring</a:t>
            </a:r>
            <a:r>
              <a:rPr dirty="0" spc="-70"/>
              <a:t> </a:t>
            </a:r>
            <a:r>
              <a:rPr dirty="0"/>
              <a:t>immediate</a:t>
            </a:r>
            <a:r>
              <a:rPr dirty="0" spc="-75"/>
              <a:t> </a:t>
            </a:r>
            <a:r>
              <a:rPr dirty="0" spc="-10"/>
              <a:t>triage.</a:t>
            </a:r>
            <a:endParaRPr sz="3300">
              <a:latin typeface="Comic Sans MS"/>
              <a:cs typeface="Comic Sans MS"/>
            </a:endParaRPr>
          </a:p>
          <a:p>
            <a:pPr marL="594995" marR="5080">
              <a:lnSpc>
                <a:spcPct val="109800"/>
              </a:lnSpc>
              <a:spcBef>
                <a:spcPts val="3270"/>
              </a:spcBef>
              <a:tabLst>
                <a:tab pos="5140960" algn="l"/>
                <a:tab pos="6766559" algn="l"/>
                <a:tab pos="7739380" algn="l"/>
                <a:tab pos="8274684" algn="l"/>
                <a:tab pos="9418320" algn="l"/>
                <a:tab pos="10896600" algn="l"/>
                <a:tab pos="12507595" algn="l"/>
                <a:tab pos="13047980" algn="l"/>
                <a:tab pos="13403580" algn="l"/>
              </a:tabLst>
            </a:pPr>
            <a:r>
              <a:rPr dirty="0" sz="3300" spc="-300" b="1">
                <a:latin typeface="Comic Sans MS"/>
                <a:cs typeface="Comic Sans MS"/>
              </a:rPr>
              <a:t>Antivirus</a:t>
            </a:r>
            <a:r>
              <a:rPr dirty="0" sz="3300" spc="370" b="1">
                <a:latin typeface="Comic Sans MS"/>
                <a:cs typeface="Comic Sans MS"/>
              </a:rPr>
              <a:t> </a:t>
            </a:r>
            <a:r>
              <a:rPr dirty="0" sz="3300" spc="-300" b="1">
                <a:latin typeface="Comic Sans MS"/>
                <a:cs typeface="Comic Sans MS"/>
              </a:rPr>
              <a:t>alerts:</a:t>
            </a:r>
            <a:r>
              <a:rPr dirty="0" sz="3300" spc="10" b="1">
                <a:latin typeface="Comic Sans MS"/>
                <a:cs typeface="Comic Sans MS"/>
              </a:rPr>
              <a:t> </a:t>
            </a:r>
            <a:r>
              <a:rPr dirty="0" spc="-10"/>
              <a:t>Security</a:t>
            </a:r>
            <a:r>
              <a:rPr dirty="0"/>
              <a:t>	</a:t>
            </a:r>
            <a:r>
              <a:rPr dirty="0" spc="-10"/>
              <a:t>software</a:t>
            </a:r>
            <a:r>
              <a:rPr dirty="0"/>
              <a:t>	</a:t>
            </a:r>
            <a:r>
              <a:rPr dirty="0" spc="-10"/>
              <a:t>flags</a:t>
            </a:r>
            <a:r>
              <a:rPr dirty="0"/>
              <a:t>	</a:t>
            </a:r>
            <a:r>
              <a:rPr dirty="0" spc="-25"/>
              <a:t>an</a:t>
            </a:r>
            <a:r>
              <a:rPr dirty="0"/>
              <a:t>	</a:t>
            </a:r>
            <a:r>
              <a:rPr dirty="0" spc="-10"/>
              <a:t>active</a:t>
            </a:r>
            <a:r>
              <a:rPr dirty="0"/>
              <a:t>	</a:t>
            </a:r>
            <a:r>
              <a:rPr dirty="0" spc="-10"/>
              <a:t>malware</a:t>
            </a:r>
            <a:r>
              <a:rPr dirty="0"/>
              <a:t>	</a:t>
            </a:r>
            <a:r>
              <a:rPr dirty="0" spc="-10"/>
              <a:t>infection</a:t>
            </a:r>
            <a:r>
              <a:rPr dirty="0"/>
              <a:t>	</a:t>
            </a:r>
            <a:r>
              <a:rPr dirty="0" spc="-25"/>
              <a:t>on</a:t>
            </a:r>
            <a:r>
              <a:rPr dirty="0"/>
              <a:t>	</a:t>
            </a:r>
            <a:r>
              <a:rPr dirty="0" spc="-50"/>
              <a:t>a</a:t>
            </a:r>
            <a:r>
              <a:rPr dirty="0"/>
              <a:t>	</a:t>
            </a:r>
            <a:r>
              <a:rPr dirty="0" spc="-20"/>
              <a:t>host </a:t>
            </a:r>
            <a:r>
              <a:rPr dirty="0" spc="-10"/>
              <a:t>machine.</a:t>
            </a:r>
            <a:endParaRPr sz="3300">
              <a:latin typeface="Comic Sans MS"/>
              <a:cs typeface="Comic Sans MS"/>
            </a:endParaRPr>
          </a:p>
          <a:p>
            <a:pPr marL="594995" marR="5080">
              <a:lnSpc>
                <a:spcPct val="109800"/>
              </a:lnSpc>
              <a:spcBef>
                <a:spcPts val="3275"/>
              </a:spcBef>
              <a:tabLst>
                <a:tab pos="1872614" algn="l"/>
                <a:tab pos="2900045" algn="l"/>
                <a:tab pos="4967605" algn="l"/>
                <a:tab pos="6918325" algn="l"/>
                <a:tab pos="7623809" algn="l"/>
                <a:tab pos="9114790" algn="l"/>
                <a:tab pos="10625455" algn="l"/>
                <a:tab pos="11804015" algn="l"/>
              </a:tabLst>
            </a:pPr>
            <a:r>
              <a:rPr dirty="0" sz="3300" spc="-315" b="1">
                <a:latin typeface="Comic Sans MS"/>
                <a:cs typeface="Comic Sans MS"/>
              </a:rPr>
              <a:t>Failed</a:t>
            </a:r>
            <a:r>
              <a:rPr dirty="0" sz="3300" b="1">
                <a:latin typeface="Comic Sans MS"/>
                <a:cs typeface="Comic Sans MS"/>
              </a:rPr>
              <a:t>	</a:t>
            </a:r>
            <a:r>
              <a:rPr dirty="0" sz="3300" spc="-280" b="1">
                <a:latin typeface="Comic Sans MS"/>
                <a:cs typeface="Comic Sans MS"/>
              </a:rPr>
              <a:t>login</a:t>
            </a:r>
            <a:r>
              <a:rPr dirty="0" sz="3300" b="1">
                <a:latin typeface="Comic Sans MS"/>
                <a:cs typeface="Comic Sans MS"/>
              </a:rPr>
              <a:t>	</a:t>
            </a:r>
            <a:r>
              <a:rPr dirty="0" sz="3300" spc="-300" b="1">
                <a:latin typeface="Comic Sans MS"/>
                <a:cs typeface="Comic Sans MS"/>
              </a:rPr>
              <a:t>spikes:</a:t>
            </a:r>
            <a:r>
              <a:rPr dirty="0" sz="3300" spc="535" b="1">
                <a:latin typeface="Comic Sans MS"/>
                <a:cs typeface="Comic Sans MS"/>
              </a:rPr>
              <a:t> </a:t>
            </a:r>
            <a:r>
              <a:rPr dirty="0" spc="-25"/>
              <a:t>An</a:t>
            </a:r>
            <a:r>
              <a:rPr dirty="0"/>
              <a:t>	</a:t>
            </a:r>
            <a:r>
              <a:rPr dirty="0" spc="-10"/>
              <a:t>application</a:t>
            </a:r>
            <a:r>
              <a:rPr dirty="0"/>
              <a:t>	</a:t>
            </a:r>
            <a:r>
              <a:rPr dirty="0" spc="-25"/>
              <a:t>log</a:t>
            </a:r>
            <a:r>
              <a:rPr dirty="0"/>
              <a:t>	</a:t>
            </a:r>
            <a:r>
              <a:rPr dirty="0" spc="-10"/>
              <a:t>records</a:t>
            </a:r>
            <a:r>
              <a:rPr dirty="0"/>
              <a:t>	</a:t>
            </a:r>
            <a:r>
              <a:rPr dirty="0" spc="-10"/>
              <a:t>multiple</a:t>
            </a:r>
            <a:r>
              <a:rPr dirty="0"/>
              <a:t>	</a:t>
            </a:r>
            <a:r>
              <a:rPr dirty="0" spc="-10"/>
              <a:t>failed</a:t>
            </a:r>
            <a:r>
              <a:rPr dirty="0"/>
              <a:t>	</a:t>
            </a:r>
            <a:r>
              <a:rPr dirty="0" spc="-10"/>
              <a:t>authentication </a:t>
            </a:r>
            <a:r>
              <a:rPr dirty="0"/>
              <a:t>attempts</a:t>
            </a:r>
            <a:r>
              <a:rPr dirty="0" spc="-95"/>
              <a:t> </a:t>
            </a:r>
            <a:r>
              <a:rPr dirty="0"/>
              <a:t>from</a:t>
            </a:r>
            <a:r>
              <a:rPr dirty="0" spc="-90"/>
              <a:t> </a:t>
            </a:r>
            <a:r>
              <a:rPr dirty="0"/>
              <a:t>an</a:t>
            </a:r>
            <a:r>
              <a:rPr dirty="0" spc="-90"/>
              <a:t> </a:t>
            </a:r>
            <a:r>
              <a:rPr dirty="0"/>
              <a:t>unfamiliar</a:t>
            </a:r>
            <a:r>
              <a:rPr dirty="0" spc="-90"/>
              <a:t> </a:t>
            </a:r>
            <a:r>
              <a:rPr dirty="0"/>
              <a:t>remote</a:t>
            </a:r>
            <a:r>
              <a:rPr dirty="0" spc="-90"/>
              <a:t> </a:t>
            </a:r>
            <a:r>
              <a:rPr dirty="0" spc="-10"/>
              <a:t>location.</a:t>
            </a:r>
            <a:endParaRPr sz="3300">
              <a:latin typeface="Comic Sans MS"/>
              <a:cs typeface="Comic Sans MS"/>
            </a:endParaRPr>
          </a:p>
          <a:p>
            <a:pPr marL="594995" marR="5080">
              <a:lnSpc>
                <a:spcPct val="109800"/>
              </a:lnSpc>
              <a:spcBef>
                <a:spcPts val="3270"/>
              </a:spcBef>
              <a:tabLst>
                <a:tab pos="5434965" algn="l"/>
                <a:tab pos="7954645" algn="l"/>
                <a:tab pos="9098280" algn="l"/>
                <a:tab pos="10471150" algn="l"/>
                <a:tab pos="12498705" algn="l"/>
              </a:tabLst>
            </a:pPr>
            <a:r>
              <a:rPr dirty="0" sz="3300" spc="-325" b="1">
                <a:latin typeface="Comic Sans MS"/>
                <a:cs typeface="Comic Sans MS"/>
              </a:rPr>
              <a:t>Traffic</a:t>
            </a:r>
            <a:r>
              <a:rPr dirty="0" sz="3300" spc="250" b="1">
                <a:latin typeface="Comic Sans MS"/>
                <a:cs typeface="Comic Sans MS"/>
              </a:rPr>
              <a:t> </a:t>
            </a:r>
            <a:r>
              <a:rPr dirty="0" sz="3300" spc="-320" b="1">
                <a:latin typeface="Comic Sans MS"/>
                <a:cs typeface="Comic Sans MS"/>
              </a:rPr>
              <a:t>anomalies:</a:t>
            </a:r>
            <a:r>
              <a:rPr dirty="0" sz="3300" spc="-120" b="1">
                <a:latin typeface="Comic Sans MS"/>
                <a:cs typeface="Comic Sans MS"/>
              </a:rPr>
              <a:t> </a:t>
            </a:r>
            <a:r>
              <a:rPr dirty="0" spc="-10"/>
              <a:t>Network</a:t>
            </a:r>
            <a:r>
              <a:rPr dirty="0"/>
              <a:t>	</a:t>
            </a:r>
            <a:r>
              <a:rPr dirty="0" spc="-10"/>
              <a:t>administrators</a:t>
            </a:r>
            <a:r>
              <a:rPr dirty="0"/>
              <a:t>	</a:t>
            </a:r>
            <a:r>
              <a:rPr dirty="0" spc="-10"/>
              <a:t>notice</a:t>
            </a:r>
            <a:r>
              <a:rPr dirty="0"/>
              <a:t>	</a:t>
            </a:r>
            <a:r>
              <a:rPr dirty="0" spc="-10"/>
              <a:t>sudden,</a:t>
            </a:r>
            <a:r>
              <a:rPr dirty="0"/>
              <a:t>	</a:t>
            </a:r>
            <a:r>
              <a:rPr dirty="0" spc="-10"/>
              <a:t>unexplained</a:t>
            </a:r>
            <a:r>
              <a:rPr dirty="0"/>
              <a:t>	</a:t>
            </a:r>
            <a:r>
              <a:rPr dirty="0" spc="-10"/>
              <a:t>deviations </a:t>
            </a:r>
            <a:r>
              <a:rPr dirty="0"/>
              <a:t>from</a:t>
            </a:r>
            <a:r>
              <a:rPr dirty="0" spc="-80"/>
              <a:t> </a:t>
            </a:r>
            <a:r>
              <a:rPr dirty="0"/>
              <a:t>normal</a:t>
            </a:r>
            <a:r>
              <a:rPr dirty="0" spc="-80"/>
              <a:t> </a:t>
            </a:r>
            <a:r>
              <a:rPr dirty="0"/>
              <a:t>data</a:t>
            </a:r>
            <a:r>
              <a:rPr dirty="0" spc="-80"/>
              <a:t> </a:t>
            </a:r>
            <a:r>
              <a:rPr dirty="0"/>
              <a:t>flow</a:t>
            </a:r>
            <a:r>
              <a:rPr dirty="0" spc="-80"/>
              <a:t> </a:t>
            </a:r>
            <a:r>
              <a:rPr dirty="0" spc="-10"/>
              <a:t>patterns.</a:t>
            </a:r>
            <a:endParaRPr sz="3300">
              <a:latin typeface="Comic Sans MS"/>
              <a:cs typeface="Comic Sans MS"/>
            </a:endParaRPr>
          </a:p>
          <a:p>
            <a:pPr marL="594995" marR="5080">
              <a:lnSpc>
                <a:spcPct val="109800"/>
              </a:lnSpc>
              <a:spcBef>
                <a:spcPts val="3275"/>
              </a:spcBef>
              <a:tabLst>
                <a:tab pos="2558415" algn="l"/>
                <a:tab pos="5142865" algn="l"/>
                <a:tab pos="6118860" algn="l"/>
                <a:tab pos="6721475" algn="l"/>
                <a:tab pos="8761730" algn="l"/>
                <a:tab pos="10088880" algn="l"/>
                <a:tab pos="11036300" algn="l"/>
                <a:tab pos="12444095" algn="l"/>
                <a:tab pos="13046075" algn="l"/>
              </a:tabLst>
            </a:pPr>
            <a:r>
              <a:rPr dirty="0" sz="3300" spc="-315" b="1">
                <a:latin typeface="Comic Sans MS"/>
                <a:cs typeface="Comic Sans MS"/>
              </a:rPr>
              <a:t>Suspicious</a:t>
            </a:r>
            <a:r>
              <a:rPr dirty="0" sz="3300" b="1">
                <a:latin typeface="Comic Sans MS"/>
                <a:cs typeface="Comic Sans MS"/>
              </a:rPr>
              <a:t>	</a:t>
            </a:r>
            <a:r>
              <a:rPr dirty="0" sz="3300" spc="-270" b="1">
                <a:latin typeface="Comic Sans MS"/>
                <a:cs typeface="Comic Sans MS"/>
              </a:rPr>
              <a:t>files:</a:t>
            </a:r>
            <a:r>
              <a:rPr dirty="0" sz="3300" spc="605" b="1">
                <a:latin typeface="Comic Sans MS"/>
                <a:cs typeface="Comic Sans MS"/>
              </a:rPr>
              <a:t> </a:t>
            </a:r>
            <a:r>
              <a:rPr dirty="0" spc="-10"/>
              <a:t>System</a:t>
            </a:r>
            <a:r>
              <a:rPr dirty="0"/>
              <a:t>	</a:t>
            </a:r>
            <a:r>
              <a:rPr dirty="0" spc="-10"/>
              <a:t>files</a:t>
            </a:r>
            <a:r>
              <a:rPr dirty="0"/>
              <a:t>	</a:t>
            </a:r>
            <a:r>
              <a:rPr dirty="0" spc="-25"/>
              <a:t>or</a:t>
            </a:r>
            <a:r>
              <a:rPr dirty="0"/>
              <a:t>	</a:t>
            </a:r>
            <a:r>
              <a:rPr dirty="0" spc="-10"/>
              <a:t>directories</a:t>
            </a:r>
            <a:r>
              <a:rPr dirty="0"/>
              <a:t>	</a:t>
            </a:r>
            <a:r>
              <a:rPr dirty="0" spc="-10"/>
              <a:t>appear</a:t>
            </a:r>
            <a:r>
              <a:rPr dirty="0"/>
              <a:t>	</a:t>
            </a:r>
            <a:r>
              <a:rPr dirty="0" spc="-20"/>
              <a:t>with</a:t>
            </a:r>
            <a:r>
              <a:rPr dirty="0"/>
              <a:t>	</a:t>
            </a:r>
            <a:r>
              <a:rPr dirty="0" spc="-10"/>
              <a:t>unusual</a:t>
            </a:r>
            <a:r>
              <a:rPr dirty="0"/>
              <a:t>	</a:t>
            </a:r>
            <a:r>
              <a:rPr dirty="0" spc="-25"/>
              <a:t>or</a:t>
            </a:r>
            <a:r>
              <a:rPr dirty="0"/>
              <a:t>	</a:t>
            </a:r>
            <a:r>
              <a:rPr dirty="0" spc="-10"/>
              <a:t>hidden characters</a:t>
            </a:r>
            <a:endParaRPr sz="33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469515" cy="10287000"/>
            <a:chOff x="0" y="0"/>
            <a:chExt cx="2469515" cy="102870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2469515" cy="10287000"/>
            </a:xfrm>
            <a:custGeom>
              <a:avLst/>
              <a:gdLst/>
              <a:ahLst/>
              <a:cxnLst/>
              <a:rect l="l" t="t" r="r" b="b"/>
              <a:pathLst>
                <a:path w="2469515" h="10287000">
                  <a:moveTo>
                    <a:pt x="1622728" y="10287000"/>
                  </a:moveTo>
                  <a:lnTo>
                    <a:pt x="1748193" y="5023734"/>
                  </a:lnTo>
                  <a:lnTo>
                    <a:pt x="2062502" y="5236604"/>
                  </a:lnTo>
                  <a:lnTo>
                    <a:pt x="2171252" y="5497884"/>
                  </a:lnTo>
                  <a:lnTo>
                    <a:pt x="2195457" y="5853205"/>
                  </a:lnTo>
                  <a:lnTo>
                    <a:pt x="2469006" y="6281536"/>
                  </a:lnTo>
                  <a:lnTo>
                    <a:pt x="2343610" y="6739173"/>
                  </a:lnTo>
                  <a:lnTo>
                    <a:pt x="2050359" y="6982763"/>
                  </a:lnTo>
                  <a:lnTo>
                    <a:pt x="2010046" y="8673883"/>
                  </a:lnTo>
                  <a:lnTo>
                    <a:pt x="1944802" y="9040411"/>
                  </a:lnTo>
                  <a:lnTo>
                    <a:pt x="1926412" y="9399630"/>
                  </a:lnTo>
                  <a:lnTo>
                    <a:pt x="1905259" y="10287000"/>
                  </a:lnTo>
                  <a:lnTo>
                    <a:pt x="1622728" y="10287000"/>
                  </a:lnTo>
                  <a:close/>
                </a:path>
                <a:path w="2469515" h="10287000">
                  <a:moveTo>
                    <a:pt x="2010046" y="8673883"/>
                  </a:moveTo>
                  <a:lnTo>
                    <a:pt x="2050359" y="6982763"/>
                  </a:lnTo>
                  <a:lnTo>
                    <a:pt x="2122084" y="7457382"/>
                  </a:lnTo>
                  <a:lnTo>
                    <a:pt x="2302141" y="7685231"/>
                  </a:lnTo>
                  <a:lnTo>
                    <a:pt x="2279461" y="8203785"/>
                  </a:lnTo>
                  <a:lnTo>
                    <a:pt x="2043519" y="8485837"/>
                  </a:lnTo>
                  <a:lnTo>
                    <a:pt x="2010046" y="8673883"/>
                  </a:lnTo>
                  <a:close/>
                </a:path>
                <a:path w="2469515" h="10287000">
                  <a:moveTo>
                    <a:pt x="1905259" y="10287000"/>
                  </a:moveTo>
                  <a:lnTo>
                    <a:pt x="1926412" y="9399630"/>
                  </a:lnTo>
                  <a:lnTo>
                    <a:pt x="2116614" y="9748098"/>
                  </a:lnTo>
                  <a:lnTo>
                    <a:pt x="2117237" y="10051757"/>
                  </a:lnTo>
                  <a:lnTo>
                    <a:pt x="2158646" y="10283180"/>
                  </a:lnTo>
                  <a:lnTo>
                    <a:pt x="2158174" y="10287000"/>
                  </a:lnTo>
                  <a:lnTo>
                    <a:pt x="1905259" y="10287000"/>
                  </a:lnTo>
                  <a:close/>
                </a:path>
                <a:path w="2469515" h="10287000">
                  <a:moveTo>
                    <a:pt x="1907700" y="1609814"/>
                  </a:moveTo>
                  <a:lnTo>
                    <a:pt x="1942051" y="168813"/>
                  </a:lnTo>
                  <a:lnTo>
                    <a:pt x="1960545" y="516381"/>
                  </a:lnTo>
                  <a:lnTo>
                    <a:pt x="2031683" y="891983"/>
                  </a:lnTo>
                  <a:lnTo>
                    <a:pt x="2154200" y="1348650"/>
                  </a:lnTo>
                  <a:lnTo>
                    <a:pt x="1907700" y="1609814"/>
                  </a:lnTo>
                  <a:close/>
                </a:path>
                <a:path w="2469515" h="10287000">
                  <a:moveTo>
                    <a:pt x="1568432" y="10287000"/>
                  </a:moveTo>
                  <a:lnTo>
                    <a:pt x="1720015" y="3928123"/>
                  </a:lnTo>
                  <a:lnTo>
                    <a:pt x="1926787" y="4220483"/>
                  </a:lnTo>
                  <a:lnTo>
                    <a:pt x="1786705" y="4490326"/>
                  </a:lnTo>
                  <a:lnTo>
                    <a:pt x="1775812" y="4947304"/>
                  </a:lnTo>
                  <a:lnTo>
                    <a:pt x="1748193" y="5023734"/>
                  </a:lnTo>
                  <a:lnTo>
                    <a:pt x="1622728" y="10287000"/>
                  </a:lnTo>
                  <a:lnTo>
                    <a:pt x="1568432" y="10287000"/>
                  </a:lnTo>
                  <a:close/>
                </a:path>
                <a:path w="2469515" h="10287000">
                  <a:moveTo>
                    <a:pt x="1749125" y="3850952"/>
                  </a:moveTo>
                  <a:lnTo>
                    <a:pt x="1773345" y="2834948"/>
                  </a:lnTo>
                  <a:lnTo>
                    <a:pt x="1882011" y="3161573"/>
                  </a:lnTo>
                  <a:lnTo>
                    <a:pt x="1919589" y="3399046"/>
                  </a:lnTo>
                  <a:lnTo>
                    <a:pt x="1749125" y="3850952"/>
                  </a:lnTo>
                  <a:close/>
                </a:path>
                <a:path w="2469515" h="10287000">
                  <a:moveTo>
                    <a:pt x="0" y="0"/>
                  </a:moveTo>
                  <a:lnTo>
                    <a:pt x="1986272" y="0"/>
                  </a:lnTo>
                  <a:lnTo>
                    <a:pt x="1942051" y="168813"/>
                  </a:lnTo>
                  <a:lnTo>
                    <a:pt x="1907700" y="1609814"/>
                  </a:lnTo>
                  <a:lnTo>
                    <a:pt x="1799197" y="1750452"/>
                  </a:lnTo>
                  <a:lnTo>
                    <a:pt x="1749125" y="3850952"/>
                  </a:lnTo>
                  <a:lnTo>
                    <a:pt x="1720015" y="3928123"/>
                  </a:lnTo>
                  <a:lnTo>
                    <a:pt x="1568432" y="10287000"/>
                  </a:lnTo>
                  <a:lnTo>
                    <a:pt x="0" y="10287000"/>
                  </a:lnTo>
                  <a:lnTo>
                    <a:pt x="0" y="0"/>
                  </a:lnTo>
                  <a:close/>
                </a:path>
                <a:path w="2469515" h="10287000">
                  <a:moveTo>
                    <a:pt x="1775812" y="4947304"/>
                  </a:moveTo>
                  <a:lnTo>
                    <a:pt x="1786705" y="4490326"/>
                  </a:lnTo>
                  <a:lnTo>
                    <a:pt x="1862612" y="4707094"/>
                  </a:lnTo>
                  <a:lnTo>
                    <a:pt x="1775812" y="4947304"/>
                  </a:lnTo>
                  <a:close/>
                </a:path>
                <a:path w="2469515" h="10287000">
                  <a:moveTo>
                    <a:pt x="1773345" y="2834948"/>
                  </a:moveTo>
                  <a:lnTo>
                    <a:pt x="1799197" y="1750452"/>
                  </a:lnTo>
                  <a:lnTo>
                    <a:pt x="1869440" y="2142983"/>
                  </a:lnTo>
                  <a:lnTo>
                    <a:pt x="1840310" y="2499243"/>
                  </a:lnTo>
                  <a:lnTo>
                    <a:pt x="1773345" y="2834948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2318385" cy="10287000"/>
            </a:xfrm>
            <a:custGeom>
              <a:avLst/>
              <a:gdLst/>
              <a:ahLst/>
              <a:cxnLst/>
              <a:rect l="l" t="t" r="r" b="b"/>
              <a:pathLst>
                <a:path w="2318385" h="10287000">
                  <a:moveTo>
                    <a:pt x="1976142" y="6602349"/>
                  </a:moveTo>
                  <a:lnTo>
                    <a:pt x="2000283" y="5589618"/>
                  </a:lnTo>
                  <a:lnTo>
                    <a:pt x="2318143" y="5931794"/>
                  </a:lnTo>
                  <a:lnTo>
                    <a:pt x="2316883" y="6273242"/>
                  </a:lnTo>
                  <a:lnTo>
                    <a:pt x="1976142" y="6602349"/>
                  </a:lnTo>
                  <a:close/>
                </a:path>
                <a:path w="2318385" h="10287000">
                  <a:moveTo>
                    <a:pt x="1809571" y="8632693"/>
                  </a:moveTo>
                  <a:lnTo>
                    <a:pt x="1855185" y="6719176"/>
                  </a:lnTo>
                  <a:lnTo>
                    <a:pt x="1926431" y="7193294"/>
                  </a:lnTo>
                  <a:lnTo>
                    <a:pt x="2106236" y="7421382"/>
                  </a:lnTo>
                  <a:lnTo>
                    <a:pt x="2112249" y="7952414"/>
                  </a:lnTo>
                  <a:lnTo>
                    <a:pt x="1969401" y="8255847"/>
                  </a:lnTo>
                  <a:lnTo>
                    <a:pt x="1809571" y="8632693"/>
                  </a:lnTo>
                  <a:close/>
                </a:path>
                <a:path w="2318385" h="10287000">
                  <a:moveTo>
                    <a:pt x="1703065" y="10287000"/>
                  </a:moveTo>
                  <a:lnTo>
                    <a:pt x="1730484" y="9136765"/>
                  </a:lnTo>
                  <a:lnTo>
                    <a:pt x="2054014" y="9488411"/>
                  </a:lnTo>
                  <a:lnTo>
                    <a:pt x="2054883" y="9792076"/>
                  </a:lnTo>
                  <a:lnTo>
                    <a:pt x="1963472" y="10019595"/>
                  </a:lnTo>
                  <a:lnTo>
                    <a:pt x="1930457" y="10287000"/>
                  </a:lnTo>
                  <a:lnTo>
                    <a:pt x="1703065" y="10287000"/>
                  </a:lnTo>
                  <a:close/>
                </a:path>
                <a:path w="2318385" h="10287000">
                  <a:moveTo>
                    <a:pt x="1420533" y="10287000"/>
                  </a:moveTo>
                  <a:lnTo>
                    <a:pt x="1552277" y="4760376"/>
                  </a:lnTo>
                  <a:lnTo>
                    <a:pt x="1870799" y="4848057"/>
                  </a:lnTo>
                  <a:lnTo>
                    <a:pt x="2075271" y="5226591"/>
                  </a:lnTo>
                  <a:lnTo>
                    <a:pt x="2000283" y="5589618"/>
                  </a:lnTo>
                  <a:lnTo>
                    <a:pt x="1976142" y="6602349"/>
                  </a:lnTo>
                  <a:lnTo>
                    <a:pt x="1855185" y="6719176"/>
                  </a:lnTo>
                  <a:lnTo>
                    <a:pt x="1809571" y="8632693"/>
                  </a:lnTo>
                  <a:lnTo>
                    <a:pt x="1748658" y="8776313"/>
                  </a:lnTo>
                  <a:lnTo>
                    <a:pt x="1730484" y="9136765"/>
                  </a:lnTo>
                  <a:lnTo>
                    <a:pt x="1703065" y="10287000"/>
                  </a:lnTo>
                  <a:lnTo>
                    <a:pt x="1420533" y="10287000"/>
                  </a:lnTo>
                  <a:close/>
                </a:path>
                <a:path w="2318385" h="10287000">
                  <a:moveTo>
                    <a:pt x="0" y="0"/>
                  </a:moveTo>
                  <a:lnTo>
                    <a:pt x="1751825" y="0"/>
                  </a:lnTo>
                  <a:lnTo>
                    <a:pt x="1765342" y="254023"/>
                  </a:lnTo>
                  <a:lnTo>
                    <a:pt x="1836485" y="629378"/>
                  </a:lnTo>
                  <a:lnTo>
                    <a:pt x="1959243" y="1086298"/>
                  </a:lnTo>
                  <a:lnTo>
                    <a:pt x="1712497" y="1347456"/>
                  </a:lnTo>
                  <a:lnTo>
                    <a:pt x="1494037" y="1555733"/>
                  </a:lnTo>
                  <a:lnTo>
                    <a:pt x="1285901" y="10287000"/>
                  </a:lnTo>
                  <a:lnTo>
                    <a:pt x="0" y="10287000"/>
                  </a:lnTo>
                  <a:lnTo>
                    <a:pt x="0" y="0"/>
                  </a:lnTo>
                  <a:close/>
                </a:path>
                <a:path w="2318385" h="10287000">
                  <a:moveTo>
                    <a:pt x="1554649" y="3589031"/>
                  </a:moveTo>
                  <a:lnTo>
                    <a:pt x="1578908" y="2571379"/>
                  </a:lnTo>
                  <a:lnTo>
                    <a:pt x="1839840" y="2817862"/>
                  </a:lnTo>
                  <a:lnTo>
                    <a:pt x="1725637" y="3135735"/>
                  </a:lnTo>
                  <a:lnTo>
                    <a:pt x="1554649" y="3589031"/>
                  </a:lnTo>
                  <a:close/>
                </a:path>
                <a:path w="2318385" h="10287000">
                  <a:moveTo>
                    <a:pt x="1368204" y="10287000"/>
                  </a:moveTo>
                  <a:lnTo>
                    <a:pt x="1526063" y="3664812"/>
                  </a:lnTo>
                  <a:lnTo>
                    <a:pt x="1732590" y="3957167"/>
                  </a:lnTo>
                  <a:lnTo>
                    <a:pt x="1592747" y="4227261"/>
                  </a:lnTo>
                  <a:lnTo>
                    <a:pt x="1582007" y="4677804"/>
                  </a:lnTo>
                  <a:lnTo>
                    <a:pt x="1552277" y="4760376"/>
                  </a:lnTo>
                  <a:lnTo>
                    <a:pt x="1420533" y="10287000"/>
                  </a:lnTo>
                  <a:lnTo>
                    <a:pt x="1368204" y="10287000"/>
                  </a:lnTo>
                  <a:close/>
                </a:path>
                <a:path w="2318385" h="10287000">
                  <a:moveTo>
                    <a:pt x="1285901" y="10287000"/>
                  </a:moveTo>
                  <a:lnTo>
                    <a:pt x="1494037" y="1555733"/>
                  </a:lnTo>
                  <a:lnTo>
                    <a:pt x="1673284" y="1879373"/>
                  </a:lnTo>
                  <a:lnTo>
                    <a:pt x="1743448" y="2388594"/>
                  </a:lnTo>
                  <a:lnTo>
                    <a:pt x="1578908" y="2571379"/>
                  </a:lnTo>
                  <a:lnTo>
                    <a:pt x="1554649" y="3589031"/>
                  </a:lnTo>
                  <a:lnTo>
                    <a:pt x="1526063" y="3664812"/>
                  </a:lnTo>
                  <a:lnTo>
                    <a:pt x="1368204" y="10287000"/>
                  </a:lnTo>
                  <a:lnTo>
                    <a:pt x="1285901" y="10287000"/>
                  </a:lnTo>
                  <a:close/>
                </a:path>
                <a:path w="2318385" h="10287000">
                  <a:moveTo>
                    <a:pt x="1582007" y="4677804"/>
                  </a:moveTo>
                  <a:lnTo>
                    <a:pt x="1592747" y="4227261"/>
                  </a:lnTo>
                  <a:lnTo>
                    <a:pt x="1666725" y="4442509"/>
                  </a:lnTo>
                  <a:lnTo>
                    <a:pt x="1582007" y="467780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1918335" cy="10287000"/>
            </a:xfrm>
            <a:custGeom>
              <a:avLst/>
              <a:gdLst/>
              <a:ahLst/>
              <a:cxnLst/>
              <a:rect l="l" t="t" r="r" b="b"/>
              <a:pathLst>
                <a:path w="1918335" h="10287000">
                  <a:moveTo>
                    <a:pt x="1575912" y="6592809"/>
                  </a:moveTo>
                  <a:lnTo>
                    <a:pt x="1600053" y="5580078"/>
                  </a:lnTo>
                  <a:lnTo>
                    <a:pt x="1917913" y="5922253"/>
                  </a:lnTo>
                  <a:lnTo>
                    <a:pt x="1916653" y="6263701"/>
                  </a:lnTo>
                  <a:lnTo>
                    <a:pt x="1575912" y="6592809"/>
                  </a:lnTo>
                  <a:close/>
                </a:path>
                <a:path w="1918335" h="10287000">
                  <a:moveTo>
                    <a:pt x="1413694" y="8440502"/>
                  </a:moveTo>
                  <a:lnTo>
                    <a:pt x="1454955" y="6709636"/>
                  </a:lnTo>
                  <a:lnTo>
                    <a:pt x="1526938" y="7183770"/>
                  </a:lnTo>
                  <a:lnTo>
                    <a:pt x="1706743" y="7411859"/>
                  </a:lnTo>
                  <a:lnTo>
                    <a:pt x="1712002" y="7943609"/>
                  </a:lnTo>
                  <a:lnTo>
                    <a:pt x="1568908" y="8247036"/>
                  </a:lnTo>
                  <a:lnTo>
                    <a:pt x="1413694" y="8440502"/>
                  </a:lnTo>
                  <a:close/>
                </a:path>
                <a:path w="1918335" h="10287000">
                  <a:moveTo>
                    <a:pt x="1281016" y="8605880"/>
                  </a:moveTo>
                  <a:lnTo>
                    <a:pt x="1374847" y="4669671"/>
                  </a:lnTo>
                  <a:lnTo>
                    <a:pt x="1487010" y="4973287"/>
                  </a:lnTo>
                  <a:lnTo>
                    <a:pt x="1637012" y="5163324"/>
                  </a:lnTo>
                  <a:lnTo>
                    <a:pt x="1600053" y="5580078"/>
                  </a:lnTo>
                  <a:lnTo>
                    <a:pt x="1575912" y="6592809"/>
                  </a:lnTo>
                  <a:lnTo>
                    <a:pt x="1454955" y="6709636"/>
                  </a:lnTo>
                  <a:lnTo>
                    <a:pt x="1413694" y="8440502"/>
                  </a:lnTo>
                  <a:lnTo>
                    <a:pt x="1281016" y="8605880"/>
                  </a:lnTo>
                  <a:close/>
                </a:path>
                <a:path w="1918335" h="10287000">
                  <a:moveTo>
                    <a:pt x="0" y="0"/>
                  </a:moveTo>
                  <a:lnTo>
                    <a:pt x="1591752" y="0"/>
                  </a:lnTo>
                  <a:lnTo>
                    <a:pt x="1593587" y="0"/>
                  </a:lnTo>
                  <a:lnTo>
                    <a:pt x="1608106" y="26356"/>
                  </a:lnTo>
                  <a:lnTo>
                    <a:pt x="1631019" y="65833"/>
                  </a:lnTo>
                  <a:lnTo>
                    <a:pt x="1583889" y="329823"/>
                  </a:lnTo>
                  <a:lnTo>
                    <a:pt x="1565187" y="426131"/>
                  </a:lnTo>
                  <a:lnTo>
                    <a:pt x="1494905" y="529924"/>
                  </a:lnTo>
                  <a:lnTo>
                    <a:pt x="1359736" y="665795"/>
                  </a:lnTo>
                  <a:lnTo>
                    <a:pt x="1228308" y="783884"/>
                  </a:lnTo>
                  <a:lnTo>
                    <a:pt x="1169248" y="834327"/>
                  </a:lnTo>
                  <a:lnTo>
                    <a:pt x="1147196" y="1759423"/>
                  </a:lnTo>
                  <a:lnTo>
                    <a:pt x="1113755" y="1935805"/>
                  </a:lnTo>
                  <a:lnTo>
                    <a:pt x="1104273" y="2333575"/>
                  </a:lnTo>
                  <a:lnTo>
                    <a:pt x="1022002" y="2486860"/>
                  </a:lnTo>
                  <a:lnTo>
                    <a:pt x="836062" y="10287000"/>
                  </a:lnTo>
                  <a:lnTo>
                    <a:pt x="0" y="10287000"/>
                  </a:lnTo>
                  <a:lnTo>
                    <a:pt x="0" y="0"/>
                  </a:lnTo>
                  <a:close/>
                </a:path>
                <a:path w="1918335" h="10287000">
                  <a:moveTo>
                    <a:pt x="1088866" y="10287000"/>
                  </a:moveTo>
                  <a:lnTo>
                    <a:pt x="1115979" y="9149629"/>
                  </a:lnTo>
                  <a:lnTo>
                    <a:pt x="1386146" y="9472489"/>
                  </a:lnTo>
                  <a:lnTo>
                    <a:pt x="1386769" y="9776148"/>
                  </a:lnTo>
                  <a:lnTo>
                    <a:pt x="1296340" y="10003692"/>
                  </a:lnTo>
                  <a:lnTo>
                    <a:pt x="1261362" y="10287000"/>
                  </a:lnTo>
                  <a:lnTo>
                    <a:pt x="1088866" y="10287000"/>
                  </a:lnTo>
                  <a:close/>
                </a:path>
                <a:path w="1918335" h="10287000">
                  <a:moveTo>
                    <a:pt x="1181001" y="8730545"/>
                  </a:moveTo>
                  <a:lnTo>
                    <a:pt x="1305403" y="3511907"/>
                  </a:lnTo>
                  <a:lnTo>
                    <a:pt x="1331360" y="3948339"/>
                  </a:lnTo>
                  <a:lnTo>
                    <a:pt x="1428738" y="4233177"/>
                  </a:lnTo>
                  <a:lnTo>
                    <a:pt x="1419051" y="4423093"/>
                  </a:lnTo>
                  <a:lnTo>
                    <a:pt x="1374847" y="4669671"/>
                  </a:lnTo>
                  <a:lnTo>
                    <a:pt x="1281016" y="8605880"/>
                  </a:lnTo>
                  <a:lnTo>
                    <a:pt x="1181001" y="8730545"/>
                  </a:lnTo>
                  <a:close/>
                </a:path>
                <a:path w="1918335" h="10287000">
                  <a:moveTo>
                    <a:pt x="836062" y="10287000"/>
                  </a:moveTo>
                  <a:lnTo>
                    <a:pt x="1022002" y="2486860"/>
                  </a:lnTo>
                  <a:lnTo>
                    <a:pt x="1362364" y="3018737"/>
                  </a:lnTo>
                  <a:lnTo>
                    <a:pt x="1305403" y="3511907"/>
                  </a:lnTo>
                  <a:lnTo>
                    <a:pt x="1181001" y="8730545"/>
                  </a:lnTo>
                  <a:lnTo>
                    <a:pt x="1134158" y="8788932"/>
                  </a:lnTo>
                  <a:lnTo>
                    <a:pt x="1115979" y="9149629"/>
                  </a:lnTo>
                  <a:lnTo>
                    <a:pt x="1088866" y="10287000"/>
                  </a:lnTo>
                  <a:lnTo>
                    <a:pt x="836062" y="10287000"/>
                  </a:lnTo>
                  <a:close/>
                </a:path>
                <a:path w="1918335" h="10287000">
                  <a:moveTo>
                    <a:pt x="1147196" y="1759423"/>
                  </a:moveTo>
                  <a:lnTo>
                    <a:pt x="1169248" y="834327"/>
                  </a:lnTo>
                  <a:lnTo>
                    <a:pt x="1290767" y="1271072"/>
                  </a:lnTo>
                  <a:lnTo>
                    <a:pt x="1178669" y="1593418"/>
                  </a:lnTo>
                  <a:lnTo>
                    <a:pt x="1147196" y="1759423"/>
                  </a:lnTo>
                  <a:close/>
                </a:path>
                <a:path w="1918335" h="10287000">
                  <a:moveTo>
                    <a:pt x="1104273" y="2333575"/>
                  </a:moveTo>
                  <a:lnTo>
                    <a:pt x="1113755" y="1935805"/>
                  </a:lnTo>
                  <a:lnTo>
                    <a:pt x="1215854" y="2125683"/>
                  </a:lnTo>
                  <a:lnTo>
                    <a:pt x="1104273" y="2333575"/>
                  </a:lnTo>
                  <a:close/>
                </a:path>
              </a:pathLst>
            </a:custGeom>
            <a:solidFill>
              <a:srgbClr val="FFD04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2402254" y="435784"/>
            <a:ext cx="15106650" cy="1010919"/>
          </a:xfrm>
          <a:prstGeom prst="rect"/>
        </p:spPr>
        <p:txBody>
          <a:bodyPr wrap="square" lIns="0" tIns="22225" rIns="0" bIns="0" rtlCol="0" vert="horz">
            <a:spAutoFit/>
          </a:bodyPr>
          <a:lstStyle/>
          <a:p>
            <a:pPr marL="12700" marR="5080">
              <a:lnSpc>
                <a:spcPct val="109400"/>
              </a:lnSpc>
              <a:spcBef>
                <a:spcPts val="175"/>
              </a:spcBef>
              <a:tabLst>
                <a:tab pos="619125" algn="l"/>
                <a:tab pos="2189480" algn="l"/>
                <a:tab pos="2635250" algn="l"/>
                <a:tab pos="5947410" algn="l"/>
                <a:tab pos="6811009" algn="l"/>
                <a:tab pos="8300720" algn="l"/>
                <a:tab pos="9824720" algn="l"/>
                <a:tab pos="10688320" algn="l"/>
                <a:tab pos="11049635" algn="l"/>
                <a:tab pos="12503785" algn="l"/>
                <a:tab pos="13926819" algn="l"/>
                <a:tab pos="14716125" algn="l"/>
              </a:tabLst>
            </a:pPr>
            <a:r>
              <a:rPr dirty="0" sz="2600" spc="-25" b="0">
                <a:latin typeface="Comic Sans MS"/>
                <a:cs typeface="Comic Sans MS"/>
              </a:rPr>
              <a:t>An</a:t>
            </a:r>
            <a:r>
              <a:rPr dirty="0" sz="2600" b="0">
                <a:latin typeface="Comic Sans MS"/>
                <a:cs typeface="Comic Sans MS"/>
              </a:rPr>
              <a:t>	</a:t>
            </a:r>
            <a:r>
              <a:rPr dirty="0" sz="2600" spc="-10" b="0">
                <a:latin typeface="Comic Sans MS"/>
                <a:cs typeface="Comic Sans MS"/>
              </a:rPr>
              <a:t>indicator</a:t>
            </a:r>
            <a:r>
              <a:rPr dirty="0" sz="2600" b="0">
                <a:latin typeface="Comic Sans MS"/>
                <a:cs typeface="Comic Sans MS"/>
              </a:rPr>
              <a:t>	</a:t>
            </a:r>
            <a:r>
              <a:rPr dirty="0" sz="2600" spc="-25" b="0">
                <a:latin typeface="Comic Sans MS"/>
                <a:cs typeface="Comic Sans MS"/>
              </a:rPr>
              <a:t>is</a:t>
            </a:r>
            <a:r>
              <a:rPr dirty="0" sz="2600" b="0">
                <a:latin typeface="Comic Sans MS"/>
                <a:cs typeface="Comic Sans MS"/>
              </a:rPr>
              <a:t>	</a:t>
            </a:r>
            <a:r>
              <a:rPr dirty="0" sz="3200" spc="-340"/>
              <a:t>an</a:t>
            </a:r>
            <a:r>
              <a:rPr dirty="0" sz="3200" spc="484"/>
              <a:t> </a:t>
            </a:r>
            <a:r>
              <a:rPr dirty="0" sz="3200" spc="-320"/>
              <a:t>observable</a:t>
            </a:r>
            <a:r>
              <a:rPr dirty="0" sz="3200" spc="490"/>
              <a:t> </a:t>
            </a:r>
            <a:r>
              <a:rPr dirty="0" sz="3200" spc="-20"/>
              <a:t>sig</a:t>
            </a:r>
            <a:r>
              <a:rPr dirty="0" sz="2600" spc="-20" b="0">
                <a:latin typeface="Comic Sans MS"/>
                <a:cs typeface="Comic Sans MS"/>
              </a:rPr>
              <a:t>n</a:t>
            </a:r>
            <a:r>
              <a:rPr dirty="0" sz="2600" b="0">
                <a:latin typeface="Comic Sans MS"/>
                <a:cs typeface="Comic Sans MS"/>
              </a:rPr>
              <a:t>	</a:t>
            </a:r>
            <a:r>
              <a:rPr dirty="0" sz="2600" spc="-20" b="0">
                <a:latin typeface="Comic Sans MS"/>
                <a:cs typeface="Comic Sans MS"/>
              </a:rPr>
              <a:t>that</a:t>
            </a:r>
            <a:r>
              <a:rPr dirty="0" sz="2600" b="0">
                <a:latin typeface="Comic Sans MS"/>
                <a:cs typeface="Comic Sans MS"/>
              </a:rPr>
              <a:t>	</a:t>
            </a:r>
            <a:r>
              <a:rPr dirty="0" sz="2600" spc="-10" b="0">
                <a:latin typeface="Comic Sans MS"/>
                <a:cs typeface="Comic Sans MS"/>
              </a:rPr>
              <a:t>provides</a:t>
            </a:r>
            <a:r>
              <a:rPr dirty="0" sz="2600" b="0">
                <a:latin typeface="Comic Sans MS"/>
                <a:cs typeface="Comic Sans MS"/>
              </a:rPr>
              <a:t>	</a:t>
            </a:r>
            <a:r>
              <a:rPr dirty="0" sz="2600" spc="-10" b="0">
                <a:latin typeface="Comic Sans MS"/>
                <a:cs typeface="Comic Sans MS"/>
              </a:rPr>
              <a:t>evidence</a:t>
            </a:r>
            <a:r>
              <a:rPr dirty="0" sz="2600" b="0">
                <a:latin typeface="Comic Sans MS"/>
                <a:cs typeface="Comic Sans MS"/>
              </a:rPr>
              <a:t>	</a:t>
            </a:r>
            <a:r>
              <a:rPr dirty="0" sz="2600" spc="-20" b="0">
                <a:latin typeface="Comic Sans MS"/>
                <a:cs typeface="Comic Sans MS"/>
              </a:rPr>
              <a:t>that</a:t>
            </a:r>
            <a:r>
              <a:rPr dirty="0" sz="2600" b="0">
                <a:latin typeface="Comic Sans MS"/>
                <a:cs typeface="Comic Sans MS"/>
              </a:rPr>
              <a:t>	</a:t>
            </a:r>
            <a:r>
              <a:rPr dirty="0" sz="2600" spc="-50" b="0">
                <a:latin typeface="Comic Sans MS"/>
                <a:cs typeface="Comic Sans MS"/>
              </a:rPr>
              <a:t>a</a:t>
            </a:r>
            <a:r>
              <a:rPr dirty="0" sz="2600" b="0">
                <a:latin typeface="Comic Sans MS"/>
                <a:cs typeface="Comic Sans MS"/>
              </a:rPr>
              <a:t>	</a:t>
            </a:r>
            <a:r>
              <a:rPr dirty="0" sz="2600" spc="-10" b="0">
                <a:latin typeface="Comic Sans MS"/>
                <a:cs typeface="Comic Sans MS"/>
              </a:rPr>
              <a:t>security</a:t>
            </a:r>
            <a:r>
              <a:rPr dirty="0" sz="2600" b="0">
                <a:latin typeface="Comic Sans MS"/>
                <a:cs typeface="Comic Sans MS"/>
              </a:rPr>
              <a:t>	</a:t>
            </a:r>
            <a:r>
              <a:rPr dirty="0" sz="2600" spc="-10" b="0">
                <a:latin typeface="Comic Sans MS"/>
                <a:cs typeface="Comic Sans MS"/>
              </a:rPr>
              <a:t>incident</a:t>
            </a:r>
            <a:r>
              <a:rPr dirty="0" sz="2600" b="0">
                <a:latin typeface="Comic Sans MS"/>
                <a:cs typeface="Comic Sans MS"/>
              </a:rPr>
              <a:t>	</a:t>
            </a:r>
            <a:r>
              <a:rPr dirty="0" sz="2600" spc="-25" b="0">
                <a:latin typeface="Comic Sans MS"/>
                <a:cs typeface="Comic Sans MS"/>
              </a:rPr>
              <a:t>may</a:t>
            </a:r>
            <a:r>
              <a:rPr dirty="0" sz="2600" b="0">
                <a:latin typeface="Comic Sans MS"/>
                <a:cs typeface="Comic Sans MS"/>
              </a:rPr>
              <a:t>	</a:t>
            </a:r>
            <a:r>
              <a:rPr dirty="0" sz="2600" spc="-25" b="0">
                <a:latin typeface="Comic Sans MS"/>
                <a:cs typeface="Comic Sans MS"/>
              </a:rPr>
              <a:t>be </a:t>
            </a:r>
            <a:r>
              <a:rPr dirty="0" sz="2600" b="0">
                <a:latin typeface="Comic Sans MS"/>
                <a:cs typeface="Comic Sans MS"/>
              </a:rPr>
              <a:t>happening</a:t>
            </a:r>
            <a:r>
              <a:rPr dirty="0" sz="2600" spc="-75" b="0">
                <a:latin typeface="Comic Sans MS"/>
                <a:cs typeface="Comic Sans MS"/>
              </a:rPr>
              <a:t> </a:t>
            </a:r>
            <a:r>
              <a:rPr dirty="0" sz="2600" b="0">
                <a:latin typeface="Comic Sans MS"/>
                <a:cs typeface="Comic Sans MS"/>
              </a:rPr>
              <a:t>or</a:t>
            </a:r>
            <a:r>
              <a:rPr dirty="0" sz="2600" spc="-70" b="0">
                <a:latin typeface="Comic Sans MS"/>
                <a:cs typeface="Comic Sans MS"/>
              </a:rPr>
              <a:t> </a:t>
            </a:r>
            <a:r>
              <a:rPr dirty="0" sz="2600" b="0">
                <a:latin typeface="Comic Sans MS"/>
                <a:cs typeface="Comic Sans MS"/>
              </a:rPr>
              <a:t>has</a:t>
            </a:r>
            <a:r>
              <a:rPr dirty="0" sz="2600" spc="-70" b="0">
                <a:latin typeface="Comic Sans MS"/>
                <a:cs typeface="Comic Sans MS"/>
              </a:rPr>
              <a:t> </a:t>
            </a:r>
            <a:r>
              <a:rPr dirty="0" sz="2600" b="0">
                <a:latin typeface="Comic Sans MS"/>
                <a:cs typeface="Comic Sans MS"/>
              </a:rPr>
              <a:t>already</a:t>
            </a:r>
            <a:r>
              <a:rPr dirty="0" sz="2600" spc="-70" b="0">
                <a:latin typeface="Comic Sans MS"/>
                <a:cs typeface="Comic Sans MS"/>
              </a:rPr>
              <a:t> </a:t>
            </a:r>
            <a:r>
              <a:rPr dirty="0" sz="2600" b="0">
                <a:latin typeface="Comic Sans MS"/>
                <a:cs typeface="Comic Sans MS"/>
              </a:rPr>
              <a:t>happened.</a:t>
            </a:r>
            <a:r>
              <a:rPr dirty="0" sz="2600" spc="-70" b="0">
                <a:latin typeface="Comic Sans MS"/>
                <a:cs typeface="Comic Sans MS"/>
              </a:rPr>
              <a:t> </a:t>
            </a:r>
            <a:r>
              <a:rPr dirty="0" sz="2600" b="0">
                <a:latin typeface="Comic Sans MS"/>
                <a:cs typeface="Comic Sans MS"/>
              </a:rPr>
              <a:t>Indicators</a:t>
            </a:r>
            <a:r>
              <a:rPr dirty="0" sz="2600" spc="-70" b="0">
                <a:latin typeface="Comic Sans MS"/>
                <a:cs typeface="Comic Sans MS"/>
              </a:rPr>
              <a:t> </a:t>
            </a:r>
            <a:r>
              <a:rPr dirty="0" sz="2600" b="0">
                <a:latin typeface="Comic Sans MS"/>
                <a:cs typeface="Comic Sans MS"/>
              </a:rPr>
              <a:t>are</a:t>
            </a:r>
            <a:r>
              <a:rPr dirty="0" sz="2600" spc="-70" b="0">
                <a:latin typeface="Comic Sans MS"/>
                <a:cs typeface="Comic Sans MS"/>
              </a:rPr>
              <a:t> </a:t>
            </a:r>
            <a:r>
              <a:rPr dirty="0" sz="2600" b="0">
                <a:latin typeface="Comic Sans MS"/>
                <a:cs typeface="Comic Sans MS"/>
              </a:rPr>
              <a:t>generally</a:t>
            </a:r>
            <a:r>
              <a:rPr dirty="0" sz="2600" spc="-75" b="0">
                <a:latin typeface="Comic Sans MS"/>
                <a:cs typeface="Comic Sans MS"/>
              </a:rPr>
              <a:t> </a:t>
            </a:r>
            <a:r>
              <a:rPr dirty="0" sz="2600" b="0">
                <a:latin typeface="Comic Sans MS"/>
                <a:cs typeface="Comic Sans MS"/>
              </a:rPr>
              <a:t>stronger</a:t>
            </a:r>
            <a:r>
              <a:rPr dirty="0" sz="2600" spc="-70" b="0">
                <a:latin typeface="Comic Sans MS"/>
                <a:cs typeface="Comic Sans MS"/>
              </a:rPr>
              <a:t> </a:t>
            </a:r>
            <a:r>
              <a:rPr dirty="0" sz="2600" b="0">
                <a:latin typeface="Comic Sans MS"/>
                <a:cs typeface="Comic Sans MS"/>
              </a:rPr>
              <a:t>evidence</a:t>
            </a:r>
            <a:r>
              <a:rPr dirty="0" sz="2600" spc="-70" b="0">
                <a:latin typeface="Comic Sans MS"/>
                <a:cs typeface="Comic Sans MS"/>
              </a:rPr>
              <a:t> </a:t>
            </a:r>
            <a:r>
              <a:rPr dirty="0" sz="2600" b="0">
                <a:latin typeface="Comic Sans MS"/>
                <a:cs typeface="Comic Sans MS"/>
              </a:rPr>
              <a:t>than</a:t>
            </a:r>
            <a:r>
              <a:rPr dirty="0" sz="2600" spc="-70" b="0">
                <a:latin typeface="Comic Sans MS"/>
                <a:cs typeface="Comic Sans MS"/>
              </a:rPr>
              <a:t> </a:t>
            </a:r>
            <a:r>
              <a:rPr dirty="0" sz="2600" spc="-10" b="0">
                <a:latin typeface="Comic Sans MS"/>
                <a:cs typeface="Comic Sans MS"/>
              </a:rPr>
              <a:t>precursors.</a:t>
            </a:r>
            <a:endParaRPr sz="2600">
              <a:latin typeface="Comic Sans MS"/>
              <a:cs typeface="Comic Sans MS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81654" y="2567557"/>
            <a:ext cx="114300" cy="11429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81654" y="3024757"/>
            <a:ext cx="114300" cy="11429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81654" y="3481956"/>
            <a:ext cx="114300" cy="11429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81654" y="3939156"/>
            <a:ext cx="114300" cy="11429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81654" y="4396356"/>
            <a:ext cx="114300" cy="11429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81654" y="4853556"/>
            <a:ext cx="114300" cy="114299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81654" y="5310756"/>
            <a:ext cx="114300" cy="114299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81654" y="5767956"/>
            <a:ext cx="114300" cy="114299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81654" y="6225156"/>
            <a:ext cx="114300" cy="114299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81654" y="6682356"/>
            <a:ext cx="114300" cy="114299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81654" y="7139556"/>
            <a:ext cx="114300" cy="114299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81654" y="7596756"/>
            <a:ext cx="114300" cy="114299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81654" y="8053956"/>
            <a:ext cx="114300" cy="114299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2402254" y="1807384"/>
            <a:ext cx="15106650" cy="8326120"/>
          </a:xfrm>
          <a:prstGeom prst="rect">
            <a:avLst/>
          </a:prstGeom>
        </p:spPr>
        <p:txBody>
          <a:bodyPr wrap="square" lIns="0" tIns="679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35"/>
              </a:spcBef>
            </a:pPr>
            <a:r>
              <a:rPr dirty="0" sz="3200" spc="-345" b="1">
                <a:latin typeface="Comic Sans MS"/>
                <a:cs typeface="Comic Sans MS"/>
              </a:rPr>
              <a:t>Examples:</a:t>
            </a:r>
            <a:endParaRPr sz="3200">
              <a:latin typeface="Comic Sans MS"/>
              <a:cs typeface="Comic Sans MS"/>
            </a:endParaRPr>
          </a:p>
          <a:p>
            <a:pPr marL="573405" marR="9010015">
              <a:lnSpc>
                <a:spcPts val="3600"/>
              </a:lnSpc>
              <a:spcBef>
                <a:spcPts val="80"/>
              </a:spcBef>
            </a:pPr>
            <a:r>
              <a:rPr dirty="0" sz="2600">
                <a:latin typeface="Comic Sans MS"/>
                <a:cs typeface="Comic Sans MS"/>
              </a:rPr>
              <a:t>Malware</a:t>
            </a:r>
            <a:r>
              <a:rPr dirty="0" sz="2600" spc="-7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detected</a:t>
            </a:r>
            <a:r>
              <a:rPr dirty="0" sz="2600" spc="-6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by</a:t>
            </a:r>
            <a:r>
              <a:rPr dirty="0" sz="2600" spc="-65">
                <a:latin typeface="Comic Sans MS"/>
                <a:cs typeface="Comic Sans MS"/>
              </a:rPr>
              <a:t> </a:t>
            </a:r>
            <a:r>
              <a:rPr dirty="0" sz="2600" spc="-10">
                <a:latin typeface="Comic Sans MS"/>
                <a:cs typeface="Comic Sans MS"/>
              </a:rPr>
              <a:t>antivirus/EDR </a:t>
            </a:r>
            <a:r>
              <a:rPr dirty="0" sz="2600">
                <a:latin typeface="Comic Sans MS"/>
                <a:cs typeface="Comic Sans MS"/>
              </a:rPr>
              <a:t>Unauthorized</a:t>
            </a:r>
            <a:r>
              <a:rPr dirty="0" sz="2600" spc="-114">
                <a:latin typeface="Comic Sans MS"/>
                <a:cs typeface="Comic Sans MS"/>
              </a:rPr>
              <a:t> </a:t>
            </a:r>
            <a:r>
              <a:rPr dirty="0" sz="2600" spc="-20">
                <a:latin typeface="Comic Sans MS"/>
                <a:cs typeface="Comic Sans MS"/>
              </a:rPr>
              <a:t>login</a:t>
            </a:r>
            <a:endParaRPr sz="2600">
              <a:latin typeface="Comic Sans MS"/>
              <a:cs typeface="Comic Sans MS"/>
            </a:endParaRPr>
          </a:p>
          <a:p>
            <a:pPr marL="573405" marR="5335905">
              <a:lnSpc>
                <a:spcPts val="3600"/>
              </a:lnSpc>
            </a:pPr>
            <a:r>
              <a:rPr dirty="0" sz="2600">
                <a:latin typeface="Comic Sans MS"/>
                <a:cs typeface="Comic Sans MS"/>
              </a:rPr>
              <a:t>Multiple</a:t>
            </a:r>
            <a:r>
              <a:rPr dirty="0" sz="2600" spc="-6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failed</a:t>
            </a:r>
            <a:r>
              <a:rPr dirty="0" sz="2600" spc="-6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login</a:t>
            </a:r>
            <a:r>
              <a:rPr dirty="0" sz="2600" spc="-6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attempts</a:t>
            </a:r>
            <a:r>
              <a:rPr dirty="0" sz="2600" spc="-6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followed</a:t>
            </a:r>
            <a:r>
              <a:rPr dirty="0" sz="2600" spc="-6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by</a:t>
            </a:r>
            <a:r>
              <a:rPr dirty="0" sz="2600" spc="-6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a</a:t>
            </a:r>
            <a:r>
              <a:rPr dirty="0" sz="2600" spc="-6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successful</a:t>
            </a:r>
            <a:r>
              <a:rPr dirty="0" sz="2600" spc="-60">
                <a:latin typeface="Comic Sans MS"/>
                <a:cs typeface="Comic Sans MS"/>
              </a:rPr>
              <a:t> </a:t>
            </a:r>
            <a:r>
              <a:rPr dirty="0" sz="2600" spc="-10">
                <a:latin typeface="Comic Sans MS"/>
                <a:cs typeface="Comic Sans MS"/>
              </a:rPr>
              <a:t>login </a:t>
            </a:r>
            <a:r>
              <a:rPr dirty="0" sz="2600">
                <a:latin typeface="Comic Sans MS"/>
                <a:cs typeface="Comic Sans MS"/>
              </a:rPr>
              <a:t>Unexpected</a:t>
            </a:r>
            <a:r>
              <a:rPr dirty="0" sz="2600" spc="-114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administrator</a:t>
            </a:r>
            <a:r>
              <a:rPr dirty="0" sz="2600" spc="-11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account</a:t>
            </a:r>
            <a:r>
              <a:rPr dirty="0" sz="2600" spc="-110">
                <a:latin typeface="Comic Sans MS"/>
                <a:cs typeface="Comic Sans MS"/>
              </a:rPr>
              <a:t> </a:t>
            </a:r>
            <a:r>
              <a:rPr dirty="0" sz="2600" spc="-10">
                <a:latin typeface="Comic Sans MS"/>
                <a:cs typeface="Comic Sans MS"/>
              </a:rPr>
              <a:t>creation</a:t>
            </a:r>
            <a:endParaRPr sz="2600">
              <a:latin typeface="Comic Sans MS"/>
              <a:cs typeface="Comic Sans MS"/>
            </a:endParaRPr>
          </a:p>
          <a:p>
            <a:pPr marL="573405" marR="9086215">
              <a:lnSpc>
                <a:spcPts val="3600"/>
              </a:lnSpc>
            </a:pPr>
            <a:r>
              <a:rPr dirty="0" sz="2600">
                <a:latin typeface="Comic Sans MS"/>
                <a:cs typeface="Comic Sans MS"/>
              </a:rPr>
              <a:t>Files</a:t>
            </a:r>
            <a:r>
              <a:rPr dirty="0" sz="2600" spc="-7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being</a:t>
            </a:r>
            <a:r>
              <a:rPr dirty="0" sz="2600" spc="-7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encrypted</a:t>
            </a:r>
            <a:r>
              <a:rPr dirty="0" sz="2600" spc="-70">
                <a:latin typeface="Comic Sans MS"/>
                <a:cs typeface="Comic Sans MS"/>
              </a:rPr>
              <a:t> </a:t>
            </a:r>
            <a:r>
              <a:rPr dirty="0" sz="2600" spc="-10">
                <a:latin typeface="Comic Sans MS"/>
                <a:cs typeface="Comic Sans MS"/>
              </a:rPr>
              <a:t>unexpectedly </a:t>
            </a:r>
            <a:r>
              <a:rPr dirty="0" sz="2600">
                <a:latin typeface="Comic Sans MS"/>
                <a:cs typeface="Comic Sans MS"/>
              </a:rPr>
              <a:t>Unusual</a:t>
            </a:r>
            <a:r>
              <a:rPr dirty="0" sz="2600" spc="-6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outbound</a:t>
            </a:r>
            <a:r>
              <a:rPr dirty="0" sz="2600" spc="-6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network</a:t>
            </a:r>
            <a:r>
              <a:rPr dirty="0" sz="2600" spc="-60">
                <a:latin typeface="Comic Sans MS"/>
                <a:cs typeface="Comic Sans MS"/>
              </a:rPr>
              <a:t> </a:t>
            </a:r>
            <a:r>
              <a:rPr dirty="0" sz="2600" spc="-10">
                <a:latin typeface="Comic Sans MS"/>
                <a:cs typeface="Comic Sans MS"/>
              </a:rPr>
              <a:t>traffic</a:t>
            </a:r>
            <a:endParaRPr sz="2600">
              <a:latin typeface="Comic Sans MS"/>
              <a:cs typeface="Comic Sans MS"/>
            </a:endParaRPr>
          </a:p>
          <a:p>
            <a:pPr marL="573405" marR="6834505">
              <a:lnSpc>
                <a:spcPts val="3600"/>
              </a:lnSpc>
            </a:pPr>
            <a:r>
              <a:rPr dirty="0" sz="2600">
                <a:latin typeface="Comic Sans MS"/>
                <a:cs typeface="Comic Sans MS"/>
              </a:rPr>
              <a:t>Data</a:t>
            </a:r>
            <a:r>
              <a:rPr dirty="0" sz="2600" spc="-6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being</a:t>
            </a:r>
            <a:r>
              <a:rPr dirty="0" sz="2600" spc="-6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transferred</a:t>
            </a:r>
            <a:r>
              <a:rPr dirty="0" sz="2600" spc="-6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to</a:t>
            </a:r>
            <a:r>
              <a:rPr dirty="0" sz="2600" spc="-6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an</a:t>
            </a:r>
            <a:r>
              <a:rPr dirty="0" sz="2600" spc="-6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unknown</a:t>
            </a:r>
            <a:r>
              <a:rPr dirty="0" sz="2600" spc="-6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external</a:t>
            </a:r>
            <a:r>
              <a:rPr dirty="0" sz="2600" spc="-65">
                <a:latin typeface="Comic Sans MS"/>
                <a:cs typeface="Comic Sans MS"/>
              </a:rPr>
              <a:t> </a:t>
            </a:r>
            <a:r>
              <a:rPr dirty="0" sz="2600" spc="-25">
                <a:latin typeface="Comic Sans MS"/>
                <a:cs typeface="Comic Sans MS"/>
              </a:rPr>
              <a:t>IP </a:t>
            </a:r>
            <a:r>
              <a:rPr dirty="0" sz="2600">
                <a:latin typeface="Comic Sans MS"/>
                <a:cs typeface="Comic Sans MS"/>
              </a:rPr>
              <a:t>Website</a:t>
            </a:r>
            <a:r>
              <a:rPr dirty="0" sz="2600" spc="-65">
                <a:latin typeface="Comic Sans MS"/>
                <a:cs typeface="Comic Sans MS"/>
              </a:rPr>
              <a:t> </a:t>
            </a:r>
            <a:r>
              <a:rPr dirty="0" sz="2600" spc="-10">
                <a:latin typeface="Comic Sans MS"/>
                <a:cs typeface="Comic Sans MS"/>
              </a:rPr>
              <a:t>defacement</a:t>
            </a:r>
            <a:endParaRPr sz="2600">
              <a:latin typeface="Comic Sans MS"/>
              <a:cs typeface="Comic Sans MS"/>
            </a:endParaRPr>
          </a:p>
          <a:p>
            <a:pPr marL="573405" marR="8020684">
              <a:lnSpc>
                <a:spcPts val="3600"/>
              </a:lnSpc>
            </a:pPr>
            <a:r>
              <a:rPr dirty="0" sz="2600">
                <a:latin typeface="Comic Sans MS"/>
                <a:cs typeface="Comic Sans MS"/>
              </a:rPr>
              <a:t>Unauthorized</a:t>
            </a:r>
            <a:r>
              <a:rPr dirty="0" sz="2600" spc="-8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modification</a:t>
            </a:r>
            <a:r>
              <a:rPr dirty="0" sz="2600" spc="-8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of</a:t>
            </a:r>
            <a:r>
              <a:rPr dirty="0" sz="2600" spc="-8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system</a:t>
            </a:r>
            <a:r>
              <a:rPr dirty="0" sz="2600" spc="-80">
                <a:latin typeface="Comic Sans MS"/>
                <a:cs typeface="Comic Sans MS"/>
              </a:rPr>
              <a:t> </a:t>
            </a:r>
            <a:r>
              <a:rPr dirty="0" sz="2600" spc="-10">
                <a:latin typeface="Comic Sans MS"/>
                <a:cs typeface="Comic Sans MS"/>
              </a:rPr>
              <a:t>files </a:t>
            </a:r>
            <a:r>
              <a:rPr dirty="0" sz="2600">
                <a:latin typeface="Comic Sans MS"/>
                <a:cs typeface="Comic Sans MS"/>
              </a:rPr>
              <a:t>Suspicious</a:t>
            </a:r>
            <a:r>
              <a:rPr dirty="0" sz="2600" spc="-8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PowerShell</a:t>
            </a:r>
            <a:r>
              <a:rPr dirty="0" sz="2600" spc="-85">
                <a:latin typeface="Comic Sans MS"/>
                <a:cs typeface="Comic Sans MS"/>
              </a:rPr>
              <a:t> </a:t>
            </a:r>
            <a:r>
              <a:rPr dirty="0" sz="2600" spc="-10">
                <a:latin typeface="Comic Sans MS"/>
                <a:cs typeface="Comic Sans MS"/>
              </a:rPr>
              <a:t>commands </a:t>
            </a:r>
            <a:r>
              <a:rPr dirty="0" sz="2600">
                <a:latin typeface="Comic Sans MS"/>
                <a:cs typeface="Comic Sans MS"/>
              </a:rPr>
              <a:t>Ransomware</a:t>
            </a:r>
            <a:r>
              <a:rPr dirty="0" sz="2600" spc="-6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note</a:t>
            </a:r>
            <a:r>
              <a:rPr dirty="0" sz="2600" spc="-6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appearing</a:t>
            </a:r>
            <a:r>
              <a:rPr dirty="0" sz="2600" spc="-5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on</a:t>
            </a:r>
            <a:r>
              <a:rPr dirty="0" sz="2600" spc="-6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a</a:t>
            </a:r>
            <a:r>
              <a:rPr dirty="0" sz="2600" spc="-55">
                <a:latin typeface="Comic Sans MS"/>
                <a:cs typeface="Comic Sans MS"/>
              </a:rPr>
              <a:t> </a:t>
            </a:r>
            <a:r>
              <a:rPr dirty="0" sz="2600" spc="-10">
                <a:latin typeface="Comic Sans MS"/>
                <a:cs typeface="Comic Sans MS"/>
              </a:rPr>
              <a:t>computer</a:t>
            </a:r>
            <a:endParaRPr sz="2600">
              <a:latin typeface="Comic Sans MS"/>
              <a:cs typeface="Comic Sans MS"/>
            </a:endParaRPr>
          </a:p>
          <a:p>
            <a:pPr marL="573405" marR="4991100">
              <a:lnSpc>
                <a:spcPts val="3600"/>
              </a:lnSpc>
            </a:pPr>
            <a:r>
              <a:rPr dirty="0" sz="2600">
                <a:latin typeface="Comic Sans MS"/>
                <a:cs typeface="Comic Sans MS"/>
              </a:rPr>
              <a:t>User</a:t>
            </a:r>
            <a:r>
              <a:rPr dirty="0" sz="2600" spc="-5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reports</a:t>
            </a:r>
            <a:r>
              <a:rPr dirty="0" sz="2600" spc="-5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that</a:t>
            </a:r>
            <a:r>
              <a:rPr dirty="0" sz="2600" spc="-5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files</a:t>
            </a:r>
            <a:r>
              <a:rPr dirty="0" sz="2600" spc="-5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have</a:t>
            </a:r>
            <a:r>
              <a:rPr dirty="0" sz="2600" spc="-5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suddenly</a:t>
            </a:r>
            <a:r>
              <a:rPr dirty="0" sz="2600" spc="-5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disappeared</a:t>
            </a:r>
            <a:r>
              <a:rPr dirty="0" sz="2600" spc="-5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or</a:t>
            </a:r>
            <a:r>
              <a:rPr dirty="0" sz="2600" spc="-55">
                <a:latin typeface="Comic Sans MS"/>
                <a:cs typeface="Comic Sans MS"/>
              </a:rPr>
              <a:t> </a:t>
            </a:r>
            <a:r>
              <a:rPr dirty="0" sz="2600" spc="-10">
                <a:latin typeface="Comic Sans MS"/>
                <a:cs typeface="Comic Sans MS"/>
              </a:rPr>
              <a:t>changed </a:t>
            </a:r>
            <a:r>
              <a:rPr dirty="0" sz="2600">
                <a:latin typeface="Comic Sans MS"/>
                <a:cs typeface="Comic Sans MS"/>
              </a:rPr>
              <a:t>Logs</a:t>
            </a:r>
            <a:r>
              <a:rPr dirty="0" sz="2600" spc="-6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showing</a:t>
            </a:r>
            <a:r>
              <a:rPr dirty="0" sz="2600" spc="-5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successful</a:t>
            </a:r>
            <a:r>
              <a:rPr dirty="0" sz="2600" spc="-5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exploitation</a:t>
            </a:r>
            <a:r>
              <a:rPr dirty="0" sz="2600" spc="-5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of</a:t>
            </a:r>
            <a:r>
              <a:rPr dirty="0" sz="2600" spc="-5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a</a:t>
            </a:r>
            <a:r>
              <a:rPr dirty="0" sz="2600" spc="-55">
                <a:latin typeface="Comic Sans MS"/>
                <a:cs typeface="Comic Sans MS"/>
              </a:rPr>
              <a:t> </a:t>
            </a:r>
            <a:r>
              <a:rPr dirty="0" sz="2600" spc="-10">
                <a:latin typeface="Comic Sans MS"/>
                <a:cs typeface="Comic Sans MS"/>
              </a:rPr>
              <a:t>vulnerability</a:t>
            </a:r>
            <a:endParaRPr sz="2600">
              <a:latin typeface="Comic Sans MS"/>
              <a:cs typeface="Comic Sans MS"/>
            </a:endParaRPr>
          </a:p>
          <a:p>
            <a:pPr marL="12700">
              <a:lnSpc>
                <a:spcPts val="3520"/>
              </a:lnSpc>
            </a:pPr>
            <a:r>
              <a:rPr dirty="0" sz="3200" spc="-350" b="1">
                <a:latin typeface="Comic Sans MS"/>
                <a:cs typeface="Comic Sans MS"/>
              </a:rPr>
              <a:t>Example</a:t>
            </a:r>
            <a:r>
              <a:rPr dirty="0" sz="3200" spc="-245" b="1">
                <a:latin typeface="Comic Sans MS"/>
                <a:cs typeface="Comic Sans MS"/>
              </a:rPr>
              <a:t> </a:t>
            </a:r>
            <a:r>
              <a:rPr dirty="0" sz="3200" spc="-315" b="1">
                <a:latin typeface="Comic Sans MS"/>
                <a:cs typeface="Comic Sans MS"/>
              </a:rPr>
              <a:t>scenario:</a:t>
            </a:r>
            <a:endParaRPr sz="3200">
              <a:latin typeface="Comic Sans MS"/>
              <a:cs typeface="Comic Sans MS"/>
            </a:endParaRPr>
          </a:p>
          <a:p>
            <a:pPr marL="12700" marR="5080">
              <a:lnSpc>
                <a:spcPts val="3600"/>
              </a:lnSpc>
              <a:spcBef>
                <a:spcPts val="80"/>
              </a:spcBef>
              <a:tabLst>
                <a:tab pos="866775" algn="l"/>
                <a:tab pos="2266950" algn="l"/>
                <a:tab pos="2638425" algn="l"/>
                <a:tab pos="4217670" algn="l"/>
                <a:tab pos="6201410" algn="l"/>
                <a:tab pos="6939915" algn="l"/>
                <a:tab pos="8317865" algn="l"/>
                <a:tab pos="9120505" algn="l"/>
                <a:tab pos="10074275" algn="l"/>
                <a:tab pos="10948035" algn="l"/>
                <a:tab pos="11677650" algn="l"/>
                <a:tab pos="13194030" algn="l"/>
                <a:tab pos="14839950" algn="l"/>
              </a:tabLst>
            </a:pPr>
            <a:r>
              <a:rPr dirty="0" sz="2600" spc="-25">
                <a:latin typeface="Comic Sans MS"/>
                <a:cs typeface="Comic Sans MS"/>
              </a:rPr>
              <a:t>EDR</a:t>
            </a:r>
            <a:r>
              <a:rPr dirty="0" sz="2600">
                <a:latin typeface="Comic Sans MS"/>
                <a:cs typeface="Comic Sans MS"/>
              </a:rPr>
              <a:t>	</a:t>
            </a:r>
            <a:r>
              <a:rPr dirty="0" sz="2600" spc="-10">
                <a:latin typeface="Comic Sans MS"/>
                <a:cs typeface="Comic Sans MS"/>
              </a:rPr>
              <a:t>detects</a:t>
            </a:r>
            <a:r>
              <a:rPr dirty="0" sz="2600">
                <a:latin typeface="Comic Sans MS"/>
                <a:cs typeface="Comic Sans MS"/>
              </a:rPr>
              <a:t>	</a:t>
            </a:r>
            <a:r>
              <a:rPr dirty="0" sz="2600" spc="-50">
                <a:latin typeface="Comic Sans MS"/>
                <a:cs typeface="Comic Sans MS"/>
              </a:rPr>
              <a:t>a</a:t>
            </a:r>
            <a:r>
              <a:rPr dirty="0" sz="2600">
                <a:latin typeface="Comic Sans MS"/>
                <a:cs typeface="Comic Sans MS"/>
              </a:rPr>
              <a:t>	</a:t>
            </a:r>
            <a:r>
              <a:rPr dirty="0" sz="2600" spc="-10">
                <a:latin typeface="Comic Sans MS"/>
                <a:cs typeface="Comic Sans MS"/>
              </a:rPr>
              <a:t>malicious</a:t>
            </a:r>
            <a:r>
              <a:rPr dirty="0" sz="2600">
                <a:latin typeface="Comic Sans MS"/>
                <a:cs typeface="Comic Sans MS"/>
              </a:rPr>
              <a:t>	</a:t>
            </a:r>
            <a:r>
              <a:rPr dirty="0" sz="2600" spc="-10">
                <a:latin typeface="Comic Sans MS"/>
                <a:cs typeface="Comic Sans MS"/>
              </a:rPr>
              <a:t>executable,</a:t>
            </a:r>
            <a:r>
              <a:rPr dirty="0" sz="2600">
                <a:latin typeface="Comic Sans MS"/>
                <a:cs typeface="Comic Sans MS"/>
              </a:rPr>
              <a:t>	</a:t>
            </a:r>
            <a:r>
              <a:rPr dirty="0" sz="2600" spc="-25">
                <a:latin typeface="Comic Sans MS"/>
                <a:cs typeface="Comic Sans MS"/>
              </a:rPr>
              <a:t>and</a:t>
            </a:r>
            <a:r>
              <a:rPr dirty="0" sz="2600">
                <a:latin typeface="Comic Sans MS"/>
                <a:cs typeface="Comic Sans MS"/>
              </a:rPr>
              <a:t>	</a:t>
            </a:r>
            <a:r>
              <a:rPr dirty="0" sz="2600" spc="-10">
                <a:latin typeface="Comic Sans MS"/>
                <a:cs typeface="Comic Sans MS"/>
              </a:rPr>
              <a:t>firewall</a:t>
            </a:r>
            <a:r>
              <a:rPr dirty="0" sz="2600">
                <a:latin typeface="Comic Sans MS"/>
                <a:cs typeface="Comic Sans MS"/>
              </a:rPr>
              <a:t>	</a:t>
            </a:r>
            <a:r>
              <a:rPr dirty="0" sz="2600" spc="-20">
                <a:latin typeface="Comic Sans MS"/>
                <a:cs typeface="Comic Sans MS"/>
              </a:rPr>
              <a:t>logs</a:t>
            </a:r>
            <a:r>
              <a:rPr dirty="0" sz="2600">
                <a:latin typeface="Comic Sans MS"/>
                <a:cs typeface="Comic Sans MS"/>
              </a:rPr>
              <a:t>	</a:t>
            </a:r>
            <a:r>
              <a:rPr dirty="0" sz="2600" spc="-20">
                <a:latin typeface="Comic Sans MS"/>
                <a:cs typeface="Comic Sans MS"/>
              </a:rPr>
              <a:t>show</a:t>
            </a:r>
            <a:r>
              <a:rPr dirty="0" sz="2600">
                <a:latin typeface="Comic Sans MS"/>
                <a:cs typeface="Comic Sans MS"/>
              </a:rPr>
              <a:t>	</a:t>
            </a:r>
            <a:r>
              <a:rPr dirty="0" sz="2600" spc="-20">
                <a:latin typeface="Comic Sans MS"/>
                <a:cs typeface="Comic Sans MS"/>
              </a:rPr>
              <a:t>that</a:t>
            </a:r>
            <a:r>
              <a:rPr dirty="0" sz="2600">
                <a:latin typeface="Comic Sans MS"/>
                <a:cs typeface="Comic Sans MS"/>
              </a:rPr>
              <a:t>	</a:t>
            </a:r>
            <a:r>
              <a:rPr dirty="0" sz="2600" spc="-25">
                <a:latin typeface="Comic Sans MS"/>
                <a:cs typeface="Comic Sans MS"/>
              </a:rPr>
              <a:t>the</a:t>
            </a:r>
            <a:r>
              <a:rPr dirty="0" sz="2600">
                <a:latin typeface="Comic Sans MS"/>
                <a:cs typeface="Comic Sans MS"/>
              </a:rPr>
              <a:t>	</a:t>
            </a:r>
            <a:r>
              <a:rPr dirty="0" sz="2600" spc="-10">
                <a:latin typeface="Comic Sans MS"/>
                <a:cs typeface="Comic Sans MS"/>
              </a:rPr>
              <a:t>infected</a:t>
            </a:r>
            <a:r>
              <a:rPr dirty="0" sz="2600">
                <a:latin typeface="Comic Sans MS"/>
                <a:cs typeface="Comic Sans MS"/>
              </a:rPr>
              <a:t>	</a:t>
            </a:r>
            <a:r>
              <a:rPr dirty="0" sz="2600" spc="-10">
                <a:latin typeface="Comic Sans MS"/>
                <a:cs typeface="Comic Sans MS"/>
              </a:rPr>
              <a:t>computer</a:t>
            </a:r>
            <a:r>
              <a:rPr dirty="0" sz="2600">
                <a:latin typeface="Comic Sans MS"/>
                <a:cs typeface="Comic Sans MS"/>
              </a:rPr>
              <a:t>	</a:t>
            </a:r>
            <a:r>
              <a:rPr dirty="0" sz="2600" spc="-25">
                <a:latin typeface="Comic Sans MS"/>
                <a:cs typeface="Comic Sans MS"/>
              </a:rPr>
              <a:t>is </a:t>
            </a:r>
            <a:r>
              <a:rPr dirty="0" sz="2600">
                <a:latin typeface="Comic Sans MS"/>
                <a:cs typeface="Comic Sans MS"/>
              </a:rPr>
              <a:t>communicating</a:t>
            </a:r>
            <a:r>
              <a:rPr dirty="0" sz="2600" spc="-6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with</a:t>
            </a:r>
            <a:r>
              <a:rPr dirty="0" sz="2600" spc="-6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a</a:t>
            </a:r>
            <a:r>
              <a:rPr dirty="0" sz="2600" spc="-5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known</a:t>
            </a:r>
            <a:r>
              <a:rPr dirty="0" sz="2600" spc="-6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malicious</a:t>
            </a:r>
            <a:r>
              <a:rPr dirty="0" sz="2600" spc="-5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IP</a:t>
            </a:r>
            <a:r>
              <a:rPr dirty="0" sz="2600" spc="-60">
                <a:latin typeface="Comic Sans MS"/>
                <a:cs typeface="Comic Sans MS"/>
              </a:rPr>
              <a:t> </a:t>
            </a:r>
            <a:r>
              <a:rPr dirty="0" sz="2600" spc="-10">
                <a:latin typeface="Comic Sans MS"/>
                <a:cs typeface="Comic Sans MS"/>
              </a:rPr>
              <a:t>address.</a:t>
            </a:r>
            <a:endParaRPr sz="26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dirty="0" sz="2600">
                <a:latin typeface="Comic Sans MS"/>
                <a:cs typeface="Comic Sans MS"/>
              </a:rPr>
              <a:t>These</a:t>
            </a:r>
            <a:r>
              <a:rPr dirty="0" sz="2600" spc="-6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are</a:t>
            </a:r>
            <a:r>
              <a:rPr dirty="0" sz="2600" spc="-6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indicators</a:t>
            </a:r>
            <a:r>
              <a:rPr dirty="0" sz="2600" spc="-6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because</a:t>
            </a:r>
            <a:r>
              <a:rPr dirty="0" sz="2600" spc="-6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there</a:t>
            </a:r>
            <a:r>
              <a:rPr dirty="0" sz="2600" spc="-6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is</a:t>
            </a:r>
            <a:r>
              <a:rPr dirty="0" sz="2600" spc="-6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evidence</a:t>
            </a:r>
            <a:r>
              <a:rPr dirty="0" sz="2600" spc="-6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that</a:t>
            </a:r>
            <a:r>
              <a:rPr dirty="0" sz="2600" spc="-6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compromise</a:t>
            </a:r>
            <a:r>
              <a:rPr dirty="0" sz="2600" spc="-6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may</a:t>
            </a:r>
            <a:r>
              <a:rPr dirty="0" sz="2600" spc="-6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have</a:t>
            </a:r>
            <a:r>
              <a:rPr dirty="0" sz="2600" spc="-6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already</a:t>
            </a:r>
            <a:r>
              <a:rPr dirty="0" sz="2600" spc="-65">
                <a:latin typeface="Comic Sans MS"/>
                <a:cs typeface="Comic Sans MS"/>
              </a:rPr>
              <a:t> </a:t>
            </a:r>
            <a:r>
              <a:rPr dirty="0" sz="2600" spc="-10">
                <a:latin typeface="Comic Sans MS"/>
                <a:cs typeface="Comic Sans MS"/>
              </a:rPr>
              <a:t>occurred.</a:t>
            </a:r>
            <a:endParaRPr sz="26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553249" y="0"/>
            <a:ext cx="2734945" cy="10287000"/>
            <a:chOff x="15553249" y="0"/>
            <a:chExt cx="2734945" cy="10287000"/>
          </a:xfrm>
        </p:grpSpPr>
        <p:sp>
          <p:nvSpPr>
            <p:cNvPr id="3" name="object 3"/>
            <p:cNvSpPr/>
            <p:nvPr/>
          </p:nvSpPr>
          <p:spPr>
            <a:xfrm>
              <a:off x="15553249" y="0"/>
              <a:ext cx="2734945" cy="10287000"/>
            </a:xfrm>
            <a:custGeom>
              <a:avLst/>
              <a:gdLst/>
              <a:ahLst/>
              <a:cxnLst/>
              <a:rect l="l" t="t" r="r" b="b"/>
              <a:pathLst>
                <a:path w="2734944" h="10287000">
                  <a:moveTo>
                    <a:pt x="727011" y="10287000"/>
                  </a:moveTo>
                  <a:lnTo>
                    <a:pt x="779927" y="8067176"/>
                  </a:lnTo>
                  <a:lnTo>
                    <a:pt x="455832" y="8264828"/>
                  </a:lnTo>
                  <a:lnTo>
                    <a:pt x="334756" y="8520630"/>
                  </a:lnTo>
                  <a:lnTo>
                    <a:pt x="293648" y="8874393"/>
                  </a:lnTo>
                  <a:lnTo>
                    <a:pt x="0" y="9289203"/>
                  </a:lnTo>
                  <a:lnTo>
                    <a:pt x="103447" y="9752295"/>
                  </a:lnTo>
                  <a:lnTo>
                    <a:pt x="384759" y="10009582"/>
                  </a:lnTo>
                  <a:lnTo>
                    <a:pt x="378146" y="10287000"/>
                  </a:lnTo>
                  <a:lnTo>
                    <a:pt x="727011" y="10287000"/>
                  </a:lnTo>
                  <a:close/>
                </a:path>
                <a:path w="2734944" h="10287000">
                  <a:moveTo>
                    <a:pt x="586809" y="1997404"/>
                  </a:moveTo>
                  <a:lnTo>
                    <a:pt x="614320" y="843315"/>
                  </a:lnTo>
                  <a:lnTo>
                    <a:pt x="336085" y="1580317"/>
                  </a:lnTo>
                  <a:lnTo>
                    <a:pt x="500606" y="1893043"/>
                  </a:lnTo>
                  <a:lnTo>
                    <a:pt x="586809" y="1997404"/>
                  </a:lnTo>
                  <a:close/>
                </a:path>
                <a:path w="2734944" h="10287000">
                  <a:moveTo>
                    <a:pt x="2734752" y="10287000"/>
                  </a:moveTo>
                  <a:lnTo>
                    <a:pt x="2734752" y="0"/>
                  </a:lnTo>
                  <a:lnTo>
                    <a:pt x="557905" y="0"/>
                  </a:lnTo>
                  <a:lnTo>
                    <a:pt x="485748" y="496316"/>
                  </a:lnTo>
                  <a:lnTo>
                    <a:pt x="614320" y="843315"/>
                  </a:lnTo>
                  <a:lnTo>
                    <a:pt x="586809" y="1997404"/>
                  </a:lnTo>
                  <a:lnTo>
                    <a:pt x="838014" y="2301524"/>
                  </a:lnTo>
                  <a:lnTo>
                    <a:pt x="816517" y="3203315"/>
                  </a:lnTo>
                  <a:lnTo>
                    <a:pt x="817621" y="3208532"/>
                  </a:lnTo>
                  <a:lnTo>
                    <a:pt x="783270" y="4649534"/>
                  </a:lnTo>
                  <a:lnTo>
                    <a:pt x="884949" y="4795181"/>
                  </a:lnTo>
                  <a:lnTo>
                    <a:pt x="834878" y="6895682"/>
                  </a:lnTo>
                  <a:lnTo>
                    <a:pt x="860277" y="6974153"/>
                  </a:lnTo>
                  <a:lnTo>
                    <a:pt x="781306" y="10287000"/>
                  </a:lnTo>
                  <a:lnTo>
                    <a:pt x="2734752" y="10287000"/>
                  </a:lnTo>
                  <a:close/>
                </a:path>
                <a:path w="2734944" h="10287000">
                  <a:moveTo>
                    <a:pt x="378146" y="10287000"/>
                  </a:moveTo>
                  <a:lnTo>
                    <a:pt x="384759" y="10009582"/>
                  </a:lnTo>
                  <a:lnTo>
                    <a:pt x="329200" y="10287000"/>
                  </a:lnTo>
                  <a:lnTo>
                    <a:pt x="378146" y="10287000"/>
                  </a:lnTo>
                  <a:close/>
                </a:path>
                <a:path w="2734944" h="10287000">
                  <a:moveTo>
                    <a:pt x="783270" y="4649534"/>
                  </a:moveTo>
                  <a:lnTo>
                    <a:pt x="817621" y="3208532"/>
                  </a:lnTo>
                  <a:lnTo>
                    <a:pt x="782587" y="3554825"/>
                  </a:lnTo>
                  <a:lnTo>
                    <a:pt x="693633" y="3926610"/>
                  </a:lnTo>
                  <a:lnTo>
                    <a:pt x="549494" y="4376921"/>
                  </a:lnTo>
                  <a:lnTo>
                    <a:pt x="783270" y="4649534"/>
                  </a:lnTo>
                  <a:close/>
                </a:path>
                <a:path w="2734944" h="10287000">
                  <a:moveTo>
                    <a:pt x="816517" y="3203315"/>
                  </a:moveTo>
                  <a:lnTo>
                    <a:pt x="838014" y="2301524"/>
                  </a:lnTo>
                  <a:lnTo>
                    <a:pt x="716051" y="2728534"/>
                  </a:lnTo>
                  <a:lnTo>
                    <a:pt x="816517" y="3203315"/>
                  </a:lnTo>
                  <a:close/>
                </a:path>
                <a:path w="2734944" h="10287000">
                  <a:moveTo>
                    <a:pt x="781306" y="10287000"/>
                  </a:moveTo>
                  <a:lnTo>
                    <a:pt x="860277" y="6974153"/>
                  </a:lnTo>
                  <a:lnTo>
                    <a:pt x="639810" y="7256328"/>
                  </a:lnTo>
                  <a:lnTo>
                    <a:pt x="766875" y="7532539"/>
                  </a:lnTo>
                  <a:lnTo>
                    <a:pt x="755982" y="7989517"/>
                  </a:lnTo>
                  <a:lnTo>
                    <a:pt x="779927" y="8067176"/>
                  </a:lnTo>
                  <a:lnTo>
                    <a:pt x="727011" y="10287000"/>
                  </a:lnTo>
                  <a:lnTo>
                    <a:pt x="781306" y="10287000"/>
                  </a:lnTo>
                  <a:close/>
                </a:path>
                <a:path w="2734944" h="10287000">
                  <a:moveTo>
                    <a:pt x="834878" y="6895682"/>
                  </a:moveTo>
                  <a:lnTo>
                    <a:pt x="859097" y="5879677"/>
                  </a:lnTo>
                  <a:lnTo>
                    <a:pt x="734991" y="6200754"/>
                  </a:lnTo>
                  <a:lnTo>
                    <a:pt x="686140" y="6436167"/>
                  </a:lnTo>
                  <a:lnTo>
                    <a:pt x="834878" y="6895682"/>
                  </a:lnTo>
                  <a:close/>
                </a:path>
                <a:path w="2734944" h="10287000">
                  <a:moveTo>
                    <a:pt x="755982" y="7989517"/>
                  </a:moveTo>
                  <a:lnTo>
                    <a:pt x="766875" y="7532539"/>
                  </a:lnTo>
                  <a:lnTo>
                    <a:pt x="680726" y="7745444"/>
                  </a:lnTo>
                  <a:lnTo>
                    <a:pt x="755982" y="7989517"/>
                  </a:lnTo>
                  <a:close/>
                </a:path>
                <a:path w="2734944" h="10287000">
                  <a:moveTo>
                    <a:pt x="859097" y="5879677"/>
                  </a:moveTo>
                  <a:lnTo>
                    <a:pt x="884949" y="4795181"/>
                  </a:lnTo>
                  <a:lnTo>
                    <a:pt x="796082" y="5183920"/>
                  </a:lnTo>
                  <a:lnTo>
                    <a:pt x="808203" y="5541163"/>
                  </a:lnTo>
                  <a:lnTo>
                    <a:pt x="859097" y="58796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5705595" y="0"/>
              <a:ext cx="2582545" cy="10287000"/>
            </a:xfrm>
            <a:custGeom>
              <a:avLst/>
              <a:gdLst/>
              <a:ahLst/>
              <a:cxnLst/>
              <a:rect l="l" t="t" r="r" b="b"/>
              <a:pathLst>
                <a:path w="2582544" h="10287000">
                  <a:moveTo>
                    <a:pt x="324672" y="9633137"/>
                  </a:moveTo>
                  <a:lnTo>
                    <a:pt x="348813" y="8620406"/>
                  </a:lnTo>
                  <a:lnTo>
                    <a:pt x="15010" y="8947047"/>
                  </a:lnTo>
                  <a:lnTo>
                    <a:pt x="0" y="9288167"/>
                  </a:lnTo>
                  <a:lnTo>
                    <a:pt x="324672" y="9633137"/>
                  </a:lnTo>
                  <a:close/>
                </a:path>
                <a:path w="2582544" h="10287000">
                  <a:moveTo>
                    <a:pt x="641724" y="1743619"/>
                  </a:moveTo>
                  <a:lnTo>
                    <a:pt x="669240" y="589323"/>
                  </a:lnTo>
                  <a:lnTo>
                    <a:pt x="391239" y="1326822"/>
                  </a:lnTo>
                  <a:lnTo>
                    <a:pt x="555760" y="1639548"/>
                  </a:lnTo>
                  <a:lnTo>
                    <a:pt x="641724" y="1743619"/>
                  </a:lnTo>
                  <a:close/>
                </a:path>
                <a:path w="2582544" h="10287000">
                  <a:moveTo>
                    <a:pt x="2582406" y="10287000"/>
                  </a:moveTo>
                  <a:lnTo>
                    <a:pt x="2582406" y="0"/>
                  </a:lnTo>
                  <a:lnTo>
                    <a:pt x="440705" y="0"/>
                  </a:lnTo>
                  <a:lnTo>
                    <a:pt x="540914" y="242330"/>
                  </a:lnTo>
                  <a:lnTo>
                    <a:pt x="669240" y="589323"/>
                  </a:lnTo>
                  <a:lnTo>
                    <a:pt x="641724" y="1743619"/>
                  </a:lnTo>
                  <a:lnTo>
                    <a:pt x="893168" y="2048028"/>
                  </a:lnTo>
                  <a:lnTo>
                    <a:pt x="871652" y="2950608"/>
                  </a:lnTo>
                  <a:lnTo>
                    <a:pt x="872757" y="2955773"/>
                  </a:lnTo>
                  <a:lnTo>
                    <a:pt x="838407" y="4396774"/>
                  </a:lnTo>
                  <a:lnTo>
                    <a:pt x="1046695" y="4615225"/>
                  </a:lnTo>
                  <a:lnTo>
                    <a:pt x="911491" y="10287000"/>
                  </a:lnTo>
                  <a:lnTo>
                    <a:pt x="2582406" y="10287000"/>
                  </a:lnTo>
                  <a:close/>
                </a:path>
                <a:path w="2582544" h="10287000">
                  <a:moveTo>
                    <a:pt x="776859" y="10287000"/>
                  </a:moveTo>
                  <a:lnTo>
                    <a:pt x="835823" y="7813453"/>
                  </a:lnTo>
                  <a:lnTo>
                    <a:pt x="513486" y="7885856"/>
                  </a:lnTo>
                  <a:lnTo>
                    <a:pt x="291209" y="8254217"/>
                  </a:lnTo>
                  <a:lnTo>
                    <a:pt x="348813" y="8620406"/>
                  </a:lnTo>
                  <a:lnTo>
                    <a:pt x="324672" y="9633137"/>
                  </a:lnTo>
                  <a:lnTo>
                    <a:pt x="439925" y="9755595"/>
                  </a:lnTo>
                  <a:lnTo>
                    <a:pt x="427257" y="10287000"/>
                  </a:lnTo>
                  <a:lnTo>
                    <a:pt x="776859" y="10287000"/>
                  </a:lnTo>
                  <a:close/>
                </a:path>
                <a:path w="2582544" h="10287000">
                  <a:moveTo>
                    <a:pt x="427257" y="10287000"/>
                  </a:moveTo>
                  <a:lnTo>
                    <a:pt x="439925" y="9755595"/>
                  </a:lnTo>
                  <a:lnTo>
                    <a:pt x="346168" y="10225779"/>
                  </a:lnTo>
                  <a:lnTo>
                    <a:pt x="292986" y="10287000"/>
                  </a:lnTo>
                  <a:lnTo>
                    <a:pt x="427257" y="10287000"/>
                  </a:lnTo>
                  <a:close/>
                </a:path>
                <a:path w="2582544" h="10287000">
                  <a:moveTo>
                    <a:pt x="838407" y="4396774"/>
                  </a:moveTo>
                  <a:lnTo>
                    <a:pt x="872757" y="2955773"/>
                  </a:lnTo>
                  <a:lnTo>
                    <a:pt x="837723" y="3302065"/>
                  </a:lnTo>
                  <a:lnTo>
                    <a:pt x="748775" y="3673605"/>
                  </a:lnTo>
                  <a:lnTo>
                    <a:pt x="604385" y="4124156"/>
                  </a:lnTo>
                  <a:lnTo>
                    <a:pt x="838407" y="4396774"/>
                  </a:lnTo>
                  <a:close/>
                </a:path>
                <a:path w="2582544" h="10287000">
                  <a:moveTo>
                    <a:pt x="889267" y="6643325"/>
                  </a:moveTo>
                  <a:lnTo>
                    <a:pt x="913526" y="5625673"/>
                  </a:lnTo>
                  <a:lnTo>
                    <a:pt x="641146" y="5859443"/>
                  </a:lnTo>
                  <a:lnTo>
                    <a:pt x="740072" y="6182396"/>
                  </a:lnTo>
                  <a:lnTo>
                    <a:pt x="889267" y="6643325"/>
                  </a:lnTo>
                  <a:close/>
                </a:path>
                <a:path w="2582544" h="10287000">
                  <a:moveTo>
                    <a:pt x="871652" y="2950608"/>
                  </a:moveTo>
                  <a:lnTo>
                    <a:pt x="893168" y="2048028"/>
                  </a:lnTo>
                  <a:lnTo>
                    <a:pt x="769965" y="2475500"/>
                  </a:lnTo>
                  <a:lnTo>
                    <a:pt x="871652" y="2950608"/>
                  </a:lnTo>
                  <a:close/>
                </a:path>
                <a:path w="2582544" h="10287000">
                  <a:moveTo>
                    <a:pt x="829189" y="10287000"/>
                  </a:moveTo>
                  <a:lnTo>
                    <a:pt x="914210" y="6720382"/>
                  </a:lnTo>
                  <a:lnTo>
                    <a:pt x="693987" y="7002564"/>
                  </a:lnTo>
                  <a:lnTo>
                    <a:pt x="820801" y="7279014"/>
                  </a:lnTo>
                  <a:lnTo>
                    <a:pt x="810061" y="7729557"/>
                  </a:lnTo>
                  <a:lnTo>
                    <a:pt x="835823" y="7813453"/>
                  </a:lnTo>
                  <a:lnTo>
                    <a:pt x="776859" y="10287000"/>
                  </a:lnTo>
                  <a:lnTo>
                    <a:pt x="829189" y="10287000"/>
                  </a:lnTo>
                  <a:close/>
                </a:path>
                <a:path w="2582544" h="10287000">
                  <a:moveTo>
                    <a:pt x="911491" y="10287000"/>
                  </a:moveTo>
                  <a:lnTo>
                    <a:pt x="1046695" y="4615225"/>
                  </a:lnTo>
                  <a:lnTo>
                    <a:pt x="852230" y="4929956"/>
                  </a:lnTo>
                  <a:lnTo>
                    <a:pt x="757882" y="5435256"/>
                  </a:lnTo>
                  <a:lnTo>
                    <a:pt x="913526" y="5625673"/>
                  </a:lnTo>
                  <a:lnTo>
                    <a:pt x="889267" y="6643325"/>
                  </a:lnTo>
                  <a:lnTo>
                    <a:pt x="914210" y="6720382"/>
                  </a:lnTo>
                  <a:lnTo>
                    <a:pt x="829189" y="10287000"/>
                  </a:lnTo>
                  <a:lnTo>
                    <a:pt x="911491" y="10287000"/>
                  </a:lnTo>
                  <a:close/>
                </a:path>
                <a:path w="2582544" h="10287000">
                  <a:moveTo>
                    <a:pt x="810061" y="7729557"/>
                  </a:moveTo>
                  <a:lnTo>
                    <a:pt x="820801" y="7279014"/>
                  </a:lnTo>
                  <a:lnTo>
                    <a:pt x="736651" y="7490493"/>
                  </a:lnTo>
                  <a:lnTo>
                    <a:pt x="810061" y="772955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6105825" y="0"/>
              <a:ext cx="2182495" cy="10287000"/>
            </a:xfrm>
            <a:custGeom>
              <a:avLst/>
              <a:gdLst/>
              <a:ahLst/>
              <a:cxnLst/>
              <a:rect l="l" t="t" r="r" b="b"/>
              <a:pathLst>
                <a:path w="2182494" h="10287000">
                  <a:moveTo>
                    <a:pt x="324672" y="9642677"/>
                  </a:moveTo>
                  <a:lnTo>
                    <a:pt x="348813" y="8629946"/>
                  </a:lnTo>
                  <a:lnTo>
                    <a:pt x="15010" y="8956588"/>
                  </a:lnTo>
                  <a:lnTo>
                    <a:pt x="0" y="9297708"/>
                  </a:lnTo>
                  <a:lnTo>
                    <a:pt x="324672" y="9642677"/>
                  </a:lnTo>
                  <a:close/>
                </a:path>
                <a:path w="2182494" h="10287000">
                  <a:moveTo>
                    <a:pt x="637861" y="1915198"/>
                  </a:moveTo>
                  <a:lnTo>
                    <a:pt x="669240" y="598864"/>
                  </a:lnTo>
                  <a:lnTo>
                    <a:pt x="530573" y="945880"/>
                  </a:lnTo>
                  <a:lnTo>
                    <a:pt x="435265" y="1196476"/>
                  </a:lnTo>
                  <a:lnTo>
                    <a:pt x="391993" y="1335644"/>
                  </a:lnTo>
                  <a:lnTo>
                    <a:pt x="399696" y="1428313"/>
                  </a:lnTo>
                  <a:lnTo>
                    <a:pt x="440978" y="1774836"/>
                  </a:lnTo>
                  <a:lnTo>
                    <a:pt x="637861" y="1915198"/>
                  </a:lnTo>
                  <a:close/>
                </a:path>
                <a:path w="2182494" h="10287000">
                  <a:moveTo>
                    <a:pt x="2182176" y="10287000"/>
                  </a:moveTo>
                  <a:lnTo>
                    <a:pt x="2182176" y="0"/>
                  </a:lnTo>
                  <a:lnTo>
                    <a:pt x="436956" y="0"/>
                  </a:lnTo>
                  <a:lnTo>
                    <a:pt x="540914" y="251871"/>
                  </a:lnTo>
                  <a:lnTo>
                    <a:pt x="669240" y="598864"/>
                  </a:lnTo>
                  <a:lnTo>
                    <a:pt x="637861" y="1915198"/>
                  </a:lnTo>
                  <a:lnTo>
                    <a:pt x="912289" y="2110843"/>
                  </a:lnTo>
                  <a:lnTo>
                    <a:pt x="872462" y="3781577"/>
                  </a:lnTo>
                  <a:lnTo>
                    <a:pt x="948670" y="3856914"/>
                  </a:lnTo>
                  <a:lnTo>
                    <a:pt x="1005259" y="3910114"/>
                  </a:lnTo>
                  <a:lnTo>
                    <a:pt x="983207" y="4835210"/>
                  </a:lnTo>
                  <a:lnTo>
                    <a:pt x="1008205" y="5012984"/>
                  </a:lnTo>
                  <a:lnTo>
                    <a:pt x="998723" y="5410755"/>
                  </a:lnTo>
                  <a:lnTo>
                    <a:pt x="1073597" y="5567786"/>
                  </a:lnTo>
                  <a:lnTo>
                    <a:pt x="961100" y="10287000"/>
                  </a:lnTo>
                  <a:lnTo>
                    <a:pt x="2182176" y="10287000"/>
                  </a:lnTo>
                  <a:close/>
                </a:path>
                <a:path w="2182494" h="10287000">
                  <a:moveTo>
                    <a:pt x="556220" y="10287000"/>
                  </a:moveTo>
                  <a:lnTo>
                    <a:pt x="617143" y="7731305"/>
                  </a:lnTo>
                  <a:lnTo>
                    <a:pt x="490641" y="8029232"/>
                  </a:lnTo>
                  <a:lnTo>
                    <a:pt x="331754" y="8211906"/>
                  </a:lnTo>
                  <a:lnTo>
                    <a:pt x="348813" y="8629946"/>
                  </a:lnTo>
                  <a:lnTo>
                    <a:pt x="324672" y="9642677"/>
                  </a:lnTo>
                  <a:lnTo>
                    <a:pt x="439925" y="9765135"/>
                  </a:lnTo>
                  <a:lnTo>
                    <a:pt x="427484" y="10287000"/>
                  </a:lnTo>
                  <a:lnTo>
                    <a:pt x="556220" y="10287000"/>
                  </a:lnTo>
                  <a:close/>
                </a:path>
                <a:path w="2182494" h="10287000">
                  <a:moveTo>
                    <a:pt x="427484" y="10287000"/>
                  </a:moveTo>
                  <a:lnTo>
                    <a:pt x="439925" y="9765135"/>
                  </a:lnTo>
                  <a:lnTo>
                    <a:pt x="345431" y="10235302"/>
                  </a:lnTo>
                  <a:lnTo>
                    <a:pt x="300522" y="10287000"/>
                  </a:lnTo>
                  <a:lnTo>
                    <a:pt x="427484" y="10287000"/>
                  </a:lnTo>
                  <a:close/>
                </a:path>
                <a:path w="2182494" h="10287000">
                  <a:moveTo>
                    <a:pt x="872462" y="3781577"/>
                  </a:moveTo>
                  <a:lnTo>
                    <a:pt x="912289" y="2110843"/>
                  </a:lnTo>
                  <a:lnTo>
                    <a:pt x="890007" y="2161026"/>
                  </a:lnTo>
                  <a:lnTo>
                    <a:pt x="841012" y="2275705"/>
                  </a:lnTo>
                  <a:lnTo>
                    <a:pt x="792086" y="2401072"/>
                  </a:lnTo>
                  <a:lnTo>
                    <a:pt x="770006" y="2483320"/>
                  </a:lnTo>
                  <a:lnTo>
                    <a:pt x="768398" y="2517139"/>
                  </a:lnTo>
                  <a:lnTo>
                    <a:pt x="764005" y="2565782"/>
                  </a:lnTo>
                  <a:lnTo>
                    <a:pt x="745193" y="2741357"/>
                  </a:lnTo>
                  <a:lnTo>
                    <a:pt x="740739" y="2789998"/>
                  </a:lnTo>
                  <a:lnTo>
                    <a:pt x="739041" y="2823814"/>
                  </a:lnTo>
                  <a:lnTo>
                    <a:pt x="714338" y="2894216"/>
                  </a:lnTo>
                  <a:lnTo>
                    <a:pt x="659879" y="2993526"/>
                  </a:lnTo>
                  <a:lnTo>
                    <a:pt x="605398" y="3082149"/>
                  </a:lnTo>
                  <a:lnTo>
                    <a:pt x="580631" y="3120489"/>
                  </a:lnTo>
                  <a:lnTo>
                    <a:pt x="615128" y="3386425"/>
                  </a:lnTo>
                  <a:lnTo>
                    <a:pt x="629220" y="3483516"/>
                  </a:lnTo>
                  <a:lnTo>
                    <a:pt x="694476" y="3590539"/>
                  </a:lnTo>
                  <a:lnTo>
                    <a:pt x="823018" y="3732697"/>
                  </a:lnTo>
                  <a:lnTo>
                    <a:pt x="872462" y="3781577"/>
                  </a:lnTo>
                  <a:close/>
                </a:path>
                <a:path w="2182494" h="10287000">
                  <a:moveTo>
                    <a:pt x="653264" y="10287000"/>
                  </a:moveTo>
                  <a:lnTo>
                    <a:pt x="741675" y="6578165"/>
                  </a:lnTo>
                  <a:lnTo>
                    <a:pt x="694952" y="7012864"/>
                  </a:lnTo>
                  <a:lnTo>
                    <a:pt x="584112" y="7292739"/>
                  </a:lnTo>
                  <a:lnTo>
                    <a:pt x="584739" y="7482901"/>
                  </a:lnTo>
                  <a:lnTo>
                    <a:pt x="617143" y="7731305"/>
                  </a:lnTo>
                  <a:lnTo>
                    <a:pt x="556220" y="10287000"/>
                  </a:lnTo>
                  <a:lnTo>
                    <a:pt x="650039" y="10287000"/>
                  </a:lnTo>
                  <a:lnTo>
                    <a:pt x="653264" y="10287000"/>
                  </a:lnTo>
                  <a:close/>
                </a:path>
                <a:path w="2182494" h="10287000">
                  <a:moveTo>
                    <a:pt x="961100" y="10287000"/>
                  </a:moveTo>
                  <a:lnTo>
                    <a:pt x="1073597" y="5567786"/>
                  </a:lnTo>
                  <a:lnTo>
                    <a:pt x="708278" y="6082840"/>
                  </a:lnTo>
                  <a:lnTo>
                    <a:pt x="741675" y="6578165"/>
                  </a:lnTo>
                  <a:lnTo>
                    <a:pt x="653264" y="10287000"/>
                  </a:lnTo>
                  <a:lnTo>
                    <a:pt x="961100" y="10287000"/>
                  </a:lnTo>
                  <a:close/>
                </a:path>
                <a:path w="2182494" h="10287000">
                  <a:moveTo>
                    <a:pt x="983207" y="4835210"/>
                  </a:moveTo>
                  <a:lnTo>
                    <a:pt x="1005259" y="3910114"/>
                  </a:lnTo>
                  <a:lnTo>
                    <a:pt x="863068" y="4340573"/>
                  </a:lnTo>
                  <a:lnTo>
                    <a:pt x="959679" y="4667894"/>
                  </a:lnTo>
                  <a:lnTo>
                    <a:pt x="983207" y="4835210"/>
                  </a:lnTo>
                  <a:close/>
                </a:path>
                <a:path w="2182494" h="10287000">
                  <a:moveTo>
                    <a:pt x="998723" y="5410755"/>
                  </a:moveTo>
                  <a:lnTo>
                    <a:pt x="1008205" y="5012984"/>
                  </a:lnTo>
                  <a:lnTo>
                    <a:pt x="897175" y="5197782"/>
                  </a:lnTo>
                  <a:lnTo>
                    <a:pt x="998723" y="5410755"/>
                  </a:lnTo>
                  <a:close/>
                </a:path>
              </a:pathLst>
            </a:custGeom>
            <a:solidFill>
              <a:srgbClr val="FFD04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016000" y="1009713"/>
            <a:ext cx="7996555" cy="7874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000" b="0">
                <a:solidFill>
                  <a:srgbClr val="5460A8"/>
                </a:solidFill>
                <a:latin typeface="Comic Sans MS"/>
                <a:cs typeface="Comic Sans MS"/>
              </a:rPr>
              <a:t>SIGNS</a:t>
            </a:r>
            <a:r>
              <a:rPr dirty="0" sz="5000" spc="-85" b="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5000" b="0">
                <a:solidFill>
                  <a:srgbClr val="5460A8"/>
                </a:solidFill>
                <a:latin typeface="Comic Sans MS"/>
                <a:cs typeface="Comic Sans MS"/>
              </a:rPr>
              <a:t>OF</a:t>
            </a:r>
            <a:r>
              <a:rPr dirty="0" sz="5000" spc="-85" b="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5000" b="0">
                <a:solidFill>
                  <a:srgbClr val="5460A8"/>
                </a:solidFill>
                <a:latin typeface="Comic Sans MS"/>
                <a:cs typeface="Comic Sans MS"/>
              </a:rPr>
              <a:t>AN</a:t>
            </a:r>
            <a:r>
              <a:rPr dirty="0" sz="5000" spc="-85" b="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5000" spc="-10" b="0">
                <a:solidFill>
                  <a:srgbClr val="5460A8"/>
                </a:solidFill>
                <a:latin typeface="Comic Sans MS"/>
                <a:cs typeface="Comic Sans MS"/>
              </a:rPr>
              <a:t>INCIDENT</a:t>
            </a:r>
            <a:endParaRPr sz="5000">
              <a:latin typeface="Comic Sans MS"/>
              <a:cs typeface="Comic Sans MS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5399" y="2533014"/>
            <a:ext cx="114300" cy="11429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577230" y="2230042"/>
            <a:ext cx="14316075" cy="7411720"/>
          </a:xfrm>
          <a:prstGeom prst="rect">
            <a:avLst/>
          </a:prstGeom>
        </p:spPr>
        <p:txBody>
          <a:bodyPr wrap="square" lIns="0" tIns="2540" rIns="0" bIns="0" rtlCol="0" vert="horz">
            <a:spAutoFit/>
          </a:bodyPr>
          <a:lstStyle/>
          <a:p>
            <a:pPr algn="just" marL="12700" marR="5080">
              <a:lnSpc>
                <a:spcPct val="113399"/>
              </a:lnSpc>
              <a:spcBef>
                <a:spcPts val="20"/>
              </a:spcBef>
            </a:pPr>
            <a:r>
              <a:rPr dirty="0" sz="3200" spc="-360" b="1">
                <a:latin typeface="Comic Sans MS"/>
                <a:cs typeface="Comic Sans MS"/>
              </a:rPr>
              <a:t>Unexpected</a:t>
            </a:r>
            <a:r>
              <a:rPr dirty="0" sz="3200" spc="10" b="1">
                <a:latin typeface="Comic Sans MS"/>
                <a:cs typeface="Comic Sans MS"/>
              </a:rPr>
              <a:t> </a:t>
            </a:r>
            <a:r>
              <a:rPr dirty="0" sz="3200" spc="-365" b="1">
                <a:latin typeface="Comic Sans MS"/>
                <a:cs typeface="Comic Sans MS"/>
              </a:rPr>
              <a:t>system</a:t>
            </a:r>
            <a:r>
              <a:rPr dirty="0" sz="3200" spc="20" b="1">
                <a:latin typeface="Comic Sans MS"/>
                <a:cs typeface="Comic Sans MS"/>
              </a:rPr>
              <a:t> </a:t>
            </a:r>
            <a:r>
              <a:rPr dirty="0" sz="3200" spc="-365" b="1">
                <a:latin typeface="Comic Sans MS"/>
                <a:cs typeface="Comic Sans MS"/>
              </a:rPr>
              <a:t>behavior:</a:t>
            </a:r>
            <a:r>
              <a:rPr dirty="0" sz="3200" spc="15" b="1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Unusual</a:t>
            </a:r>
            <a:r>
              <a:rPr dirty="0" sz="2600" spc="-19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or</a:t>
            </a:r>
            <a:r>
              <a:rPr dirty="0" sz="2600" spc="-8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unexpected</a:t>
            </a:r>
            <a:r>
              <a:rPr dirty="0" sz="2600" spc="18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system</a:t>
            </a:r>
            <a:r>
              <a:rPr dirty="0" sz="2600" spc="17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behavior</a:t>
            </a:r>
            <a:r>
              <a:rPr dirty="0" sz="2600" spc="18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can</a:t>
            </a:r>
            <a:r>
              <a:rPr dirty="0" sz="2600" spc="17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often</a:t>
            </a:r>
            <a:r>
              <a:rPr dirty="0" sz="2600" spc="17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indicate</a:t>
            </a:r>
            <a:r>
              <a:rPr dirty="0" sz="2600" spc="180">
                <a:latin typeface="Comic Sans MS"/>
                <a:cs typeface="Comic Sans MS"/>
              </a:rPr>
              <a:t> </a:t>
            </a:r>
            <a:r>
              <a:rPr dirty="0" sz="2600" spc="-50">
                <a:latin typeface="Comic Sans MS"/>
                <a:cs typeface="Comic Sans MS"/>
              </a:rPr>
              <a:t>a </a:t>
            </a:r>
            <a:r>
              <a:rPr dirty="0" sz="2600">
                <a:latin typeface="Comic Sans MS"/>
                <a:cs typeface="Comic Sans MS"/>
              </a:rPr>
              <a:t>security</a:t>
            </a:r>
            <a:r>
              <a:rPr dirty="0" sz="2600" spc="64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event.</a:t>
            </a:r>
            <a:r>
              <a:rPr dirty="0" sz="2600" spc="64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This</a:t>
            </a:r>
            <a:r>
              <a:rPr dirty="0" sz="2600" spc="64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could</a:t>
            </a:r>
            <a:r>
              <a:rPr dirty="0" sz="2600" spc="64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include</a:t>
            </a:r>
            <a:r>
              <a:rPr dirty="0" sz="2600" spc="64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systems</a:t>
            </a:r>
            <a:r>
              <a:rPr dirty="0" sz="2600" spc="64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running</a:t>
            </a:r>
            <a:r>
              <a:rPr dirty="0" sz="2600" spc="64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more</a:t>
            </a:r>
            <a:r>
              <a:rPr dirty="0" sz="2600" spc="64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slowly</a:t>
            </a:r>
            <a:r>
              <a:rPr dirty="0" sz="2600" spc="64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than</a:t>
            </a:r>
            <a:r>
              <a:rPr dirty="0" sz="2600" spc="64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usual,</a:t>
            </a:r>
            <a:r>
              <a:rPr dirty="0" sz="2600" spc="64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crashing,</a:t>
            </a:r>
            <a:r>
              <a:rPr dirty="0" sz="2600" spc="640">
                <a:latin typeface="Comic Sans MS"/>
                <a:cs typeface="Comic Sans MS"/>
              </a:rPr>
              <a:t> </a:t>
            </a:r>
            <a:r>
              <a:rPr dirty="0" sz="2600" spc="-25">
                <a:latin typeface="Comic Sans MS"/>
                <a:cs typeface="Comic Sans MS"/>
              </a:rPr>
              <a:t>or </a:t>
            </a:r>
            <a:r>
              <a:rPr dirty="0" sz="2600">
                <a:latin typeface="Comic Sans MS"/>
                <a:cs typeface="Comic Sans MS"/>
              </a:rPr>
              <a:t>restarting</a:t>
            </a:r>
            <a:r>
              <a:rPr dirty="0" sz="2600" spc="46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frequently.</a:t>
            </a:r>
            <a:r>
              <a:rPr dirty="0" sz="2600" spc="46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Unexpected</a:t>
            </a:r>
            <a:r>
              <a:rPr dirty="0" sz="2600" spc="47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changes</a:t>
            </a:r>
            <a:r>
              <a:rPr dirty="0" sz="2600" spc="46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in</a:t>
            </a:r>
            <a:r>
              <a:rPr dirty="0" sz="2600" spc="46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the</a:t>
            </a:r>
            <a:r>
              <a:rPr dirty="0" sz="2600" spc="47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configuration</a:t>
            </a:r>
            <a:r>
              <a:rPr dirty="0" sz="2600" spc="46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of</a:t>
            </a:r>
            <a:r>
              <a:rPr dirty="0" sz="2600" spc="46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systems,</a:t>
            </a:r>
            <a:r>
              <a:rPr dirty="0" sz="2600" spc="47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or</a:t>
            </a:r>
            <a:r>
              <a:rPr dirty="0" sz="2600" spc="46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new</a:t>
            </a:r>
            <a:r>
              <a:rPr dirty="0" sz="2600" spc="465">
                <a:latin typeface="Comic Sans MS"/>
                <a:cs typeface="Comic Sans MS"/>
              </a:rPr>
              <a:t> </a:t>
            </a:r>
            <a:r>
              <a:rPr dirty="0" sz="2600" spc="-20">
                <a:latin typeface="Comic Sans MS"/>
                <a:cs typeface="Comic Sans MS"/>
              </a:rPr>
              <a:t>user </a:t>
            </a:r>
            <a:r>
              <a:rPr dirty="0" sz="2600">
                <a:latin typeface="Comic Sans MS"/>
                <a:cs typeface="Comic Sans MS"/>
              </a:rPr>
              <a:t>accounts</a:t>
            </a:r>
            <a:r>
              <a:rPr dirty="0" sz="2600" spc="-5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being</a:t>
            </a:r>
            <a:r>
              <a:rPr dirty="0" sz="2600" spc="-4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created</a:t>
            </a:r>
            <a:r>
              <a:rPr dirty="0" sz="2600" spc="-5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without</a:t>
            </a:r>
            <a:r>
              <a:rPr dirty="0" sz="2600" spc="-4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reason</a:t>
            </a:r>
            <a:r>
              <a:rPr dirty="0" sz="2600" spc="-5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can</a:t>
            </a:r>
            <a:r>
              <a:rPr dirty="0" sz="2600" spc="-4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also</a:t>
            </a:r>
            <a:r>
              <a:rPr dirty="0" sz="2600" spc="-5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be</a:t>
            </a:r>
            <a:r>
              <a:rPr dirty="0" sz="2600" spc="-4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a</a:t>
            </a:r>
            <a:r>
              <a:rPr dirty="0" sz="2600" spc="-50">
                <a:latin typeface="Comic Sans MS"/>
                <a:cs typeface="Comic Sans MS"/>
              </a:rPr>
              <a:t> </a:t>
            </a:r>
            <a:r>
              <a:rPr dirty="0" sz="2600" spc="-10">
                <a:latin typeface="Comic Sans MS"/>
                <a:cs typeface="Comic Sans MS"/>
              </a:rPr>
              <a:t>sign.</a:t>
            </a:r>
            <a:endParaRPr sz="2600">
              <a:latin typeface="Comic Sans MS"/>
              <a:cs typeface="Comic Sans MS"/>
            </a:endParaRPr>
          </a:p>
          <a:p>
            <a:pPr algn="just" marL="12700" marR="5080">
              <a:lnSpc>
                <a:spcPct val="112400"/>
              </a:lnSpc>
              <a:spcBef>
                <a:spcPts val="3005"/>
              </a:spcBef>
            </a:pPr>
            <a:r>
              <a:rPr dirty="0" sz="3200" spc="-325" b="1">
                <a:latin typeface="Comic Sans MS"/>
                <a:cs typeface="Comic Sans MS"/>
              </a:rPr>
              <a:t>Anomalies</a:t>
            </a:r>
            <a:r>
              <a:rPr dirty="0" sz="3200" spc="80" b="1">
                <a:latin typeface="Comic Sans MS"/>
                <a:cs typeface="Comic Sans MS"/>
              </a:rPr>
              <a:t> </a:t>
            </a:r>
            <a:r>
              <a:rPr dirty="0" sz="3200" b="1">
                <a:latin typeface="Comic Sans MS"/>
                <a:cs typeface="Comic Sans MS"/>
              </a:rPr>
              <a:t>in</a:t>
            </a:r>
            <a:r>
              <a:rPr dirty="0" sz="3200" spc="85" b="1">
                <a:latin typeface="Comic Sans MS"/>
                <a:cs typeface="Comic Sans MS"/>
              </a:rPr>
              <a:t> </a:t>
            </a:r>
            <a:r>
              <a:rPr dirty="0" sz="3200" spc="-335" b="1">
                <a:latin typeface="Comic Sans MS"/>
                <a:cs typeface="Comic Sans MS"/>
              </a:rPr>
              <a:t>network</a:t>
            </a:r>
            <a:r>
              <a:rPr dirty="0" sz="3200" spc="85" b="1">
                <a:latin typeface="Comic Sans MS"/>
                <a:cs typeface="Comic Sans MS"/>
              </a:rPr>
              <a:t> </a:t>
            </a:r>
            <a:r>
              <a:rPr dirty="0" sz="3200" spc="-295" b="1">
                <a:latin typeface="Comic Sans MS"/>
                <a:cs typeface="Comic Sans MS"/>
              </a:rPr>
              <a:t>traffic:</a:t>
            </a:r>
            <a:r>
              <a:rPr dirty="0" sz="3200" spc="80" b="1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A</a:t>
            </a:r>
            <a:r>
              <a:rPr dirty="0" sz="2600" spc="36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sudden</a:t>
            </a:r>
            <a:r>
              <a:rPr dirty="0" sz="2600" spc="36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increase</a:t>
            </a:r>
            <a:r>
              <a:rPr dirty="0" sz="2600" spc="36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in</a:t>
            </a:r>
            <a:r>
              <a:rPr dirty="0" sz="2600" spc="36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network</a:t>
            </a:r>
            <a:r>
              <a:rPr dirty="0" sz="2600" spc="36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activity,</a:t>
            </a:r>
            <a:r>
              <a:rPr dirty="0" sz="2600" spc="36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particularly</a:t>
            </a:r>
            <a:r>
              <a:rPr dirty="0" sz="2600" spc="365">
                <a:latin typeface="Comic Sans MS"/>
                <a:cs typeface="Comic Sans MS"/>
              </a:rPr>
              <a:t> </a:t>
            </a:r>
            <a:r>
              <a:rPr dirty="0" sz="2600" spc="-10">
                <a:latin typeface="Comic Sans MS"/>
                <a:cs typeface="Comic Sans MS"/>
              </a:rPr>
              <a:t>during </a:t>
            </a:r>
            <a:r>
              <a:rPr dirty="0" sz="2600" spc="-20">
                <a:latin typeface="Comic Sans MS"/>
                <a:cs typeface="Comic Sans MS"/>
              </a:rPr>
              <a:t>non-</a:t>
            </a:r>
            <a:r>
              <a:rPr dirty="0" sz="2600">
                <a:latin typeface="Comic Sans MS"/>
                <a:cs typeface="Comic Sans MS"/>
              </a:rPr>
              <a:t>business</a:t>
            </a:r>
            <a:r>
              <a:rPr dirty="0" sz="2600" spc="204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hours,</a:t>
            </a:r>
            <a:r>
              <a:rPr dirty="0" sz="2600" spc="204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can</a:t>
            </a:r>
            <a:r>
              <a:rPr dirty="0" sz="2600" spc="204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indicate</a:t>
            </a:r>
            <a:r>
              <a:rPr dirty="0" sz="2600" spc="204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a</a:t>
            </a:r>
            <a:r>
              <a:rPr dirty="0" sz="2600" spc="204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security</a:t>
            </a:r>
            <a:r>
              <a:rPr dirty="0" sz="2600" spc="21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incident.</a:t>
            </a:r>
            <a:r>
              <a:rPr dirty="0" sz="2600" spc="204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This</a:t>
            </a:r>
            <a:r>
              <a:rPr dirty="0" sz="2600" spc="204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could</a:t>
            </a:r>
            <a:r>
              <a:rPr dirty="0" sz="2600" spc="204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be</a:t>
            </a:r>
            <a:r>
              <a:rPr dirty="0" sz="2600" spc="204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a</a:t>
            </a:r>
            <a:r>
              <a:rPr dirty="0" sz="2600" spc="204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sign</a:t>
            </a:r>
            <a:r>
              <a:rPr dirty="0" sz="2600" spc="21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of</a:t>
            </a:r>
            <a:r>
              <a:rPr dirty="0" sz="2600" spc="204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a</a:t>
            </a:r>
            <a:r>
              <a:rPr dirty="0" sz="2600" spc="204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data</a:t>
            </a:r>
            <a:r>
              <a:rPr dirty="0" sz="2600" spc="204">
                <a:latin typeface="Comic Sans MS"/>
                <a:cs typeface="Comic Sans MS"/>
              </a:rPr>
              <a:t> </a:t>
            </a:r>
            <a:r>
              <a:rPr dirty="0" sz="2600" spc="-10">
                <a:latin typeface="Comic Sans MS"/>
                <a:cs typeface="Comic Sans MS"/>
              </a:rPr>
              <a:t>breach, </a:t>
            </a:r>
            <a:r>
              <a:rPr dirty="0" sz="2600">
                <a:latin typeface="Comic Sans MS"/>
                <a:cs typeface="Comic Sans MS"/>
              </a:rPr>
              <a:t>with</a:t>
            </a:r>
            <a:r>
              <a:rPr dirty="0" sz="2600" spc="-5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large</a:t>
            </a:r>
            <a:r>
              <a:rPr dirty="0" sz="2600" spc="-4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amounts</a:t>
            </a:r>
            <a:r>
              <a:rPr dirty="0" sz="2600" spc="-4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of</a:t>
            </a:r>
            <a:r>
              <a:rPr dirty="0" sz="2600" spc="-4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data</a:t>
            </a:r>
            <a:r>
              <a:rPr dirty="0" sz="2600" spc="-4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being</a:t>
            </a:r>
            <a:r>
              <a:rPr dirty="0" sz="2600" spc="-5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transferred</a:t>
            </a:r>
            <a:r>
              <a:rPr dirty="0" sz="2600" spc="-4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out</a:t>
            </a:r>
            <a:r>
              <a:rPr dirty="0" sz="2600" spc="-4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of</a:t>
            </a:r>
            <a:r>
              <a:rPr dirty="0" sz="2600" spc="-4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the</a:t>
            </a:r>
            <a:r>
              <a:rPr dirty="0" sz="2600" spc="-45">
                <a:latin typeface="Comic Sans MS"/>
                <a:cs typeface="Comic Sans MS"/>
              </a:rPr>
              <a:t> </a:t>
            </a:r>
            <a:r>
              <a:rPr dirty="0" sz="2600" spc="-10">
                <a:latin typeface="Comic Sans MS"/>
                <a:cs typeface="Comic Sans MS"/>
              </a:rPr>
              <a:t>network.</a:t>
            </a:r>
            <a:endParaRPr sz="2600">
              <a:latin typeface="Comic Sans MS"/>
              <a:cs typeface="Comic Sans MS"/>
            </a:endParaRPr>
          </a:p>
          <a:p>
            <a:pPr algn="just" marL="12700" marR="5080">
              <a:lnSpc>
                <a:spcPct val="112400"/>
              </a:lnSpc>
              <a:spcBef>
                <a:spcPts val="3000"/>
              </a:spcBef>
            </a:pPr>
            <a:r>
              <a:rPr dirty="0" sz="3200" spc="-330" b="1">
                <a:latin typeface="Comic Sans MS"/>
                <a:cs typeface="Comic Sans MS"/>
              </a:rPr>
              <a:t>Unauthorized</a:t>
            </a:r>
            <a:r>
              <a:rPr dirty="0" sz="3200" spc="-20" b="1">
                <a:latin typeface="Comic Sans MS"/>
                <a:cs typeface="Comic Sans MS"/>
              </a:rPr>
              <a:t> </a:t>
            </a:r>
            <a:r>
              <a:rPr dirty="0" sz="3200" spc="-325" b="1">
                <a:latin typeface="Comic Sans MS"/>
                <a:cs typeface="Comic Sans MS"/>
              </a:rPr>
              <a:t>access</a:t>
            </a:r>
            <a:r>
              <a:rPr dirty="0" sz="3200" spc="114" b="1">
                <a:latin typeface="Comic Sans MS"/>
                <a:cs typeface="Comic Sans MS"/>
              </a:rPr>
              <a:t> </a:t>
            </a:r>
            <a:r>
              <a:rPr dirty="0" sz="3200" spc="-310" b="1">
                <a:latin typeface="Comic Sans MS"/>
                <a:cs typeface="Comic Sans MS"/>
              </a:rPr>
              <a:t>or</a:t>
            </a:r>
            <a:r>
              <a:rPr dirty="0" sz="3200" spc="135" b="1">
                <a:latin typeface="Comic Sans MS"/>
                <a:cs typeface="Comic Sans MS"/>
              </a:rPr>
              <a:t> </a:t>
            </a:r>
            <a:r>
              <a:rPr dirty="0" sz="3200" spc="-325" b="1">
                <a:latin typeface="Comic Sans MS"/>
                <a:cs typeface="Comic Sans MS"/>
              </a:rPr>
              <a:t>account</a:t>
            </a:r>
            <a:r>
              <a:rPr dirty="0" sz="3200" spc="135" b="1">
                <a:latin typeface="Comic Sans MS"/>
                <a:cs typeface="Comic Sans MS"/>
              </a:rPr>
              <a:t> </a:t>
            </a:r>
            <a:r>
              <a:rPr dirty="0" sz="3200" spc="-305" b="1">
                <a:latin typeface="Comic Sans MS"/>
                <a:cs typeface="Comic Sans MS"/>
              </a:rPr>
              <a:t>activity:</a:t>
            </a:r>
            <a:r>
              <a:rPr dirty="0" sz="3200" spc="-40" b="1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If</a:t>
            </a:r>
            <a:r>
              <a:rPr dirty="0" sz="2600" spc="39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there</a:t>
            </a:r>
            <a:r>
              <a:rPr dirty="0" sz="2600" spc="39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are</a:t>
            </a:r>
            <a:r>
              <a:rPr dirty="0" sz="2600" spc="40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signs</a:t>
            </a:r>
            <a:r>
              <a:rPr dirty="0" sz="2600" spc="39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of</a:t>
            </a:r>
            <a:r>
              <a:rPr dirty="0" sz="2600" spc="39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access</a:t>
            </a:r>
            <a:r>
              <a:rPr dirty="0" sz="2600" spc="39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or</a:t>
            </a:r>
            <a:r>
              <a:rPr dirty="0" sz="2600" spc="40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activity</a:t>
            </a:r>
            <a:r>
              <a:rPr dirty="0" sz="2600" spc="39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on</a:t>
            </a:r>
            <a:r>
              <a:rPr dirty="0" sz="2600" spc="395">
                <a:latin typeface="Comic Sans MS"/>
                <a:cs typeface="Comic Sans MS"/>
              </a:rPr>
              <a:t> </a:t>
            </a:r>
            <a:r>
              <a:rPr dirty="0" sz="2600" spc="-25">
                <a:latin typeface="Comic Sans MS"/>
                <a:cs typeface="Comic Sans MS"/>
              </a:rPr>
              <a:t>an </a:t>
            </a:r>
            <a:r>
              <a:rPr dirty="0" sz="2600">
                <a:latin typeface="Comic Sans MS"/>
                <a:cs typeface="Comic Sans MS"/>
              </a:rPr>
              <a:t>account</a:t>
            </a:r>
            <a:r>
              <a:rPr dirty="0" sz="2600" spc="7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that</a:t>
            </a:r>
            <a:r>
              <a:rPr dirty="0" sz="2600" spc="7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the</a:t>
            </a:r>
            <a:r>
              <a:rPr dirty="0" sz="2600" spc="7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account</a:t>
            </a:r>
            <a:r>
              <a:rPr dirty="0" sz="2600" spc="7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owner</a:t>
            </a:r>
            <a:r>
              <a:rPr dirty="0" sz="2600" spc="7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did</a:t>
            </a:r>
            <a:r>
              <a:rPr dirty="0" sz="2600" spc="7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not</a:t>
            </a:r>
            <a:r>
              <a:rPr dirty="0" sz="2600" spc="7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initiate,</a:t>
            </a:r>
            <a:r>
              <a:rPr dirty="0" sz="2600" spc="7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this</a:t>
            </a:r>
            <a:r>
              <a:rPr dirty="0" sz="2600" spc="7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could</a:t>
            </a:r>
            <a:r>
              <a:rPr dirty="0" sz="2600" spc="7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indicate</a:t>
            </a:r>
            <a:r>
              <a:rPr dirty="0" sz="2600" spc="7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a</a:t>
            </a:r>
            <a:r>
              <a:rPr dirty="0" sz="2600" spc="7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security</a:t>
            </a:r>
            <a:r>
              <a:rPr dirty="0" sz="2600" spc="7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incident.</a:t>
            </a:r>
            <a:r>
              <a:rPr dirty="0" sz="2600" spc="75">
                <a:latin typeface="Comic Sans MS"/>
                <a:cs typeface="Comic Sans MS"/>
              </a:rPr>
              <a:t> </a:t>
            </a:r>
            <a:r>
              <a:rPr dirty="0" sz="2600" spc="-20">
                <a:latin typeface="Comic Sans MS"/>
                <a:cs typeface="Comic Sans MS"/>
              </a:rPr>
              <a:t>This </a:t>
            </a:r>
            <a:r>
              <a:rPr dirty="0" sz="2600">
                <a:latin typeface="Comic Sans MS"/>
                <a:cs typeface="Comic Sans MS"/>
              </a:rPr>
              <a:t>might</a:t>
            </a:r>
            <a:r>
              <a:rPr dirty="0" sz="2600" spc="-6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include</a:t>
            </a:r>
            <a:r>
              <a:rPr dirty="0" sz="2600" spc="-6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unfamiliar</a:t>
            </a:r>
            <a:r>
              <a:rPr dirty="0" sz="2600" spc="-6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transactions,</a:t>
            </a:r>
            <a:r>
              <a:rPr dirty="0" sz="2600" spc="-6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or</a:t>
            </a:r>
            <a:r>
              <a:rPr dirty="0" sz="2600" spc="-6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changes</a:t>
            </a:r>
            <a:r>
              <a:rPr dirty="0" sz="2600" spc="-6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to</a:t>
            </a:r>
            <a:r>
              <a:rPr dirty="0" sz="2600" spc="-6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account</a:t>
            </a:r>
            <a:r>
              <a:rPr dirty="0" sz="2600" spc="-6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settings</a:t>
            </a:r>
            <a:r>
              <a:rPr dirty="0" sz="2600" spc="-6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or</a:t>
            </a:r>
            <a:r>
              <a:rPr dirty="0" sz="2600" spc="-65">
                <a:latin typeface="Comic Sans MS"/>
                <a:cs typeface="Comic Sans MS"/>
              </a:rPr>
              <a:t> </a:t>
            </a:r>
            <a:r>
              <a:rPr dirty="0" sz="2600" spc="-10">
                <a:latin typeface="Comic Sans MS"/>
                <a:cs typeface="Comic Sans MS"/>
              </a:rPr>
              <a:t>credentials.</a:t>
            </a:r>
            <a:endParaRPr sz="2600">
              <a:latin typeface="Comic Sans MS"/>
              <a:cs typeface="Comic Sans MS"/>
            </a:endParaRPr>
          </a:p>
          <a:p>
            <a:pPr algn="just" marL="12700" marR="5080">
              <a:lnSpc>
                <a:spcPct val="112400"/>
              </a:lnSpc>
              <a:spcBef>
                <a:spcPts val="3005"/>
              </a:spcBef>
            </a:pPr>
            <a:r>
              <a:rPr dirty="0" sz="3200" spc="-370" b="1">
                <a:latin typeface="Comic Sans MS"/>
                <a:cs typeface="Comic Sans MS"/>
              </a:rPr>
              <a:t>Unexpected</a:t>
            </a:r>
            <a:r>
              <a:rPr dirty="0" sz="3200" spc="20" b="1">
                <a:latin typeface="Comic Sans MS"/>
                <a:cs typeface="Comic Sans MS"/>
              </a:rPr>
              <a:t> </a:t>
            </a:r>
            <a:r>
              <a:rPr dirty="0" sz="3200" spc="-355" b="1">
                <a:latin typeface="Comic Sans MS"/>
                <a:cs typeface="Comic Sans MS"/>
              </a:rPr>
              <a:t>software</a:t>
            </a:r>
            <a:r>
              <a:rPr dirty="0" sz="3200" spc="10" b="1">
                <a:latin typeface="Comic Sans MS"/>
                <a:cs typeface="Comic Sans MS"/>
              </a:rPr>
              <a:t> </a:t>
            </a:r>
            <a:r>
              <a:rPr dirty="0" sz="3200" spc="-409" b="1">
                <a:latin typeface="Comic Sans MS"/>
                <a:cs typeface="Comic Sans MS"/>
              </a:rPr>
              <a:t>or</a:t>
            </a:r>
            <a:r>
              <a:rPr dirty="0" sz="3200" spc="60" b="1">
                <a:latin typeface="Comic Sans MS"/>
                <a:cs typeface="Comic Sans MS"/>
              </a:rPr>
              <a:t> </a:t>
            </a:r>
            <a:r>
              <a:rPr dirty="0" sz="3200" spc="-345" b="1">
                <a:latin typeface="Comic Sans MS"/>
                <a:cs typeface="Comic Sans MS"/>
              </a:rPr>
              <a:t>files:</a:t>
            </a:r>
            <a:r>
              <a:rPr dirty="0" sz="3200" b="1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The</a:t>
            </a:r>
            <a:r>
              <a:rPr dirty="0" sz="2600" spc="-19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presence</a:t>
            </a:r>
            <a:r>
              <a:rPr dirty="0" sz="2600" spc="-19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of</a:t>
            </a:r>
            <a:r>
              <a:rPr dirty="0" sz="2600" spc="12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unknown</a:t>
            </a:r>
            <a:r>
              <a:rPr dirty="0" sz="2600" spc="17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software,</a:t>
            </a:r>
            <a:r>
              <a:rPr dirty="0" sz="2600" spc="16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files,</a:t>
            </a:r>
            <a:r>
              <a:rPr dirty="0" sz="2600" spc="17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or</a:t>
            </a:r>
            <a:r>
              <a:rPr dirty="0" sz="2600" spc="16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processes</a:t>
            </a:r>
            <a:r>
              <a:rPr dirty="0" sz="2600" spc="17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on</a:t>
            </a:r>
            <a:r>
              <a:rPr dirty="0" sz="2600" spc="165">
                <a:latin typeface="Comic Sans MS"/>
                <a:cs typeface="Comic Sans MS"/>
              </a:rPr>
              <a:t> </a:t>
            </a:r>
            <a:r>
              <a:rPr dirty="0" sz="2600" spc="-50">
                <a:latin typeface="Comic Sans MS"/>
                <a:cs typeface="Comic Sans MS"/>
              </a:rPr>
              <a:t>a </a:t>
            </a:r>
            <a:r>
              <a:rPr dirty="0" sz="2600">
                <a:latin typeface="Comic Sans MS"/>
                <a:cs typeface="Comic Sans MS"/>
              </a:rPr>
              <a:t>system can suggest a security</a:t>
            </a:r>
            <a:r>
              <a:rPr dirty="0" sz="2600" spc="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incident. This could be malware</a:t>
            </a:r>
            <a:r>
              <a:rPr dirty="0" sz="2600" spc="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that has been installed on</a:t>
            </a:r>
            <a:r>
              <a:rPr dirty="0" sz="2600" spc="5">
                <a:latin typeface="Comic Sans MS"/>
                <a:cs typeface="Comic Sans MS"/>
              </a:rPr>
              <a:t> </a:t>
            </a:r>
            <a:r>
              <a:rPr dirty="0" sz="2600" spc="-25">
                <a:latin typeface="Comic Sans MS"/>
                <a:cs typeface="Comic Sans MS"/>
              </a:rPr>
              <a:t>the </a:t>
            </a:r>
            <a:r>
              <a:rPr dirty="0" sz="2600" spc="-10">
                <a:latin typeface="Comic Sans MS"/>
                <a:cs typeface="Comic Sans MS"/>
              </a:rPr>
              <a:t>system.</a:t>
            </a:r>
            <a:endParaRPr sz="2600">
              <a:latin typeface="Comic Sans MS"/>
              <a:cs typeface="Comic Sans MS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5399" y="4819014"/>
            <a:ext cx="114300" cy="11429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5399" y="6647814"/>
            <a:ext cx="114300" cy="11429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5399" y="8476614"/>
            <a:ext cx="114300" cy="114299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553249" y="0"/>
            <a:ext cx="2734945" cy="10287000"/>
            <a:chOff x="15553249" y="0"/>
            <a:chExt cx="2734945" cy="10287000"/>
          </a:xfrm>
        </p:grpSpPr>
        <p:sp>
          <p:nvSpPr>
            <p:cNvPr id="3" name="object 3"/>
            <p:cNvSpPr/>
            <p:nvPr/>
          </p:nvSpPr>
          <p:spPr>
            <a:xfrm>
              <a:off x="15553249" y="0"/>
              <a:ext cx="2734945" cy="10287000"/>
            </a:xfrm>
            <a:custGeom>
              <a:avLst/>
              <a:gdLst/>
              <a:ahLst/>
              <a:cxnLst/>
              <a:rect l="l" t="t" r="r" b="b"/>
              <a:pathLst>
                <a:path w="2734944" h="10287000">
                  <a:moveTo>
                    <a:pt x="727011" y="10287000"/>
                  </a:moveTo>
                  <a:lnTo>
                    <a:pt x="779927" y="8067176"/>
                  </a:lnTo>
                  <a:lnTo>
                    <a:pt x="455832" y="8264828"/>
                  </a:lnTo>
                  <a:lnTo>
                    <a:pt x="334756" y="8520630"/>
                  </a:lnTo>
                  <a:lnTo>
                    <a:pt x="293648" y="8874393"/>
                  </a:lnTo>
                  <a:lnTo>
                    <a:pt x="0" y="9289203"/>
                  </a:lnTo>
                  <a:lnTo>
                    <a:pt x="103447" y="9752295"/>
                  </a:lnTo>
                  <a:lnTo>
                    <a:pt x="384759" y="10009582"/>
                  </a:lnTo>
                  <a:lnTo>
                    <a:pt x="378146" y="10287000"/>
                  </a:lnTo>
                  <a:lnTo>
                    <a:pt x="727011" y="10287000"/>
                  </a:lnTo>
                  <a:close/>
                </a:path>
                <a:path w="2734944" h="10287000">
                  <a:moveTo>
                    <a:pt x="586809" y="1997404"/>
                  </a:moveTo>
                  <a:lnTo>
                    <a:pt x="614320" y="843315"/>
                  </a:lnTo>
                  <a:lnTo>
                    <a:pt x="336085" y="1580317"/>
                  </a:lnTo>
                  <a:lnTo>
                    <a:pt x="500606" y="1893043"/>
                  </a:lnTo>
                  <a:lnTo>
                    <a:pt x="586809" y="1997404"/>
                  </a:lnTo>
                  <a:close/>
                </a:path>
                <a:path w="2734944" h="10287000">
                  <a:moveTo>
                    <a:pt x="2734752" y="10287000"/>
                  </a:moveTo>
                  <a:lnTo>
                    <a:pt x="2734752" y="0"/>
                  </a:lnTo>
                  <a:lnTo>
                    <a:pt x="557905" y="0"/>
                  </a:lnTo>
                  <a:lnTo>
                    <a:pt x="485748" y="496316"/>
                  </a:lnTo>
                  <a:lnTo>
                    <a:pt x="614320" y="843315"/>
                  </a:lnTo>
                  <a:lnTo>
                    <a:pt x="586809" y="1997404"/>
                  </a:lnTo>
                  <a:lnTo>
                    <a:pt x="838014" y="2301524"/>
                  </a:lnTo>
                  <a:lnTo>
                    <a:pt x="816517" y="3203315"/>
                  </a:lnTo>
                  <a:lnTo>
                    <a:pt x="817621" y="3208532"/>
                  </a:lnTo>
                  <a:lnTo>
                    <a:pt x="783270" y="4649534"/>
                  </a:lnTo>
                  <a:lnTo>
                    <a:pt x="884949" y="4795181"/>
                  </a:lnTo>
                  <a:lnTo>
                    <a:pt x="834878" y="6895682"/>
                  </a:lnTo>
                  <a:lnTo>
                    <a:pt x="860277" y="6974153"/>
                  </a:lnTo>
                  <a:lnTo>
                    <a:pt x="781306" y="10287000"/>
                  </a:lnTo>
                  <a:lnTo>
                    <a:pt x="2734752" y="10287000"/>
                  </a:lnTo>
                  <a:close/>
                </a:path>
                <a:path w="2734944" h="10287000">
                  <a:moveTo>
                    <a:pt x="378146" y="10287000"/>
                  </a:moveTo>
                  <a:lnTo>
                    <a:pt x="384759" y="10009582"/>
                  </a:lnTo>
                  <a:lnTo>
                    <a:pt x="329200" y="10287000"/>
                  </a:lnTo>
                  <a:lnTo>
                    <a:pt x="378146" y="10287000"/>
                  </a:lnTo>
                  <a:close/>
                </a:path>
                <a:path w="2734944" h="10287000">
                  <a:moveTo>
                    <a:pt x="783270" y="4649534"/>
                  </a:moveTo>
                  <a:lnTo>
                    <a:pt x="817621" y="3208532"/>
                  </a:lnTo>
                  <a:lnTo>
                    <a:pt x="782587" y="3554825"/>
                  </a:lnTo>
                  <a:lnTo>
                    <a:pt x="693633" y="3926610"/>
                  </a:lnTo>
                  <a:lnTo>
                    <a:pt x="549494" y="4376921"/>
                  </a:lnTo>
                  <a:lnTo>
                    <a:pt x="783270" y="4649534"/>
                  </a:lnTo>
                  <a:close/>
                </a:path>
                <a:path w="2734944" h="10287000">
                  <a:moveTo>
                    <a:pt x="816517" y="3203315"/>
                  </a:moveTo>
                  <a:lnTo>
                    <a:pt x="838014" y="2301524"/>
                  </a:lnTo>
                  <a:lnTo>
                    <a:pt x="716051" y="2728534"/>
                  </a:lnTo>
                  <a:lnTo>
                    <a:pt x="816517" y="3203315"/>
                  </a:lnTo>
                  <a:close/>
                </a:path>
                <a:path w="2734944" h="10287000">
                  <a:moveTo>
                    <a:pt x="781306" y="10287000"/>
                  </a:moveTo>
                  <a:lnTo>
                    <a:pt x="860277" y="6974153"/>
                  </a:lnTo>
                  <a:lnTo>
                    <a:pt x="639810" y="7256328"/>
                  </a:lnTo>
                  <a:lnTo>
                    <a:pt x="766875" y="7532539"/>
                  </a:lnTo>
                  <a:lnTo>
                    <a:pt x="755982" y="7989517"/>
                  </a:lnTo>
                  <a:lnTo>
                    <a:pt x="779927" y="8067176"/>
                  </a:lnTo>
                  <a:lnTo>
                    <a:pt x="727011" y="10287000"/>
                  </a:lnTo>
                  <a:lnTo>
                    <a:pt x="781306" y="10287000"/>
                  </a:lnTo>
                  <a:close/>
                </a:path>
                <a:path w="2734944" h="10287000">
                  <a:moveTo>
                    <a:pt x="834878" y="6895682"/>
                  </a:moveTo>
                  <a:lnTo>
                    <a:pt x="859097" y="5879677"/>
                  </a:lnTo>
                  <a:lnTo>
                    <a:pt x="734991" y="6200754"/>
                  </a:lnTo>
                  <a:lnTo>
                    <a:pt x="686140" y="6436167"/>
                  </a:lnTo>
                  <a:lnTo>
                    <a:pt x="834878" y="6895682"/>
                  </a:lnTo>
                  <a:close/>
                </a:path>
                <a:path w="2734944" h="10287000">
                  <a:moveTo>
                    <a:pt x="755982" y="7989517"/>
                  </a:moveTo>
                  <a:lnTo>
                    <a:pt x="766875" y="7532539"/>
                  </a:lnTo>
                  <a:lnTo>
                    <a:pt x="680726" y="7745444"/>
                  </a:lnTo>
                  <a:lnTo>
                    <a:pt x="755982" y="7989517"/>
                  </a:lnTo>
                  <a:close/>
                </a:path>
                <a:path w="2734944" h="10287000">
                  <a:moveTo>
                    <a:pt x="859097" y="5879677"/>
                  </a:moveTo>
                  <a:lnTo>
                    <a:pt x="884949" y="4795181"/>
                  </a:lnTo>
                  <a:lnTo>
                    <a:pt x="796082" y="5183920"/>
                  </a:lnTo>
                  <a:lnTo>
                    <a:pt x="808203" y="5541163"/>
                  </a:lnTo>
                  <a:lnTo>
                    <a:pt x="859097" y="58796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5705595" y="0"/>
              <a:ext cx="2582545" cy="10287000"/>
            </a:xfrm>
            <a:custGeom>
              <a:avLst/>
              <a:gdLst/>
              <a:ahLst/>
              <a:cxnLst/>
              <a:rect l="l" t="t" r="r" b="b"/>
              <a:pathLst>
                <a:path w="2582544" h="10287000">
                  <a:moveTo>
                    <a:pt x="324672" y="9633137"/>
                  </a:moveTo>
                  <a:lnTo>
                    <a:pt x="348813" y="8620406"/>
                  </a:lnTo>
                  <a:lnTo>
                    <a:pt x="15010" y="8947047"/>
                  </a:lnTo>
                  <a:lnTo>
                    <a:pt x="0" y="9288167"/>
                  </a:lnTo>
                  <a:lnTo>
                    <a:pt x="324672" y="9633137"/>
                  </a:lnTo>
                  <a:close/>
                </a:path>
                <a:path w="2582544" h="10287000">
                  <a:moveTo>
                    <a:pt x="641724" y="1743619"/>
                  </a:moveTo>
                  <a:lnTo>
                    <a:pt x="669240" y="589323"/>
                  </a:lnTo>
                  <a:lnTo>
                    <a:pt x="391239" y="1326822"/>
                  </a:lnTo>
                  <a:lnTo>
                    <a:pt x="555760" y="1639548"/>
                  </a:lnTo>
                  <a:lnTo>
                    <a:pt x="641724" y="1743619"/>
                  </a:lnTo>
                  <a:close/>
                </a:path>
                <a:path w="2582544" h="10287000">
                  <a:moveTo>
                    <a:pt x="2582406" y="10287000"/>
                  </a:moveTo>
                  <a:lnTo>
                    <a:pt x="2582406" y="0"/>
                  </a:lnTo>
                  <a:lnTo>
                    <a:pt x="440705" y="0"/>
                  </a:lnTo>
                  <a:lnTo>
                    <a:pt x="540914" y="242330"/>
                  </a:lnTo>
                  <a:lnTo>
                    <a:pt x="669240" y="589323"/>
                  </a:lnTo>
                  <a:lnTo>
                    <a:pt x="641724" y="1743619"/>
                  </a:lnTo>
                  <a:lnTo>
                    <a:pt x="893168" y="2048028"/>
                  </a:lnTo>
                  <a:lnTo>
                    <a:pt x="871652" y="2950608"/>
                  </a:lnTo>
                  <a:lnTo>
                    <a:pt x="872757" y="2955773"/>
                  </a:lnTo>
                  <a:lnTo>
                    <a:pt x="838407" y="4396774"/>
                  </a:lnTo>
                  <a:lnTo>
                    <a:pt x="1046695" y="4615225"/>
                  </a:lnTo>
                  <a:lnTo>
                    <a:pt x="911491" y="10287000"/>
                  </a:lnTo>
                  <a:lnTo>
                    <a:pt x="2582406" y="10287000"/>
                  </a:lnTo>
                  <a:close/>
                </a:path>
                <a:path w="2582544" h="10287000">
                  <a:moveTo>
                    <a:pt x="776859" y="10287000"/>
                  </a:moveTo>
                  <a:lnTo>
                    <a:pt x="835823" y="7813453"/>
                  </a:lnTo>
                  <a:lnTo>
                    <a:pt x="513486" y="7885856"/>
                  </a:lnTo>
                  <a:lnTo>
                    <a:pt x="291209" y="8254217"/>
                  </a:lnTo>
                  <a:lnTo>
                    <a:pt x="348813" y="8620406"/>
                  </a:lnTo>
                  <a:lnTo>
                    <a:pt x="324672" y="9633137"/>
                  </a:lnTo>
                  <a:lnTo>
                    <a:pt x="439925" y="9755595"/>
                  </a:lnTo>
                  <a:lnTo>
                    <a:pt x="427257" y="10287000"/>
                  </a:lnTo>
                  <a:lnTo>
                    <a:pt x="776859" y="10287000"/>
                  </a:lnTo>
                  <a:close/>
                </a:path>
                <a:path w="2582544" h="10287000">
                  <a:moveTo>
                    <a:pt x="427257" y="10287000"/>
                  </a:moveTo>
                  <a:lnTo>
                    <a:pt x="439925" y="9755595"/>
                  </a:lnTo>
                  <a:lnTo>
                    <a:pt x="346168" y="10225779"/>
                  </a:lnTo>
                  <a:lnTo>
                    <a:pt x="292986" y="10287000"/>
                  </a:lnTo>
                  <a:lnTo>
                    <a:pt x="427257" y="10287000"/>
                  </a:lnTo>
                  <a:close/>
                </a:path>
                <a:path w="2582544" h="10287000">
                  <a:moveTo>
                    <a:pt x="838407" y="4396774"/>
                  </a:moveTo>
                  <a:lnTo>
                    <a:pt x="872757" y="2955773"/>
                  </a:lnTo>
                  <a:lnTo>
                    <a:pt x="837723" y="3302065"/>
                  </a:lnTo>
                  <a:lnTo>
                    <a:pt x="748775" y="3673605"/>
                  </a:lnTo>
                  <a:lnTo>
                    <a:pt x="604385" y="4124156"/>
                  </a:lnTo>
                  <a:lnTo>
                    <a:pt x="838407" y="4396774"/>
                  </a:lnTo>
                  <a:close/>
                </a:path>
                <a:path w="2582544" h="10287000">
                  <a:moveTo>
                    <a:pt x="889267" y="6643325"/>
                  </a:moveTo>
                  <a:lnTo>
                    <a:pt x="913526" y="5625673"/>
                  </a:lnTo>
                  <a:lnTo>
                    <a:pt x="641146" y="5859443"/>
                  </a:lnTo>
                  <a:lnTo>
                    <a:pt x="740072" y="6182396"/>
                  </a:lnTo>
                  <a:lnTo>
                    <a:pt x="889267" y="6643325"/>
                  </a:lnTo>
                  <a:close/>
                </a:path>
                <a:path w="2582544" h="10287000">
                  <a:moveTo>
                    <a:pt x="871652" y="2950608"/>
                  </a:moveTo>
                  <a:lnTo>
                    <a:pt x="893168" y="2048028"/>
                  </a:lnTo>
                  <a:lnTo>
                    <a:pt x="769965" y="2475500"/>
                  </a:lnTo>
                  <a:lnTo>
                    <a:pt x="871652" y="2950608"/>
                  </a:lnTo>
                  <a:close/>
                </a:path>
                <a:path w="2582544" h="10287000">
                  <a:moveTo>
                    <a:pt x="829189" y="10287000"/>
                  </a:moveTo>
                  <a:lnTo>
                    <a:pt x="914210" y="6720382"/>
                  </a:lnTo>
                  <a:lnTo>
                    <a:pt x="693987" y="7002564"/>
                  </a:lnTo>
                  <a:lnTo>
                    <a:pt x="820801" y="7279014"/>
                  </a:lnTo>
                  <a:lnTo>
                    <a:pt x="810061" y="7729557"/>
                  </a:lnTo>
                  <a:lnTo>
                    <a:pt x="835823" y="7813453"/>
                  </a:lnTo>
                  <a:lnTo>
                    <a:pt x="776859" y="10287000"/>
                  </a:lnTo>
                  <a:lnTo>
                    <a:pt x="829189" y="10287000"/>
                  </a:lnTo>
                  <a:close/>
                </a:path>
                <a:path w="2582544" h="10287000">
                  <a:moveTo>
                    <a:pt x="911491" y="10287000"/>
                  </a:moveTo>
                  <a:lnTo>
                    <a:pt x="1046695" y="4615225"/>
                  </a:lnTo>
                  <a:lnTo>
                    <a:pt x="852230" y="4929956"/>
                  </a:lnTo>
                  <a:lnTo>
                    <a:pt x="757882" y="5435256"/>
                  </a:lnTo>
                  <a:lnTo>
                    <a:pt x="913526" y="5625673"/>
                  </a:lnTo>
                  <a:lnTo>
                    <a:pt x="889267" y="6643325"/>
                  </a:lnTo>
                  <a:lnTo>
                    <a:pt x="914210" y="6720382"/>
                  </a:lnTo>
                  <a:lnTo>
                    <a:pt x="829189" y="10287000"/>
                  </a:lnTo>
                  <a:lnTo>
                    <a:pt x="911491" y="10287000"/>
                  </a:lnTo>
                  <a:close/>
                </a:path>
                <a:path w="2582544" h="10287000">
                  <a:moveTo>
                    <a:pt x="810061" y="7729557"/>
                  </a:moveTo>
                  <a:lnTo>
                    <a:pt x="820801" y="7279014"/>
                  </a:lnTo>
                  <a:lnTo>
                    <a:pt x="736651" y="7490493"/>
                  </a:lnTo>
                  <a:lnTo>
                    <a:pt x="810061" y="772955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6105825" y="0"/>
              <a:ext cx="2182495" cy="10287000"/>
            </a:xfrm>
            <a:custGeom>
              <a:avLst/>
              <a:gdLst/>
              <a:ahLst/>
              <a:cxnLst/>
              <a:rect l="l" t="t" r="r" b="b"/>
              <a:pathLst>
                <a:path w="2182494" h="10287000">
                  <a:moveTo>
                    <a:pt x="324672" y="9642677"/>
                  </a:moveTo>
                  <a:lnTo>
                    <a:pt x="348813" y="8629946"/>
                  </a:lnTo>
                  <a:lnTo>
                    <a:pt x="15010" y="8956588"/>
                  </a:lnTo>
                  <a:lnTo>
                    <a:pt x="0" y="9297708"/>
                  </a:lnTo>
                  <a:lnTo>
                    <a:pt x="324672" y="9642677"/>
                  </a:lnTo>
                  <a:close/>
                </a:path>
                <a:path w="2182494" h="10287000">
                  <a:moveTo>
                    <a:pt x="637861" y="1915198"/>
                  </a:moveTo>
                  <a:lnTo>
                    <a:pt x="669240" y="598864"/>
                  </a:lnTo>
                  <a:lnTo>
                    <a:pt x="530573" y="945880"/>
                  </a:lnTo>
                  <a:lnTo>
                    <a:pt x="435265" y="1196476"/>
                  </a:lnTo>
                  <a:lnTo>
                    <a:pt x="391993" y="1335644"/>
                  </a:lnTo>
                  <a:lnTo>
                    <a:pt x="399696" y="1428313"/>
                  </a:lnTo>
                  <a:lnTo>
                    <a:pt x="440978" y="1774836"/>
                  </a:lnTo>
                  <a:lnTo>
                    <a:pt x="637861" y="1915198"/>
                  </a:lnTo>
                  <a:close/>
                </a:path>
                <a:path w="2182494" h="10287000">
                  <a:moveTo>
                    <a:pt x="2182176" y="10287000"/>
                  </a:moveTo>
                  <a:lnTo>
                    <a:pt x="2182176" y="0"/>
                  </a:lnTo>
                  <a:lnTo>
                    <a:pt x="436956" y="0"/>
                  </a:lnTo>
                  <a:lnTo>
                    <a:pt x="540914" y="251871"/>
                  </a:lnTo>
                  <a:lnTo>
                    <a:pt x="669240" y="598864"/>
                  </a:lnTo>
                  <a:lnTo>
                    <a:pt x="637861" y="1915198"/>
                  </a:lnTo>
                  <a:lnTo>
                    <a:pt x="912289" y="2110843"/>
                  </a:lnTo>
                  <a:lnTo>
                    <a:pt x="872462" y="3781577"/>
                  </a:lnTo>
                  <a:lnTo>
                    <a:pt x="948670" y="3856914"/>
                  </a:lnTo>
                  <a:lnTo>
                    <a:pt x="1005259" y="3910114"/>
                  </a:lnTo>
                  <a:lnTo>
                    <a:pt x="983207" y="4835210"/>
                  </a:lnTo>
                  <a:lnTo>
                    <a:pt x="1008205" y="5012984"/>
                  </a:lnTo>
                  <a:lnTo>
                    <a:pt x="998723" y="5410755"/>
                  </a:lnTo>
                  <a:lnTo>
                    <a:pt x="1073597" y="5567786"/>
                  </a:lnTo>
                  <a:lnTo>
                    <a:pt x="961100" y="10287000"/>
                  </a:lnTo>
                  <a:lnTo>
                    <a:pt x="2182176" y="10287000"/>
                  </a:lnTo>
                  <a:close/>
                </a:path>
                <a:path w="2182494" h="10287000">
                  <a:moveTo>
                    <a:pt x="556220" y="10287000"/>
                  </a:moveTo>
                  <a:lnTo>
                    <a:pt x="617143" y="7731305"/>
                  </a:lnTo>
                  <a:lnTo>
                    <a:pt x="490641" y="8029232"/>
                  </a:lnTo>
                  <a:lnTo>
                    <a:pt x="331754" y="8211906"/>
                  </a:lnTo>
                  <a:lnTo>
                    <a:pt x="348813" y="8629946"/>
                  </a:lnTo>
                  <a:lnTo>
                    <a:pt x="324672" y="9642677"/>
                  </a:lnTo>
                  <a:lnTo>
                    <a:pt x="439925" y="9765135"/>
                  </a:lnTo>
                  <a:lnTo>
                    <a:pt x="427484" y="10287000"/>
                  </a:lnTo>
                  <a:lnTo>
                    <a:pt x="556220" y="10287000"/>
                  </a:lnTo>
                  <a:close/>
                </a:path>
                <a:path w="2182494" h="10287000">
                  <a:moveTo>
                    <a:pt x="427484" y="10287000"/>
                  </a:moveTo>
                  <a:lnTo>
                    <a:pt x="439925" y="9765135"/>
                  </a:lnTo>
                  <a:lnTo>
                    <a:pt x="345431" y="10235302"/>
                  </a:lnTo>
                  <a:lnTo>
                    <a:pt x="300522" y="10287000"/>
                  </a:lnTo>
                  <a:lnTo>
                    <a:pt x="427484" y="10287000"/>
                  </a:lnTo>
                  <a:close/>
                </a:path>
                <a:path w="2182494" h="10287000">
                  <a:moveTo>
                    <a:pt x="872462" y="3781577"/>
                  </a:moveTo>
                  <a:lnTo>
                    <a:pt x="912289" y="2110843"/>
                  </a:lnTo>
                  <a:lnTo>
                    <a:pt x="890007" y="2161026"/>
                  </a:lnTo>
                  <a:lnTo>
                    <a:pt x="841012" y="2275705"/>
                  </a:lnTo>
                  <a:lnTo>
                    <a:pt x="792086" y="2401072"/>
                  </a:lnTo>
                  <a:lnTo>
                    <a:pt x="770006" y="2483320"/>
                  </a:lnTo>
                  <a:lnTo>
                    <a:pt x="768398" y="2517139"/>
                  </a:lnTo>
                  <a:lnTo>
                    <a:pt x="764005" y="2565782"/>
                  </a:lnTo>
                  <a:lnTo>
                    <a:pt x="745193" y="2741357"/>
                  </a:lnTo>
                  <a:lnTo>
                    <a:pt x="740739" y="2789998"/>
                  </a:lnTo>
                  <a:lnTo>
                    <a:pt x="739041" y="2823814"/>
                  </a:lnTo>
                  <a:lnTo>
                    <a:pt x="714338" y="2894216"/>
                  </a:lnTo>
                  <a:lnTo>
                    <a:pt x="659879" y="2993526"/>
                  </a:lnTo>
                  <a:lnTo>
                    <a:pt x="605398" y="3082149"/>
                  </a:lnTo>
                  <a:lnTo>
                    <a:pt x="580631" y="3120489"/>
                  </a:lnTo>
                  <a:lnTo>
                    <a:pt x="615128" y="3386425"/>
                  </a:lnTo>
                  <a:lnTo>
                    <a:pt x="629220" y="3483516"/>
                  </a:lnTo>
                  <a:lnTo>
                    <a:pt x="694476" y="3590539"/>
                  </a:lnTo>
                  <a:lnTo>
                    <a:pt x="823018" y="3732697"/>
                  </a:lnTo>
                  <a:lnTo>
                    <a:pt x="872462" y="3781577"/>
                  </a:lnTo>
                  <a:close/>
                </a:path>
                <a:path w="2182494" h="10287000">
                  <a:moveTo>
                    <a:pt x="653264" y="10287000"/>
                  </a:moveTo>
                  <a:lnTo>
                    <a:pt x="741675" y="6578165"/>
                  </a:lnTo>
                  <a:lnTo>
                    <a:pt x="694952" y="7012864"/>
                  </a:lnTo>
                  <a:lnTo>
                    <a:pt x="584112" y="7292739"/>
                  </a:lnTo>
                  <a:lnTo>
                    <a:pt x="584739" y="7482901"/>
                  </a:lnTo>
                  <a:lnTo>
                    <a:pt x="617143" y="7731305"/>
                  </a:lnTo>
                  <a:lnTo>
                    <a:pt x="556220" y="10287000"/>
                  </a:lnTo>
                  <a:lnTo>
                    <a:pt x="650039" y="10287000"/>
                  </a:lnTo>
                  <a:lnTo>
                    <a:pt x="653264" y="10287000"/>
                  </a:lnTo>
                  <a:close/>
                </a:path>
                <a:path w="2182494" h="10287000">
                  <a:moveTo>
                    <a:pt x="961100" y="10287000"/>
                  </a:moveTo>
                  <a:lnTo>
                    <a:pt x="1073597" y="5567786"/>
                  </a:lnTo>
                  <a:lnTo>
                    <a:pt x="708278" y="6082840"/>
                  </a:lnTo>
                  <a:lnTo>
                    <a:pt x="741675" y="6578165"/>
                  </a:lnTo>
                  <a:lnTo>
                    <a:pt x="653264" y="10287000"/>
                  </a:lnTo>
                  <a:lnTo>
                    <a:pt x="961100" y="10287000"/>
                  </a:lnTo>
                  <a:close/>
                </a:path>
                <a:path w="2182494" h="10287000">
                  <a:moveTo>
                    <a:pt x="983207" y="4835210"/>
                  </a:moveTo>
                  <a:lnTo>
                    <a:pt x="1005259" y="3910114"/>
                  </a:lnTo>
                  <a:lnTo>
                    <a:pt x="863068" y="4340573"/>
                  </a:lnTo>
                  <a:lnTo>
                    <a:pt x="959679" y="4667894"/>
                  </a:lnTo>
                  <a:lnTo>
                    <a:pt x="983207" y="4835210"/>
                  </a:lnTo>
                  <a:close/>
                </a:path>
                <a:path w="2182494" h="10287000">
                  <a:moveTo>
                    <a:pt x="998723" y="5410755"/>
                  </a:moveTo>
                  <a:lnTo>
                    <a:pt x="1008205" y="5012984"/>
                  </a:lnTo>
                  <a:lnTo>
                    <a:pt x="897175" y="5197782"/>
                  </a:lnTo>
                  <a:lnTo>
                    <a:pt x="998723" y="5410755"/>
                  </a:lnTo>
                  <a:close/>
                </a:path>
              </a:pathLst>
            </a:custGeom>
            <a:solidFill>
              <a:srgbClr val="FFD04D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1585" y="1504314"/>
            <a:ext cx="114300" cy="114299"/>
          </a:xfrm>
          <a:prstGeom prst="rect">
            <a:avLst/>
          </a:prstGeom>
        </p:spPr>
      </p:pic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1373416" y="1201342"/>
            <a:ext cx="14316075" cy="1468120"/>
          </a:xfrm>
          <a:prstGeom prst="rect"/>
        </p:spPr>
        <p:txBody>
          <a:bodyPr wrap="square" lIns="0" tIns="7620" rIns="0" bIns="0" rtlCol="0" vert="horz">
            <a:spAutoFit/>
          </a:bodyPr>
          <a:lstStyle/>
          <a:p>
            <a:pPr algn="just" marL="12700" marR="5080">
              <a:lnSpc>
                <a:spcPct val="112400"/>
              </a:lnSpc>
              <a:spcBef>
                <a:spcPts val="60"/>
              </a:spcBef>
            </a:pPr>
            <a:r>
              <a:rPr dirty="0" sz="3200" spc="-325"/>
              <a:t>Altered</a:t>
            </a:r>
            <a:r>
              <a:rPr dirty="0" sz="3200" spc="-25"/>
              <a:t> </a:t>
            </a:r>
            <a:r>
              <a:rPr dirty="0" sz="3200" spc="-310"/>
              <a:t>or</a:t>
            </a:r>
            <a:r>
              <a:rPr dirty="0" sz="3200" spc="-35"/>
              <a:t> </a:t>
            </a:r>
            <a:r>
              <a:rPr dirty="0" sz="3200" spc="-320"/>
              <a:t>deleted</a:t>
            </a:r>
            <a:r>
              <a:rPr dirty="0" sz="3200" spc="-30"/>
              <a:t> </a:t>
            </a:r>
            <a:r>
              <a:rPr dirty="0" sz="3200" spc="-315"/>
              <a:t>files:</a:t>
            </a:r>
            <a:r>
              <a:rPr dirty="0" sz="3200" spc="-30"/>
              <a:t> </a:t>
            </a:r>
            <a:r>
              <a:rPr dirty="0" sz="2600" b="0">
                <a:latin typeface="Comic Sans MS"/>
                <a:cs typeface="Comic Sans MS"/>
              </a:rPr>
              <a:t>If</a:t>
            </a:r>
            <a:r>
              <a:rPr dirty="0" sz="2600" spc="210" b="0">
                <a:latin typeface="Comic Sans MS"/>
                <a:cs typeface="Comic Sans MS"/>
              </a:rPr>
              <a:t> </a:t>
            </a:r>
            <a:r>
              <a:rPr dirty="0" sz="2600" b="0">
                <a:latin typeface="Comic Sans MS"/>
                <a:cs typeface="Comic Sans MS"/>
              </a:rPr>
              <a:t>files</a:t>
            </a:r>
            <a:r>
              <a:rPr dirty="0" sz="2600" spc="300" b="0">
                <a:latin typeface="Comic Sans MS"/>
                <a:cs typeface="Comic Sans MS"/>
              </a:rPr>
              <a:t> </a:t>
            </a:r>
            <a:r>
              <a:rPr dirty="0" sz="2600" b="0">
                <a:latin typeface="Comic Sans MS"/>
                <a:cs typeface="Comic Sans MS"/>
              </a:rPr>
              <a:t>are</a:t>
            </a:r>
            <a:r>
              <a:rPr dirty="0" sz="2600" spc="300" b="0">
                <a:latin typeface="Comic Sans MS"/>
                <a:cs typeface="Comic Sans MS"/>
              </a:rPr>
              <a:t> </a:t>
            </a:r>
            <a:r>
              <a:rPr dirty="0" sz="2600" b="0">
                <a:latin typeface="Comic Sans MS"/>
                <a:cs typeface="Comic Sans MS"/>
              </a:rPr>
              <a:t>changed</a:t>
            </a:r>
            <a:r>
              <a:rPr dirty="0" sz="2600" spc="295" b="0">
                <a:latin typeface="Comic Sans MS"/>
                <a:cs typeface="Comic Sans MS"/>
              </a:rPr>
              <a:t> </a:t>
            </a:r>
            <a:r>
              <a:rPr dirty="0" sz="2600" b="0">
                <a:latin typeface="Comic Sans MS"/>
                <a:cs typeface="Comic Sans MS"/>
              </a:rPr>
              <a:t>or</a:t>
            </a:r>
            <a:r>
              <a:rPr dirty="0" sz="2600" spc="300" b="0">
                <a:latin typeface="Comic Sans MS"/>
                <a:cs typeface="Comic Sans MS"/>
              </a:rPr>
              <a:t> </a:t>
            </a:r>
            <a:r>
              <a:rPr dirty="0" sz="2600" b="0">
                <a:latin typeface="Comic Sans MS"/>
                <a:cs typeface="Comic Sans MS"/>
              </a:rPr>
              <a:t>deleted</a:t>
            </a:r>
            <a:r>
              <a:rPr dirty="0" sz="2600" spc="300" b="0">
                <a:latin typeface="Comic Sans MS"/>
                <a:cs typeface="Comic Sans MS"/>
              </a:rPr>
              <a:t> </a:t>
            </a:r>
            <a:r>
              <a:rPr dirty="0" sz="2600" b="0">
                <a:latin typeface="Comic Sans MS"/>
                <a:cs typeface="Comic Sans MS"/>
              </a:rPr>
              <a:t>without</a:t>
            </a:r>
            <a:r>
              <a:rPr dirty="0" sz="2600" spc="295" b="0">
                <a:latin typeface="Comic Sans MS"/>
                <a:cs typeface="Comic Sans MS"/>
              </a:rPr>
              <a:t> </a:t>
            </a:r>
            <a:r>
              <a:rPr dirty="0" sz="2600" b="0">
                <a:latin typeface="Comic Sans MS"/>
                <a:cs typeface="Comic Sans MS"/>
              </a:rPr>
              <a:t>reason,</a:t>
            </a:r>
            <a:r>
              <a:rPr dirty="0" sz="2600" spc="300" b="0">
                <a:latin typeface="Comic Sans MS"/>
                <a:cs typeface="Comic Sans MS"/>
              </a:rPr>
              <a:t> </a:t>
            </a:r>
            <a:r>
              <a:rPr dirty="0" sz="2600" b="0">
                <a:latin typeface="Comic Sans MS"/>
                <a:cs typeface="Comic Sans MS"/>
              </a:rPr>
              <a:t>this</a:t>
            </a:r>
            <a:r>
              <a:rPr dirty="0" sz="2600" spc="295" b="0">
                <a:latin typeface="Comic Sans MS"/>
                <a:cs typeface="Comic Sans MS"/>
              </a:rPr>
              <a:t> </a:t>
            </a:r>
            <a:r>
              <a:rPr dirty="0" sz="2600" b="0">
                <a:latin typeface="Comic Sans MS"/>
                <a:cs typeface="Comic Sans MS"/>
              </a:rPr>
              <a:t>could</a:t>
            </a:r>
            <a:r>
              <a:rPr dirty="0" sz="2600" spc="300" b="0">
                <a:latin typeface="Comic Sans MS"/>
                <a:cs typeface="Comic Sans MS"/>
              </a:rPr>
              <a:t> </a:t>
            </a:r>
            <a:r>
              <a:rPr dirty="0" sz="2600" b="0">
                <a:latin typeface="Comic Sans MS"/>
                <a:cs typeface="Comic Sans MS"/>
              </a:rPr>
              <a:t>be</a:t>
            </a:r>
            <a:r>
              <a:rPr dirty="0" sz="2600" spc="300" b="0">
                <a:latin typeface="Comic Sans MS"/>
                <a:cs typeface="Comic Sans MS"/>
              </a:rPr>
              <a:t> </a:t>
            </a:r>
            <a:r>
              <a:rPr dirty="0" sz="2600" spc="-50" b="0">
                <a:latin typeface="Comic Sans MS"/>
                <a:cs typeface="Comic Sans MS"/>
              </a:rPr>
              <a:t>a </a:t>
            </a:r>
            <a:r>
              <a:rPr dirty="0" sz="2600" b="0">
                <a:latin typeface="Comic Sans MS"/>
                <a:cs typeface="Comic Sans MS"/>
              </a:rPr>
              <a:t>sign</a:t>
            </a:r>
            <a:r>
              <a:rPr dirty="0" sz="2600" spc="110" b="0">
                <a:latin typeface="Comic Sans MS"/>
                <a:cs typeface="Comic Sans MS"/>
              </a:rPr>
              <a:t> </a:t>
            </a:r>
            <a:r>
              <a:rPr dirty="0" sz="2600" b="0">
                <a:latin typeface="Comic Sans MS"/>
                <a:cs typeface="Comic Sans MS"/>
              </a:rPr>
              <a:t>of</a:t>
            </a:r>
            <a:r>
              <a:rPr dirty="0" sz="2600" spc="114" b="0">
                <a:latin typeface="Comic Sans MS"/>
                <a:cs typeface="Comic Sans MS"/>
              </a:rPr>
              <a:t> </a:t>
            </a:r>
            <a:r>
              <a:rPr dirty="0" sz="2600" b="0">
                <a:latin typeface="Comic Sans MS"/>
                <a:cs typeface="Comic Sans MS"/>
              </a:rPr>
              <a:t>a</a:t>
            </a:r>
            <a:r>
              <a:rPr dirty="0" sz="2600" spc="110" b="0">
                <a:latin typeface="Comic Sans MS"/>
                <a:cs typeface="Comic Sans MS"/>
              </a:rPr>
              <a:t> </a:t>
            </a:r>
            <a:r>
              <a:rPr dirty="0" sz="2600" b="0">
                <a:latin typeface="Comic Sans MS"/>
                <a:cs typeface="Comic Sans MS"/>
              </a:rPr>
              <a:t>security</a:t>
            </a:r>
            <a:r>
              <a:rPr dirty="0" sz="2600" spc="114" b="0">
                <a:latin typeface="Comic Sans MS"/>
                <a:cs typeface="Comic Sans MS"/>
              </a:rPr>
              <a:t> </a:t>
            </a:r>
            <a:r>
              <a:rPr dirty="0" sz="2600" b="0">
                <a:latin typeface="Comic Sans MS"/>
                <a:cs typeface="Comic Sans MS"/>
              </a:rPr>
              <a:t>incident.</a:t>
            </a:r>
            <a:r>
              <a:rPr dirty="0" sz="2600" spc="114" b="0">
                <a:latin typeface="Comic Sans MS"/>
                <a:cs typeface="Comic Sans MS"/>
              </a:rPr>
              <a:t> </a:t>
            </a:r>
            <a:r>
              <a:rPr dirty="0" sz="2600" b="0">
                <a:latin typeface="Comic Sans MS"/>
                <a:cs typeface="Comic Sans MS"/>
              </a:rPr>
              <a:t>Similarly,</a:t>
            </a:r>
            <a:r>
              <a:rPr dirty="0" sz="2600" spc="110" b="0">
                <a:latin typeface="Comic Sans MS"/>
                <a:cs typeface="Comic Sans MS"/>
              </a:rPr>
              <a:t> </a:t>
            </a:r>
            <a:r>
              <a:rPr dirty="0" sz="2600" b="0">
                <a:latin typeface="Comic Sans MS"/>
                <a:cs typeface="Comic Sans MS"/>
              </a:rPr>
              <a:t>if</a:t>
            </a:r>
            <a:r>
              <a:rPr dirty="0" sz="2600" spc="114" b="0">
                <a:latin typeface="Comic Sans MS"/>
                <a:cs typeface="Comic Sans MS"/>
              </a:rPr>
              <a:t> </a:t>
            </a:r>
            <a:r>
              <a:rPr dirty="0" sz="2600" b="0">
                <a:latin typeface="Comic Sans MS"/>
                <a:cs typeface="Comic Sans MS"/>
              </a:rPr>
              <a:t>there</a:t>
            </a:r>
            <a:r>
              <a:rPr dirty="0" sz="2600" spc="114" b="0">
                <a:latin typeface="Comic Sans MS"/>
                <a:cs typeface="Comic Sans MS"/>
              </a:rPr>
              <a:t> </a:t>
            </a:r>
            <a:r>
              <a:rPr dirty="0" sz="2600" b="0">
                <a:latin typeface="Comic Sans MS"/>
                <a:cs typeface="Comic Sans MS"/>
              </a:rPr>
              <a:t>are</a:t>
            </a:r>
            <a:r>
              <a:rPr dirty="0" sz="2600" spc="110" b="0">
                <a:latin typeface="Comic Sans MS"/>
                <a:cs typeface="Comic Sans MS"/>
              </a:rPr>
              <a:t> </a:t>
            </a:r>
            <a:r>
              <a:rPr dirty="0" sz="2600" b="0">
                <a:latin typeface="Comic Sans MS"/>
                <a:cs typeface="Comic Sans MS"/>
              </a:rPr>
              <a:t>unauthorized</a:t>
            </a:r>
            <a:r>
              <a:rPr dirty="0" sz="2600" spc="114" b="0">
                <a:latin typeface="Comic Sans MS"/>
                <a:cs typeface="Comic Sans MS"/>
              </a:rPr>
              <a:t> </a:t>
            </a:r>
            <a:r>
              <a:rPr dirty="0" sz="2600" b="0">
                <a:latin typeface="Comic Sans MS"/>
                <a:cs typeface="Comic Sans MS"/>
              </a:rPr>
              <a:t>changes</a:t>
            </a:r>
            <a:r>
              <a:rPr dirty="0" sz="2600" spc="110" b="0">
                <a:latin typeface="Comic Sans MS"/>
                <a:cs typeface="Comic Sans MS"/>
              </a:rPr>
              <a:t> </a:t>
            </a:r>
            <a:r>
              <a:rPr dirty="0" sz="2600" b="0">
                <a:latin typeface="Comic Sans MS"/>
                <a:cs typeface="Comic Sans MS"/>
              </a:rPr>
              <a:t>to</a:t>
            </a:r>
            <a:r>
              <a:rPr dirty="0" sz="2600" spc="114" b="0">
                <a:latin typeface="Comic Sans MS"/>
                <a:cs typeface="Comic Sans MS"/>
              </a:rPr>
              <a:t> </a:t>
            </a:r>
            <a:r>
              <a:rPr dirty="0" sz="2600" b="0">
                <a:latin typeface="Comic Sans MS"/>
                <a:cs typeface="Comic Sans MS"/>
              </a:rPr>
              <a:t>file</a:t>
            </a:r>
            <a:r>
              <a:rPr dirty="0" sz="2600" spc="114" b="0">
                <a:latin typeface="Comic Sans MS"/>
                <a:cs typeface="Comic Sans MS"/>
              </a:rPr>
              <a:t> </a:t>
            </a:r>
            <a:r>
              <a:rPr dirty="0" sz="2600" spc="-10" b="0">
                <a:latin typeface="Comic Sans MS"/>
                <a:cs typeface="Comic Sans MS"/>
              </a:rPr>
              <a:t>permissions, </a:t>
            </a:r>
            <a:r>
              <a:rPr dirty="0" sz="2600" b="0">
                <a:latin typeface="Comic Sans MS"/>
                <a:cs typeface="Comic Sans MS"/>
              </a:rPr>
              <a:t>this</a:t>
            </a:r>
            <a:r>
              <a:rPr dirty="0" sz="2600" spc="-50" b="0">
                <a:latin typeface="Comic Sans MS"/>
                <a:cs typeface="Comic Sans MS"/>
              </a:rPr>
              <a:t> </a:t>
            </a:r>
            <a:r>
              <a:rPr dirty="0" sz="2600" b="0">
                <a:latin typeface="Comic Sans MS"/>
                <a:cs typeface="Comic Sans MS"/>
              </a:rPr>
              <a:t>could</a:t>
            </a:r>
            <a:r>
              <a:rPr dirty="0" sz="2600" spc="-45" b="0">
                <a:latin typeface="Comic Sans MS"/>
                <a:cs typeface="Comic Sans MS"/>
              </a:rPr>
              <a:t> </a:t>
            </a:r>
            <a:r>
              <a:rPr dirty="0" sz="2600" b="0">
                <a:latin typeface="Comic Sans MS"/>
                <a:cs typeface="Comic Sans MS"/>
              </a:rPr>
              <a:t>indicate</a:t>
            </a:r>
            <a:r>
              <a:rPr dirty="0" sz="2600" spc="-45" b="0">
                <a:latin typeface="Comic Sans MS"/>
                <a:cs typeface="Comic Sans MS"/>
              </a:rPr>
              <a:t> </a:t>
            </a:r>
            <a:r>
              <a:rPr dirty="0" sz="2600" b="0">
                <a:latin typeface="Comic Sans MS"/>
                <a:cs typeface="Comic Sans MS"/>
              </a:rPr>
              <a:t>a</a:t>
            </a:r>
            <a:r>
              <a:rPr dirty="0" sz="2600" spc="-50" b="0">
                <a:latin typeface="Comic Sans MS"/>
                <a:cs typeface="Comic Sans MS"/>
              </a:rPr>
              <a:t> </a:t>
            </a:r>
            <a:r>
              <a:rPr dirty="0" sz="2600" b="0">
                <a:latin typeface="Comic Sans MS"/>
                <a:cs typeface="Comic Sans MS"/>
              </a:rPr>
              <a:t>security</a:t>
            </a:r>
            <a:r>
              <a:rPr dirty="0" sz="2600" spc="-45" b="0">
                <a:latin typeface="Comic Sans MS"/>
                <a:cs typeface="Comic Sans MS"/>
              </a:rPr>
              <a:t> </a:t>
            </a:r>
            <a:r>
              <a:rPr dirty="0" sz="2600" spc="-10" b="0">
                <a:latin typeface="Comic Sans MS"/>
                <a:cs typeface="Comic Sans MS"/>
              </a:rPr>
              <a:t>issue.</a:t>
            </a:r>
            <a:endParaRPr sz="2600">
              <a:latin typeface="Comic Sans MS"/>
              <a:cs typeface="Comic Sans MS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1585" y="3333114"/>
            <a:ext cx="114300" cy="11429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373416" y="3030142"/>
            <a:ext cx="14316075" cy="6497320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algn="just" marL="12700" marR="5080">
              <a:lnSpc>
                <a:spcPct val="112400"/>
              </a:lnSpc>
              <a:spcBef>
                <a:spcPts val="60"/>
              </a:spcBef>
            </a:pPr>
            <a:r>
              <a:rPr dirty="0" sz="3200" spc="-350" b="1">
                <a:latin typeface="Comic Sans MS"/>
                <a:cs typeface="Comic Sans MS"/>
              </a:rPr>
              <a:t>Unexpected</a:t>
            </a:r>
            <a:r>
              <a:rPr dirty="0" sz="3200" spc="-155" b="1">
                <a:latin typeface="Comic Sans MS"/>
                <a:cs typeface="Comic Sans MS"/>
              </a:rPr>
              <a:t>  </a:t>
            </a:r>
            <a:r>
              <a:rPr dirty="0" sz="3200" spc="-320" b="1">
                <a:latin typeface="Comic Sans MS"/>
                <a:cs typeface="Comic Sans MS"/>
              </a:rPr>
              <a:t>communications:</a:t>
            </a:r>
            <a:r>
              <a:rPr dirty="0" sz="3200" spc="745" b="1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Unexpected</a:t>
            </a:r>
            <a:r>
              <a:rPr dirty="0" sz="2600" spc="285">
                <a:latin typeface="Comic Sans MS"/>
                <a:cs typeface="Comic Sans MS"/>
              </a:rPr>
              <a:t>  </a:t>
            </a:r>
            <a:r>
              <a:rPr dirty="0" sz="2600">
                <a:latin typeface="Comic Sans MS"/>
                <a:cs typeface="Comic Sans MS"/>
              </a:rPr>
              <a:t>or</a:t>
            </a:r>
            <a:r>
              <a:rPr dirty="0" sz="2600" spc="290">
                <a:latin typeface="Comic Sans MS"/>
                <a:cs typeface="Comic Sans MS"/>
              </a:rPr>
              <a:t>  </a:t>
            </a:r>
            <a:r>
              <a:rPr dirty="0" sz="2600">
                <a:latin typeface="Comic Sans MS"/>
                <a:cs typeface="Comic Sans MS"/>
              </a:rPr>
              <a:t>unusual</a:t>
            </a:r>
            <a:r>
              <a:rPr dirty="0" sz="2600" spc="285">
                <a:latin typeface="Comic Sans MS"/>
                <a:cs typeface="Comic Sans MS"/>
              </a:rPr>
              <a:t>  </a:t>
            </a:r>
            <a:r>
              <a:rPr dirty="0" sz="2600">
                <a:latin typeface="Comic Sans MS"/>
                <a:cs typeface="Comic Sans MS"/>
              </a:rPr>
              <a:t>emails,</a:t>
            </a:r>
            <a:r>
              <a:rPr dirty="0" sz="2600" spc="290">
                <a:latin typeface="Comic Sans MS"/>
                <a:cs typeface="Comic Sans MS"/>
              </a:rPr>
              <a:t>  </a:t>
            </a:r>
            <a:r>
              <a:rPr dirty="0" sz="2600">
                <a:latin typeface="Comic Sans MS"/>
                <a:cs typeface="Comic Sans MS"/>
              </a:rPr>
              <a:t>particularly</a:t>
            </a:r>
            <a:r>
              <a:rPr dirty="0" sz="2600" spc="285">
                <a:latin typeface="Comic Sans MS"/>
                <a:cs typeface="Comic Sans MS"/>
              </a:rPr>
              <a:t>  </a:t>
            </a:r>
            <a:r>
              <a:rPr dirty="0" sz="2600">
                <a:latin typeface="Comic Sans MS"/>
                <a:cs typeface="Comic Sans MS"/>
              </a:rPr>
              <a:t>those</a:t>
            </a:r>
            <a:r>
              <a:rPr dirty="0" sz="2600" spc="290">
                <a:latin typeface="Comic Sans MS"/>
                <a:cs typeface="Comic Sans MS"/>
              </a:rPr>
              <a:t>  </a:t>
            </a:r>
            <a:r>
              <a:rPr dirty="0" sz="2600" spc="-20">
                <a:latin typeface="Comic Sans MS"/>
                <a:cs typeface="Comic Sans MS"/>
              </a:rPr>
              <a:t>with </a:t>
            </a:r>
            <a:r>
              <a:rPr dirty="0" sz="2600">
                <a:latin typeface="Comic Sans MS"/>
                <a:cs typeface="Comic Sans MS"/>
              </a:rPr>
              <a:t>attachments</a:t>
            </a:r>
            <a:r>
              <a:rPr dirty="0" sz="2600" spc="10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or</a:t>
            </a:r>
            <a:r>
              <a:rPr dirty="0" sz="2600" spc="10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links,</a:t>
            </a:r>
            <a:r>
              <a:rPr dirty="0" sz="2600" spc="10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can</a:t>
            </a:r>
            <a:r>
              <a:rPr dirty="0" sz="2600" spc="10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be</a:t>
            </a:r>
            <a:r>
              <a:rPr dirty="0" sz="2600" spc="10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a</a:t>
            </a:r>
            <a:r>
              <a:rPr dirty="0" sz="2600" spc="10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sign</a:t>
            </a:r>
            <a:r>
              <a:rPr dirty="0" sz="2600" spc="10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of</a:t>
            </a:r>
            <a:r>
              <a:rPr dirty="0" sz="2600" spc="10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a</a:t>
            </a:r>
            <a:r>
              <a:rPr dirty="0" sz="2600" spc="10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phishing</a:t>
            </a:r>
            <a:r>
              <a:rPr dirty="0" sz="2600" spc="10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attempt,</a:t>
            </a:r>
            <a:r>
              <a:rPr dirty="0" sz="2600" spc="10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which</a:t>
            </a:r>
            <a:r>
              <a:rPr dirty="0" sz="2600" spc="10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is</a:t>
            </a:r>
            <a:r>
              <a:rPr dirty="0" sz="2600" spc="10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a</a:t>
            </a:r>
            <a:r>
              <a:rPr dirty="0" sz="2600" spc="10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common</a:t>
            </a:r>
            <a:r>
              <a:rPr dirty="0" sz="2600" spc="10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security</a:t>
            </a:r>
            <a:r>
              <a:rPr dirty="0" sz="2600" spc="100">
                <a:latin typeface="Comic Sans MS"/>
                <a:cs typeface="Comic Sans MS"/>
              </a:rPr>
              <a:t> </a:t>
            </a:r>
            <a:r>
              <a:rPr dirty="0" sz="2600" spc="-20">
                <a:latin typeface="Comic Sans MS"/>
                <a:cs typeface="Comic Sans MS"/>
              </a:rPr>
              <a:t>event </a:t>
            </a:r>
            <a:r>
              <a:rPr dirty="0" sz="2600">
                <a:latin typeface="Comic Sans MS"/>
                <a:cs typeface="Comic Sans MS"/>
              </a:rPr>
              <a:t>or</a:t>
            </a:r>
            <a:r>
              <a:rPr dirty="0" sz="2600" spc="-5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incident</a:t>
            </a:r>
            <a:r>
              <a:rPr dirty="0" sz="2600" spc="-4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if</a:t>
            </a:r>
            <a:r>
              <a:rPr dirty="0" sz="2600" spc="-50">
                <a:latin typeface="Comic Sans MS"/>
                <a:cs typeface="Comic Sans MS"/>
              </a:rPr>
              <a:t> </a:t>
            </a:r>
            <a:r>
              <a:rPr dirty="0" sz="2600" spc="-10">
                <a:latin typeface="Comic Sans MS"/>
                <a:cs typeface="Comic Sans MS"/>
              </a:rPr>
              <a:t>successful.</a:t>
            </a:r>
            <a:endParaRPr sz="2600">
              <a:latin typeface="Comic Sans MS"/>
              <a:cs typeface="Comic Sans MS"/>
            </a:endParaRPr>
          </a:p>
          <a:p>
            <a:pPr algn="just" marL="12700" marR="5080">
              <a:lnSpc>
                <a:spcPct val="113399"/>
              </a:lnSpc>
              <a:spcBef>
                <a:spcPts val="2965"/>
              </a:spcBef>
            </a:pPr>
            <a:r>
              <a:rPr dirty="0" sz="3200" spc="-325" b="1">
                <a:latin typeface="Comic Sans MS"/>
                <a:cs typeface="Comic Sans MS"/>
              </a:rPr>
              <a:t>Unusual</a:t>
            </a:r>
            <a:r>
              <a:rPr dirty="0" sz="3200" spc="-25" b="1">
                <a:latin typeface="Comic Sans MS"/>
                <a:cs typeface="Comic Sans MS"/>
              </a:rPr>
              <a:t> </a:t>
            </a:r>
            <a:r>
              <a:rPr dirty="0" sz="3200" spc="-330" b="1">
                <a:latin typeface="Comic Sans MS"/>
                <a:cs typeface="Comic Sans MS"/>
              </a:rPr>
              <a:t>resource</a:t>
            </a:r>
            <a:r>
              <a:rPr dirty="0" sz="3200" spc="-15" b="1">
                <a:latin typeface="Comic Sans MS"/>
                <a:cs typeface="Comic Sans MS"/>
              </a:rPr>
              <a:t> </a:t>
            </a:r>
            <a:r>
              <a:rPr dirty="0" sz="3200" spc="-400" b="1">
                <a:latin typeface="Comic Sans MS"/>
                <a:cs typeface="Comic Sans MS"/>
              </a:rPr>
              <a:t>usage:</a:t>
            </a:r>
            <a:r>
              <a:rPr dirty="0" sz="3200" spc="50" b="1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A</a:t>
            </a:r>
            <a:r>
              <a:rPr dirty="0" sz="2600" spc="-18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sudden</a:t>
            </a:r>
            <a:r>
              <a:rPr dirty="0" sz="2600" spc="23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spike</a:t>
            </a:r>
            <a:r>
              <a:rPr dirty="0" sz="2600" spc="23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in</a:t>
            </a:r>
            <a:r>
              <a:rPr dirty="0" sz="2600" spc="23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CPU</a:t>
            </a:r>
            <a:r>
              <a:rPr dirty="0" sz="2600" spc="23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usage,</a:t>
            </a:r>
            <a:r>
              <a:rPr dirty="0" sz="2600" spc="23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disk</a:t>
            </a:r>
            <a:r>
              <a:rPr dirty="0" sz="2600" spc="23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activity,</a:t>
            </a:r>
            <a:r>
              <a:rPr dirty="0" sz="2600" spc="23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or</a:t>
            </a:r>
            <a:r>
              <a:rPr dirty="0" sz="2600" spc="23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network</a:t>
            </a:r>
            <a:r>
              <a:rPr dirty="0" sz="2600" spc="235">
                <a:latin typeface="Comic Sans MS"/>
                <a:cs typeface="Comic Sans MS"/>
              </a:rPr>
              <a:t> </a:t>
            </a:r>
            <a:r>
              <a:rPr dirty="0" sz="2600" spc="-10">
                <a:latin typeface="Comic Sans MS"/>
                <a:cs typeface="Comic Sans MS"/>
              </a:rPr>
              <a:t>bandwidth </a:t>
            </a:r>
            <a:r>
              <a:rPr dirty="0" sz="2600">
                <a:latin typeface="Comic Sans MS"/>
                <a:cs typeface="Comic Sans MS"/>
              </a:rPr>
              <a:t>could</a:t>
            </a:r>
            <a:r>
              <a:rPr dirty="0" sz="2600" spc="10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indicate</a:t>
            </a:r>
            <a:r>
              <a:rPr dirty="0" sz="2600" spc="10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a</a:t>
            </a:r>
            <a:r>
              <a:rPr dirty="0" sz="2600" spc="11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security</a:t>
            </a:r>
            <a:r>
              <a:rPr dirty="0" sz="2600" spc="10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incident,</a:t>
            </a:r>
            <a:r>
              <a:rPr dirty="0" sz="2600" spc="11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as</a:t>
            </a:r>
            <a:r>
              <a:rPr dirty="0" sz="2600" spc="10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many</a:t>
            </a:r>
            <a:r>
              <a:rPr dirty="0" sz="2600" spc="11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types</a:t>
            </a:r>
            <a:r>
              <a:rPr dirty="0" sz="2600" spc="10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of</a:t>
            </a:r>
            <a:r>
              <a:rPr dirty="0" sz="2600" spc="11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malware</a:t>
            </a:r>
            <a:r>
              <a:rPr dirty="0" sz="2600" spc="10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are</a:t>
            </a:r>
            <a:r>
              <a:rPr dirty="0" sz="2600" spc="110">
                <a:latin typeface="Comic Sans MS"/>
                <a:cs typeface="Comic Sans MS"/>
              </a:rPr>
              <a:t> </a:t>
            </a:r>
            <a:r>
              <a:rPr dirty="0" sz="2600" spc="-20">
                <a:latin typeface="Comic Sans MS"/>
                <a:cs typeface="Comic Sans MS"/>
              </a:rPr>
              <a:t>resource-</a:t>
            </a:r>
            <a:r>
              <a:rPr dirty="0" sz="2600">
                <a:latin typeface="Comic Sans MS"/>
                <a:cs typeface="Comic Sans MS"/>
              </a:rPr>
              <a:t>intensive.</a:t>
            </a:r>
            <a:r>
              <a:rPr dirty="0" sz="2600" spc="105">
                <a:latin typeface="Comic Sans MS"/>
                <a:cs typeface="Comic Sans MS"/>
              </a:rPr>
              <a:t> </a:t>
            </a:r>
            <a:r>
              <a:rPr dirty="0" sz="2600" spc="-10">
                <a:latin typeface="Comic Sans MS"/>
                <a:cs typeface="Comic Sans MS"/>
              </a:rPr>
              <a:t>Beyond </a:t>
            </a:r>
            <a:r>
              <a:rPr dirty="0" sz="2600">
                <a:latin typeface="Comic Sans MS"/>
                <a:cs typeface="Comic Sans MS"/>
              </a:rPr>
              <a:t>malware,</a:t>
            </a:r>
            <a:r>
              <a:rPr dirty="0" sz="2600" spc="11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CPU</a:t>
            </a:r>
            <a:r>
              <a:rPr dirty="0" sz="2600" spc="11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usage</a:t>
            </a:r>
            <a:r>
              <a:rPr dirty="0" sz="2600" spc="11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can</a:t>
            </a:r>
            <a:r>
              <a:rPr dirty="0" sz="2600" spc="114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also</a:t>
            </a:r>
            <a:r>
              <a:rPr dirty="0" sz="2600" spc="11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indicate</a:t>
            </a:r>
            <a:r>
              <a:rPr dirty="0" sz="2600" spc="11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some</a:t>
            </a:r>
            <a:r>
              <a:rPr dirty="0" sz="2600" spc="114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form</a:t>
            </a:r>
            <a:r>
              <a:rPr dirty="0" sz="2600" spc="11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of</a:t>
            </a:r>
            <a:r>
              <a:rPr dirty="0" sz="2600" spc="11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blockchain</a:t>
            </a:r>
            <a:r>
              <a:rPr dirty="0" sz="2600" spc="11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mining</a:t>
            </a:r>
            <a:r>
              <a:rPr dirty="0" sz="2600" spc="114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operation,</a:t>
            </a:r>
            <a:r>
              <a:rPr dirty="0" sz="2600" spc="11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or</a:t>
            </a:r>
            <a:r>
              <a:rPr dirty="0" sz="2600" spc="11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a</a:t>
            </a:r>
            <a:r>
              <a:rPr dirty="0" sz="2600" spc="114">
                <a:latin typeface="Comic Sans MS"/>
                <a:cs typeface="Comic Sans MS"/>
              </a:rPr>
              <a:t> </a:t>
            </a:r>
            <a:r>
              <a:rPr dirty="0" sz="2600" spc="-10">
                <a:latin typeface="Comic Sans MS"/>
                <a:cs typeface="Comic Sans MS"/>
              </a:rPr>
              <a:t>server </a:t>
            </a:r>
            <a:r>
              <a:rPr dirty="0" sz="2600">
                <a:latin typeface="Comic Sans MS"/>
                <a:cs typeface="Comic Sans MS"/>
              </a:rPr>
              <a:t>running</a:t>
            </a:r>
            <a:r>
              <a:rPr dirty="0" sz="2600" spc="-6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some</a:t>
            </a:r>
            <a:r>
              <a:rPr dirty="0" sz="2600" spc="-6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form</a:t>
            </a:r>
            <a:r>
              <a:rPr dirty="0" sz="2600" spc="-6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of</a:t>
            </a:r>
            <a:r>
              <a:rPr dirty="0" sz="2600" spc="-6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unsanctioned</a:t>
            </a:r>
            <a:r>
              <a:rPr dirty="0" sz="2600" spc="-6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web</a:t>
            </a:r>
            <a:r>
              <a:rPr dirty="0" sz="2600" spc="-65">
                <a:latin typeface="Comic Sans MS"/>
                <a:cs typeface="Comic Sans MS"/>
              </a:rPr>
              <a:t> </a:t>
            </a:r>
            <a:r>
              <a:rPr dirty="0" sz="2600" spc="-10">
                <a:latin typeface="Comic Sans MS"/>
                <a:cs typeface="Comic Sans MS"/>
              </a:rPr>
              <a:t>programming.</a:t>
            </a:r>
            <a:endParaRPr sz="2600">
              <a:latin typeface="Comic Sans MS"/>
              <a:cs typeface="Comic Sans MS"/>
            </a:endParaRPr>
          </a:p>
          <a:p>
            <a:pPr algn="just" marL="12700" marR="5080">
              <a:lnSpc>
                <a:spcPct val="109400"/>
              </a:lnSpc>
              <a:spcBef>
                <a:spcPts val="3115"/>
              </a:spcBef>
            </a:pPr>
            <a:r>
              <a:rPr dirty="0" sz="3200" spc="-345" b="1">
                <a:latin typeface="Comic Sans MS"/>
                <a:cs typeface="Comic Sans MS"/>
              </a:rPr>
              <a:t>Unusual</a:t>
            </a:r>
            <a:r>
              <a:rPr dirty="0" sz="3200" spc="-5" b="1">
                <a:latin typeface="Comic Sans MS"/>
                <a:cs typeface="Comic Sans MS"/>
              </a:rPr>
              <a:t> </a:t>
            </a:r>
            <a:r>
              <a:rPr dirty="0" sz="3200" spc="-345" b="1">
                <a:latin typeface="Comic Sans MS"/>
                <a:cs typeface="Comic Sans MS"/>
              </a:rPr>
              <a:t>user</a:t>
            </a:r>
            <a:r>
              <a:rPr dirty="0" sz="3200" b="1">
                <a:latin typeface="Comic Sans MS"/>
                <a:cs typeface="Comic Sans MS"/>
              </a:rPr>
              <a:t> </a:t>
            </a:r>
            <a:r>
              <a:rPr dirty="0" sz="3200" spc="-365" b="1">
                <a:latin typeface="Comic Sans MS"/>
                <a:cs typeface="Comic Sans MS"/>
              </a:rPr>
              <a:t>behavior:</a:t>
            </a:r>
            <a:r>
              <a:rPr dirty="0" sz="3200" spc="15" b="1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If</a:t>
            </a:r>
            <a:r>
              <a:rPr dirty="0" sz="2600" spc="-19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a</a:t>
            </a:r>
            <a:r>
              <a:rPr dirty="0" sz="2600" spc="-13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user</a:t>
            </a:r>
            <a:r>
              <a:rPr dirty="0" sz="2600" spc="16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starts</a:t>
            </a:r>
            <a:r>
              <a:rPr dirty="0" sz="2600" spc="16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accessing</a:t>
            </a:r>
            <a:r>
              <a:rPr dirty="0" sz="2600" spc="16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files</a:t>
            </a:r>
            <a:r>
              <a:rPr dirty="0" sz="2600" spc="16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or</a:t>
            </a:r>
            <a:r>
              <a:rPr dirty="0" sz="2600" spc="16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systems</a:t>
            </a:r>
            <a:r>
              <a:rPr dirty="0" sz="2600" spc="16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they</a:t>
            </a:r>
            <a:r>
              <a:rPr dirty="0" sz="2600" spc="16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don’t</a:t>
            </a:r>
            <a:r>
              <a:rPr dirty="0" sz="2600" spc="16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typically</a:t>
            </a:r>
            <a:r>
              <a:rPr dirty="0" sz="2600" spc="160">
                <a:latin typeface="Comic Sans MS"/>
                <a:cs typeface="Comic Sans MS"/>
              </a:rPr>
              <a:t> </a:t>
            </a:r>
            <a:r>
              <a:rPr dirty="0" sz="2600" spc="-20">
                <a:latin typeface="Comic Sans MS"/>
                <a:cs typeface="Comic Sans MS"/>
              </a:rPr>
              <a:t>use, </a:t>
            </a:r>
            <a:r>
              <a:rPr dirty="0" sz="2600">
                <a:latin typeface="Comic Sans MS"/>
                <a:cs typeface="Comic Sans MS"/>
              </a:rPr>
              <a:t>or</a:t>
            </a:r>
            <a:r>
              <a:rPr dirty="0" sz="2600" spc="-3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at</a:t>
            </a:r>
            <a:r>
              <a:rPr dirty="0" sz="2600" spc="-3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odd</a:t>
            </a:r>
            <a:r>
              <a:rPr dirty="0" sz="2600" spc="-3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hours,</a:t>
            </a:r>
            <a:r>
              <a:rPr dirty="0" sz="2600" spc="-3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it</a:t>
            </a:r>
            <a:r>
              <a:rPr dirty="0" sz="2600" spc="-3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could</a:t>
            </a:r>
            <a:r>
              <a:rPr dirty="0" sz="2600" spc="-3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be</a:t>
            </a:r>
            <a:r>
              <a:rPr dirty="0" sz="2600" spc="-3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a</a:t>
            </a:r>
            <a:r>
              <a:rPr dirty="0" sz="2600" spc="-3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sign</a:t>
            </a:r>
            <a:r>
              <a:rPr dirty="0" sz="2600" spc="-3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of</a:t>
            </a:r>
            <a:r>
              <a:rPr dirty="0" sz="2600" spc="-3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a</a:t>
            </a:r>
            <a:r>
              <a:rPr dirty="0" sz="2600" spc="-3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compromised</a:t>
            </a:r>
            <a:r>
              <a:rPr dirty="0" sz="2600" spc="-3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account</a:t>
            </a:r>
            <a:r>
              <a:rPr dirty="0" sz="2600" spc="-3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or</a:t>
            </a:r>
            <a:r>
              <a:rPr dirty="0" sz="2600" spc="-35">
                <a:latin typeface="Comic Sans MS"/>
                <a:cs typeface="Comic Sans MS"/>
              </a:rPr>
              <a:t> </a:t>
            </a:r>
            <a:r>
              <a:rPr dirty="0" sz="2600" spc="-10">
                <a:latin typeface="Comic Sans MS"/>
                <a:cs typeface="Comic Sans MS"/>
              </a:rPr>
              <a:t>disgruntlement.</a:t>
            </a:r>
            <a:endParaRPr sz="2600">
              <a:latin typeface="Comic Sans MS"/>
              <a:cs typeface="Comic Sans MS"/>
            </a:endParaRPr>
          </a:p>
          <a:p>
            <a:pPr algn="just" marL="12700" marR="5080">
              <a:lnSpc>
                <a:spcPct val="109400"/>
              </a:lnSpc>
              <a:spcBef>
                <a:spcPts val="3120"/>
              </a:spcBef>
            </a:pPr>
            <a:r>
              <a:rPr dirty="0" sz="3200" spc="-400" b="1">
                <a:latin typeface="Comic Sans MS"/>
                <a:cs typeface="Comic Sans MS"/>
              </a:rPr>
              <a:t>Ransom</a:t>
            </a:r>
            <a:r>
              <a:rPr dirty="0" sz="3200" spc="50" b="1">
                <a:latin typeface="Comic Sans MS"/>
                <a:cs typeface="Comic Sans MS"/>
              </a:rPr>
              <a:t> </a:t>
            </a:r>
            <a:r>
              <a:rPr dirty="0" sz="3200" spc="-430" b="1">
                <a:latin typeface="Comic Sans MS"/>
                <a:cs typeface="Comic Sans MS"/>
              </a:rPr>
              <a:t>or</a:t>
            </a:r>
            <a:r>
              <a:rPr dirty="0" sz="3200" spc="85" b="1">
                <a:latin typeface="Comic Sans MS"/>
                <a:cs typeface="Comic Sans MS"/>
              </a:rPr>
              <a:t> </a:t>
            </a:r>
            <a:r>
              <a:rPr dirty="0" sz="3200" spc="-330" b="1">
                <a:latin typeface="Comic Sans MS"/>
                <a:cs typeface="Comic Sans MS"/>
              </a:rPr>
              <a:t>Extortion</a:t>
            </a:r>
            <a:r>
              <a:rPr dirty="0" sz="3200" spc="-20" b="1">
                <a:latin typeface="Comic Sans MS"/>
                <a:cs typeface="Comic Sans MS"/>
              </a:rPr>
              <a:t> </a:t>
            </a:r>
            <a:r>
              <a:rPr dirty="0" sz="3200" spc="-345" b="1">
                <a:latin typeface="Comic Sans MS"/>
                <a:cs typeface="Comic Sans MS"/>
              </a:rPr>
              <a:t>Messages:</a:t>
            </a:r>
            <a:r>
              <a:rPr dirty="0" sz="3200" spc="625" b="1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Any</a:t>
            </a:r>
            <a:r>
              <a:rPr dirty="0" sz="2600" spc="12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communication</a:t>
            </a:r>
            <a:r>
              <a:rPr dirty="0" sz="2600" spc="12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demanding</a:t>
            </a:r>
            <a:r>
              <a:rPr dirty="0" sz="2600" spc="12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payment</a:t>
            </a:r>
            <a:r>
              <a:rPr dirty="0" sz="2600" spc="12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to</a:t>
            </a:r>
            <a:r>
              <a:rPr dirty="0" sz="2600" spc="12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restore</a:t>
            </a:r>
            <a:r>
              <a:rPr dirty="0" sz="2600" spc="120">
                <a:latin typeface="Comic Sans MS"/>
                <a:cs typeface="Comic Sans MS"/>
              </a:rPr>
              <a:t> </a:t>
            </a:r>
            <a:r>
              <a:rPr dirty="0" sz="2600" spc="-10">
                <a:latin typeface="Comic Sans MS"/>
                <a:cs typeface="Comic Sans MS"/>
              </a:rPr>
              <a:t>access </a:t>
            </a:r>
            <a:r>
              <a:rPr dirty="0" sz="2600">
                <a:latin typeface="Comic Sans MS"/>
                <a:cs typeface="Comic Sans MS"/>
              </a:rPr>
              <a:t>or</a:t>
            </a:r>
            <a:r>
              <a:rPr dirty="0" sz="2600" spc="-6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prevent</a:t>
            </a:r>
            <a:r>
              <a:rPr dirty="0" sz="2600" spc="-6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data</a:t>
            </a:r>
            <a:r>
              <a:rPr dirty="0" sz="2600" spc="-5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release</a:t>
            </a:r>
            <a:r>
              <a:rPr dirty="0" sz="2600" spc="-6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should</a:t>
            </a:r>
            <a:r>
              <a:rPr dirty="0" sz="2600" spc="-6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trigger</a:t>
            </a:r>
            <a:r>
              <a:rPr dirty="0" sz="2600" spc="-5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a</a:t>
            </a:r>
            <a:r>
              <a:rPr dirty="0" sz="2600" spc="-6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full</a:t>
            </a:r>
            <a:r>
              <a:rPr dirty="0" sz="2600" spc="-6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incident</a:t>
            </a:r>
            <a:r>
              <a:rPr dirty="0" sz="2600" spc="-5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response</a:t>
            </a:r>
            <a:r>
              <a:rPr dirty="0" sz="2600" spc="-60">
                <a:latin typeface="Comic Sans MS"/>
                <a:cs typeface="Comic Sans MS"/>
              </a:rPr>
              <a:t> </a:t>
            </a:r>
            <a:r>
              <a:rPr dirty="0" sz="2600" spc="-10">
                <a:latin typeface="Comic Sans MS"/>
                <a:cs typeface="Comic Sans MS"/>
              </a:rPr>
              <a:t>procedure.</a:t>
            </a:r>
            <a:endParaRPr sz="2600">
              <a:latin typeface="Comic Sans MS"/>
              <a:cs typeface="Comic Sans MS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1585" y="5161914"/>
            <a:ext cx="114300" cy="11429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1585" y="7447914"/>
            <a:ext cx="114300" cy="11429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1585" y="8819514"/>
            <a:ext cx="114300" cy="114299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553249" y="0"/>
            <a:ext cx="2734945" cy="10287000"/>
            <a:chOff x="15553249" y="0"/>
            <a:chExt cx="2734945" cy="10287000"/>
          </a:xfrm>
        </p:grpSpPr>
        <p:sp>
          <p:nvSpPr>
            <p:cNvPr id="3" name="object 3"/>
            <p:cNvSpPr/>
            <p:nvPr/>
          </p:nvSpPr>
          <p:spPr>
            <a:xfrm>
              <a:off x="15553249" y="0"/>
              <a:ext cx="2734945" cy="10287000"/>
            </a:xfrm>
            <a:custGeom>
              <a:avLst/>
              <a:gdLst/>
              <a:ahLst/>
              <a:cxnLst/>
              <a:rect l="l" t="t" r="r" b="b"/>
              <a:pathLst>
                <a:path w="2734944" h="10287000">
                  <a:moveTo>
                    <a:pt x="727011" y="10287000"/>
                  </a:moveTo>
                  <a:lnTo>
                    <a:pt x="779927" y="8067176"/>
                  </a:lnTo>
                  <a:lnTo>
                    <a:pt x="455832" y="8264828"/>
                  </a:lnTo>
                  <a:lnTo>
                    <a:pt x="334756" y="8520630"/>
                  </a:lnTo>
                  <a:lnTo>
                    <a:pt x="293648" y="8874393"/>
                  </a:lnTo>
                  <a:lnTo>
                    <a:pt x="0" y="9289203"/>
                  </a:lnTo>
                  <a:lnTo>
                    <a:pt x="103447" y="9752295"/>
                  </a:lnTo>
                  <a:lnTo>
                    <a:pt x="384759" y="10009582"/>
                  </a:lnTo>
                  <a:lnTo>
                    <a:pt x="378146" y="10287000"/>
                  </a:lnTo>
                  <a:lnTo>
                    <a:pt x="727011" y="10287000"/>
                  </a:lnTo>
                  <a:close/>
                </a:path>
                <a:path w="2734944" h="10287000">
                  <a:moveTo>
                    <a:pt x="586809" y="1997404"/>
                  </a:moveTo>
                  <a:lnTo>
                    <a:pt x="614320" y="843315"/>
                  </a:lnTo>
                  <a:lnTo>
                    <a:pt x="336085" y="1580317"/>
                  </a:lnTo>
                  <a:lnTo>
                    <a:pt x="500606" y="1893043"/>
                  </a:lnTo>
                  <a:lnTo>
                    <a:pt x="586809" y="1997404"/>
                  </a:lnTo>
                  <a:close/>
                </a:path>
                <a:path w="2734944" h="10287000">
                  <a:moveTo>
                    <a:pt x="2734752" y="10287000"/>
                  </a:moveTo>
                  <a:lnTo>
                    <a:pt x="2734752" y="0"/>
                  </a:lnTo>
                  <a:lnTo>
                    <a:pt x="557905" y="0"/>
                  </a:lnTo>
                  <a:lnTo>
                    <a:pt x="485748" y="496316"/>
                  </a:lnTo>
                  <a:lnTo>
                    <a:pt x="614320" y="843315"/>
                  </a:lnTo>
                  <a:lnTo>
                    <a:pt x="586809" y="1997404"/>
                  </a:lnTo>
                  <a:lnTo>
                    <a:pt x="838014" y="2301524"/>
                  </a:lnTo>
                  <a:lnTo>
                    <a:pt x="816517" y="3203315"/>
                  </a:lnTo>
                  <a:lnTo>
                    <a:pt x="817621" y="3208532"/>
                  </a:lnTo>
                  <a:lnTo>
                    <a:pt x="783270" y="4649534"/>
                  </a:lnTo>
                  <a:lnTo>
                    <a:pt x="884949" y="4795181"/>
                  </a:lnTo>
                  <a:lnTo>
                    <a:pt x="834878" y="6895682"/>
                  </a:lnTo>
                  <a:lnTo>
                    <a:pt x="860277" y="6974153"/>
                  </a:lnTo>
                  <a:lnTo>
                    <a:pt x="781306" y="10287000"/>
                  </a:lnTo>
                  <a:lnTo>
                    <a:pt x="2734752" y="10287000"/>
                  </a:lnTo>
                  <a:close/>
                </a:path>
                <a:path w="2734944" h="10287000">
                  <a:moveTo>
                    <a:pt x="378146" y="10287000"/>
                  </a:moveTo>
                  <a:lnTo>
                    <a:pt x="384759" y="10009582"/>
                  </a:lnTo>
                  <a:lnTo>
                    <a:pt x="329200" y="10287000"/>
                  </a:lnTo>
                  <a:lnTo>
                    <a:pt x="378146" y="10287000"/>
                  </a:lnTo>
                  <a:close/>
                </a:path>
                <a:path w="2734944" h="10287000">
                  <a:moveTo>
                    <a:pt x="783270" y="4649534"/>
                  </a:moveTo>
                  <a:lnTo>
                    <a:pt x="817621" y="3208532"/>
                  </a:lnTo>
                  <a:lnTo>
                    <a:pt x="782587" y="3554825"/>
                  </a:lnTo>
                  <a:lnTo>
                    <a:pt x="693633" y="3926610"/>
                  </a:lnTo>
                  <a:lnTo>
                    <a:pt x="549494" y="4376921"/>
                  </a:lnTo>
                  <a:lnTo>
                    <a:pt x="783270" y="4649534"/>
                  </a:lnTo>
                  <a:close/>
                </a:path>
                <a:path w="2734944" h="10287000">
                  <a:moveTo>
                    <a:pt x="816517" y="3203315"/>
                  </a:moveTo>
                  <a:lnTo>
                    <a:pt x="838014" y="2301524"/>
                  </a:lnTo>
                  <a:lnTo>
                    <a:pt x="716051" y="2728534"/>
                  </a:lnTo>
                  <a:lnTo>
                    <a:pt x="816517" y="3203315"/>
                  </a:lnTo>
                  <a:close/>
                </a:path>
                <a:path w="2734944" h="10287000">
                  <a:moveTo>
                    <a:pt x="781306" y="10287000"/>
                  </a:moveTo>
                  <a:lnTo>
                    <a:pt x="860277" y="6974153"/>
                  </a:lnTo>
                  <a:lnTo>
                    <a:pt x="639810" y="7256328"/>
                  </a:lnTo>
                  <a:lnTo>
                    <a:pt x="766875" y="7532539"/>
                  </a:lnTo>
                  <a:lnTo>
                    <a:pt x="755982" y="7989517"/>
                  </a:lnTo>
                  <a:lnTo>
                    <a:pt x="779927" y="8067176"/>
                  </a:lnTo>
                  <a:lnTo>
                    <a:pt x="727011" y="10287000"/>
                  </a:lnTo>
                  <a:lnTo>
                    <a:pt x="781306" y="10287000"/>
                  </a:lnTo>
                  <a:close/>
                </a:path>
                <a:path w="2734944" h="10287000">
                  <a:moveTo>
                    <a:pt x="834878" y="6895682"/>
                  </a:moveTo>
                  <a:lnTo>
                    <a:pt x="859097" y="5879677"/>
                  </a:lnTo>
                  <a:lnTo>
                    <a:pt x="734991" y="6200754"/>
                  </a:lnTo>
                  <a:lnTo>
                    <a:pt x="686140" y="6436167"/>
                  </a:lnTo>
                  <a:lnTo>
                    <a:pt x="834878" y="6895682"/>
                  </a:lnTo>
                  <a:close/>
                </a:path>
                <a:path w="2734944" h="10287000">
                  <a:moveTo>
                    <a:pt x="755982" y="7989517"/>
                  </a:moveTo>
                  <a:lnTo>
                    <a:pt x="766875" y="7532539"/>
                  </a:lnTo>
                  <a:lnTo>
                    <a:pt x="680726" y="7745444"/>
                  </a:lnTo>
                  <a:lnTo>
                    <a:pt x="755982" y="7989517"/>
                  </a:lnTo>
                  <a:close/>
                </a:path>
                <a:path w="2734944" h="10287000">
                  <a:moveTo>
                    <a:pt x="859097" y="5879677"/>
                  </a:moveTo>
                  <a:lnTo>
                    <a:pt x="884949" y="4795181"/>
                  </a:lnTo>
                  <a:lnTo>
                    <a:pt x="796082" y="5183920"/>
                  </a:lnTo>
                  <a:lnTo>
                    <a:pt x="808203" y="5541163"/>
                  </a:lnTo>
                  <a:lnTo>
                    <a:pt x="859097" y="58796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5705595" y="0"/>
              <a:ext cx="2582545" cy="10287000"/>
            </a:xfrm>
            <a:custGeom>
              <a:avLst/>
              <a:gdLst/>
              <a:ahLst/>
              <a:cxnLst/>
              <a:rect l="l" t="t" r="r" b="b"/>
              <a:pathLst>
                <a:path w="2582544" h="10287000">
                  <a:moveTo>
                    <a:pt x="324672" y="9633137"/>
                  </a:moveTo>
                  <a:lnTo>
                    <a:pt x="348813" y="8620406"/>
                  </a:lnTo>
                  <a:lnTo>
                    <a:pt x="15010" y="8947047"/>
                  </a:lnTo>
                  <a:lnTo>
                    <a:pt x="0" y="9288167"/>
                  </a:lnTo>
                  <a:lnTo>
                    <a:pt x="324672" y="9633137"/>
                  </a:lnTo>
                  <a:close/>
                </a:path>
                <a:path w="2582544" h="10287000">
                  <a:moveTo>
                    <a:pt x="641724" y="1743619"/>
                  </a:moveTo>
                  <a:lnTo>
                    <a:pt x="669240" y="589323"/>
                  </a:lnTo>
                  <a:lnTo>
                    <a:pt x="391239" y="1326822"/>
                  </a:lnTo>
                  <a:lnTo>
                    <a:pt x="555760" y="1639548"/>
                  </a:lnTo>
                  <a:lnTo>
                    <a:pt x="641724" y="1743619"/>
                  </a:lnTo>
                  <a:close/>
                </a:path>
                <a:path w="2582544" h="10287000">
                  <a:moveTo>
                    <a:pt x="2582406" y="10287000"/>
                  </a:moveTo>
                  <a:lnTo>
                    <a:pt x="2582406" y="0"/>
                  </a:lnTo>
                  <a:lnTo>
                    <a:pt x="440705" y="0"/>
                  </a:lnTo>
                  <a:lnTo>
                    <a:pt x="540914" y="242330"/>
                  </a:lnTo>
                  <a:lnTo>
                    <a:pt x="669240" y="589323"/>
                  </a:lnTo>
                  <a:lnTo>
                    <a:pt x="641724" y="1743619"/>
                  </a:lnTo>
                  <a:lnTo>
                    <a:pt x="893168" y="2048028"/>
                  </a:lnTo>
                  <a:lnTo>
                    <a:pt x="871652" y="2950608"/>
                  </a:lnTo>
                  <a:lnTo>
                    <a:pt x="872757" y="2955773"/>
                  </a:lnTo>
                  <a:lnTo>
                    <a:pt x="838407" y="4396774"/>
                  </a:lnTo>
                  <a:lnTo>
                    <a:pt x="1046695" y="4615225"/>
                  </a:lnTo>
                  <a:lnTo>
                    <a:pt x="911491" y="10287000"/>
                  </a:lnTo>
                  <a:lnTo>
                    <a:pt x="2582406" y="10287000"/>
                  </a:lnTo>
                  <a:close/>
                </a:path>
                <a:path w="2582544" h="10287000">
                  <a:moveTo>
                    <a:pt x="776859" y="10287000"/>
                  </a:moveTo>
                  <a:lnTo>
                    <a:pt x="835823" y="7813453"/>
                  </a:lnTo>
                  <a:lnTo>
                    <a:pt x="513486" y="7885856"/>
                  </a:lnTo>
                  <a:lnTo>
                    <a:pt x="291209" y="8254217"/>
                  </a:lnTo>
                  <a:lnTo>
                    <a:pt x="348813" y="8620406"/>
                  </a:lnTo>
                  <a:lnTo>
                    <a:pt x="324672" y="9633137"/>
                  </a:lnTo>
                  <a:lnTo>
                    <a:pt x="439925" y="9755595"/>
                  </a:lnTo>
                  <a:lnTo>
                    <a:pt x="427257" y="10287000"/>
                  </a:lnTo>
                  <a:lnTo>
                    <a:pt x="776859" y="10287000"/>
                  </a:lnTo>
                  <a:close/>
                </a:path>
                <a:path w="2582544" h="10287000">
                  <a:moveTo>
                    <a:pt x="427257" y="10287000"/>
                  </a:moveTo>
                  <a:lnTo>
                    <a:pt x="439925" y="9755595"/>
                  </a:lnTo>
                  <a:lnTo>
                    <a:pt x="346168" y="10225779"/>
                  </a:lnTo>
                  <a:lnTo>
                    <a:pt x="292986" y="10287000"/>
                  </a:lnTo>
                  <a:lnTo>
                    <a:pt x="427257" y="10287000"/>
                  </a:lnTo>
                  <a:close/>
                </a:path>
                <a:path w="2582544" h="10287000">
                  <a:moveTo>
                    <a:pt x="838407" y="4396774"/>
                  </a:moveTo>
                  <a:lnTo>
                    <a:pt x="872757" y="2955773"/>
                  </a:lnTo>
                  <a:lnTo>
                    <a:pt x="837723" y="3302065"/>
                  </a:lnTo>
                  <a:lnTo>
                    <a:pt x="748775" y="3673605"/>
                  </a:lnTo>
                  <a:lnTo>
                    <a:pt x="604385" y="4124156"/>
                  </a:lnTo>
                  <a:lnTo>
                    <a:pt x="838407" y="4396774"/>
                  </a:lnTo>
                  <a:close/>
                </a:path>
                <a:path w="2582544" h="10287000">
                  <a:moveTo>
                    <a:pt x="889267" y="6643325"/>
                  </a:moveTo>
                  <a:lnTo>
                    <a:pt x="913526" y="5625673"/>
                  </a:lnTo>
                  <a:lnTo>
                    <a:pt x="641146" y="5859443"/>
                  </a:lnTo>
                  <a:lnTo>
                    <a:pt x="740072" y="6182396"/>
                  </a:lnTo>
                  <a:lnTo>
                    <a:pt x="889267" y="6643325"/>
                  </a:lnTo>
                  <a:close/>
                </a:path>
                <a:path w="2582544" h="10287000">
                  <a:moveTo>
                    <a:pt x="871652" y="2950608"/>
                  </a:moveTo>
                  <a:lnTo>
                    <a:pt x="893168" y="2048028"/>
                  </a:lnTo>
                  <a:lnTo>
                    <a:pt x="769965" y="2475500"/>
                  </a:lnTo>
                  <a:lnTo>
                    <a:pt x="871652" y="2950608"/>
                  </a:lnTo>
                  <a:close/>
                </a:path>
                <a:path w="2582544" h="10287000">
                  <a:moveTo>
                    <a:pt x="829189" y="10287000"/>
                  </a:moveTo>
                  <a:lnTo>
                    <a:pt x="914210" y="6720382"/>
                  </a:lnTo>
                  <a:lnTo>
                    <a:pt x="693987" y="7002564"/>
                  </a:lnTo>
                  <a:lnTo>
                    <a:pt x="820801" y="7279014"/>
                  </a:lnTo>
                  <a:lnTo>
                    <a:pt x="810061" y="7729557"/>
                  </a:lnTo>
                  <a:lnTo>
                    <a:pt x="835823" y="7813453"/>
                  </a:lnTo>
                  <a:lnTo>
                    <a:pt x="776859" y="10287000"/>
                  </a:lnTo>
                  <a:lnTo>
                    <a:pt x="829189" y="10287000"/>
                  </a:lnTo>
                  <a:close/>
                </a:path>
                <a:path w="2582544" h="10287000">
                  <a:moveTo>
                    <a:pt x="911491" y="10287000"/>
                  </a:moveTo>
                  <a:lnTo>
                    <a:pt x="1046695" y="4615225"/>
                  </a:lnTo>
                  <a:lnTo>
                    <a:pt x="852230" y="4929956"/>
                  </a:lnTo>
                  <a:lnTo>
                    <a:pt x="757882" y="5435256"/>
                  </a:lnTo>
                  <a:lnTo>
                    <a:pt x="913526" y="5625673"/>
                  </a:lnTo>
                  <a:lnTo>
                    <a:pt x="889267" y="6643325"/>
                  </a:lnTo>
                  <a:lnTo>
                    <a:pt x="914210" y="6720382"/>
                  </a:lnTo>
                  <a:lnTo>
                    <a:pt x="829189" y="10287000"/>
                  </a:lnTo>
                  <a:lnTo>
                    <a:pt x="911491" y="10287000"/>
                  </a:lnTo>
                  <a:close/>
                </a:path>
                <a:path w="2582544" h="10287000">
                  <a:moveTo>
                    <a:pt x="810061" y="7729557"/>
                  </a:moveTo>
                  <a:lnTo>
                    <a:pt x="820801" y="7279014"/>
                  </a:lnTo>
                  <a:lnTo>
                    <a:pt x="736651" y="7490493"/>
                  </a:lnTo>
                  <a:lnTo>
                    <a:pt x="810061" y="772955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6105825" y="0"/>
              <a:ext cx="2182495" cy="10287000"/>
            </a:xfrm>
            <a:custGeom>
              <a:avLst/>
              <a:gdLst/>
              <a:ahLst/>
              <a:cxnLst/>
              <a:rect l="l" t="t" r="r" b="b"/>
              <a:pathLst>
                <a:path w="2182494" h="10287000">
                  <a:moveTo>
                    <a:pt x="324672" y="9642677"/>
                  </a:moveTo>
                  <a:lnTo>
                    <a:pt x="348813" y="8629946"/>
                  </a:lnTo>
                  <a:lnTo>
                    <a:pt x="15010" y="8956588"/>
                  </a:lnTo>
                  <a:lnTo>
                    <a:pt x="0" y="9297708"/>
                  </a:lnTo>
                  <a:lnTo>
                    <a:pt x="324672" y="9642677"/>
                  </a:lnTo>
                  <a:close/>
                </a:path>
                <a:path w="2182494" h="10287000">
                  <a:moveTo>
                    <a:pt x="637861" y="1915198"/>
                  </a:moveTo>
                  <a:lnTo>
                    <a:pt x="669240" y="598864"/>
                  </a:lnTo>
                  <a:lnTo>
                    <a:pt x="530573" y="945880"/>
                  </a:lnTo>
                  <a:lnTo>
                    <a:pt x="435265" y="1196476"/>
                  </a:lnTo>
                  <a:lnTo>
                    <a:pt x="391993" y="1335644"/>
                  </a:lnTo>
                  <a:lnTo>
                    <a:pt x="399696" y="1428313"/>
                  </a:lnTo>
                  <a:lnTo>
                    <a:pt x="440978" y="1774836"/>
                  </a:lnTo>
                  <a:lnTo>
                    <a:pt x="637861" y="1915198"/>
                  </a:lnTo>
                  <a:close/>
                </a:path>
                <a:path w="2182494" h="10287000">
                  <a:moveTo>
                    <a:pt x="2182176" y="10287000"/>
                  </a:moveTo>
                  <a:lnTo>
                    <a:pt x="2182176" y="0"/>
                  </a:lnTo>
                  <a:lnTo>
                    <a:pt x="436956" y="0"/>
                  </a:lnTo>
                  <a:lnTo>
                    <a:pt x="540914" y="251871"/>
                  </a:lnTo>
                  <a:lnTo>
                    <a:pt x="669240" y="598864"/>
                  </a:lnTo>
                  <a:lnTo>
                    <a:pt x="637861" y="1915198"/>
                  </a:lnTo>
                  <a:lnTo>
                    <a:pt x="912289" y="2110843"/>
                  </a:lnTo>
                  <a:lnTo>
                    <a:pt x="872462" y="3781577"/>
                  </a:lnTo>
                  <a:lnTo>
                    <a:pt x="948670" y="3856914"/>
                  </a:lnTo>
                  <a:lnTo>
                    <a:pt x="1005259" y="3910114"/>
                  </a:lnTo>
                  <a:lnTo>
                    <a:pt x="983207" y="4835210"/>
                  </a:lnTo>
                  <a:lnTo>
                    <a:pt x="1008205" y="5012984"/>
                  </a:lnTo>
                  <a:lnTo>
                    <a:pt x="998723" y="5410755"/>
                  </a:lnTo>
                  <a:lnTo>
                    <a:pt x="1073597" y="5567786"/>
                  </a:lnTo>
                  <a:lnTo>
                    <a:pt x="961100" y="10287000"/>
                  </a:lnTo>
                  <a:lnTo>
                    <a:pt x="2182176" y="10287000"/>
                  </a:lnTo>
                  <a:close/>
                </a:path>
                <a:path w="2182494" h="10287000">
                  <a:moveTo>
                    <a:pt x="556220" y="10287000"/>
                  </a:moveTo>
                  <a:lnTo>
                    <a:pt x="617143" y="7731305"/>
                  </a:lnTo>
                  <a:lnTo>
                    <a:pt x="490641" y="8029232"/>
                  </a:lnTo>
                  <a:lnTo>
                    <a:pt x="331754" y="8211906"/>
                  </a:lnTo>
                  <a:lnTo>
                    <a:pt x="348813" y="8629946"/>
                  </a:lnTo>
                  <a:lnTo>
                    <a:pt x="324672" y="9642677"/>
                  </a:lnTo>
                  <a:lnTo>
                    <a:pt x="439925" y="9765135"/>
                  </a:lnTo>
                  <a:lnTo>
                    <a:pt x="427484" y="10287000"/>
                  </a:lnTo>
                  <a:lnTo>
                    <a:pt x="556220" y="10287000"/>
                  </a:lnTo>
                  <a:close/>
                </a:path>
                <a:path w="2182494" h="10287000">
                  <a:moveTo>
                    <a:pt x="427484" y="10287000"/>
                  </a:moveTo>
                  <a:lnTo>
                    <a:pt x="439925" y="9765135"/>
                  </a:lnTo>
                  <a:lnTo>
                    <a:pt x="345431" y="10235302"/>
                  </a:lnTo>
                  <a:lnTo>
                    <a:pt x="300522" y="10287000"/>
                  </a:lnTo>
                  <a:lnTo>
                    <a:pt x="427484" y="10287000"/>
                  </a:lnTo>
                  <a:close/>
                </a:path>
                <a:path w="2182494" h="10287000">
                  <a:moveTo>
                    <a:pt x="872462" y="3781577"/>
                  </a:moveTo>
                  <a:lnTo>
                    <a:pt x="912289" y="2110843"/>
                  </a:lnTo>
                  <a:lnTo>
                    <a:pt x="890007" y="2161026"/>
                  </a:lnTo>
                  <a:lnTo>
                    <a:pt x="841012" y="2275705"/>
                  </a:lnTo>
                  <a:lnTo>
                    <a:pt x="792086" y="2401072"/>
                  </a:lnTo>
                  <a:lnTo>
                    <a:pt x="770006" y="2483320"/>
                  </a:lnTo>
                  <a:lnTo>
                    <a:pt x="768398" y="2517139"/>
                  </a:lnTo>
                  <a:lnTo>
                    <a:pt x="764005" y="2565782"/>
                  </a:lnTo>
                  <a:lnTo>
                    <a:pt x="745193" y="2741357"/>
                  </a:lnTo>
                  <a:lnTo>
                    <a:pt x="740739" y="2789998"/>
                  </a:lnTo>
                  <a:lnTo>
                    <a:pt x="739041" y="2823814"/>
                  </a:lnTo>
                  <a:lnTo>
                    <a:pt x="714338" y="2894216"/>
                  </a:lnTo>
                  <a:lnTo>
                    <a:pt x="659879" y="2993526"/>
                  </a:lnTo>
                  <a:lnTo>
                    <a:pt x="605398" y="3082149"/>
                  </a:lnTo>
                  <a:lnTo>
                    <a:pt x="580631" y="3120489"/>
                  </a:lnTo>
                  <a:lnTo>
                    <a:pt x="615128" y="3386425"/>
                  </a:lnTo>
                  <a:lnTo>
                    <a:pt x="629220" y="3483516"/>
                  </a:lnTo>
                  <a:lnTo>
                    <a:pt x="694476" y="3590539"/>
                  </a:lnTo>
                  <a:lnTo>
                    <a:pt x="823018" y="3732697"/>
                  </a:lnTo>
                  <a:lnTo>
                    <a:pt x="872462" y="3781577"/>
                  </a:lnTo>
                  <a:close/>
                </a:path>
                <a:path w="2182494" h="10287000">
                  <a:moveTo>
                    <a:pt x="653264" y="10287000"/>
                  </a:moveTo>
                  <a:lnTo>
                    <a:pt x="741675" y="6578165"/>
                  </a:lnTo>
                  <a:lnTo>
                    <a:pt x="694952" y="7012864"/>
                  </a:lnTo>
                  <a:lnTo>
                    <a:pt x="584112" y="7292739"/>
                  </a:lnTo>
                  <a:lnTo>
                    <a:pt x="584739" y="7482901"/>
                  </a:lnTo>
                  <a:lnTo>
                    <a:pt x="617143" y="7731305"/>
                  </a:lnTo>
                  <a:lnTo>
                    <a:pt x="556220" y="10287000"/>
                  </a:lnTo>
                  <a:lnTo>
                    <a:pt x="650039" y="10287000"/>
                  </a:lnTo>
                  <a:lnTo>
                    <a:pt x="653264" y="10287000"/>
                  </a:lnTo>
                  <a:close/>
                </a:path>
                <a:path w="2182494" h="10287000">
                  <a:moveTo>
                    <a:pt x="961100" y="10287000"/>
                  </a:moveTo>
                  <a:lnTo>
                    <a:pt x="1073597" y="5567786"/>
                  </a:lnTo>
                  <a:lnTo>
                    <a:pt x="708278" y="6082840"/>
                  </a:lnTo>
                  <a:lnTo>
                    <a:pt x="741675" y="6578165"/>
                  </a:lnTo>
                  <a:lnTo>
                    <a:pt x="653264" y="10287000"/>
                  </a:lnTo>
                  <a:lnTo>
                    <a:pt x="961100" y="10287000"/>
                  </a:lnTo>
                  <a:close/>
                </a:path>
                <a:path w="2182494" h="10287000">
                  <a:moveTo>
                    <a:pt x="983207" y="4835210"/>
                  </a:moveTo>
                  <a:lnTo>
                    <a:pt x="1005259" y="3910114"/>
                  </a:lnTo>
                  <a:lnTo>
                    <a:pt x="863068" y="4340573"/>
                  </a:lnTo>
                  <a:lnTo>
                    <a:pt x="959679" y="4667894"/>
                  </a:lnTo>
                  <a:lnTo>
                    <a:pt x="983207" y="4835210"/>
                  </a:lnTo>
                  <a:close/>
                </a:path>
                <a:path w="2182494" h="10287000">
                  <a:moveTo>
                    <a:pt x="998723" y="5410755"/>
                  </a:moveTo>
                  <a:lnTo>
                    <a:pt x="1008205" y="5012984"/>
                  </a:lnTo>
                  <a:lnTo>
                    <a:pt x="897175" y="5197782"/>
                  </a:lnTo>
                  <a:lnTo>
                    <a:pt x="998723" y="5410755"/>
                  </a:lnTo>
                  <a:close/>
                </a:path>
              </a:pathLst>
            </a:custGeom>
            <a:solidFill>
              <a:srgbClr val="FFD04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016000" y="1009713"/>
            <a:ext cx="7846059" cy="1511300"/>
          </a:xfrm>
          <a:prstGeom prst="rect"/>
        </p:spPr>
        <p:txBody>
          <a:bodyPr wrap="square" lIns="0" tIns="63500" rIns="0" bIns="0" rtlCol="0" vert="horz">
            <a:spAutoFit/>
          </a:bodyPr>
          <a:lstStyle/>
          <a:p>
            <a:pPr marL="12700" marR="5080">
              <a:lnSpc>
                <a:spcPts val="5700"/>
              </a:lnSpc>
              <a:spcBef>
                <a:spcPts val="500"/>
              </a:spcBef>
            </a:pPr>
            <a:r>
              <a:rPr dirty="0" sz="5000" b="0">
                <a:solidFill>
                  <a:srgbClr val="5460A8"/>
                </a:solidFill>
                <a:latin typeface="Comic Sans MS"/>
                <a:cs typeface="Comic Sans MS"/>
              </a:rPr>
              <a:t>MAJOR</a:t>
            </a:r>
            <a:r>
              <a:rPr dirty="0" sz="5000" spc="-155" b="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5000" b="0">
                <a:solidFill>
                  <a:srgbClr val="5460A8"/>
                </a:solidFill>
                <a:latin typeface="Comic Sans MS"/>
                <a:cs typeface="Comic Sans MS"/>
              </a:rPr>
              <a:t>CATEGORIES</a:t>
            </a:r>
            <a:r>
              <a:rPr dirty="0" sz="5000" spc="-155" b="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5000" spc="-25" b="0">
                <a:solidFill>
                  <a:srgbClr val="5460A8"/>
                </a:solidFill>
                <a:latin typeface="Comic Sans MS"/>
                <a:cs typeface="Comic Sans MS"/>
              </a:rPr>
              <a:t>OF </a:t>
            </a:r>
            <a:r>
              <a:rPr dirty="0" sz="5000" spc="-10" b="0">
                <a:solidFill>
                  <a:srgbClr val="5460A8"/>
                </a:solidFill>
                <a:latin typeface="Comic Sans MS"/>
                <a:cs typeface="Comic Sans MS"/>
              </a:rPr>
              <a:t>INCIDENTS</a:t>
            </a:r>
            <a:endParaRPr sz="5000">
              <a:latin typeface="Comic Sans MS"/>
              <a:cs typeface="Comic Sans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77438" y="3768047"/>
            <a:ext cx="12977495" cy="31686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14599"/>
              </a:lnSpc>
              <a:spcBef>
                <a:spcPts val="100"/>
              </a:spcBef>
            </a:pPr>
            <a:r>
              <a:rPr dirty="0" sz="3000">
                <a:latin typeface="Comic Sans MS"/>
                <a:cs typeface="Comic Sans MS"/>
              </a:rPr>
              <a:t>In</a:t>
            </a:r>
            <a:r>
              <a:rPr dirty="0" sz="3000" spc="409">
                <a:latin typeface="Comic Sans MS"/>
                <a:cs typeface="Comic Sans MS"/>
              </a:rPr>
              <a:t> </a:t>
            </a:r>
            <a:r>
              <a:rPr dirty="0" sz="3000">
                <a:latin typeface="Comic Sans MS"/>
                <a:cs typeface="Comic Sans MS"/>
              </a:rPr>
              <a:t>Incident</a:t>
            </a:r>
            <a:r>
              <a:rPr dirty="0" sz="3000" spc="415">
                <a:latin typeface="Comic Sans MS"/>
                <a:cs typeface="Comic Sans MS"/>
              </a:rPr>
              <a:t> </a:t>
            </a:r>
            <a:r>
              <a:rPr dirty="0" sz="3000">
                <a:latin typeface="Comic Sans MS"/>
                <a:cs typeface="Comic Sans MS"/>
              </a:rPr>
              <a:t>Response</a:t>
            </a:r>
            <a:r>
              <a:rPr dirty="0" sz="3000" spc="415">
                <a:latin typeface="Comic Sans MS"/>
                <a:cs typeface="Comic Sans MS"/>
              </a:rPr>
              <a:t> </a:t>
            </a:r>
            <a:r>
              <a:rPr dirty="0" sz="3000">
                <a:latin typeface="Comic Sans MS"/>
                <a:cs typeface="Comic Sans MS"/>
              </a:rPr>
              <a:t>Management</a:t>
            </a:r>
            <a:r>
              <a:rPr dirty="0" sz="3000" spc="415">
                <a:latin typeface="Comic Sans MS"/>
                <a:cs typeface="Comic Sans MS"/>
              </a:rPr>
              <a:t> </a:t>
            </a:r>
            <a:r>
              <a:rPr dirty="0" sz="3000">
                <a:latin typeface="Comic Sans MS"/>
                <a:cs typeface="Comic Sans MS"/>
              </a:rPr>
              <a:t>(IRM),</a:t>
            </a:r>
            <a:r>
              <a:rPr dirty="0" sz="3000" spc="415">
                <a:latin typeface="Comic Sans MS"/>
                <a:cs typeface="Comic Sans MS"/>
              </a:rPr>
              <a:t> </a:t>
            </a:r>
            <a:r>
              <a:rPr dirty="0" sz="3000">
                <a:latin typeface="Comic Sans MS"/>
                <a:cs typeface="Comic Sans MS"/>
              </a:rPr>
              <a:t>an</a:t>
            </a:r>
            <a:r>
              <a:rPr dirty="0" sz="3000" spc="415">
                <a:latin typeface="Comic Sans MS"/>
                <a:cs typeface="Comic Sans MS"/>
              </a:rPr>
              <a:t> </a:t>
            </a:r>
            <a:r>
              <a:rPr dirty="0" sz="3000">
                <a:latin typeface="Comic Sans MS"/>
                <a:cs typeface="Comic Sans MS"/>
              </a:rPr>
              <a:t>incident</a:t>
            </a:r>
            <a:r>
              <a:rPr dirty="0" sz="3000" spc="415">
                <a:latin typeface="Comic Sans MS"/>
                <a:cs typeface="Comic Sans MS"/>
              </a:rPr>
              <a:t> </a:t>
            </a:r>
            <a:r>
              <a:rPr dirty="0" sz="3000">
                <a:latin typeface="Comic Sans MS"/>
                <a:cs typeface="Comic Sans MS"/>
              </a:rPr>
              <a:t>is</a:t>
            </a:r>
            <a:r>
              <a:rPr dirty="0" sz="3000" spc="415">
                <a:latin typeface="Comic Sans MS"/>
                <a:cs typeface="Comic Sans MS"/>
              </a:rPr>
              <a:t> </a:t>
            </a:r>
            <a:r>
              <a:rPr dirty="0" sz="3000">
                <a:latin typeface="Comic Sans MS"/>
                <a:cs typeface="Comic Sans MS"/>
              </a:rPr>
              <a:t>an</a:t>
            </a:r>
            <a:r>
              <a:rPr dirty="0" sz="3000" spc="409">
                <a:latin typeface="Comic Sans MS"/>
                <a:cs typeface="Comic Sans MS"/>
              </a:rPr>
              <a:t> </a:t>
            </a:r>
            <a:r>
              <a:rPr dirty="0" sz="3000">
                <a:latin typeface="Comic Sans MS"/>
                <a:cs typeface="Comic Sans MS"/>
              </a:rPr>
              <a:t>event</a:t>
            </a:r>
            <a:r>
              <a:rPr dirty="0" sz="3000" spc="415">
                <a:latin typeface="Comic Sans MS"/>
                <a:cs typeface="Comic Sans MS"/>
              </a:rPr>
              <a:t> </a:t>
            </a:r>
            <a:r>
              <a:rPr dirty="0" sz="3000" spc="-20">
                <a:latin typeface="Comic Sans MS"/>
                <a:cs typeface="Comic Sans MS"/>
              </a:rPr>
              <a:t>that </a:t>
            </a:r>
            <a:r>
              <a:rPr dirty="0" sz="3000">
                <a:latin typeface="Comic Sans MS"/>
                <a:cs typeface="Comic Sans MS"/>
              </a:rPr>
              <a:t>disrupts</a:t>
            </a:r>
            <a:r>
              <a:rPr dirty="0" sz="3000" spc="440">
                <a:latin typeface="Comic Sans MS"/>
                <a:cs typeface="Comic Sans MS"/>
              </a:rPr>
              <a:t> </a:t>
            </a:r>
            <a:r>
              <a:rPr dirty="0" sz="3000">
                <a:latin typeface="Comic Sans MS"/>
                <a:cs typeface="Comic Sans MS"/>
              </a:rPr>
              <a:t>normal</a:t>
            </a:r>
            <a:r>
              <a:rPr dirty="0" sz="3000" spc="440">
                <a:latin typeface="Comic Sans MS"/>
                <a:cs typeface="Comic Sans MS"/>
              </a:rPr>
              <a:t> </a:t>
            </a:r>
            <a:r>
              <a:rPr dirty="0" sz="3000">
                <a:latin typeface="Comic Sans MS"/>
                <a:cs typeface="Comic Sans MS"/>
              </a:rPr>
              <a:t>operations,</a:t>
            </a:r>
            <a:r>
              <a:rPr dirty="0" sz="3000" spc="445">
                <a:latin typeface="Comic Sans MS"/>
                <a:cs typeface="Comic Sans MS"/>
              </a:rPr>
              <a:t> </a:t>
            </a:r>
            <a:r>
              <a:rPr dirty="0" sz="3000">
                <a:latin typeface="Comic Sans MS"/>
                <a:cs typeface="Comic Sans MS"/>
              </a:rPr>
              <a:t>affects</a:t>
            </a:r>
            <a:r>
              <a:rPr dirty="0" sz="3000" spc="440">
                <a:latin typeface="Comic Sans MS"/>
                <a:cs typeface="Comic Sans MS"/>
              </a:rPr>
              <a:t> </a:t>
            </a:r>
            <a:r>
              <a:rPr dirty="0" sz="3000">
                <a:latin typeface="Comic Sans MS"/>
                <a:cs typeface="Comic Sans MS"/>
              </a:rPr>
              <a:t>the</a:t>
            </a:r>
            <a:r>
              <a:rPr dirty="0" sz="3000" spc="440">
                <a:latin typeface="Comic Sans MS"/>
                <a:cs typeface="Comic Sans MS"/>
              </a:rPr>
              <a:t> </a:t>
            </a:r>
            <a:r>
              <a:rPr dirty="0" sz="3000">
                <a:latin typeface="Comic Sans MS"/>
                <a:cs typeface="Comic Sans MS"/>
              </a:rPr>
              <a:t>availability</a:t>
            </a:r>
            <a:r>
              <a:rPr dirty="0" sz="3000" spc="445">
                <a:latin typeface="Comic Sans MS"/>
                <a:cs typeface="Comic Sans MS"/>
              </a:rPr>
              <a:t> </a:t>
            </a:r>
            <a:r>
              <a:rPr dirty="0" sz="3000">
                <a:latin typeface="Comic Sans MS"/>
                <a:cs typeface="Comic Sans MS"/>
              </a:rPr>
              <a:t>or</a:t>
            </a:r>
            <a:r>
              <a:rPr dirty="0" sz="3000" spc="440">
                <a:latin typeface="Comic Sans MS"/>
                <a:cs typeface="Comic Sans MS"/>
              </a:rPr>
              <a:t> </a:t>
            </a:r>
            <a:r>
              <a:rPr dirty="0" sz="3000">
                <a:latin typeface="Comic Sans MS"/>
                <a:cs typeface="Comic Sans MS"/>
              </a:rPr>
              <a:t>performance</a:t>
            </a:r>
            <a:r>
              <a:rPr dirty="0" sz="3000" spc="445">
                <a:latin typeface="Comic Sans MS"/>
                <a:cs typeface="Comic Sans MS"/>
              </a:rPr>
              <a:t> </a:t>
            </a:r>
            <a:r>
              <a:rPr dirty="0" sz="3000" spc="-25">
                <a:latin typeface="Comic Sans MS"/>
                <a:cs typeface="Comic Sans MS"/>
              </a:rPr>
              <a:t>of </a:t>
            </a:r>
            <a:r>
              <a:rPr dirty="0" sz="3000">
                <a:latin typeface="Comic Sans MS"/>
                <a:cs typeface="Comic Sans MS"/>
              </a:rPr>
              <a:t>IT</a:t>
            </a:r>
            <a:r>
              <a:rPr dirty="0" sz="3000" spc="265">
                <a:latin typeface="Comic Sans MS"/>
                <a:cs typeface="Comic Sans MS"/>
              </a:rPr>
              <a:t>  </a:t>
            </a:r>
            <a:r>
              <a:rPr dirty="0" sz="3000">
                <a:latin typeface="Comic Sans MS"/>
                <a:cs typeface="Comic Sans MS"/>
              </a:rPr>
              <a:t>services,</a:t>
            </a:r>
            <a:r>
              <a:rPr dirty="0" sz="3000" spc="270">
                <a:latin typeface="Comic Sans MS"/>
                <a:cs typeface="Comic Sans MS"/>
              </a:rPr>
              <a:t>  </a:t>
            </a:r>
            <a:r>
              <a:rPr dirty="0" sz="3000">
                <a:latin typeface="Comic Sans MS"/>
                <a:cs typeface="Comic Sans MS"/>
              </a:rPr>
              <a:t>compromises</a:t>
            </a:r>
            <a:r>
              <a:rPr dirty="0" sz="3000" spc="270">
                <a:latin typeface="Comic Sans MS"/>
                <a:cs typeface="Comic Sans MS"/>
              </a:rPr>
              <a:t>  </a:t>
            </a:r>
            <a:r>
              <a:rPr dirty="0" sz="3000">
                <a:latin typeface="Comic Sans MS"/>
                <a:cs typeface="Comic Sans MS"/>
              </a:rPr>
              <a:t>security,</a:t>
            </a:r>
            <a:r>
              <a:rPr dirty="0" sz="3000" spc="270">
                <a:latin typeface="Comic Sans MS"/>
                <a:cs typeface="Comic Sans MS"/>
              </a:rPr>
              <a:t>  </a:t>
            </a:r>
            <a:r>
              <a:rPr dirty="0" sz="3000">
                <a:latin typeface="Comic Sans MS"/>
                <a:cs typeface="Comic Sans MS"/>
              </a:rPr>
              <a:t>or</a:t>
            </a:r>
            <a:r>
              <a:rPr dirty="0" sz="3000" spc="270">
                <a:latin typeface="Comic Sans MS"/>
                <a:cs typeface="Comic Sans MS"/>
              </a:rPr>
              <a:t>  </a:t>
            </a:r>
            <a:r>
              <a:rPr dirty="0" sz="3000">
                <a:latin typeface="Comic Sans MS"/>
                <a:cs typeface="Comic Sans MS"/>
              </a:rPr>
              <a:t>causes</a:t>
            </a:r>
            <a:r>
              <a:rPr dirty="0" sz="3000" spc="270">
                <a:latin typeface="Comic Sans MS"/>
                <a:cs typeface="Comic Sans MS"/>
              </a:rPr>
              <a:t>  </a:t>
            </a:r>
            <a:r>
              <a:rPr dirty="0" sz="3000">
                <a:latin typeface="Comic Sans MS"/>
                <a:cs typeface="Comic Sans MS"/>
              </a:rPr>
              <a:t>loss,</a:t>
            </a:r>
            <a:r>
              <a:rPr dirty="0" sz="3000" spc="270">
                <a:latin typeface="Comic Sans MS"/>
                <a:cs typeface="Comic Sans MS"/>
              </a:rPr>
              <a:t>  </a:t>
            </a:r>
            <a:r>
              <a:rPr dirty="0" sz="3000">
                <a:latin typeface="Comic Sans MS"/>
                <a:cs typeface="Comic Sans MS"/>
              </a:rPr>
              <a:t>corruption,</a:t>
            </a:r>
            <a:r>
              <a:rPr dirty="0" sz="3000" spc="270">
                <a:latin typeface="Comic Sans MS"/>
                <a:cs typeface="Comic Sans MS"/>
              </a:rPr>
              <a:t>  </a:t>
            </a:r>
            <a:r>
              <a:rPr dirty="0" sz="3000" spc="-25">
                <a:latin typeface="Comic Sans MS"/>
                <a:cs typeface="Comic Sans MS"/>
              </a:rPr>
              <a:t>or </a:t>
            </a:r>
            <a:r>
              <a:rPr dirty="0" sz="3000">
                <a:latin typeface="Comic Sans MS"/>
                <a:cs typeface="Comic Sans MS"/>
              </a:rPr>
              <a:t>unauthorized</a:t>
            </a:r>
            <a:r>
              <a:rPr dirty="0" sz="3000" spc="-85">
                <a:latin typeface="Comic Sans MS"/>
                <a:cs typeface="Comic Sans MS"/>
              </a:rPr>
              <a:t> </a:t>
            </a:r>
            <a:r>
              <a:rPr dirty="0" sz="3000">
                <a:latin typeface="Comic Sans MS"/>
                <a:cs typeface="Comic Sans MS"/>
              </a:rPr>
              <a:t>access</a:t>
            </a:r>
            <a:r>
              <a:rPr dirty="0" sz="3000" spc="-80">
                <a:latin typeface="Comic Sans MS"/>
                <a:cs typeface="Comic Sans MS"/>
              </a:rPr>
              <a:t> </a:t>
            </a:r>
            <a:r>
              <a:rPr dirty="0" sz="3000">
                <a:latin typeface="Comic Sans MS"/>
                <a:cs typeface="Comic Sans MS"/>
              </a:rPr>
              <a:t>to</a:t>
            </a:r>
            <a:r>
              <a:rPr dirty="0" sz="3000" spc="-80">
                <a:latin typeface="Comic Sans MS"/>
                <a:cs typeface="Comic Sans MS"/>
              </a:rPr>
              <a:t> </a:t>
            </a:r>
            <a:r>
              <a:rPr dirty="0" sz="3000" spc="-10">
                <a:latin typeface="Comic Sans MS"/>
                <a:cs typeface="Comic Sans MS"/>
              </a:rPr>
              <a:t>information.</a:t>
            </a:r>
            <a:endParaRPr sz="300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  <a:spcBef>
                <a:spcPts val="465"/>
              </a:spcBef>
            </a:pPr>
            <a:endParaRPr sz="3000">
              <a:latin typeface="Comic Sans MS"/>
              <a:cs typeface="Comic Sans MS"/>
            </a:endParaRPr>
          </a:p>
          <a:p>
            <a:pPr algn="just" marL="12700">
              <a:lnSpc>
                <a:spcPct val="100000"/>
              </a:lnSpc>
            </a:pPr>
            <a:r>
              <a:rPr dirty="0" sz="3000">
                <a:latin typeface="Comic Sans MS"/>
                <a:cs typeface="Comic Sans MS"/>
              </a:rPr>
              <a:t>Incidents</a:t>
            </a:r>
            <a:r>
              <a:rPr dirty="0" sz="3000" spc="-70">
                <a:latin typeface="Comic Sans MS"/>
                <a:cs typeface="Comic Sans MS"/>
              </a:rPr>
              <a:t> </a:t>
            </a:r>
            <a:r>
              <a:rPr dirty="0" sz="3000">
                <a:latin typeface="Comic Sans MS"/>
                <a:cs typeface="Comic Sans MS"/>
              </a:rPr>
              <a:t>can</a:t>
            </a:r>
            <a:r>
              <a:rPr dirty="0" sz="3000" spc="-65">
                <a:latin typeface="Comic Sans MS"/>
                <a:cs typeface="Comic Sans MS"/>
              </a:rPr>
              <a:t> </a:t>
            </a:r>
            <a:r>
              <a:rPr dirty="0" sz="3000">
                <a:latin typeface="Comic Sans MS"/>
                <a:cs typeface="Comic Sans MS"/>
              </a:rPr>
              <a:t>be</a:t>
            </a:r>
            <a:r>
              <a:rPr dirty="0" sz="3000" spc="-65">
                <a:latin typeface="Comic Sans MS"/>
                <a:cs typeface="Comic Sans MS"/>
              </a:rPr>
              <a:t> </a:t>
            </a:r>
            <a:r>
              <a:rPr dirty="0" sz="3000">
                <a:latin typeface="Comic Sans MS"/>
                <a:cs typeface="Comic Sans MS"/>
              </a:rPr>
              <a:t>broadly</a:t>
            </a:r>
            <a:r>
              <a:rPr dirty="0" sz="3000" spc="-65">
                <a:latin typeface="Comic Sans MS"/>
                <a:cs typeface="Comic Sans MS"/>
              </a:rPr>
              <a:t> </a:t>
            </a:r>
            <a:r>
              <a:rPr dirty="0" sz="3000">
                <a:latin typeface="Comic Sans MS"/>
                <a:cs typeface="Comic Sans MS"/>
              </a:rPr>
              <a:t>classified</a:t>
            </a:r>
            <a:r>
              <a:rPr dirty="0" sz="3000" spc="-65">
                <a:latin typeface="Comic Sans MS"/>
                <a:cs typeface="Comic Sans MS"/>
              </a:rPr>
              <a:t> </a:t>
            </a:r>
            <a:r>
              <a:rPr dirty="0" sz="3000">
                <a:latin typeface="Comic Sans MS"/>
                <a:cs typeface="Comic Sans MS"/>
              </a:rPr>
              <a:t>into</a:t>
            </a:r>
            <a:r>
              <a:rPr dirty="0" sz="3000" spc="-65">
                <a:latin typeface="Comic Sans MS"/>
                <a:cs typeface="Comic Sans MS"/>
              </a:rPr>
              <a:t> </a:t>
            </a:r>
            <a:r>
              <a:rPr dirty="0" sz="3000">
                <a:latin typeface="Comic Sans MS"/>
                <a:cs typeface="Comic Sans MS"/>
              </a:rPr>
              <a:t>the</a:t>
            </a:r>
            <a:r>
              <a:rPr dirty="0" sz="3000" spc="-65">
                <a:latin typeface="Comic Sans MS"/>
                <a:cs typeface="Comic Sans MS"/>
              </a:rPr>
              <a:t> </a:t>
            </a:r>
            <a:r>
              <a:rPr dirty="0" sz="3000">
                <a:latin typeface="Comic Sans MS"/>
                <a:cs typeface="Comic Sans MS"/>
              </a:rPr>
              <a:t>following</a:t>
            </a:r>
            <a:r>
              <a:rPr dirty="0" sz="3000" spc="-65">
                <a:latin typeface="Comic Sans MS"/>
                <a:cs typeface="Comic Sans MS"/>
              </a:rPr>
              <a:t> </a:t>
            </a:r>
            <a:r>
              <a:rPr dirty="0" sz="3000">
                <a:latin typeface="Comic Sans MS"/>
                <a:cs typeface="Comic Sans MS"/>
              </a:rPr>
              <a:t>major</a:t>
            </a:r>
            <a:r>
              <a:rPr dirty="0" sz="3000" spc="-70">
                <a:latin typeface="Comic Sans MS"/>
                <a:cs typeface="Comic Sans MS"/>
              </a:rPr>
              <a:t> </a:t>
            </a:r>
            <a:r>
              <a:rPr dirty="0" sz="3000" spc="-10">
                <a:latin typeface="Comic Sans MS"/>
                <a:cs typeface="Comic Sans MS"/>
              </a:rPr>
              <a:t>categories:</a:t>
            </a:r>
            <a:endParaRPr sz="30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553249" y="0"/>
            <a:ext cx="2734945" cy="10287000"/>
            <a:chOff x="15553249" y="0"/>
            <a:chExt cx="2734945" cy="10287000"/>
          </a:xfrm>
        </p:grpSpPr>
        <p:sp>
          <p:nvSpPr>
            <p:cNvPr id="3" name="object 3"/>
            <p:cNvSpPr/>
            <p:nvPr/>
          </p:nvSpPr>
          <p:spPr>
            <a:xfrm>
              <a:off x="15553249" y="0"/>
              <a:ext cx="2734945" cy="10287000"/>
            </a:xfrm>
            <a:custGeom>
              <a:avLst/>
              <a:gdLst/>
              <a:ahLst/>
              <a:cxnLst/>
              <a:rect l="l" t="t" r="r" b="b"/>
              <a:pathLst>
                <a:path w="2734944" h="10287000">
                  <a:moveTo>
                    <a:pt x="727011" y="10287000"/>
                  </a:moveTo>
                  <a:lnTo>
                    <a:pt x="779927" y="8067176"/>
                  </a:lnTo>
                  <a:lnTo>
                    <a:pt x="455832" y="8264828"/>
                  </a:lnTo>
                  <a:lnTo>
                    <a:pt x="334756" y="8520630"/>
                  </a:lnTo>
                  <a:lnTo>
                    <a:pt x="293648" y="8874393"/>
                  </a:lnTo>
                  <a:lnTo>
                    <a:pt x="0" y="9289203"/>
                  </a:lnTo>
                  <a:lnTo>
                    <a:pt x="103447" y="9752295"/>
                  </a:lnTo>
                  <a:lnTo>
                    <a:pt x="384759" y="10009582"/>
                  </a:lnTo>
                  <a:lnTo>
                    <a:pt x="378146" y="10287000"/>
                  </a:lnTo>
                  <a:lnTo>
                    <a:pt x="727011" y="10287000"/>
                  </a:lnTo>
                  <a:close/>
                </a:path>
                <a:path w="2734944" h="10287000">
                  <a:moveTo>
                    <a:pt x="586809" y="1997404"/>
                  </a:moveTo>
                  <a:lnTo>
                    <a:pt x="614320" y="843315"/>
                  </a:lnTo>
                  <a:lnTo>
                    <a:pt x="336085" y="1580317"/>
                  </a:lnTo>
                  <a:lnTo>
                    <a:pt x="500606" y="1893043"/>
                  </a:lnTo>
                  <a:lnTo>
                    <a:pt x="586809" y="1997404"/>
                  </a:lnTo>
                  <a:close/>
                </a:path>
                <a:path w="2734944" h="10287000">
                  <a:moveTo>
                    <a:pt x="2734752" y="10287000"/>
                  </a:moveTo>
                  <a:lnTo>
                    <a:pt x="2734752" y="0"/>
                  </a:lnTo>
                  <a:lnTo>
                    <a:pt x="557905" y="0"/>
                  </a:lnTo>
                  <a:lnTo>
                    <a:pt x="485748" y="496316"/>
                  </a:lnTo>
                  <a:lnTo>
                    <a:pt x="614320" y="843315"/>
                  </a:lnTo>
                  <a:lnTo>
                    <a:pt x="586809" y="1997404"/>
                  </a:lnTo>
                  <a:lnTo>
                    <a:pt x="838014" y="2301524"/>
                  </a:lnTo>
                  <a:lnTo>
                    <a:pt x="816517" y="3203315"/>
                  </a:lnTo>
                  <a:lnTo>
                    <a:pt x="817621" y="3208532"/>
                  </a:lnTo>
                  <a:lnTo>
                    <a:pt x="783270" y="4649534"/>
                  </a:lnTo>
                  <a:lnTo>
                    <a:pt x="884949" y="4795181"/>
                  </a:lnTo>
                  <a:lnTo>
                    <a:pt x="834878" y="6895682"/>
                  </a:lnTo>
                  <a:lnTo>
                    <a:pt x="860277" y="6974153"/>
                  </a:lnTo>
                  <a:lnTo>
                    <a:pt x="781306" y="10287000"/>
                  </a:lnTo>
                  <a:lnTo>
                    <a:pt x="2734752" y="10287000"/>
                  </a:lnTo>
                  <a:close/>
                </a:path>
                <a:path w="2734944" h="10287000">
                  <a:moveTo>
                    <a:pt x="378146" y="10287000"/>
                  </a:moveTo>
                  <a:lnTo>
                    <a:pt x="384759" y="10009582"/>
                  </a:lnTo>
                  <a:lnTo>
                    <a:pt x="329200" y="10287000"/>
                  </a:lnTo>
                  <a:lnTo>
                    <a:pt x="378146" y="10287000"/>
                  </a:lnTo>
                  <a:close/>
                </a:path>
                <a:path w="2734944" h="10287000">
                  <a:moveTo>
                    <a:pt x="783270" y="4649534"/>
                  </a:moveTo>
                  <a:lnTo>
                    <a:pt x="817621" y="3208532"/>
                  </a:lnTo>
                  <a:lnTo>
                    <a:pt x="782587" y="3554825"/>
                  </a:lnTo>
                  <a:lnTo>
                    <a:pt x="693633" y="3926610"/>
                  </a:lnTo>
                  <a:lnTo>
                    <a:pt x="549494" y="4376921"/>
                  </a:lnTo>
                  <a:lnTo>
                    <a:pt x="783270" y="4649534"/>
                  </a:lnTo>
                  <a:close/>
                </a:path>
                <a:path w="2734944" h="10287000">
                  <a:moveTo>
                    <a:pt x="816517" y="3203315"/>
                  </a:moveTo>
                  <a:lnTo>
                    <a:pt x="838014" y="2301524"/>
                  </a:lnTo>
                  <a:lnTo>
                    <a:pt x="716051" y="2728534"/>
                  </a:lnTo>
                  <a:lnTo>
                    <a:pt x="816517" y="3203315"/>
                  </a:lnTo>
                  <a:close/>
                </a:path>
                <a:path w="2734944" h="10287000">
                  <a:moveTo>
                    <a:pt x="781306" y="10287000"/>
                  </a:moveTo>
                  <a:lnTo>
                    <a:pt x="860277" y="6974153"/>
                  </a:lnTo>
                  <a:lnTo>
                    <a:pt x="639810" y="7256328"/>
                  </a:lnTo>
                  <a:lnTo>
                    <a:pt x="766875" y="7532539"/>
                  </a:lnTo>
                  <a:lnTo>
                    <a:pt x="755982" y="7989517"/>
                  </a:lnTo>
                  <a:lnTo>
                    <a:pt x="779927" y="8067176"/>
                  </a:lnTo>
                  <a:lnTo>
                    <a:pt x="727011" y="10287000"/>
                  </a:lnTo>
                  <a:lnTo>
                    <a:pt x="781306" y="10287000"/>
                  </a:lnTo>
                  <a:close/>
                </a:path>
                <a:path w="2734944" h="10287000">
                  <a:moveTo>
                    <a:pt x="834878" y="6895682"/>
                  </a:moveTo>
                  <a:lnTo>
                    <a:pt x="859097" y="5879677"/>
                  </a:lnTo>
                  <a:lnTo>
                    <a:pt x="734991" y="6200754"/>
                  </a:lnTo>
                  <a:lnTo>
                    <a:pt x="686140" y="6436167"/>
                  </a:lnTo>
                  <a:lnTo>
                    <a:pt x="834878" y="6895682"/>
                  </a:lnTo>
                  <a:close/>
                </a:path>
                <a:path w="2734944" h="10287000">
                  <a:moveTo>
                    <a:pt x="755982" y="7989517"/>
                  </a:moveTo>
                  <a:lnTo>
                    <a:pt x="766875" y="7532539"/>
                  </a:lnTo>
                  <a:lnTo>
                    <a:pt x="680726" y="7745444"/>
                  </a:lnTo>
                  <a:lnTo>
                    <a:pt x="755982" y="7989517"/>
                  </a:lnTo>
                  <a:close/>
                </a:path>
                <a:path w="2734944" h="10287000">
                  <a:moveTo>
                    <a:pt x="859097" y="5879677"/>
                  </a:moveTo>
                  <a:lnTo>
                    <a:pt x="884949" y="4795181"/>
                  </a:lnTo>
                  <a:lnTo>
                    <a:pt x="796082" y="5183920"/>
                  </a:lnTo>
                  <a:lnTo>
                    <a:pt x="808203" y="5541163"/>
                  </a:lnTo>
                  <a:lnTo>
                    <a:pt x="859097" y="58796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5705595" y="0"/>
              <a:ext cx="2582545" cy="10287000"/>
            </a:xfrm>
            <a:custGeom>
              <a:avLst/>
              <a:gdLst/>
              <a:ahLst/>
              <a:cxnLst/>
              <a:rect l="l" t="t" r="r" b="b"/>
              <a:pathLst>
                <a:path w="2582544" h="10287000">
                  <a:moveTo>
                    <a:pt x="324672" y="9633137"/>
                  </a:moveTo>
                  <a:lnTo>
                    <a:pt x="348813" y="8620406"/>
                  </a:lnTo>
                  <a:lnTo>
                    <a:pt x="15010" y="8947047"/>
                  </a:lnTo>
                  <a:lnTo>
                    <a:pt x="0" y="9288167"/>
                  </a:lnTo>
                  <a:lnTo>
                    <a:pt x="324672" y="9633137"/>
                  </a:lnTo>
                  <a:close/>
                </a:path>
                <a:path w="2582544" h="10287000">
                  <a:moveTo>
                    <a:pt x="641724" y="1743619"/>
                  </a:moveTo>
                  <a:lnTo>
                    <a:pt x="669240" y="589323"/>
                  </a:lnTo>
                  <a:lnTo>
                    <a:pt x="391239" y="1326822"/>
                  </a:lnTo>
                  <a:lnTo>
                    <a:pt x="555760" y="1639548"/>
                  </a:lnTo>
                  <a:lnTo>
                    <a:pt x="641724" y="1743619"/>
                  </a:lnTo>
                  <a:close/>
                </a:path>
                <a:path w="2582544" h="10287000">
                  <a:moveTo>
                    <a:pt x="2582406" y="10287000"/>
                  </a:moveTo>
                  <a:lnTo>
                    <a:pt x="2582406" y="0"/>
                  </a:lnTo>
                  <a:lnTo>
                    <a:pt x="440705" y="0"/>
                  </a:lnTo>
                  <a:lnTo>
                    <a:pt x="540914" y="242330"/>
                  </a:lnTo>
                  <a:lnTo>
                    <a:pt x="669240" y="589323"/>
                  </a:lnTo>
                  <a:lnTo>
                    <a:pt x="641724" y="1743619"/>
                  </a:lnTo>
                  <a:lnTo>
                    <a:pt x="893168" y="2048028"/>
                  </a:lnTo>
                  <a:lnTo>
                    <a:pt x="871652" y="2950608"/>
                  </a:lnTo>
                  <a:lnTo>
                    <a:pt x="872757" y="2955773"/>
                  </a:lnTo>
                  <a:lnTo>
                    <a:pt x="838407" y="4396774"/>
                  </a:lnTo>
                  <a:lnTo>
                    <a:pt x="1046695" y="4615225"/>
                  </a:lnTo>
                  <a:lnTo>
                    <a:pt x="911491" y="10287000"/>
                  </a:lnTo>
                  <a:lnTo>
                    <a:pt x="2582406" y="10287000"/>
                  </a:lnTo>
                  <a:close/>
                </a:path>
                <a:path w="2582544" h="10287000">
                  <a:moveTo>
                    <a:pt x="776859" y="10287000"/>
                  </a:moveTo>
                  <a:lnTo>
                    <a:pt x="835823" y="7813453"/>
                  </a:lnTo>
                  <a:lnTo>
                    <a:pt x="513486" y="7885856"/>
                  </a:lnTo>
                  <a:lnTo>
                    <a:pt x="291209" y="8254217"/>
                  </a:lnTo>
                  <a:lnTo>
                    <a:pt x="348813" y="8620406"/>
                  </a:lnTo>
                  <a:lnTo>
                    <a:pt x="324672" y="9633137"/>
                  </a:lnTo>
                  <a:lnTo>
                    <a:pt x="439925" y="9755595"/>
                  </a:lnTo>
                  <a:lnTo>
                    <a:pt x="427257" y="10287000"/>
                  </a:lnTo>
                  <a:lnTo>
                    <a:pt x="776859" y="10287000"/>
                  </a:lnTo>
                  <a:close/>
                </a:path>
                <a:path w="2582544" h="10287000">
                  <a:moveTo>
                    <a:pt x="427257" y="10287000"/>
                  </a:moveTo>
                  <a:lnTo>
                    <a:pt x="439925" y="9755595"/>
                  </a:lnTo>
                  <a:lnTo>
                    <a:pt x="346168" y="10225779"/>
                  </a:lnTo>
                  <a:lnTo>
                    <a:pt x="292986" y="10287000"/>
                  </a:lnTo>
                  <a:lnTo>
                    <a:pt x="427257" y="10287000"/>
                  </a:lnTo>
                  <a:close/>
                </a:path>
                <a:path w="2582544" h="10287000">
                  <a:moveTo>
                    <a:pt x="838407" y="4396774"/>
                  </a:moveTo>
                  <a:lnTo>
                    <a:pt x="872757" y="2955773"/>
                  </a:lnTo>
                  <a:lnTo>
                    <a:pt x="837723" y="3302065"/>
                  </a:lnTo>
                  <a:lnTo>
                    <a:pt x="748775" y="3673605"/>
                  </a:lnTo>
                  <a:lnTo>
                    <a:pt x="604385" y="4124156"/>
                  </a:lnTo>
                  <a:lnTo>
                    <a:pt x="838407" y="4396774"/>
                  </a:lnTo>
                  <a:close/>
                </a:path>
                <a:path w="2582544" h="10287000">
                  <a:moveTo>
                    <a:pt x="889267" y="6643325"/>
                  </a:moveTo>
                  <a:lnTo>
                    <a:pt x="913526" y="5625673"/>
                  </a:lnTo>
                  <a:lnTo>
                    <a:pt x="641146" y="5859443"/>
                  </a:lnTo>
                  <a:lnTo>
                    <a:pt x="740072" y="6182396"/>
                  </a:lnTo>
                  <a:lnTo>
                    <a:pt x="889267" y="6643325"/>
                  </a:lnTo>
                  <a:close/>
                </a:path>
                <a:path w="2582544" h="10287000">
                  <a:moveTo>
                    <a:pt x="871652" y="2950608"/>
                  </a:moveTo>
                  <a:lnTo>
                    <a:pt x="893168" y="2048028"/>
                  </a:lnTo>
                  <a:lnTo>
                    <a:pt x="769965" y="2475500"/>
                  </a:lnTo>
                  <a:lnTo>
                    <a:pt x="871652" y="2950608"/>
                  </a:lnTo>
                  <a:close/>
                </a:path>
                <a:path w="2582544" h="10287000">
                  <a:moveTo>
                    <a:pt x="829189" y="10287000"/>
                  </a:moveTo>
                  <a:lnTo>
                    <a:pt x="914210" y="6720382"/>
                  </a:lnTo>
                  <a:lnTo>
                    <a:pt x="693987" y="7002564"/>
                  </a:lnTo>
                  <a:lnTo>
                    <a:pt x="820801" y="7279014"/>
                  </a:lnTo>
                  <a:lnTo>
                    <a:pt x="810061" y="7729557"/>
                  </a:lnTo>
                  <a:lnTo>
                    <a:pt x="835823" y="7813453"/>
                  </a:lnTo>
                  <a:lnTo>
                    <a:pt x="776859" y="10287000"/>
                  </a:lnTo>
                  <a:lnTo>
                    <a:pt x="829189" y="10287000"/>
                  </a:lnTo>
                  <a:close/>
                </a:path>
                <a:path w="2582544" h="10287000">
                  <a:moveTo>
                    <a:pt x="911491" y="10287000"/>
                  </a:moveTo>
                  <a:lnTo>
                    <a:pt x="1046695" y="4615225"/>
                  </a:lnTo>
                  <a:lnTo>
                    <a:pt x="852230" y="4929956"/>
                  </a:lnTo>
                  <a:lnTo>
                    <a:pt x="757882" y="5435256"/>
                  </a:lnTo>
                  <a:lnTo>
                    <a:pt x="913526" y="5625673"/>
                  </a:lnTo>
                  <a:lnTo>
                    <a:pt x="889267" y="6643325"/>
                  </a:lnTo>
                  <a:lnTo>
                    <a:pt x="914210" y="6720382"/>
                  </a:lnTo>
                  <a:lnTo>
                    <a:pt x="829189" y="10287000"/>
                  </a:lnTo>
                  <a:lnTo>
                    <a:pt x="911491" y="10287000"/>
                  </a:lnTo>
                  <a:close/>
                </a:path>
                <a:path w="2582544" h="10287000">
                  <a:moveTo>
                    <a:pt x="810061" y="7729557"/>
                  </a:moveTo>
                  <a:lnTo>
                    <a:pt x="820801" y="7279014"/>
                  </a:lnTo>
                  <a:lnTo>
                    <a:pt x="736651" y="7490493"/>
                  </a:lnTo>
                  <a:lnTo>
                    <a:pt x="810061" y="772955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6105825" y="0"/>
              <a:ext cx="2182495" cy="10287000"/>
            </a:xfrm>
            <a:custGeom>
              <a:avLst/>
              <a:gdLst/>
              <a:ahLst/>
              <a:cxnLst/>
              <a:rect l="l" t="t" r="r" b="b"/>
              <a:pathLst>
                <a:path w="2182494" h="10287000">
                  <a:moveTo>
                    <a:pt x="324672" y="9642677"/>
                  </a:moveTo>
                  <a:lnTo>
                    <a:pt x="348813" y="8629946"/>
                  </a:lnTo>
                  <a:lnTo>
                    <a:pt x="15010" y="8956588"/>
                  </a:lnTo>
                  <a:lnTo>
                    <a:pt x="0" y="9297708"/>
                  </a:lnTo>
                  <a:lnTo>
                    <a:pt x="324672" y="9642677"/>
                  </a:lnTo>
                  <a:close/>
                </a:path>
                <a:path w="2182494" h="10287000">
                  <a:moveTo>
                    <a:pt x="637861" y="1915198"/>
                  </a:moveTo>
                  <a:lnTo>
                    <a:pt x="669240" y="598864"/>
                  </a:lnTo>
                  <a:lnTo>
                    <a:pt x="530573" y="945880"/>
                  </a:lnTo>
                  <a:lnTo>
                    <a:pt x="435265" y="1196476"/>
                  </a:lnTo>
                  <a:lnTo>
                    <a:pt x="391993" y="1335644"/>
                  </a:lnTo>
                  <a:lnTo>
                    <a:pt x="399696" y="1428313"/>
                  </a:lnTo>
                  <a:lnTo>
                    <a:pt x="440978" y="1774836"/>
                  </a:lnTo>
                  <a:lnTo>
                    <a:pt x="637861" y="1915198"/>
                  </a:lnTo>
                  <a:close/>
                </a:path>
                <a:path w="2182494" h="10287000">
                  <a:moveTo>
                    <a:pt x="2182176" y="10287000"/>
                  </a:moveTo>
                  <a:lnTo>
                    <a:pt x="2182176" y="0"/>
                  </a:lnTo>
                  <a:lnTo>
                    <a:pt x="436956" y="0"/>
                  </a:lnTo>
                  <a:lnTo>
                    <a:pt x="540914" y="251871"/>
                  </a:lnTo>
                  <a:lnTo>
                    <a:pt x="669240" y="598864"/>
                  </a:lnTo>
                  <a:lnTo>
                    <a:pt x="637861" y="1915198"/>
                  </a:lnTo>
                  <a:lnTo>
                    <a:pt x="912289" y="2110843"/>
                  </a:lnTo>
                  <a:lnTo>
                    <a:pt x="872462" y="3781577"/>
                  </a:lnTo>
                  <a:lnTo>
                    <a:pt x="948670" y="3856914"/>
                  </a:lnTo>
                  <a:lnTo>
                    <a:pt x="1005259" y="3910114"/>
                  </a:lnTo>
                  <a:lnTo>
                    <a:pt x="983207" y="4835210"/>
                  </a:lnTo>
                  <a:lnTo>
                    <a:pt x="1008205" y="5012984"/>
                  </a:lnTo>
                  <a:lnTo>
                    <a:pt x="998723" y="5410755"/>
                  </a:lnTo>
                  <a:lnTo>
                    <a:pt x="1073597" y="5567786"/>
                  </a:lnTo>
                  <a:lnTo>
                    <a:pt x="961100" y="10287000"/>
                  </a:lnTo>
                  <a:lnTo>
                    <a:pt x="2182176" y="10287000"/>
                  </a:lnTo>
                  <a:close/>
                </a:path>
                <a:path w="2182494" h="10287000">
                  <a:moveTo>
                    <a:pt x="556220" y="10287000"/>
                  </a:moveTo>
                  <a:lnTo>
                    <a:pt x="617143" y="7731305"/>
                  </a:lnTo>
                  <a:lnTo>
                    <a:pt x="490641" y="8029232"/>
                  </a:lnTo>
                  <a:lnTo>
                    <a:pt x="331754" y="8211906"/>
                  </a:lnTo>
                  <a:lnTo>
                    <a:pt x="348813" y="8629946"/>
                  </a:lnTo>
                  <a:lnTo>
                    <a:pt x="324672" y="9642677"/>
                  </a:lnTo>
                  <a:lnTo>
                    <a:pt x="439925" y="9765135"/>
                  </a:lnTo>
                  <a:lnTo>
                    <a:pt x="427484" y="10287000"/>
                  </a:lnTo>
                  <a:lnTo>
                    <a:pt x="556220" y="10287000"/>
                  </a:lnTo>
                  <a:close/>
                </a:path>
                <a:path w="2182494" h="10287000">
                  <a:moveTo>
                    <a:pt x="427484" y="10287000"/>
                  </a:moveTo>
                  <a:lnTo>
                    <a:pt x="439925" y="9765135"/>
                  </a:lnTo>
                  <a:lnTo>
                    <a:pt x="345431" y="10235302"/>
                  </a:lnTo>
                  <a:lnTo>
                    <a:pt x="300522" y="10287000"/>
                  </a:lnTo>
                  <a:lnTo>
                    <a:pt x="427484" y="10287000"/>
                  </a:lnTo>
                  <a:close/>
                </a:path>
                <a:path w="2182494" h="10287000">
                  <a:moveTo>
                    <a:pt x="872462" y="3781577"/>
                  </a:moveTo>
                  <a:lnTo>
                    <a:pt x="912289" y="2110843"/>
                  </a:lnTo>
                  <a:lnTo>
                    <a:pt x="890007" y="2161026"/>
                  </a:lnTo>
                  <a:lnTo>
                    <a:pt x="841012" y="2275705"/>
                  </a:lnTo>
                  <a:lnTo>
                    <a:pt x="792086" y="2401072"/>
                  </a:lnTo>
                  <a:lnTo>
                    <a:pt x="770006" y="2483320"/>
                  </a:lnTo>
                  <a:lnTo>
                    <a:pt x="768398" y="2517139"/>
                  </a:lnTo>
                  <a:lnTo>
                    <a:pt x="764005" y="2565782"/>
                  </a:lnTo>
                  <a:lnTo>
                    <a:pt x="745193" y="2741357"/>
                  </a:lnTo>
                  <a:lnTo>
                    <a:pt x="740739" y="2789998"/>
                  </a:lnTo>
                  <a:lnTo>
                    <a:pt x="739041" y="2823814"/>
                  </a:lnTo>
                  <a:lnTo>
                    <a:pt x="714338" y="2894216"/>
                  </a:lnTo>
                  <a:lnTo>
                    <a:pt x="659879" y="2993526"/>
                  </a:lnTo>
                  <a:lnTo>
                    <a:pt x="605398" y="3082149"/>
                  </a:lnTo>
                  <a:lnTo>
                    <a:pt x="580631" y="3120489"/>
                  </a:lnTo>
                  <a:lnTo>
                    <a:pt x="615128" y="3386425"/>
                  </a:lnTo>
                  <a:lnTo>
                    <a:pt x="629220" y="3483516"/>
                  </a:lnTo>
                  <a:lnTo>
                    <a:pt x="694476" y="3590539"/>
                  </a:lnTo>
                  <a:lnTo>
                    <a:pt x="823018" y="3732697"/>
                  </a:lnTo>
                  <a:lnTo>
                    <a:pt x="872462" y="3781577"/>
                  </a:lnTo>
                  <a:close/>
                </a:path>
                <a:path w="2182494" h="10287000">
                  <a:moveTo>
                    <a:pt x="653264" y="10287000"/>
                  </a:moveTo>
                  <a:lnTo>
                    <a:pt x="741675" y="6578165"/>
                  </a:lnTo>
                  <a:lnTo>
                    <a:pt x="694952" y="7012864"/>
                  </a:lnTo>
                  <a:lnTo>
                    <a:pt x="584112" y="7292739"/>
                  </a:lnTo>
                  <a:lnTo>
                    <a:pt x="584739" y="7482901"/>
                  </a:lnTo>
                  <a:lnTo>
                    <a:pt x="617143" y="7731305"/>
                  </a:lnTo>
                  <a:lnTo>
                    <a:pt x="556220" y="10287000"/>
                  </a:lnTo>
                  <a:lnTo>
                    <a:pt x="650039" y="10287000"/>
                  </a:lnTo>
                  <a:lnTo>
                    <a:pt x="653264" y="10287000"/>
                  </a:lnTo>
                  <a:close/>
                </a:path>
                <a:path w="2182494" h="10287000">
                  <a:moveTo>
                    <a:pt x="961100" y="10287000"/>
                  </a:moveTo>
                  <a:lnTo>
                    <a:pt x="1073597" y="5567786"/>
                  </a:lnTo>
                  <a:lnTo>
                    <a:pt x="708278" y="6082840"/>
                  </a:lnTo>
                  <a:lnTo>
                    <a:pt x="741675" y="6578165"/>
                  </a:lnTo>
                  <a:lnTo>
                    <a:pt x="653264" y="10287000"/>
                  </a:lnTo>
                  <a:lnTo>
                    <a:pt x="961100" y="10287000"/>
                  </a:lnTo>
                  <a:close/>
                </a:path>
                <a:path w="2182494" h="10287000">
                  <a:moveTo>
                    <a:pt x="983207" y="4835210"/>
                  </a:moveTo>
                  <a:lnTo>
                    <a:pt x="1005259" y="3910114"/>
                  </a:lnTo>
                  <a:lnTo>
                    <a:pt x="863068" y="4340573"/>
                  </a:lnTo>
                  <a:lnTo>
                    <a:pt x="959679" y="4667894"/>
                  </a:lnTo>
                  <a:lnTo>
                    <a:pt x="983207" y="4835210"/>
                  </a:lnTo>
                  <a:close/>
                </a:path>
                <a:path w="2182494" h="10287000">
                  <a:moveTo>
                    <a:pt x="998723" y="5410755"/>
                  </a:moveTo>
                  <a:lnTo>
                    <a:pt x="1008205" y="5012984"/>
                  </a:lnTo>
                  <a:lnTo>
                    <a:pt x="897175" y="5197782"/>
                  </a:lnTo>
                  <a:lnTo>
                    <a:pt x="998723" y="5410755"/>
                  </a:lnTo>
                  <a:close/>
                </a:path>
              </a:pathLst>
            </a:custGeom>
            <a:solidFill>
              <a:srgbClr val="FFD04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910453" y="916327"/>
            <a:ext cx="4248150" cy="511809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3200" spc="-320"/>
              <a:t>1.</a:t>
            </a:r>
            <a:r>
              <a:rPr dirty="0" sz="3200" spc="-240"/>
              <a:t> </a:t>
            </a:r>
            <a:r>
              <a:rPr dirty="0" sz="3200" spc="-320"/>
              <a:t>Infrastructure</a:t>
            </a:r>
            <a:r>
              <a:rPr dirty="0" sz="3200" spc="-240"/>
              <a:t> </a:t>
            </a:r>
            <a:r>
              <a:rPr dirty="0" sz="3200" spc="-305"/>
              <a:t>Failures</a:t>
            </a:r>
            <a:endParaRPr sz="3200"/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9853" y="2991616"/>
            <a:ext cx="114300" cy="11429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9853" y="3448816"/>
            <a:ext cx="114300" cy="11429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9853" y="3906016"/>
            <a:ext cx="114300" cy="11429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9853" y="4363216"/>
            <a:ext cx="114300" cy="11429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9853" y="4820416"/>
            <a:ext cx="114300" cy="11429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9853" y="5277616"/>
            <a:ext cx="114300" cy="114299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9853" y="5734816"/>
            <a:ext cx="114300" cy="114299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9853" y="6192016"/>
            <a:ext cx="114300" cy="114299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9853" y="6649215"/>
            <a:ext cx="114300" cy="114299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9853" y="7106415"/>
            <a:ext cx="114300" cy="114299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910453" y="1387593"/>
            <a:ext cx="14876780" cy="8255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5399"/>
              </a:lnSpc>
              <a:spcBef>
                <a:spcPts val="100"/>
              </a:spcBef>
              <a:tabLst>
                <a:tab pos="2500630" algn="l"/>
                <a:tab pos="4049395" algn="l"/>
                <a:tab pos="5238115" algn="l"/>
                <a:tab pos="6586855" algn="l"/>
                <a:tab pos="7076440" algn="l"/>
                <a:tab pos="9466580" algn="l"/>
                <a:tab pos="9965055" algn="l"/>
                <a:tab pos="10649585" algn="l"/>
                <a:tab pos="12028170" algn="l"/>
                <a:tab pos="12720955" algn="l"/>
                <a:tab pos="14458950" algn="l"/>
              </a:tabLst>
            </a:pPr>
            <a:r>
              <a:rPr dirty="0" sz="2600" spc="-10">
                <a:latin typeface="Comic Sans MS"/>
                <a:cs typeface="Comic Sans MS"/>
              </a:rPr>
              <a:t>Infrastructure</a:t>
            </a:r>
            <a:r>
              <a:rPr dirty="0" sz="2600">
                <a:latin typeface="Comic Sans MS"/>
                <a:cs typeface="Comic Sans MS"/>
              </a:rPr>
              <a:t>	</a:t>
            </a:r>
            <a:r>
              <a:rPr dirty="0" sz="2600" spc="-10">
                <a:latin typeface="Comic Sans MS"/>
                <a:cs typeface="Comic Sans MS"/>
              </a:rPr>
              <a:t>incidents</a:t>
            </a:r>
            <a:r>
              <a:rPr dirty="0" sz="2600">
                <a:latin typeface="Comic Sans MS"/>
                <a:cs typeface="Comic Sans MS"/>
              </a:rPr>
              <a:t>	</a:t>
            </a:r>
            <a:r>
              <a:rPr dirty="0" sz="2600" spc="-10">
                <a:latin typeface="Comic Sans MS"/>
                <a:cs typeface="Comic Sans MS"/>
              </a:rPr>
              <a:t>involve</a:t>
            </a:r>
            <a:r>
              <a:rPr dirty="0" sz="2600">
                <a:latin typeface="Comic Sans MS"/>
                <a:cs typeface="Comic Sans MS"/>
              </a:rPr>
              <a:t>	</a:t>
            </a:r>
            <a:r>
              <a:rPr dirty="0" sz="2600" spc="-10">
                <a:latin typeface="Comic Sans MS"/>
                <a:cs typeface="Comic Sans MS"/>
              </a:rPr>
              <a:t>failures</a:t>
            </a:r>
            <a:r>
              <a:rPr dirty="0" sz="2600">
                <a:latin typeface="Comic Sans MS"/>
                <a:cs typeface="Comic Sans MS"/>
              </a:rPr>
              <a:t>	</a:t>
            </a:r>
            <a:r>
              <a:rPr dirty="0" sz="2600" spc="-25">
                <a:latin typeface="Comic Sans MS"/>
                <a:cs typeface="Comic Sans MS"/>
              </a:rPr>
              <a:t>or</a:t>
            </a:r>
            <a:r>
              <a:rPr dirty="0" sz="2600">
                <a:latin typeface="Comic Sans MS"/>
                <a:cs typeface="Comic Sans MS"/>
              </a:rPr>
              <a:t>	</a:t>
            </a:r>
            <a:r>
              <a:rPr dirty="0" sz="2600" spc="-10">
                <a:latin typeface="Comic Sans MS"/>
                <a:cs typeface="Comic Sans MS"/>
              </a:rPr>
              <a:t>malfunctioning</a:t>
            </a:r>
            <a:r>
              <a:rPr dirty="0" sz="2600">
                <a:latin typeface="Comic Sans MS"/>
                <a:cs typeface="Comic Sans MS"/>
              </a:rPr>
              <a:t>	</a:t>
            </a:r>
            <a:r>
              <a:rPr dirty="0" sz="2600" spc="-25">
                <a:latin typeface="Comic Sans MS"/>
                <a:cs typeface="Comic Sans MS"/>
              </a:rPr>
              <a:t>of</a:t>
            </a:r>
            <a:r>
              <a:rPr dirty="0" sz="2600">
                <a:latin typeface="Comic Sans MS"/>
                <a:cs typeface="Comic Sans MS"/>
              </a:rPr>
              <a:t>	</a:t>
            </a:r>
            <a:r>
              <a:rPr dirty="0" sz="2600" spc="-25">
                <a:latin typeface="Comic Sans MS"/>
                <a:cs typeface="Comic Sans MS"/>
              </a:rPr>
              <a:t>the</a:t>
            </a:r>
            <a:r>
              <a:rPr dirty="0" sz="2600">
                <a:latin typeface="Comic Sans MS"/>
                <a:cs typeface="Comic Sans MS"/>
              </a:rPr>
              <a:t>	</a:t>
            </a:r>
            <a:r>
              <a:rPr dirty="0" sz="2600" spc="-10">
                <a:latin typeface="Comic Sans MS"/>
                <a:cs typeface="Comic Sans MS"/>
              </a:rPr>
              <a:t>physical</a:t>
            </a:r>
            <a:r>
              <a:rPr dirty="0" sz="2600">
                <a:latin typeface="Comic Sans MS"/>
                <a:cs typeface="Comic Sans MS"/>
              </a:rPr>
              <a:t>	</a:t>
            </a:r>
            <a:r>
              <a:rPr dirty="0" sz="2600" spc="-25">
                <a:latin typeface="Comic Sans MS"/>
                <a:cs typeface="Comic Sans MS"/>
              </a:rPr>
              <a:t>and</a:t>
            </a:r>
            <a:r>
              <a:rPr dirty="0" sz="2600">
                <a:latin typeface="Comic Sans MS"/>
                <a:cs typeface="Comic Sans MS"/>
              </a:rPr>
              <a:t>	</a:t>
            </a:r>
            <a:r>
              <a:rPr dirty="0" sz="2600" spc="-10">
                <a:latin typeface="Comic Sans MS"/>
                <a:cs typeface="Comic Sans MS"/>
              </a:rPr>
              <a:t>underlying</a:t>
            </a:r>
            <a:r>
              <a:rPr dirty="0" sz="2600">
                <a:latin typeface="Comic Sans MS"/>
                <a:cs typeface="Comic Sans MS"/>
              </a:rPr>
              <a:t>	</a:t>
            </a:r>
            <a:r>
              <a:rPr dirty="0" sz="2600" spc="-25">
                <a:latin typeface="Comic Sans MS"/>
                <a:cs typeface="Comic Sans MS"/>
              </a:rPr>
              <a:t>IT </a:t>
            </a:r>
            <a:r>
              <a:rPr dirty="0" sz="2600">
                <a:latin typeface="Comic Sans MS"/>
                <a:cs typeface="Comic Sans MS"/>
              </a:rPr>
              <a:t>infrastructure</a:t>
            </a:r>
            <a:r>
              <a:rPr dirty="0" sz="2600" spc="-9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required</a:t>
            </a:r>
            <a:r>
              <a:rPr dirty="0" sz="2600" spc="-9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to</a:t>
            </a:r>
            <a:r>
              <a:rPr dirty="0" sz="2600" spc="-9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operate</a:t>
            </a:r>
            <a:r>
              <a:rPr dirty="0" sz="2600" spc="-9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information</a:t>
            </a:r>
            <a:r>
              <a:rPr dirty="0" sz="2600" spc="-90">
                <a:latin typeface="Comic Sans MS"/>
                <a:cs typeface="Comic Sans MS"/>
              </a:rPr>
              <a:t> </a:t>
            </a:r>
            <a:r>
              <a:rPr dirty="0" sz="2600" spc="-10">
                <a:latin typeface="Comic Sans MS"/>
                <a:cs typeface="Comic Sans MS"/>
              </a:rPr>
              <a:t>systems.</a:t>
            </a:r>
            <a:endParaRPr sz="2600">
              <a:latin typeface="Comic Sans MS"/>
              <a:cs typeface="Comic Sans MS"/>
            </a:endParaRPr>
          </a:p>
          <a:p>
            <a:pPr marL="12700">
              <a:lnSpc>
                <a:spcPts val="3720"/>
              </a:lnSpc>
            </a:pPr>
            <a:r>
              <a:rPr dirty="0" sz="3200" spc="-385" b="1">
                <a:latin typeface="Comic Sans MS"/>
                <a:cs typeface="Comic Sans MS"/>
              </a:rPr>
              <a:t>Common</a:t>
            </a:r>
            <a:r>
              <a:rPr dirty="0" sz="3200" spc="-260" b="1">
                <a:latin typeface="Comic Sans MS"/>
                <a:cs typeface="Comic Sans MS"/>
              </a:rPr>
              <a:t> </a:t>
            </a:r>
            <a:r>
              <a:rPr dirty="0" sz="3200" spc="-350" b="1">
                <a:latin typeface="Comic Sans MS"/>
                <a:cs typeface="Comic Sans MS"/>
              </a:rPr>
              <a:t>examples</a:t>
            </a:r>
            <a:endParaRPr sz="3200">
              <a:latin typeface="Comic Sans MS"/>
              <a:cs typeface="Comic Sans MS"/>
            </a:endParaRPr>
          </a:p>
          <a:p>
            <a:pPr marL="573405" marR="10382885">
              <a:lnSpc>
                <a:spcPts val="3600"/>
              </a:lnSpc>
              <a:spcBef>
                <a:spcPts val="80"/>
              </a:spcBef>
            </a:pPr>
            <a:r>
              <a:rPr dirty="0" sz="2600">
                <a:latin typeface="Comic Sans MS"/>
                <a:cs typeface="Comic Sans MS"/>
              </a:rPr>
              <a:t>Server</a:t>
            </a:r>
            <a:r>
              <a:rPr dirty="0" sz="2600" spc="-8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hardware</a:t>
            </a:r>
            <a:r>
              <a:rPr dirty="0" sz="2600" spc="-80">
                <a:latin typeface="Comic Sans MS"/>
                <a:cs typeface="Comic Sans MS"/>
              </a:rPr>
              <a:t> </a:t>
            </a:r>
            <a:r>
              <a:rPr dirty="0" sz="2600" spc="-10">
                <a:latin typeface="Comic Sans MS"/>
                <a:cs typeface="Comic Sans MS"/>
              </a:rPr>
              <a:t>failure </a:t>
            </a:r>
            <a:r>
              <a:rPr dirty="0" sz="2600" spc="-20">
                <a:latin typeface="Comic Sans MS"/>
                <a:cs typeface="Comic Sans MS"/>
              </a:rPr>
              <a:t>Hard-</a:t>
            </a:r>
            <a:r>
              <a:rPr dirty="0" sz="2600">
                <a:latin typeface="Comic Sans MS"/>
                <a:cs typeface="Comic Sans MS"/>
              </a:rPr>
              <a:t>disk</a:t>
            </a:r>
            <a:r>
              <a:rPr dirty="0" sz="2600" spc="-1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or</a:t>
            </a:r>
            <a:r>
              <a:rPr dirty="0" sz="2600" spc="-1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SSD</a:t>
            </a:r>
            <a:r>
              <a:rPr dirty="0" sz="2600" spc="-10">
                <a:latin typeface="Comic Sans MS"/>
                <a:cs typeface="Comic Sans MS"/>
              </a:rPr>
              <a:t> failure </a:t>
            </a:r>
            <a:r>
              <a:rPr dirty="0" sz="2600">
                <a:latin typeface="Comic Sans MS"/>
                <a:cs typeface="Comic Sans MS"/>
              </a:rPr>
              <a:t>RAM</a:t>
            </a:r>
            <a:r>
              <a:rPr dirty="0" sz="2600" spc="-6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or</a:t>
            </a:r>
            <a:r>
              <a:rPr dirty="0" sz="2600" spc="-6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processor</a:t>
            </a:r>
            <a:r>
              <a:rPr dirty="0" sz="2600" spc="-55">
                <a:latin typeface="Comic Sans MS"/>
                <a:cs typeface="Comic Sans MS"/>
              </a:rPr>
              <a:t> </a:t>
            </a:r>
            <a:r>
              <a:rPr dirty="0" sz="2600" spc="-10">
                <a:latin typeface="Comic Sans MS"/>
                <a:cs typeface="Comic Sans MS"/>
              </a:rPr>
              <a:t>failure </a:t>
            </a:r>
            <a:r>
              <a:rPr dirty="0" sz="2600">
                <a:latin typeface="Comic Sans MS"/>
                <a:cs typeface="Comic Sans MS"/>
              </a:rPr>
              <a:t>Power</a:t>
            </a:r>
            <a:r>
              <a:rPr dirty="0" sz="2600" spc="-4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supply</a:t>
            </a:r>
            <a:r>
              <a:rPr dirty="0" sz="2600" spc="-45">
                <a:latin typeface="Comic Sans MS"/>
                <a:cs typeface="Comic Sans MS"/>
              </a:rPr>
              <a:t> </a:t>
            </a:r>
            <a:r>
              <a:rPr dirty="0" sz="2600" spc="-10">
                <a:latin typeface="Comic Sans MS"/>
                <a:cs typeface="Comic Sans MS"/>
              </a:rPr>
              <a:t>failure</a:t>
            </a:r>
            <a:endParaRPr sz="2600">
              <a:latin typeface="Comic Sans MS"/>
              <a:cs typeface="Comic Sans MS"/>
            </a:endParaRPr>
          </a:p>
          <a:p>
            <a:pPr marL="573405" marR="10695305">
              <a:lnSpc>
                <a:spcPts val="3600"/>
              </a:lnSpc>
            </a:pPr>
            <a:r>
              <a:rPr dirty="0" sz="2600">
                <a:latin typeface="Comic Sans MS"/>
                <a:cs typeface="Comic Sans MS"/>
              </a:rPr>
              <a:t>UPS</a:t>
            </a:r>
            <a:r>
              <a:rPr dirty="0" sz="2600" spc="-15">
                <a:latin typeface="Comic Sans MS"/>
                <a:cs typeface="Comic Sans MS"/>
              </a:rPr>
              <a:t> </a:t>
            </a:r>
            <a:r>
              <a:rPr dirty="0" sz="2600" spc="-10">
                <a:latin typeface="Comic Sans MS"/>
                <a:cs typeface="Comic Sans MS"/>
              </a:rPr>
              <a:t>failure </a:t>
            </a:r>
            <a:r>
              <a:rPr dirty="0" sz="2600">
                <a:latin typeface="Comic Sans MS"/>
                <a:cs typeface="Comic Sans MS"/>
              </a:rPr>
              <a:t>Overheating</a:t>
            </a:r>
            <a:r>
              <a:rPr dirty="0" sz="2600" spc="-7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of</a:t>
            </a:r>
            <a:r>
              <a:rPr dirty="0" sz="2600" spc="-65">
                <a:latin typeface="Comic Sans MS"/>
                <a:cs typeface="Comic Sans MS"/>
              </a:rPr>
              <a:t> </a:t>
            </a:r>
            <a:r>
              <a:rPr dirty="0" sz="2600" spc="-10">
                <a:latin typeface="Comic Sans MS"/>
                <a:cs typeface="Comic Sans MS"/>
              </a:rPr>
              <a:t>servers</a:t>
            </a:r>
            <a:endParaRPr sz="2600">
              <a:latin typeface="Comic Sans MS"/>
              <a:cs typeface="Comic Sans MS"/>
            </a:endParaRPr>
          </a:p>
          <a:p>
            <a:pPr marL="573405" marR="9164955">
              <a:lnSpc>
                <a:spcPts val="3600"/>
              </a:lnSpc>
            </a:pPr>
            <a:r>
              <a:rPr dirty="0" sz="2600" spc="-10">
                <a:latin typeface="Comic Sans MS"/>
                <a:cs typeface="Comic Sans MS"/>
              </a:rPr>
              <a:t>Data-</a:t>
            </a:r>
            <a:r>
              <a:rPr dirty="0" sz="2600">
                <a:latin typeface="Comic Sans MS"/>
                <a:cs typeface="Comic Sans MS"/>
              </a:rPr>
              <a:t>center</a:t>
            </a:r>
            <a:r>
              <a:rPr dirty="0" sz="2600" spc="-8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cooling</a:t>
            </a:r>
            <a:r>
              <a:rPr dirty="0" sz="2600" spc="-75">
                <a:latin typeface="Comic Sans MS"/>
                <a:cs typeface="Comic Sans MS"/>
              </a:rPr>
              <a:t> </a:t>
            </a:r>
            <a:r>
              <a:rPr dirty="0" sz="2600" spc="-10">
                <a:latin typeface="Comic Sans MS"/>
                <a:cs typeface="Comic Sans MS"/>
              </a:rPr>
              <a:t>failure Storage-</a:t>
            </a:r>
            <a:r>
              <a:rPr dirty="0" sz="2600">
                <a:latin typeface="Comic Sans MS"/>
                <a:cs typeface="Comic Sans MS"/>
              </a:rPr>
              <a:t>system</a:t>
            </a:r>
            <a:r>
              <a:rPr dirty="0" sz="2600" spc="-65">
                <a:latin typeface="Comic Sans MS"/>
                <a:cs typeface="Comic Sans MS"/>
              </a:rPr>
              <a:t> </a:t>
            </a:r>
            <a:r>
              <a:rPr dirty="0" sz="2600" spc="-10">
                <a:latin typeface="Comic Sans MS"/>
                <a:cs typeface="Comic Sans MS"/>
              </a:rPr>
              <a:t>failure </a:t>
            </a:r>
            <a:r>
              <a:rPr dirty="0" sz="2600">
                <a:latin typeface="Comic Sans MS"/>
                <a:cs typeface="Comic Sans MS"/>
              </a:rPr>
              <a:t>Hardware</a:t>
            </a:r>
            <a:r>
              <a:rPr dirty="0" sz="2600" spc="-11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component</a:t>
            </a:r>
            <a:r>
              <a:rPr dirty="0" sz="2600" spc="-110">
                <a:latin typeface="Comic Sans MS"/>
                <a:cs typeface="Comic Sans MS"/>
              </a:rPr>
              <a:t> </a:t>
            </a:r>
            <a:r>
              <a:rPr dirty="0" sz="2600" spc="-10">
                <a:latin typeface="Comic Sans MS"/>
                <a:cs typeface="Comic Sans MS"/>
              </a:rPr>
              <a:t>malfunction </a:t>
            </a:r>
            <a:r>
              <a:rPr dirty="0" sz="2600">
                <a:latin typeface="Comic Sans MS"/>
                <a:cs typeface="Comic Sans MS"/>
              </a:rPr>
              <a:t>Physical</a:t>
            </a:r>
            <a:r>
              <a:rPr dirty="0" sz="2600" spc="-4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damage</a:t>
            </a:r>
            <a:r>
              <a:rPr dirty="0" sz="2600" spc="-4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to</a:t>
            </a:r>
            <a:r>
              <a:rPr dirty="0" sz="2600" spc="-4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IT</a:t>
            </a:r>
            <a:r>
              <a:rPr dirty="0" sz="2600" spc="-40">
                <a:latin typeface="Comic Sans MS"/>
                <a:cs typeface="Comic Sans MS"/>
              </a:rPr>
              <a:t> </a:t>
            </a:r>
            <a:r>
              <a:rPr dirty="0" sz="2600" spc="-10">
                <a:latin typeface="Comic Sans MS"/>
                <a:cs typeface="Comic Sans MS"/>
              </a:rPr>
              <a:t>equipment</a:t>
            </a:r>
            <a:endParaRPr sz="2600">
              <a:latin typeface="Comic Sans MS"/>
              <a:cs typeface="Comic Sans MS"/>
            </a:endParaRPr>
          </a:p>
          <a:p>
            <a:pPr marL="12700">
              <a:lnSpc>
                <a:spcPts val="3520"/>
              </a:lnSpc>
            </a:pPr>
            <a:r>
              <a:rPr dirty="0" sz="3200" spc="-360" b="1">
                <a:latin typeface="Comic Sans MS"/>
                <a:cs typeface="Comic Sans MS"/>
              </a:rPr>
              <a:t>Example</a:t>
            </a:r>
            <a:endParaRPr sz="3200">
              <a:latin typeface="Comic Sans MS"/>
              <a:cs typeface="Comic Sans MS"/>
            </a:endParaRPr>
          </a:p>
          <a:p>
            <a:pPr marL="12700" marR="1722755">
              <a:lnSpc>
                <a:spcPts val="3600"/>
              </a:lnSpc>
              <a:spcBef>
                <a:spcPts val="80"/>
              </a:spcBef>
            </a:pPr>
            <a:r>
              <a:rPr dirty="0" sz="2600">
                <a:latin typeface="Comic Sans MS"/>
                <a:cs typeface="Comic Sans MS"/>
              </a:rPr>
              <a:t>A</a:t>
            </a:r>
            <a:r>
              <a:rPr dirty="0" sz="2600" spc="-5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university's</a:t>
            </a:r>
            <a:r>
              <a:rPr dirty="0" sz="2600" spc="-5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main</a:t>
            </a:r>
            <a:r>
              <a:rPr dirty="0" sz="2600" spc="-5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server</a:t>
            </a:r>
            <a:r>
              <a:rPr dirty="0" sz="2600" spc="-5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suddenly</a:t>
            </a:r>
            <a:r>
              <a:rPr dirty="0" sz="2600" spc="-5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shuts</a:t>
            </a:r>
            <a:r>
              <a:rPr dirty="0" sz="2600" spc="-5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down</a:t>
            </a:r>
            <a:r>
              <a:rPr dirty="0" sz="2600" spc="-5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because</a:t>
            </a:r>
            <a:r>
              <a:rPr dirty="0" sz="2600" spc="-5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of</a:t>
            </a:r>
            <a:r>
              <a:rPr dirty="0" sz="2600" spc="-5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a</a:t>
            </a:r>
            <a:r>
              <a:rPr dirty="0" sz="2600" spc="-5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failed</a:t>
            </a:r>
            <a:r>
              <a:rPr dirty="0" sz="2600" spc="-5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power</a:t>
            </a:r>
            <a:r>
              <a:rPr dirty="0" sz="2600" spc="-5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supply</a:t>
            </a:r>
            <a:r>
              <a:rPr dirty="0" sz="2600" spc="-50">
                <a:latin typeface="Comic Sans MS"/>
                <a:cs typeface="Comic Sans MS"/>
              </a:rPr>
              <a:t> </a:t>
            </a:r>
            <a:r>
              <a:rPr dirty="0" sz="2600" spc="-10">
                <a:latin typeface="Comic Sans MS"/>
                <a:cs typeface="Comic Sans MS"/>
              </a:rPr>
              <a:t>unit. </a:t>
            </a:r>
            <a:r>
              <a:rPr dirty="0" sz="2600">
                <a:latin typeface="Comic Sans MS"/>
                <a:cs typeface="Comic Sans MS"/>
              </a:rPr>
              <a:t>Incident</a:t>
            </a:r>
            <a:r>
              <a:rPr dirty="0" sz="2600" spc="-12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category:</a:t>
            </a:r>
            <a:r>
              <a:rPr dirty="0" sz="2600" spc="-12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Infrastructure</a:t>
            </a:r>
            <a:r>
              <a:rPr dirty="0" sz="2600" spc="-125">
                <a:latin typeface="Comic Sans MS"/>
                <a:cs typeface="Comic Sans MS"/>
              </a:rPr>
              <a:t> </a:t>
            </a:r>
            <a:r>
              <a:rPr dirty="0" sz="2600" spc="-10">
                <a:latin typeface="Comic Sans MS"/>
                <a:cs typeface="Comic Sans MS"/>
              </a:rPr>
              <a:t>failure</a:t>
            </a:r>
            <a:endParaRPr sz="2600">
              <a:latin typeface="Comic Sans MS"/>
              <a:cs typeface="Comic Sans MS"/>
            </a:endParaRPr>
          </a:p>
          <a:p>
            <a:pPr marL="12700" marR="8199755">
              <a:lnSpc>
                <a:spcPts val="3600"/>
              </a:lnSpc>
            </a:pPr>
            <a:r>
              <a:rPr dirty="0" sz="2600">
                <a:latin typeface="Comic Sans MS"/>
                <a:cs typeface="Comic Sans MS"/>
              </a:rPr>
              <a:t>Impact:</a:t>
            </a:r>
            <a:r>
              <a:rPr dirty="0" sz="2600" spc="-9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Online</a:t>
            </a:r>
            <a:r>
              <a:rPr dirty="0" sz="2600" spc="-8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services</a:t>
            </a:r>
            <a:r>
              <a:rPr dirty="0" sz="2600" spc="-9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become</a:t>
            </a:r>
            <a:r>
              <a:rPr dirty="0" sz="2600" spc="-85">
                <a:latin typeface="Comic Sans MS"/>
                <a:cs typeface="Comic Sans MS"/>
              </a:rPr>
              <a:t> </a:t>
            </a:r>
            <a:r>
              <a:rPr dirty="0" sz="2600" spc="-10">
                <a:latin typeface="Comic Sans MS"/>
                <a:cs typeface="Comic Sans MS"/>
              </a:rPr>
              <a:t>unavailable </a:t>
            </a:r>
            <a:r>
              <a:rPr dirty="0" sz="2600">
                <a:latin typeface="Comic Sans MS"/>
                <a:cs typeface="Comic Sans MS"/>
              </a:rPr>
              <a:t>Affected</a:t>
            </a:r>
            <a:r>
              <a:rPr dirty="0" sz="2600" spc="-10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property:</a:t>
            </a:r>
            <a:r>
              <a:rPr dirty="0" sz="2600" spc="-95">
                <a:latin typeface="Comic Sans MS"/>
                <a:cs typeface="Comic Sans MS"/>
              </a:rPr>
              <a:t> </a:t>
            </a:r>
            <a:r>
              <a:rPr dirty="0" sz="2600" spc="-10">
                <a:latin typeface="Comic Sans MS"/>
                <a:cs typeface="Comic Sans MS"/>
              </a:rPr>
              <a:t>Availability</a:t>
            </a:r>
            <a:endParaRPr sz="26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553249" y="0"/>
            <a:ext cx="2734945" cy="10287000"/>
            <a:chOff x="15553249" y="0"/>
            <a:chExt cx="2734945" cy="10287000"/>
          </a:xfrm>
        </p:grpSpPr>
        <p:sp>
          <p:nvSpPr>
            <p:cNvPr id="3" name="object 3"/>
            <p:cNvSpPr/>
            <p:nvPr/>
          </p:nvSpPr>
          <p:spPr>
            <a:xfrm>
              <a:off x="15553249" y="0"/>
              <a:ext cx="2734945" cy="10287000"/>
            </a:xfrm>
            <a:custGeom>
              <a:avLst/>
              <a:gdLst/>
              <a:ahLst/>
              <a:cxnLst/>
              <a:rect l="l" t="t" r="r" b="b"/>
              <a:pathLst>
                <a:path w="2734944" h="10287000">
                  <a:moveTo>
                    <a:pt x="727011" y="10287000"/>
                  </a:moveTo>
                  <a:lnTo>
                    <a:pt x="779927" y="8067176"/>
                  </a:lnTo>
                  <a:lnTo>
                    <a:pt x="455832" y="8264828"/>
                  </a:lnTo>
                  <a:lnTo>
                    <a:pt x="334756" y="8520630"/>
                  </a:lnTo>
                  <a:lnTo>
                    <a:pt x="293648" y="8874393"/>
                  </a:lnTo>
                  <a:lnTo>
                    <a:pt x="0" y="9289203"/>
                  </a:lnTo>
                  <a:lnTo>
                    <a:pt x="103447" y="9752295"/>
                  </a:lnTo>
                  <a:lnTo>
                    <a:pt x="384759" y="10009582"/>
                  </a:lnTo>
                  <a:lnTo>
                    <a:pt x="378146" y="10287000"/>
                  </a:lnTo>
                  <a:lnTo>
                    <a:pt x="727011" y="10287000"/>
                  </a:lnTo>
                  <a:close/>
                </a:path>
                <a:path w="2734944" h="10287000">
                  <a:moveTo>
                    <a:pt x="586809" y="1997404"/>
                  </a:moveTo>
                  <a:lnTo>
                    <a:pt x="614320" y="843315"/>
                  </a:lnTo>
                  <a:lnTo>
                    <a:pt x="336085" y="1580317"/>
                  </a:lnTo>
                  <a:lnTo>
                    <a:pt x="500606" y="1893043"/>
                  </a:lnTo>
                  <a:lnTo>
                    <a:pt x="586809" y="1997404"/>
                  </a:lnTo>
                  <a:close/>
                </a:path>
                <a:path w="2734944" h="10287000">
                  <a:moveTo>
                    <a:pt x="2734752" y="10287000"/>
                  </a:moveTo>
                  <a:lnTo>
                    <a:pt x="2734752" y="0"/>
                  </a:lnTo>
                  <a:lnTo>
                    <a:pt x="557905" y="0"/>
                  </a:lnTo>
                  <a:lnTo>
                    <a:pt x="485748" y="496316"/>
                  </a:lnTo>
                  <a:lnTo>
                    <a:pt x="614320" y="843315"/>
                  </a:lnTo>
                  <a:lnTo>
                    <a:pt x="586809" y="1997404"/>
                  </a:lnTo>
                  <a:lnTo>
                    <a:pt x="838014" y="2301524"/>
                  </a:lnTo>
                  <a:lnTo>
                    <a:pt x="816517" y="3203315"/>
                  </a:lnTo>
                  <a:lnTo>
                    <a:pt x="817621" y="3208532"/>
                  </a:lnTo>
                  <a:lnTo>
                    <a:pt x="783270" y="4649534"/>
                  </a:lnTo>
                  <a:lnTo>
                    <a:pt x="884949" y="4795181"/>
                  </a:lnTo>
                  <a:lnTo>
                    <a:pt x="834878" y="6895682"/>
                  </a:lnTo>
                  <a:lnTo>
                    <a:pt x="860277" y="6974153"/>
                  </a:lnTo>
                  <a:lnTo>
                    <a:pt x="781306" y="10287000"/>
                  </a:lnTo>
                  <a:lnTo>
                    <a:pt x="2734752" y="10287000"/>
                  </a:lnTo>
                  <a:close/>
                </a:path>
                <a:path w="2734944" h="10287000">
                  <a:moveTo>
                    <a:pt x="378146" y="10287000"/>
                  </a:moveTo>
                  <a:lnTo>
                    <a:pt x="384759" y="10009582"/>
                  </a:lnTo>
                  <a:lnTo>
                    <a:pt x="329200" y="10287000"/>
                  </a:lnTo>
                  <a:lnTo>
                    <a:pt x="378146" y="10287000"/>
                  </a:lnTo>
                  <a:close/>
                </a:path>
                <a:path w="2734944" h="10287000">
                  <a:moveTo>
                    <a:pt x="783270" y="4649534"/>
                  </a:moveTo>
                  <a:lnTo>
                    <a:pt x="817621" y="3208532"/>
                  </a:lnTo>
                  <a:lnTo>
                    <a:pt x="782587" y="3554825"/>
                  </a:lnTo>
                  <a:lnTo>
                    <a:pt x="693633" y="3926610"/>
                  </a:lnTo>
                  <a:lnTo>
                    <a:pt x="549494" y="4376921"/>
                  </a:lnTo>
                  <a:lnTo>
                    <a:pt x="783270" y="4649534"/>
                  </a:lnTo>
                  <a:close/>
                </a:path>
                <a:path w="2734944" h="10287000">
                  <a:moveTo>
                    <a:pt x="816517" y="3203315"/>
                  </a:moveTo>
                  <a:lnTo>
                    <a:pt x="838014" y="2301524"/>
                  </a:lnTo>
                  <a:lnTo>
                    <a:pt x="716051" y="2728534"/>
                  </a:lnTo>
                  <a:lnTo>
                    <a:pt x="816517" y="3203315"/>
                  </a:lnTo>
                  <a:close/>
                </a:path>
                <a:path w="2734944" h="10287000">
                  <a:moveTo>
                    <a:pt x="781306" y="10287000"/>
                  </a:moveTo>
                  <a:lnTo>
                    <a:pt x="860277" y="6974153"/>
                  </a:lnTo>
                  <a:lnTo>
                    <a:pt x="639810" y="7256328"/>
                  </a:lnTo>
                  <a:lnTo>
                    <a:pt x="766875" y="7532539"/>
                  </a:lnTo>
                  <a:lnTo>
                    <a:pt x="755982" y="7989517"/>
                  </a:lnTo>
                  <a:lnTo>
                    <a:pt x="779927" y="8067176"/>
                  </a:lnTo>
                  <a:lnTo>
                    <a:pt x="727011" y="10287000"/>
                  </a:lnTo>
                  <a:lnTo>
                    <a:pt x="781306" y="10287000"/>
                  </a:lnTo>
                  <a:close/>
                </a:path>
                <a:path w="2734944" h="10287000">
                  <a:moveTo>
                    <a:pt x="834878" y="6895682"/>
                  </a:moveTo>
                  <a:lnTo>
                    <a:pt x="859097" y="5879677"/>
                  </a:lnTo>
                  <a:lnTo>
                    <a:pt x="734991" y="6200754"/>
                  </a:lnTo>
                  <a:lnTo>
                    <a:pt x="686140" y="6436167"/>
                  </a:lnTo>
                  <a:lnTo>
                    <a:pt x="834878" y="6895682"/>
                  </a:lnTo>
                  <a:close/>
                </a:path>
                <a:path w="2734944" h="10287000">
                  <a:moveTo>
                    <a:pt x="755982" y="7989517"/>
                  </a:moveTo>
                  <a:lnTo>
                    <a:pt x="766875" y="7532539"/>
                  </a:lnTo>
                  <a:lnTo>
                    <a:pt x="680726" y="7745444"/>
                  </a:lnTo>
                  <a:lnTo>
                    <a:pt x="755982" y="7989517"/>
                  </a:lnTo>
                  <a:close/>
                </a:path>
                <a:path w="2734944" h="10287000">
                  <a:moveTo>
                    <a:pt x="859097" y="5879677"/>
                  </a:moveTo>
                  <a:lnTo>
                    <a:pt x="884949" y="4795181"/>
                  </a:lnTo>
                  <a:lnTo>
                    <a:pt x="796082" y="5183920"/>
                  </a:lnTo>
                  <a:lnTo>
                    <a:pt x="808203" y="5541163"/>
                  </a:lnTo>
                  <a:lnTo>
                    <a:pt x="859097" y="58796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5705595" y="0"/>
              <a:ext cx="2582545" cy="10287000"/>
            </a:xfrm>
            <a:custGeom>
              <a:avLst/>
              <a:gdLst/>
              <a:ahLst/>
              <a:cxnLst/>
              <a:rect l="l" t="t" r="r" b="b"/>
              <a:pathLst>
                <a:path w="2582544" h="10287000">
                  <a:moveTo>
                    <a:pt x="324672" y="9633137"/>
                  </a:moveTo>
                  <a:lnTo>
                    <a:pt x="348813" y="8620406"/>
                  </a:lnTo>
                  <a:lnTo>
                    <a:pt x="15010" y="8947047"/>
                  </a:lnTo>
                  <a:lnTo>
                    <a:pt x="0" y="9288167"/>
                  </a:lnTo>
                  <a:lnTo>
                    <a:pt x="324672" y="9633137"/>
                  </a:lnTo>
                  <a:close/>
                </a:path>
                <a:path w="2582544" h="10287000">
                  <a:moveTo>
                    <a:pt x="641724" y="1743619"/>
                  </a:moveTo>
                  <a:lnTo>
                    <a:pt x="669240" y="589323"/>
                  </a:lnTo>
                  <a:lnTo>
                    <a:pt x="391239" y="1326822"/>
                  </a:lnTo>
                  <a:lnTo>
                    <a:pt x="555760" y="1639548"/>
                  </a:lnTo>
                  <a:lnTo>
                    <a:pt x="641724" y="1743619"/>
                  </a:lnTo>
                  <a:close/>
                </a:path>
                <a:path w="2582544" h="10287000">
                  <a:moveTo>
                    <a:pt x="2582406" y="10287000"/>
                  </a:moveTo>
                  <a:lnTo>
                    <a:pt x="2582406" y="0"/>
                  </a:lnTo>
                  <a:lnTo>
                    <a:pt x="440705" y="0"/>
                  </a:lnTo>
                  <a:lnTo>
                    <a:pt x="540914" y="242330"/>
                  </a:lnTo>
                  <a:lnTo>
                    <a:pt x="669240" y="589323"/>
                  </a:lnTo>
                  <a:lnTo>
                    <a:pt x="641724" y="1743619"/>
                  </a:lnTo>
                  <a:lnTo>
                    <a:pt x="893168" y="2048028"/>
                  </a:lnTo>
                  <a:lnTo>
                    <a:pt x="871652" y="2950608"/>
                  </a:lnTo>
                  <a:lnTo>
                    <a:pt x="872757" y="2955773"/>
                  </a:lnTo>
                  <a:lnTo>
                    <a:pt x="838407" y="4396774"/>
                  </a:lnTo>
                  <a:lnTo>
                    <a:pt x="1046695" y="4615225"/>
                  </a:lnTo>
                  <a:lnTo>
                    <a:pt x="911491" y="10287000"/>
                  </a:lnTo>
                  <a:lnTo>
                    <a:pt x="2582406" y="10287000"/>
                  </a:lnTo>
                  <a:close/>
                </a:path>
                <a:path w="2582544" h="10287000">
                  <a:moveTo>
                    <a:pt x="776859" y="10287000"/>
                  </a:moveTo>
                  <a:lnTo>
                    <a:pt x="835823" y="7813453"/>
                  </a:lnTo>
                  <a:lnTo>
                    <a:pt x="513486" y="7885856"/>
                  </a:lnTo>
                  <a:lnTo>
                    <a:pt x="291209" y="8254217"/>
                  </a:lnTo>
                  <a:lnTo>
                    <a:pt x="348813" y="8620406"/>
                  </a:lnTo>
                  <a:lnTo>
                    <a:pt x="324672" y="9633137"/>
                  </a:lnTo>
                  <a:lnTo>
                    <a:pt x="439925" y="9755595"/>
                  </a:lnTo>
                  <a:lnTo>
                    <a:pt x="427257" y="10287000"/>
                  </a:lnTo>
                  <a:lnTo>
                    <a:pt x="776859" y="10287000"/>
                  </a:lnTo>
                  <a:close/>
                </a:path>
                <a:path w="2582544" h="10287000">
                  <a:moveTo>
                    <a:pt x="427257" y="10287000"/>
                  </a:moveTo>
                  <a:lnTo>
                    <a:pt x="439925" y="9755595"/>
                  </a:lnTo>
                  <a:lnTo>
                    <a:pt x="346168" y="10225779"/>
                  </a:lnTo>
                  <a:lnTo>
                    <a:pt x="292986" y="10287000"/>
                  </a:lnTo>
                  <a:lnTo>
                    <a:pt x="427257" y="10287000"/>
                  </a:lnTo>
                  <a:close/>
                </a:path>
                <a:path w="2582544" h="10287000">
                  <a:moveTo>
                    <a:pt x="838407" y="4396774"/>
                  </a:moveTo>
                  <a:lnTo>
                    <a:pt x="872757" y="2955773"/>
                  </a:lnTo>
                  <a:lnTo>
                    <a:pt x="837723" y="3302065"/>
                  </a:lnTo>
                  <a:lnTo>
                    <a:pt x="748775" y="3673605"/>
                  </a:lnTo>
                  <a:lnTo>
                    <a:pt x="604385" y="4124156"/>
                  </a:lnTo>
                  <a:lnTo>
                    <a:pt x="838407" y="4396774"/>
                  </a:lnTo>
                  <a:close/>
                </a:path>
                <a:path w="2582544" h="10287000">
                  <a:moveTo>
                    <a:pt x="889267" y="6643325"/>
                  </a:moveTo>
                  <a:lnTo>
                    <a:pt x="913526" y="5625673"/>
                  </a:lnTo>
                  <a:lnTo>
                    <a:pt x="641146" y="5859443"/>
                  </a:lnTo>
                  <a:lnTo>
                    <a:pt x="740072" y="6182396"/>
                  </a:lnTo>
                  <a:lnTo>
                    <a:pt x="889267" y="6643325"/>
                  </a:lnTo>
                  <a:close/>
                </a:path>
                <a:path w="2582544" h="10287000">
                  <a:moveTo>
                    <a:pt x="871652" y="2950608"/>
                  </a:moveTo>
                  <a:lnTo>
                    <a:pt x="893168" y="2048028"/>
                  </a:lnTo>
                  <a:lnTo>
                    <a:pt x="769965" y="2475500"/>
                  </a:lnTo>
                  <a:lnTo>
                    <a:pt x="871652" y="2950608"/>
                  </a:lnTo>
                  <a:close/>
                </a:path>
                <a:path w="2582544" h="10287000">
                  <a:moveTo>
                    <a:pt x="829189" y="10287000"/>
                  </a:moveTo>
                  <a:lnTo>
                    <a:pt x="914210" y="6720382"/>
                  </a:lnTo>
                  <a:lnTo>
                    <a:pt x="693987" y="7002564"/>
                  </a:lnTo>
                  <a:lnTo>
                    <a:pt x="820801" y="7279014"/>
                  </a:lnTo>
                  <a:lnTo>
                    <a:pt x="810061" y="7729557"/>
                  </a:lnTo>
                  <a:lnTo>
                    <a:pt x="835823" y="7813453"/>
                  </a:lnTo>
                  <a:lnTo>
                    <a:pt x="776859" y="10287000"/>
                  </a:lnTo>
                  <a:lnTo>
                    <a:pt x="829189" y="10287000"/>
                  </a:lnTo>
                  <a:close/>
                </a:path>
                <a:path w="2582544" h="10287000">
                  <a:moveTo>
                    <a:pt x="911491" y="10287000"/>
                  </a:moveTo>
                  <a:lnTo>
                    <a:pt x="1046695" y="4615225"/>
                  </a:lnTo>
                  <a:lnTo>
                    <a:pt x="852230" y="4929956"/>
                  </a:lnTo>
                  <a:lnTo>
                    <a:pt x="757882" y="5435256"/>
                  </a:lnTo>
                  <a:lnTo>
                    <a:pt x="913526" y="5625673"/>
                  </a:lnTo>
                  <a:lnTo>
                    <a:pt x="889267" y="6643325"/>
                  </a:lnTo>
                  <a:lnTo>
                    <a:pt x="914210" y="6720382"/>
                  </a:lnTo>
                  <a:lnTo>
                    <a:pt x="829189" y="10287000"/>
                  </a:lnTo>
                  <a:lnTo>
                    <a:pt x="911491" y="10287000"/>
                  </a:lnTo>
                  <a:close/>
                </a:path>
                <a:path w="2582544" h="10287000">
                  <a:moveTo>
                    <a:pt x="810061" y="7729557"/>
                  </a:moveTo>
                  <a:lnTo>
                    <a:pt x="820801" y="7279014"/>
                  </a:lnTo>
                  <a:lnTo>
                    <a:pt x="736651" y="7490493"/>
                  </a:lnTo>
                  <a:lnTo>
                    <a:pt x="810061" y="772955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6105825" y="0"/>
              <a:ext cx="2182495" cy="10287000"/>
            </a:xfrm>
            <a:custGeom>
              <a:avLst/>
              <a:gdLst/>
              <a:ahLst/>
              <a:cxnLst/>
              <a:rect l="l" t="t" r="r" b="b"/>
              <a:pathLst>
                <a:path w="2182494" h="10287000">
                  <a:moveTo>
                    <a:pt x="324672" y="9642677"/>
                  </a:moveTo>
                  <a:lnTo>
                    <a:pt x="348813" y="8629946"/>
                  </a:lnTo>
                  <a:lnTo>
                    <a:pt x="15010" y="8956588"/>
                  </a:lnTo>
                  <a:lnTo>
                    <a:pt x="0" y="9297708"/>
                  </a:lnTo>
                  <a:lnTo>
                    <a:pt x="324672" y="9642677"/>
                  </a:lnTo>
                  <a:close/>
                </a:path>
                <a:path w="2182494" h="10287000">
                  <a:moveTo>
                    <a:pt x="637861" y="1915198"/>
                  </a:moveTo>
                  <a:lnTo>
                    <a:pt x="669240" y="598864"/>
                  </a:lnTo>
                  <a:lnTo>
                    <a:pt x="530573" y="945880"/>
                  </a:lnTo>
                  <a:lnTo>
                    <a:pt x="435265" y="1196476"/>
                  </a:lnTo>
                  <a:lnTo>
                    <a:pt x="391993" y="1335644"/>
                  </a:lnTo>
                  <a:lnTo>
                    <a:pt x="399696" y="1428313"/>
                  </a:lnTo>
                  <a:lnTo>
                    <a:pt x="440978" y="1774836"/>
                  </a:lnTo>
                  <a:lnTo>
                    <a:pt x="637861" y="1915198"/>
                  </a:lnTo>
                  <a:close/>
                </a:path>
                <a:path w="2182494" h="10287000">
                  <a:moveTo>
                    <a:pt x="2182176" y="10287000"/>
                  </a:moveTo>
                  <a:lnTo>
                    <a:pt x="2182176" y="0"/>
                  </a:lnTo>
                  <a:lnTo>
                    <a:pt x="436956" y="0"/>
                  </a:lnTo>
                  <a:lnTo>
                    <a:pt x="540914" y="251871"/>
                  </a:lnTo>
                  <a:lnTo>
                    <a:pt x="669240" y="598864"/>
                  </a:lnTo>
                  <a:lnTo>
                    <a:pt x="637861" y="1915198"/>
                  </a:lnTo>
                  <a:lnTo>
                    <a:pt x="912289" y="2110843"/>
                  </a:lnTo>
                  <a:lnTo>
                    <a:pt x="872462" y="3781577"/>
                  </a:lnTo>
                  <a:lnTo>
                    <a:pt x="948670" y="3856914"/>
                  </a:lnTo>
                  <a:lnTo>
                    <a:pt x="1005259" y="3910114"/>
                  </a:lnTo>
                  <a:lnTo>
                    <a:pt x="983207" y="4835210"/>
                  </a:lnTo>
                  <a:lnTo>
                    <a:pt x="1008205" y="5012984"/>
                  </a:lnTo>
                  <a:lnTo>
                    <a:pt x="998723" y="5410755"/>
                  </a:lnTo>
                  <a:lnTo>
                    <a:pt x="1073597" y="5567786"/>
                  </a:lnTo>
                  <a:lnTo>
                    <a:pt x="961100" y="10287000"/>
                  </a:lnTo>
                  <a:lnTo>
                    <a:pt x="2182176" y="10287000"/>
                  </a:lnTo>
                  <a:close/>
                </a:path>
                <a:path w="2182494" h="10287000">
                  <a:moveTo>
                    <a:pt x="556220" y="10287000"/>
                  </a:moveTo>
                  <a:lnTo>
                    <a:pt x="617143" y="7731305"/>
                  </a:lnTo>
                  <a:lnTo>
                    <a:pt x="490641" y="8029232"/>
                  </a:lnTo>
                  <a:lnTo>
                    <a:pt x="331754" y="8211906"/>
                  </a:lnTo>
                  <a:lnTo>
                    <a:pt x="348813" y="8629946"/>
                  </a:lnTo>
                  <a:lnTo>
                    <a:pt x="324672" y="9642677"/>
                  </a:lnTo>
                  <a:lnTo>
                    <a:pt x="439925" y="9765135"/>
                  </a:lnTo>
                  <a:lnTo>
                    <a:pt x="427484" y="10287000"/>
                  </a:lnTo>
                  <a:lnTo>
                    <a:pt x="556220" y="10287000"/>
                  </a:lnTo>
                  <a:close/>
                </a:path>
                <a:path w="2182494" h="10287000">
                  <a:moveTo>
                    <a:pt x="427484" y="10287000"/>
                  </a:moveTo>
                  <a:lnTo>
                    <a:pt x="439925" y="9765135"/>
                  </a:lnTo>
                  <a:lnTo>
                    <a:pt x="345431" y="10235302"/>
                  </a:lnTo>
                  <a:lnTo>
                    <a:pt x="300522" y="10287000"/>
                  </a:lnTo>
                  <a:lnTo>
                    <a:pt x="427484" y="10287000"/>
                  </a:lnTo>
                  <a:close/>
                </a:path>
                <a:path w="2182494" h="10287000">
                  <a:moveTo>
                    <a:pt x="872462" y="3781577"/>
                  </a:moveTo>
                  <a:lnTo>
                    <a:pt x="912289" y="2110843"/>
                  </a:lnTo>
                  <a:lnTo>
                    <a:pt x="890007" y="2161026"/>
                  </a:lnTo>
                  <a:lnTo>
                    <a:pt x="841012" y="2275705"/>
                  </a:lnTo>
                  <a:lnTo>
                    <a:pt x="792086" y="2401072"/>
                  </a:lnTo>
                  <a:lnTo>
                    <a:pt x="770006" y="2483320"/>
                  </a:lnTo>
                  <a:lnTo>
                    <a:pt x="768398" y="2517139"/>
                  </a:lnTo>
                  <a:lnTo>
                    <a:pt x="764005" y="2565782"/>
                  </a:lnTo>
                  <a:lnTo>
                    <a:pt x="745193" y="2741357"/>
                  </a:lnTo>
                  <a:lnTo>
                    <a:pt x="740739" y="2789998"/>
                  </a:lnTo>
                  <a:lnTo>
                    <a:pt x="739041" y="2823814"/>
                  </a:lnTo>
                  <a:lnTo>
                    <a:pt x="714338" y="2894216"/>
                  </a:lnTo>
                  <a:lnTo>
                    <a:pt x="659879" y="2993526"/>
                  </a:lnTo>
                  <a:lnTo>
                    <a:pt x="605398" y="3082149"/>
                  </a:lnTo>
                  <a:lnTo>
                    <a:pt x="580631" y="3120489"/>
                  </a:lnTo>
                  <a:lnTo>
                    <a:pt x="615128" y="3386425"/>
                  </a:lnTo>
                  <a:lnTo>
                    <a:pt x="629220" y="3483516"/>
                  </a:lnTo>
                  <a:lnTo>
                    <a:pt x="694476" y="3590539"/>
                  </a:lnTo>
                  <a:lnTo>
                    <a:pt x="823018" y="3732697"/>
                  </a:lnTo>
                  <a:lnTo>
                    <a:pt x="872462" y="3781577"/>
                  </a:lnTo>
                  <a:close/>
                </a:path>
                <a:path w="2182494" h="10287000">
                  <a:moveTo>
                    <a:pt x="653264" y="10287000"/>
                  </a:moveTo>
                  <a:lnTo>
                    <a:pt x="741675" y="6578165"/>
                  </a:lnTo>
                  <a:lnTo>
                    <a:pt x="694952" y="7012864"/>
                  </a:lnTo>
                  <a:lnTo>
                    <a:pt x="584112" y="7292739"/>
                  </a:lnTo>
                  <a:lnTo>
                    <a:pt x="584739" y="7482901"/>
                  </a:lnTo>
                  <a:lnTo>
                    <a:pt x="617143" y="7731305"/>
                  </a:lnTo>
                  <a:lnTo>
                    <a:pt x="556220" y="10287000"/>
                  </a:lnTo>
                  <a:lnTo>
                    <a:pt x="650039" y="10287000"/>
                  </a:lnTo>
                  <a:lnTo>
                    <a:pt x="653264" y="10287000"/>
                  </a:lnTo>
                  <a:close/>
                </a:path>
                <a:path w="2182494" h="10287000">
                  <a:moveTo>
                    <a:pt x="961100" y="10287000"/>
                  </a:moveTo>
                  <a:lnTo>
                    <a:pt x="1073597" y="5567786"/>
                  </a:lnTo>
                  <a:lnTo>
                    <a:pt x="708278" y="6082840"/>
                  </a:lnTo>
                  <a:lnTo>
                    <a:pt x="741675" y="6578165"/>
                  </a:lnTo>
                  <a:lnTo>
                    <a:pt x="653264" y="10287000"/>
                  </a:lnTo>
                  <a:lnTo>
                    <a:pt x="961100" y="10287000"/>
                  </a:lnTo>
                  <a:close/>
                </a:path>
                <a:path w="2182494" h="10287000">
                  <a:moveTo>
                    <a:pt x="983207" y="4835210"/>
                  </a:moveTo>
                  <a:lnTo>
                    <a:pt x="1005259" y="3910114"/>
                  </a:lnTo>
                  <a:lnTo>
                    <a:pt x="863068" y="4340573"/>
                  </a:lnTo>
                  <a:lnTo>
                    <a:pt x="959679" y="4667894"/>
                  </a:lnTo>
                  <a:lnTo>
                    <a:pt x="983207" y="4835210"/>
                  </a:lnTo>
                  <a:close/>
                </a:path>
                <a:path w="2182494" h="10287000">
                  <a:moveTo>
                    <a:pt x="998723" y="5410755"/>
                  </a:moveTo>
                  <a:lnTo>
                    <a:pt x="1008205" y="5012984"/>
                  </a:lnTo>
                  <a:lnTo>
                    <a:pt x="897175" y="5197782"/>
                  </a:lnTo>
                  <a:lnTo>
                    <a:pt x="998723" y="5410755"/>
                  </a:lnTo>
                  <a:close/>
                </a:path>
              </a:pathLst>
            </a:custGeom>
            <a:solidFill>
              <a:srgbClr val="FFD04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016000" y="588769"/>
            <a:ext cx="5476240" cy="511809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3200" spc="-320"/>
              <a:t>2.</a:t>
            </a:r>
            <a:r>
              <a:rPr dirty="0" sz="3200" spc="-245"/>
              <a:t> </a:t>
            </a:r>
            <a:r>
              <a:rPr dirty="0" sz="3200" spc="-300"/>
              <a:t>Application</a:t>
            </a:r>
            <a:r>
              <a:rPr dirty="0" sz="3200" spc="-245"/>
              <a:t> </a:t>
            </a:r>
            <a:r>
              <a:rPr dirty="0" sz="3200" spc="-320"/>
              <a:t>Errors</a:t>
            </a:r>
            <a:r>
              <a:rPr dirty="0" sz="3200" spc="-245"/>
              <a:t> </a:t>
            </a:r>
            <a:r>
              <a:rPr dirty="0" sz="3200" spc="-350"/>
              <a:t>and</a:t>
            </a:r>
            <a:r>
              <a:rPr dirty="0" sz="3200" spc="-245"/>
              <a:t> </a:t>
            </a:r>
            <a:r>
              <a:rPr dirty="0" sz="3200" spc="-305"/>
              <a:t>Failures</a:t>
            </a:r>
            <a:endParaRPr sz="3200"/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5399" y="2664057"/>
            <a:ext cx="114300" cy="11429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5399" y="3121257"/>
            <a:ext cx="114300" cy="11429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5399" y="3578457"/>
            <a:ext cx="114300" cy="11429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5399" y="4035657"/>
            <a:ext cx="114300" cy="11429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5399" y="4492857"/>
            <a:ext cx="114300" cy="11429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5399" y="4950057"/>
            <a:ext cx="114300" cy="114299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5399" y="5407257"/>
            <a:ext cx="114300" cy="114299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5399" y="5864457"/>
            <a:ext cx="114300" cy="114299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5399" y="6321657"/>
            <a:ext cx="114300" cy="114299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5399" y="6778857"/>
            <a:ext cx="114300" cy="114299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1016000" y="1060035"/>
            <a:ext cx="14877415" cy="8712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5399"/>
              </a:lnSpc>
              <a:spcBef>
                <a:spcPts val="100"/>
              </a:spcBef>
              <a:tabLst>
                <a:tab pos="1979930" algn="l"/>
                <a:tab pos="3628390" algn="l"/>
                <a:tab pos="4728845" algn="l"/>
                <a:tab pos="5756275" algn="l"/>
                <a:tab pos="7405370" algn="l"/>
                <a:tab pos="9460865" algn="l"/>
                <a:tab pos="10328910" algn="l"/>
                <a:tab pos="11664315" algn="l"/>
                <a:tab pos="13706475" algn="l"/>
              </a:tabLst>
            </a:pPr>
            <a:r>
              <a:rPr dirty="0" sz="2600" spc="-10">
                <a:latin typeface="Comic Sans MS"/>
                <a:cs typeface="Comic Sans MS"/>
              </a:rPr>
              <a:t>Application</a:t>
            </a:r>
            <a:r>
              <a:rPr dirty="0" sz="2600">
                <a:latin typeface="Comic Sans MS"/>
                <a:cs typeface="Comic Sans MS"/>
              </a:rPr>
              <a:t>	</a:t>
            </a:r>
            <a:r>
              <a:rPr dirty="0" sz="2600" spc="-10">
                <a:latin typeface="Comic Sans MS"/>
                <a:cs typeface="Comic Sans MS"/>
              </a:rPr>
              <a:t>incidents</a:t>
            </a:r>
            <a:r>
              <a:rPr dirty="0" sz="2600">
                <a:latin typeface="Comic Sans MS"/>
                <a:cs typeface="Comic Sans MS"/>
              </a:rPr>
              <a:t>	</a:t>
            </a:r>
            <a:r>
              <a:rPr dirty="0" sz="2600" spc="-10">
                <a:latin typeface="Comic Sans MS"/>
                <a:cs typeface="Comic Sans MS"/>
              </a:rPr>
              <a:t>occur</a:t>
            </a:r>
            <a:r>
              <a:rPr dirty="0" sz="2600">
                <a:latin typeface="Comic Sans MS"/>
                <a:cs typeface="Comic Sans MS"/>
              </a:rPr>
              <a:t>	</a:t>
            </a:r>
            <a:r>
              <a:rPr dirty="0" sz="2600" spc="-20">
                <a:latin typeface="Comic Sans MS"/>
                <a:cs typeface="Comic Sans MS"/>
              </a:rPr>
              <a:t>when</a:t>
            </a:r>
            <a:r>
              <a:rPr dirty="0" sz="2600">
                <a:latin typeface="Comic Sans MS"/>
                <a:cs typeface="Comic Sans MS"/>
              </a:rPr>
              <a:t>	</a:t>
            </a:r>
            <a:r>
              <a:rPr dirty="0" sz="2600" spc="-10">
                <a:latin typeface="Comic Sans MS"/>
                <a:cs typeface="Comic Sans MS"/>
              </a:rPr>
              <a:t>software</a:t>
            </a:r>
            <a:r>
              <a:rPr dirty="0" sz="2600">
                <a:latin typeface="Comic Sans MS"/>
                <a:cs typeface="Comic Sans MS"/>
              </a:rPr>
              <a:t>	</a:t>
            </a:r>
            <a:r>
              <a:rPr dirty="0" sz="2600" spc="-10">
                <a:latin typeface="Comic Sans MS"/>
                <a:cs typeface="Comic Sans MS"/>
              </a:rPr>
              <a:t>applications</a:t>
            </a:r>
            <a:r>
              <a:rPr dirty="0" sz="2600">
                <a:latin typeface="Comic Sans MS"/>
                <a:cs typeface="Comic Sans MS"/>
              </a:rPr>
              <a:t>	</a:t>
            </a:r>
            <a:r>
              <a:rPr dirty="0" sz="2600" spc="-10">
                <a:latin typeface="Comic Sans MS"/>
                <a:cs typeface="Comic Sans MS"/>
              </a:rPr>
              <a:t>fail,</a:t>
            </a:r>
            <a:r>
              <a:rPr dirty="0" sz="2600">
                <a:latin typeface="Comic Sans MS"/>
                <a:cs typeface="Comic Sans MS"/>
              </a:rPr>
              <a:t>	</a:t>
            </a:r>
            <a:r>
              <a:rPr dirty="0" sz="2600" spc="-10">
                <a:latin typeface="Comic Sans MS"/>
                <a:cs typeface="Comic Sans MS"/>
              </a:rPr>
              <a:t>behave</a:t>
            </a:r>
            <a:r>
              <a:rPr dirty="0" sz="2600">
                <a:latin typeface="Comic Sans MS"/>
                <a:cs typeface="Comic Sans MS"/>
              </a:rPr>
              <a:t>	</a:t>
            </a:r>
            <a:r>
              <a:rPr dirty="0" sz="2600" spc="-10">
                <a:latin typeface="Comic Sans MS"/>
                <a:cs typeface="Comic Sans MS"/>
              </a:rPr>
              <a:t>incorrectly,</a:t>
            </a:r>
            <a:r>
              <a:rPr dirty="0" sz="2600">
                <a:latin typeface="Comic Sans MS"/>
                <a:cs typeface="Comic Sans MS"/>
              </a:rPr>
              <a:t>	</a:t>
            </a:r>
            <a:r>
              <a:rPr dirty="0" sz="2600" spc="-10">
                <a:latin typeface="Comic Sans MS"/>
                <a:cs typeface="Comic Sans MS"/>
              </a:rPr>
              <a:t>become </a:t>
            </a:r>
            <a:r>
              <a:rPr dirty="0" sz="2600">
                <a:latin typeface="Comic Sans MS"/>
                <a:cs typeface="Comic Sans MS"/>
              </a:rPr>
              <a:t>unavailable,</a:t>
            </a:r>
            <a:r>
              <a:rPr dirty="0" sz="2600" spc="-9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or</a:t>
            </a:r>
            <a:r>
              <a:rPr dirty="0" sz="2600" spc="-8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produce</a:t>
            </a:r>
            <a:r>
              <a:rPr dirty="0" sz="2600" spc="-8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unexpected</a:t>
            </a:r>
            <a:r>
              <a:rPr dirty="0" sz="2600" spc="-85">
                <a:latin typeface="Comic Sans MS"/>
                <a:cs typeface="Comic Sans MS"/>
              </a:rPr>
              <a:t> </a:t>
            </a:r>
            <a:r>
              <a:rPr dirty="0" sz="2600" spc="-10">
                <a:latin typeface="Comic Sans MS"/>
                <a:cs typeface="Comic Sans MS"/>
              </a:rPr>
              <a:t>results.</a:t>
            </a:r>
            <a:endParaRPr sz="2600">
              <a:latin typeface="Comic Sans MS"/>
              <a:cs typeface="Comic Sans MS"/>
            </a:endParaRPr>
          </a:p>
          <a:p>
            <a:pPr marL="573405" marR="11637645" indent="-561340">
              <a:lnSpc>
                <a:spcPts val="3600"/>
              </a:lnSpc>
              <a:spcBef>
                <a:spcPts val="200"/>
              </a:spcBef>
            </a:pPr>
            <a:r>
              <a:rPr dirty="0" sz="3200" spc="-385" b="1">
                <a:latin typeface="Comic Sans MS"/>
                <a:cs typeface="Comic Sans MS"/>
              </a:rPr>
              <a:t>Common</a:t>
            </a:r>
            <a:r>
              <a:rPr dirty="0" sz="3200" spc="-260" b="1">
                <a:latin typeface="Comic Sans MS"/>
                <a:cs typeface="Comic Sans MS"/>
              </a:rPr>
              <a:t> </a:t>
            </a:r>
            <a:r>
              <a:rPr dirty="0" sz="3200" spc="-350" b="1">
                <a:latin typeface="Comic Sans MS"/>
                <a:cs typeface="Comic Sans MS"/>
              </a:rPr>
              <a:t>examples </a:t>
            </a:r>
            <a:r>
              <a:rPr dirty="0" sz="2600">
                <a:latin typeface="Comic Sans MS"/>
                <a:cs typeface="Comic Sans MS"/>
              </a:rPr>
              <a:t>Application</a:t>
            </a:r>
            <a:r>
              <a:rPr dirty="0" sz="2600" spc="-90">
                <a:latin typeface="Comic Sans MS"/>
                <a:cs typeface="Comic Sans MS"/>
              </a:rPr>
              <a:t> </a:t>
            </a:r>
            <a:r>
              <a:rPr dirty="0" sz="2600" spc="-10">
                <a:latin typeface="Comic Sans MS"/>
                <a:cs typeface="Comic Sans MS"/>
              </a:rPr>
              <a:t>crash </a:t>
            </a:r>
            <a:r>
              <a:rPr dirty="0" sz="2600">
                <a:latin typeface="Comic Sans MS"/>
                <a:cs typeface="Comic Sans MS"/>
              </a:rPr>
              <a:t>Software</a:t>
            </a:r>
            <a:r>
              <a:rPr dirty="0" sz="2600" spc="-80">
                <a:latin typeface="Comic Sans MS"/>
                <a:cs typeface="Comic Sans MS"/>
              </a:rPr>
              <a:t> </a:t>
            </a:r>
            <a:r>
              <a:rPr dirty="0" sz="2600" spc="-20">
                <a:latin typeface="Comic Sans MS"/>
                <a:cs typeface="Comic Sans MS"/>
              </a:rPr>
              <a:t>bugs</a:t>
            </a:r>
            <a:endParaRPr sz="2600">
              <a:latin typeface="Comic Sans MS"/>
              <a:cs typeface="Comic Sans MS"/>
            </a:endParaRPr>
          </a:p>
          <a:p>
            <a:pPr marL="573405" marR="9991090">
              <a:lnSpc>
                <a:spcPts val="3600"/>
              </a:lnSpc>
            </a:pPr>
            <a:r>
              <a:rPr dirty="0" sz="2600">
                <a:latin typeface="Comic Sans MS"/>
                <a:cs typeface="Comic Sans MS"/>
              </a:rPr>
              <a:t>Database</a:t>
            </a:r>
            <a:r>
              <a:rPr dirty="0" sz="2600" spc="-7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application</a:t>
            </a:r>
            <a:r>
              <a:rPr dirty="0" sz="2600" spc="-70">
                <a:latin typeface="Comic Sans MS"/>
                <a:cs typeface="Comic Sans MS"/>
              </a:rPr>
              <a:t> </a:t>
            </a:r>
            <a:r>
              <a:rPr dirty="0" sz="2600" spc="-10">
                <a:latin typeface="Comic Sans MS"/>
                <a:cs typeface="Comic Sans MS"/>
              </a:rPr>
              <a:t>failure </a:t>
            </a:r>
            <a:r>
              <a:rPr dirty="0" sz="2600">
                <a:latin typeface="Comic Sans MS"/>
                <a:cs typeface="Comic Sans MS"/>
              </a:rPr>
              <a:t>ERP/CRM</a:t>
            </a:r>
            <a:r>
              <a:rPr dirty="0" sz="2600" spc="-105">
                <a:latin typeface="Comic Sans MS"/>
                <a:cs typeface="Comic Sans MS"/>
              </a:rPr>
              <a:t> </a:t>
            </a:r>
            <a:r>
              <a:rPr dirty="0" sz="2600" spc="-10">
                <a:latin typeface="Comic Sans MS"/>
                <a:cs typeface="Comic Sans MS"/>
              </a:rPr>
              <a:t>failure</a:t>
            </a:r>
            <a:endParaRPr sz="2600">
              <a:latin typeface="Comic Sans MS"/>
              <a:cs typeface="Comic Sans MS"/>
            </a:endParaRPr>
          </a:p>
          <a:p>
            <a:pPr marL="573405" marR="9141460">
              <a:lnSpc>
                <a:spcPts val="3600"/>
              </a:lnSpc>
            </a:pPr>
            <a:r>
              <a:rPr dirty="0" sz="2600">
                <a:latin typeface="Comic Sans MS"/>
                <a:cs typeface="Comic Sans MS"/>
              </a:rPr>
              <a:t>Web</a:t>
            </a:r>
            <a:r>
              <a:rPr dirty="0" sz="2600" spc="-6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application</a:t>
            </a:r>
            <a:r>
              <a:rPr dirty="0" sz="2600" spc="-55">
                <a:latin typeface="Comic Sans MS"/>
                <a:cs typeface="Comic Sans MS"/>
              </a:rPr>
              <a:t> </a:t>
            </a:r>
            <a:r>
              <a:rPr dirty="0" sz="2600" spc="-10">
                <a:latin typeface="Comic Sans MS"/>
                <a:cs typeface="Comic Sans MS"/>
              </a:rPr>
              <a:t>errors</a:t>
            </a:r>
            <a:r>
              <a:rPr dirty="0" sz="2600" spc="65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Incorrect</a:t>
            </a:r>
            <a:r>
              <a:rPr dirty="0" sz="2600" spc="-11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software</a:t>
            </a:r>
            <a:r>
              <a:rPr dirty="0" sz="2600" spc="-105">
                <a:latin typeface="Comic Sans MS"/>
                <a:cs typeface="Comic Sans MS"/>
              </a:rPr>
              <a:t> </a:t>
            </a:r>
            <a:r>
              <a:rPr dirty="0" sz="2600" spc="-10">
                <a:latin typeface="Comic Sans MS"/>
                <a:cs typeface="Comic Sans MS"/>
              </a:rPr>
              <a:t>configuration </a:t>
            </a:r>
            <a:r>
              <a:rPr dirty="0" sz="2600">
                <a:latin typeface="Comic Sans MS"/>
                <a:cs typeface="Comic Sans MS"/>
              </a:rPr>
              <a:t>Failed</a:t>
            </a:r>
            <a:r>
              <a:rPr dirty="0" sz="2600" spc="-7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software</a:t>
            </a:r>
            <a:r>
              <a:rPr dirty="0" sz="2600" spc="-65">
                <a:latin typeface="Comic Sans MS"/>
                <a:cs typeface="Comic Sans MS"/>
              </a:rPr>
              <a:t> </a:t>
            </a:r>
            <a:r>
              <a:rPr dirty="0" sz="2600" spc="-10">
                <a:latin typeface="Comic Sans MS"/>
                <a:cs typeface="Comic Sans MS"/>
              </a:rPr>
              <a:t>update</a:t>
            </a:r>
            <a:endParaRPr sz="2600">
              <a:latin typeface="Comic Sans MS"/>
              <a:cs typeface="Comic Sans MS"/>
            </a:endParaRPr>
          </a:p>
          <a:p>
            <a:pPr marL="573405" marR="8588375">
              <a:lnSpc>
                <a:spcPts val="3600"/>
              </a:lnSpc>
            </a:pPr>
            <a:r>
              <a:rPr dirty="0" sz="2600">
                <a:latin typeface="Comic Sans MS"/>
                <a:cs typeface="Comic Sans MS"/>
              </a:rPr>
              <a:t>Application</a:t>
            </a:r>
            <a:r>
              <a:rPr dirty="0" sz="2600" spc="-13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performance</a:t>
            </a:r>
            <a:r>
              <a:rPr dirty="0" sz="2600" spc="-130">
                <a:latin typeface="Comic Sans MS"/>
                <a:cs typeface="Comic Sans MS"/>
              </a:rPr>
              <a:t> </a:t>
            </a:r>
            <a:r>
              <a:rPr dirty="0" sz="2600" spc="-10">
                <a:latin typeface="Comic Sans MS"/>
                <a:cs typeface="Comic Sans MS"/>
              </a:rPr>
              <a:t>degradation </a:t>
            </a:r>
            <a:r>
              <a:rPr dirty="0" sz="2600">
                <a:latin typeface="Comic Sans MS"/>
                <a:cs typeface="Comic Sans MS"/>
              </a:rPr>
              <a:t>API</a:t>
            </a:r>
            <a:r>
              <a:rPr dirty="0" sz="2600" spc="-25">
                <a:latin typeface="Comic Sans MS"/>
                <a:cs typeface="Comic Sans MS"/>
              </a:rPr>
              <a:t> </a:t>
            </a:r>
            <a:r>
              <a:rPr dirty="0" sz="2600" spc="-10">
                <a:latin typeface="Comic Sans MS"/>
                <a:cs typeface="Comic Sans MS"/>
              </a:rPr>
              <a:t>failure</a:t>
            </a:r>
            <a:endParaRPr sz="2600">
              <a:latin typeface="Comic Sans MS"/>
              <a:cs typeface="Comic Sans MS"/>
            </a:endParaRPr>
          </a:p>
          <a:p>
            <a:pPr marL="573405">
              <a:lnSpc>
                <a:spcPts val="3060"/>
              </a:lnSpc>
              <a:spcBef>
                <a:spcPts val="280"/>
              </a:spcBef>
            </a:pPr>
            <a:r>
              <a:rPr dirty="0" sz="2600">
                <a:latin typeface="Comic Sans MS"/>
                <a:cs typeface="Comic Sans MS"/>
              </a:rPr>
              <a:t>Dependency</a:t>
            </a:r>
            <a:r>
              <a:rPr dirty="0" sz="2600" spc="-8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or</a:t>
            </a:r>
            <a:r>
              <a:rPr dirty="0" sz="2600" spc="-8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service</a:t>
            </a:r>
            <a:r>
              <a:rPr dirty="0" sz="2600" spc="-85">
                <a:latin typeface="Comic Sans MS"/>
                <a:cs typeface="Comic Sans MS"/>
              </a:rPr>
              <a:t> </a:t>
            </a:r>
            <a:r>
              <a:rPr dirty="0" sz="2600" spc="-10">
                <a:latin typeface="Comic Sans MS"/>
                <a:cs typeface="Comic Sans MS"/>
              </a:rPr>
              <a:t>failure</a:t>
            </a:r>
            <a:endParaRPr sz="2600">
              <a:latin typeface="Comic Sans MS"/>
              <a:cs typeface="Comic Sans MS"/>
            </a:endParaRPr>
          </a:p>
          <a:p>
            <a:pPr marL="12700">
              <a:lnSpc>
                <a:spcPts val="3779"/>
              </a:lnSpc>
            </a:pPr>
            <a:r>
              <a:rPr dirty="0" sz="3200" spc="-360" b="1">
                <a:latin typeface="Comic Sans MS"/>
                <a:cs typeface="Comic Sans MS"/>
              </a:rPr>
              <a:t>Example</a:t>
            </a:r>
            <a:endParaRPr sz="3200">
              <a:latin typeface="Comic Sans MS"/>
              <a:cs typeface="Comic Sans MS"/>
            </a:endParaRPr>
          </a:p>
          <a:p>
            <a:pPr marL="12700" marR="5080">
              <a:lnSpc>
                <a:spcPts val="3600"/>
              </a:lnSpc>
              <a:spcBef>
                <a:spcPts val="80"/>
              </a:spcBef>
              <a:tabLst>
                <a:tab pos="802005" algn="l"/>
                <a:tab pos="2801620" algn="l"/>
                <a:tab pos="4186554" algn="l"/>
                <a:tab pos="6268720" algn="l"/>
                <a:tab pos="7548245" algn="l"/>
                <a:tab pos="8931910" algn="l"/>
                <a:tab pos="9957435" algn="l"/>
                <a:tab pos="10320020" algn="l"/>
                <a:tab pos="11904980" algn="l"/>
                <a:tab pos="13237210" algn="l"/>
              </a:tabLst>
            </a:pPr>
            <a:r>
              <a:rPr dirty="0" sz="2600" spc="-25">
                <a:latin typeface="Comic Sans MS"/>
                <a:cs typeface="Comic Sans MS"/>
              </a:rPr>
              <a:t>The</a:t>
            </a:r>
            <a:r>
              <a:rPr dirty="0" sz="2600">
                <a:latin typeface="Comic Sans MS"/>
                <a:cs typeface="Comic Sans MS"/>
              </a:rPr>
              <a:t>	</a:t>
            </a:r>
            <a:r>
              <a:rPr dirty="0" sz="2600" spc="-10">
                <a:latin typeface="Comic Sans MS"/>
                <a:cs typeface="Comic Sans MS"/>
              </a:rPr>
              <a:t>university's</a:t>
            </a:r>
            <a:r>
              <a:rPr dirty="0" sz="2600">
                <a:latin typeface="Comic Sans MS"/>
                <a:cs typeface="Comic Sans MS"/>
              </a:rPr>
              <a:t>	</a:t>
            </a:r>
            <a:r>
              <a:rPr dirty="0" sz="2600" spc="-10">
                <a:latin typeface="Comic Sans MS"/>
                <a:cs typeface="Comic Sans MS"/>
              </a:rPr>
              <a:t>student</a:t>
            </a:r>
            <a:r>
              <a:rPr dirty="0" sz="2600">
                <a:latin typeface="Comic Sans MS"/>
                <a:cs typeface="Comic Sans MS"/>
              </a:rPr>
              <a:t>	</a:t>
            </a:r>
            <a:r>
              <a:rPr dirty="0" sz="2600" spc="-10">
                <a:latin typeface="Comic Sans MS"/>
                <a:cs typeface="Comic Sans MS"/>
              </a:rPr>
              <a:t>management</a:t>
            </a:r>
            <a:r>
              <a:rPr dirty="0" sz="2600">
                <a:latin typeface="Comic Sans MS"/>
                <a:cs typeface="Comic Sans MS"/>
              </a:rPr>
              <a:t>	</a:t>
            </a:r>
            <a:r>
              <a:rPr dirty="0" sz="2600" spc="-10">
                <a:latin typeface="Comic Sans MS"/>
                <a:cs typeface="Comic Sans MS"/>
              </a:rPr>
              <a:t>system</a:t>
            </a:r>
            <a:r>
              <a:rPr dirty="0" sz="2600">
                <a:latin typeface="Comic Sans MS"/>
                <a:cs typeface="Comic Sans MS"/>
              </a:rPr>
              <a:t>	</a:t>
            </a:r>
            <a:r>
              <a:rPr dirty="0" sz="2600" spc="-10">
                <a:latin typeface="Comic Sans MS"/>
                <a:cs typeface="Comic Sans MS"/>
              </a:rPr>
              <a:t>crashes</a:t>
            </a:r>
            <a:r>
              <a:rPr dirty="0" sz="2600">
                <a:latin typeface="Comic Sans MS"/>
                <a:cs typeface="Comic Sans MS"/>
              </a:rPr>
              <a:t>	</a:t>
            </a:r>
            <a:r>
              <a:rPr dirty="0" sz="2600" spc="-10">
                <a:latin typeface="Comic Sans MS"/>
                <a:cs typeface="Comic Sans MS"/>
              </a:rPr>
              <a:t>after</a:t>
            </a:r>
            <a:r>
              <a:rPr dirty="0" sz="2600">
                <a:latin typeface="Comic Sans MS"/>
                <a:cs typeface="Comic Sans MS"/>
              </a:rPr>
              <a:t>	</a:t>
            </a:r>
            <a:r>
              <a:rPr dirty="0" sz="2600" spc="-50">
                <a:latin typeface="Comic Sans MS"/>
                <a:cs typeface="Comic Sans MS"/>
              </a:rPr>
              <a:t>a</a:t>
            </a:r>
            <a:r>
              <a:rPr dirty="0" sz="2600">
                <a:latin typeface="Comic Sans MS"/>
                <a:cs typeface="Comic Sans MS"/>
              </a:rPr>
              <a:t>	</a:t>
            </a:r>
            <a:r>
              <a:rPr dirty="0" sz="2600" spc="-10">
                <a:latin typeface="Comic Sans MS"/>
                <a:cs typeface="Comic Sans MS"/>
              </a:rPr>
              <a:t>software</a:t>
            </a:r>
            <a:r>
              <a:rPr dirty="0" sz="2600">
                <a:latin typeface="Comic Sans MS"/>
                <a:cs typeface="Comic Sans MS"/>
              </a:rPr>
              <a:t>	</a:t>
            </a:r>
            <a:r>
              <a:rPr dirty="0" sz="2600" spc="-10">
                <a:latin typeface="Comic Sans MS"/>
                <a:cs typeface="Comic Sans MS"/>
              </a:rPr>
              <a:t>update,</a:t>
            </a:r>
            <a:r>
              <a:rPr dirty="0" sz="2600">
                <a:latin typeface="Comic Sans MS"/>
                <a:cs typeface="Comic Sans MS"/>
              </a:rPr>
              <a:t>	</a:t>
            </a:r>
            <a:r>
              <a:rPr dirty="0" sz="2600" spc="-10">
                <a:latin typeface="Comic Sans MS"/>
                <a:cs typeface="Comic Sans MS"/>
              </a:rPr>
              <a:t>preventing </a:t>
            </a:r>
            <a:r>
              <a:rPr dirty="0" sz="2600">
                <a:latin typeface="Comic Sans MS"/>
                <a:cs typeface="Comic Sans MS"/>
              </a:rPr>
              <a:t>students</a:t>
            </a:r>
            <a:r>
              <a:rPr dirty="0" sz="2600" spc="-7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from</a:t>
            </a:r>
            <a:r>
              <a:rPr dirty="0" sz="2600" spc="-7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registering</a:t>
            </a:r>
            <a:r>
              <a:rPr dirty="0" sz="2600" spc="-7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for</a:t>
            </a:r>
            <a:r>
              <a:rPr dirty="0" sz="2600" spc="-75">
                <a:latin typeface="Comic Sans MS"/>
                <a:cs typeface="Comic Sans MS"/>
              </a:rPr>
              <a:t> </a:t>
            </a:r>
            <a:r>
              <a:rPr dirty="0" sz="2600" spc="-10">
                <a:latin typeface="Comic Sans MS"/>
                <a:cs typeface="Comic Sans MS"/>
              </a:rPr>
              <a:t>courses.</a:t>
            </a:r>
            <a:endParaRPr sz="2600">
              <a:latin typeface="Comic Sans MS"/>
              <a:cs typeface="Comic Sans MS"/>
            </a:endParaRPr>
          </a:p>
          <a:p>
            <a:pPr marL="12700" marR="8525510">
              <a:lnSpc>
                <a:spcPts val="3600"/>
              </a:lnSpc>
            </a:pPr>
            <a:r>
              <a:rPr dirty="0" sz="2600">
                <a:latin typeface="Comic Sans MS"/>
                <a:cs typeface="Comic Sans MS"/>
              </a:rPr>
              <a:t>Incident</a:t>
            </a:r>
            <a:r>
              <a:rPr dirty="0" sz="2600" spc="-9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category:</a:t>
            </a:r>
            <a:r>
              <a:rPr dirty="0" sz="2600" spc="-9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Application</a:t>
            </a:r>
            <a:r>
              <a:rPr dirty="0" sz="2600" spc="-95">
                <a:latin typeface="Comic Sans MS"/>
                <a:cs typeface="Comic Sans MS"/>
              </a:rPr>
              <a:t> </a:t>
            </a:r>
            <a:r>
              <a:rPr dirty="0" sz="2600" spc="-10">
                <a:latin typeface="Comic Sans MS"/>
                <a:cs typeface="Comic Sans MS"/>
              </a:rPr>
              <a:t>failure </a:t>
            </a:r>
            <a:r>
              <a:rPr dirty="0" sz="2600">
                <a:latin typeface="Comic Sans MS"/>
                <a:cs typeface="Comic Sans MS"/>
              </a:rPr>
              <a:t>Impact:</a:t>
            </a:r>
            <a:r>
              <a:rPr dirty="0" sz="2600" spc="-8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Academic</a:t>
            </a:r>
            <a:r>
              <a:rPr dirty="0" sz="2600" spc="-8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services</a:t>
            </a:r>
            <a:r>
              <a:rPr dirty="0" sz="2600" spc="-8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are</a:t>
            </a:r>
            <a:r>
              <a:rPr dirty="0" sz="2600" spc="-80">
                <a:latin typeface="Comic Sans MS"/>
                <a:cs typeface="Comic Sans MS"/>
              </a:rPr>
              <a:t> </a:t>
            </a:r>
            <a:r>
              <a:rPr dirty="0" sz="2600" spc="-10">
                <a:latin typeface="Comic Sans MS"/>
                <a:cs typeface="Comic Sans MS"/>
              </a:rPr>
              <a:t>disrupted</a:t>
            </a:r>
            <a:endParaRPr sz="26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dirty="0" sz="2600">
                <a:latin typeface="Comic Sans MS"/>
                <a:cs typeface="Comic Sans MS"/>
              </a:rPr>
              <a:t>Affected</a:t>
            </a:r>
            <a:r>
              <a:rPr dirty="0" sz="2600" spc="-8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property:</a:t>
            </a:r>
            <a:r>
              <a:rPr dirty="0" sz="2600" spc="-8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Availability</a:t>
            </a:r>
            <a:r>
              <a:rPr dirty="0" sz="2600" spc="-8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and</a:t>
            </a:r>
            <a:r>
              <a:rPr dirty="0" sz="2600" spc="-7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potentially</a:t>
            </a:r>
            <a:r>
              <a:rPr dirty="0" sz="2600" spc="-80">
                <a:latin typeface="Comic Sans MS"/>
                <a:cs typeface="Comic Sans MS"/>
              </a:rPr>
              <a:t> </a:t>
            </a:r>
            <a:r>
              <a:rPr dirty="0" sz="2600" spc="-10">
                <a:latin typeface="Comic Sans MS"/>
                <a:cs typeface="Comic Sans MS"/>
              </a:rPr>
              <a:t>Integrity</a:t>
            </a:r>
            <a:endParaRPr sz="26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553249" y="0"/>
            <a:ext cx="2734945" cy="10287000"/>
            <a:chOff x="15553249" y="0"/>
            <a:chExt cx="2734945" cy="10287000"/>
          </a:xfrm>
        </p:grpSpPr>
        <p:sp>
          <p:nvSpPr>
            <p:cNvPr id="3" name="object 3"/>
            <p:cNvSpPr/>
            <p:nvPr/>
          </p:nvSpPr>
          <p:spPr>
            <a:xfrm>
              <a:off x="15553249" y="0"/>
              <a:ext cx="2734945" cy="10287000"/>
            </a:xfrm>
            <a:custGeom>
              <a:avLst/>
              <a:gdLst/>
              <a:ahLst/>
              <a:cxnLst/>
              <a:rect l="l" t="t" r="r" b="b"/>
              <a:pathLst>
                <a:path w="2734944" h="10287000">
                  <a:moveTo>
                    <a:pt x="727011" y="10287000"/>
                  </a:moveTo>
                  <a:lnTo>
                    <a:pt x="779927" y="8067176"/>
                  </a:lnTo>
                  <a:lnTo>
                    <a:pt x="455832" y="8264828"/>
                  </a:lnTo>
                  <a:lnTo>
                    <a:pt x="334756" y="8520630"/>
                  </a:lnTo>
                  <a:lnTo>
                    <a:pt x="293648" y="8874393"/>
                  </a:lnTo>
                  <a:lnTo>
                    <a:pt x="0" y="9289203"/>
                  </a:lnTo>
                  <a:lnTo>
                    <a:pt x="103447" y="9752295"/>
                  </a:lnTo>
                  <a:lnTo>
                    <a:pt x="384759" y="10009582"/>
                  </a:lnTo>
                  <a:lnTo>
                    <a:pt x="378146" y="10287000"/>
                  </a:lnTo>
                  <a:lnTo>
                    <a:pt x="727011" y="10287000"/>
                  </a:lnTo>
                  <a:close/>
                </a:path>
                <a:path w="2734944" h="10287000">
                  <a:moveTo>
                    <a:pt x="586809" y="1997404"/>
                  </a:moveTo>
                  <a:lnTo>
                    <a:pt x="614320" y="843315"/>
                  </a:lnTo>
                  <a:lnTo>
                    <a:pt x="336085" y="1580317"/>
                  </a:lnTo>
                  <a:lnTo>
                    <a:pt x="500606" y="1893043"/>
                  </a:lnTo>
                  <a:lnTo>
                    <a:pt x="586809" y="1997404"/>
                  </a:lnTo>
                  <a:close/>
                </a:path>
                <a:path w="2734944" h="10287000">
                  <a:moveTo>
                    <a:pt x="2734752" y="10287000"/>
                  </a:moveTo>
                  <a:lnTo>
                    <a:pt x="2734752" y="0"/>
                  </a:lnTo>
                  <a:lnTo>
                    <a:pt x="557905" y="0"/>
                  </a:lnTo>
                  <a:lnTo>
                    <a:pt x="485748" y="496316"/>
                  </a:lnTo>
                  <a:lnTo>
                    <a:pt x="614320" y="843315"/>
                  </a:lnTo>
                  <a:lnTo>
                    <a:pt x="586809" y="1997404"/>
                  </a:lnTo>
                  <a:lnTo>
                    <a:pt x="838014" y="2301524"/>
                  </a:lnTo>
                  <a:lnTo>
                    <a:pt x="816517" y="3203315"/>
                  </a:lnTo>
                  <a:lnTo>
                    <a:pt x="817621" y="3208532"/>
                  </a:lnTo>
                  <a:lnTo>
                    <a:pt x="783270" y="4649534"/>
                  </a:lnTo>
                  <a:lnTo>
                    <a:pt x="884949" y="4795181"/>
                  </a:lnTo>
                  <a:lnTo>
                    <a:pt x="834878" y="6895682"/>
                  </a:lnTo>
                  <a:lnTo>
                    <a:pt x="860277" y="6974153"/>
                  </a:lnTo>
                  <a:lnTo>
                    <a:pt x="781306" y="10287000"/>
                  </a:lnTo>
                  <a:lnTo>
                    <a:pt x="2734752" y="10287000"/>
                  </a:lnTo>
                  <a:close/>
                </a:path>
                <a:path w="2734944" h="10287000">
                  <a:moveTo>
                    <a:pt x="378146" y="10287000"/>
                  </a:moveTo>
                  <a:lnTo>
                    <a:pt x="384759" y="10009582"/>
                  </a:lnTo>
                  <a:lnTo>
                    <a:pt x="329200" y="10287000"/>
                  </a:lnTo>
                  <a:lnTo>
                    <a:pt x="378146" y="10287000"/>
                  </a:lnTo>
                  <a:close/>
                </a:path>
                <a:path w="2734944" h="10287000">
                  <a:moveTo>
                    <a:pt x="783270" y="4649534"/>
                  </a:moveTo>
                  <a:lnTo>
                    <a:pt x="817621" y="3208532"/>
                  </a:lnTo>
                  <a:lnTo>
                    <a:pt x="782587" y="3554825"/>
                  </a:lnTo>
                  <a:lnTo>
                    <a:pt x="693633" y="3926610"/>
                  </a:lnTo>
                  <a:lnTo>
                    <a:pt x="549494" y="4376921"/>
                  </a:lnTo>
                  <a:lnTo>
                    <a:pt x="783270" y="4649534"/>
                  </a:lnTo>
                  <a:close/>
                </a:path>
                <a:path w="2734944" h="10287000">
                  <a:moveTo>
                    <a:pt x="816517" y="3203315"/>
                  </a:moveTo>
                  <a:lnTo>
                    <a:pt x="838014" y="2301524"/>
                  </a:lnTo>
                  <a:lnTo>
                    <a:pt x="716051" y="2728534"/>
                  </a:lnTo>
                  <a:lnTo>
                    <a:pt x="816517" y="3203315"/>
                  </a:lnTo>
                  <a:close/>
                </a:path>
                <a:path w="2734944" h="10287000">
                  <a:moveTo>
                    <a:pt x="781306" y="10287000"/>
                  </a:moveTo>
                  <a:lnTo>
                    <a:pt x="860277" y="6974153"/>
                  </a:lnTo>
                  <a:lnTo>
                    <a:pt x="639810" y="7256328"/>
                  </a:lnTo>
                  <a:lnTo>
                    <a:pt x="766875" y="7532539"/>
                  </a:lnTo>
                  <a:lnTo>
                    <a:pt x="755982" y="7989517"/>
                  </a:lnTo>
                  <a:lnTo>
                    <a:pt x="779927" y="8067176"/>
                  </a:lnTo>
                  <a:lnTo>
                    <a:pt x="727011" y="10287000"/>
                  </a:lnTo>
                  <a:lnTo>
                    <a:pt x="781306" y="10287000"/>
                  </a:lnTo>
                  <a:close/>
                </a:path>
                <a:path w="2734944" h="10287000">
                  <a:moveTo>
                    <a:pt x="834878" y="6895682"/>
                  </a:moveTo>
                  <a:lnTo>
                    <a:pt x="859097" y="5879677"/>
                  </a:lnTo>
                  <a:lnTo>
                    <a:pt x="734991" y="6200754"/>
                  </a:lnTo>
                  <a:lnTo>
                    <a:pt x="686140" y="6436167"/>
                  </a:lnTo>
                  <a:lnTo>
                    <a:pt x="834878" y="6895682"/>
                  </a:lnTo>
                  <a:close/>
                </a:path>
                <a:path w="2734944" h="10287000">
                  <a:moveTo>
                    <a:pt x="755982" y="7989517"/>
                  </a:moveTo>
                  <a:lnTo>
                    <a:pt x="766875" y="7532539"/>
                  </a:lnTo>
                  <a:lnTo>
                    <a:pt x="680726" y="7745444"/>
                  </a:lnTo>
                  <a:lnTo>
                    <a:pt x="755982" y="7989517"/>
                  </a:lnTo>
                  <a:close/>
                </a:path>
                <a:path w="2734944" h="10287000">
                  <a:moveTo>
                    <a:pt x="859097" y="5879677"/>
                  </a:moveTo>
                  <a:lnTo>
                    <a:pt x="884949" y="4795181"/>
                  </a:lnTo>
                  <a:lnTo>
                    <a:pt x="796082" y="5183920"/>
                  </a:lnTo>
                  <a:lnTo>
                    <a:pt x="808203" y="5541163"/>
                  </a:lnTo>
                  <a:lnTo>
                    <a:pt x="859097" y="58796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5705595" y="0"/>
              <a:ext cx="2582545" cy="10287000"/>
            </a:xfrm>
            <a:custGeom>
              <a:avLst/>
              <a:gdLst/>
              <a:ahLst/>
              <a:cxnLst/>
              <a:rect l="l" t="t" r="r" b="b"/>
              <a:pathLst>
                <a:path w="2582544" h="10287000">
                  <a:moveTo>
                    <a:pt x="324672" y="9633137"/>
                  </a:moveTo>
                  <a:lnTo>
                    <a:pt x="348813" y="8620406"/>
                  </a:lnTo>
                  <a:lnTo>
                    <a:pt x="15010" y="8947047"/>
                  </a:lnTo>
                  <a:lnTo>
                    <a:pt x="0" y="9288167"/>
                  </a:lnTo>
                  <a:lnTo>
                    <a:pt x="324672" y="9633137"/>
                  </a:lnTo>
                  <a:close/>
                </a:path>
                <a:path w="2582544" h="10287000">
                  <a:moveTo>
                    <a:pt x="641724" y="1743619"/>
                  </a:moveTo>
                  <a:lnTo>
                    <a:pt x="669240" y="589323"/>
                  </a:lnTo>
                  <a:lnTo>
                    <a:pt x="391239" y="1326822"/>
                  </a:lnTo>
                  <a:lnTo>
                    <a:pt x="555760" y="1639548"/>
                  </a:lnTo>
                  <a:lnTo>
                    <a:pt x="641724" y="1743619"/>
                  </a:lnTo>
                  <a:close/>
                </a:path>
                <a:path w="2582544" h="10287000">
                  <a:moveTo>
                    <a:pt x="2582406" y="10287000"/>
                  </a:moveTo>
                  <a:lnTo>
                    <a:pt x="2582406" y="0"/>
                  </a:lnTo>
                  <a:lnTo>
                    <a:pt x="440705" y="0"/>
                  </a:lnTo>
                  <a:lnTo>
                    <a:pt x="540914" y="242330"/>
                  </a:lnTo>
                  <a:lnTo>
                    <a:pt x="669240" y="589323"/>
                  </a:lnTo>
                  <a:lnTo>
                    <a:pt x="641724" y="1743619"/>
                  </a:lnTo>
                  <a:lnTo>
                    <a:pt x="893168" y="2048028"/>
                  </a:lnTo>
                  <a:lnTo>
                    <a:pt x="871652" y="2950608"/>
                  </a:lnTo>
                  <a:lnTo>
                    <a:pt x="872757" y="2955773"/>
                  </a:lnTo>
                  <a:lnTo>
                    <a:pt x="838407" y="4396774"/>
                  </a:lnTo>
                  <a:lnTo>
                    <a:pt x="1046695" y="4615225"/>
                  </a:lnTo>
                  <a:lnTo>
                    <a:pt x="911491" y="10287000"/>
                  </a:lnTo>
                  <a:lnTo>
                    <a:pt x="2582406" y="10287000"/>
                  </a:lnTo>
                  <a:close/>
                </a:path>
                <a:path w="2582544" h="10287000">
                  <a:moveTo>
                    <a:pt x="776859" y="10287000"/>
                  </a:moveTo>
                  <a:lnTo>
                    <a:pt x="835823" y="7813453"/>
                  </a:lnTo>
                  <a:lnTo>
                    <a:pt x="513486" y="7885856"/>
                  </a:lnTo>
                  <a:lnTo>
                    <a:pt x="291209" y="8254217"/>
                  </a:lnTo>
                  <a:lnTo>
                    <a:pt x="348813" y="8620406"/>
                  </a:lnTo>
                  <a:lnTo>
                    <a:pt x="324672" y="9633137"/>
                  </a:lnTo>
                  <a:lnTo>
                    <a:pt x="439925" y="9755595"/>
                  </a:lnTo>
                  <a:lnTo>
                    <a:pt x="427257" y="10287000"/>
                  </a:lnTo>
                  <a:lnTo>
                    <a:pt x="776859" y="10287000"/>
                  </a:lnTo>
                  <a:close/>
                </a:path>
                <a:path w="2582544" h="10287000">
                  <a:moveTo>
                    <a:pt x="427257" y="10287000"/>
                  </a:moveTo>
                  <a:lnTo>
                    <a:pt x="439925" y="9755595"/>
                  </a:lnTo>
                  <a:lnTo>
                    <a:pt x="346168" y="10225779"/>
                  </a:lnTo>
                  <a:lnTo>
                    <a:pt x="292986" y="10287000"/>
                  </a:lnTo>
                  <a:lnTo>
                    <a:pt x="427257" y="10287000"/>
                  </a:lnTo>
                  <a:close/>
                </a:path>
                <a:path w="2582544" h="10287000">
                  <a:moveTo>
                    <a:pt x="838407" y="4396774"/>
                  </a:moveTo>
                  <a:lnTo>
                    <a:pt x="872757" y="2955773"/>
                  </a:lnTo>
                  <a:lnTo>
                    <a:pt x="837723" y="3302065"/>
                  </a:lnTo>
                  <a:lnTo>
                    <a:pt x="748775" y="3673605"/>
                  </a:lnTo>
                  <a:lnTo>
                    <a:pt x="604385" y="4124156"/>
                  </a:lnTo>
                  <a:lnTo>
                    <a:pt x="838407" y="4396774"/>
                  </a:lnTo>
                  <a:close/>
                </a:path>
                <a:path w="2582544" h="10287000">
                  <a:moveTo>
                    <a:pt x="889267" y="6643325"/>
                  </a:moveTo>
                  <a:lnTo>
                    <a:pt x="913526" y="5625673"/>
                  </a:lnTo>
                  <a:lnTo>
                    <a:pt x="641146" y="5859443"/>
                  </a:lnTo>
                  <a:lnTo>
                    <a:pt x="740072" y="6182396"/>
                  </a:lnTo>
                  <a:lnTo>
                    <a:pt x="889267" y="6643325"/>
                  </a:lnTo>
                  <a:close/>
                </a:path>
                <a:path w="2582544" h="10287000">
                  <a:moveTo>
                    <a:pt x="871652" y="2950608"/>
                  </a:moveTo>
                  <a:lnTo>
                    <a:pt x="893168" y="2048028"/>
                  </a:lnTo>
                  <a:lnTo>
                    <a:pt x="769965" y="2475500"/>
                  </a:lnTo>
                  <a:lnTo>
                    <a:pt x="871652" y="2950608"/>
                  </a:lnTo>
                  <a:close/>
                </a:path>
                <a:path w="2582544" h="10287000">
                  <a:moveTo>
                    <a:pt x="829189" y="10287000"/>
                  </a:moveTo>
                  <a:lnTo>
                    <a:pt x="914210" y="6720382"/>
                  </a:lnTo>
                  <a:lnTo>
                    <a:pt x="693987" y="7002564"/>
                  </a:lnTo>
                  <a:lnTo>
                    <a:pt x="820801" y="7279014"/>
                  </a:lnTo>
                  <a:lnTo>
                    <a:pt x="810061" y="7729557"/>
                  </a:lnTo>
                  <a:lnTo>
                    <a:pt x="835823" y="7813453"/>
                  </a:lnTo>
                  <a:lnTo>
                    <a:pt x="776859" y="10287000"/>
                  </a:lnTo>
                  <a:lnTo>
                    <a:pt x="829189" y="10287000"/>
                  </a:lnTo>
                  <a:close/>
                </a:path>
                <a:path w="2582544" h="10287000">
                  <a:moveTo>
                    <a:pt x="911491" y="10287000"/>
                  </a:moveTo>
                  <a:lnTo>
                    <a:pt x="1046695" y="4615225"/>
                  </a:lnTo>
                  <a:lnTo>
                    <a:pt x="852230" y="4929956"/>
                  </a:lnTo>
                  <a:lnTo>
                    <a:pt x="757882" y="5435256"/>
                  </a:lnTo>
                  <a:lnTo>
                    <a:pt x="913526" y="5625673"/>
                  </a:lnTo>
                  <a:lnTo>
                    <a:pt x="889267" y="6643325"/>
                  </a:lnTo>
                  <a:lnTo>
                    <a:pt x="914210" y="6720382"/>
                  </a:lnTo>
                  <a:lnTo>
                    <a:pt x="829189" y="10287000"/>
                  </a:lnTo>
                  <a:lnTo>
                    <a:pt x="911491" y="10287000"/>
                  </a:lnTo>
                  <a:close/>
                </a:path>
                <a:path w="2582544" h="10287000">
                  <a:moveTo>
                    <a:pt x="810061" y="7729557"/>
                  </a:moveTo>
                  <a:lnTo>
                    <a:pt x="820801" y="7279014"/>
                  </a:lnTo>
                  <a:lnTo>
                    <a:pt x="736651" y="7490493"/>
                  </a:lnTo>
                  <a:lnTo>
                    <a:pt x="810061" y="772955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6105825" y="0"/>
              <a:ext cx="2182495" cy="10287000"/>
            </a:xfrm>
            <a:custGeom>
              <a:avLst/>
              <a:gdLst/>
              <a:ahLst/>
              <a:cxnLst/>
              <a:rect l="l" t="t" r="r" b="b"/>
              <a:pathLst>
                <a:path w="2182494" h="10287000">
                  <a:moveTo>
                    <a:pt x="324672" y="9642677"/>
                  </a:moveTo>
                  <a:lnTo>
                    <a:pt x="348813" y="8629946"/>
                  </a:lnTo>
                  <a:lnTo>
                    <a:pt x="15010" y="8956588"/>
                  </a:lnTo>
                  <a:lnTo>
                    <a:pt x="0" y="9297708"/>
                  </a:lnTo>
                  <a:lnTo>
                    <a:pt x="324672" y="9642677"/>
                  </a:lnTo>
                  <a:close/>
                </a:path>
                <a:path w="2182494" h="10287000">
                  <a:moveTo>
                    <a:pt x="637861" y="1915198"/>
                  </a:moveTo>
                  <a:lnTo>
                    <a:pt x="669240" y="598864"/>
                  </a:lnTo>
                  <a:lnTo>
                    <a:pt x="530573" y="945880"/>
                  </a:lnTo>
                  <a:lnTo>
                    <a:pt x="435265" y="1196476"/>
                  </a:lnTo>
                  <a:lnTo>
                    <a:pt x="391993" y="1335644"/>
                  </a:lnTo>
                  <a:lnTo>
                    <a:pt x="399696" y="1428313"/>
                  </a:lnTo>
                  <a:lnTo>
                    <a:pt x="440978" y="1774836"/>
                  </a:lnTo>
                  <a:lnTo>
                    <a:pt x="637861" y="1915198"/>
                  </a:lnTo>
                  <a:close/>
                </a:path>
                <a:path w="2182494" h="10287000">
                  <a:moveTo>
                    <a:pt x="2182176" y="10287000"/>
                  </a:moveTo>
                  <a:lnTo>
                    <a:pt x="2182176" y="0"/>
                  </a:lnTo>
                  <a:lnTo>
                    <a:pt x="436956" y="0"/>
                  </a:lnTo>
                  <a:lnTo>
                    <a:pt x="540914" y="251871"/>
                  </a:lnTo>
                  <a:lnTo>
                    <a:pt x="669240" y="598864"/>
                  </a:lnTo>
                  <a:lnTo>
                    <a:pt x="637861" y="1915198"/>
                  </a:lnTo>
                  <a:lnTo>
                    <a:pt x="912289" y="2110843"/>
                  </a:lnTo>
                  <a:lnTo>
                    <a:pt x="872462" y="3781577"/>
                  </a:lnTo>
                  <a:lnTo>
                    <a:pt x="948670" y="3856914"/>
                  </a:lnTo>
                  <a:lnTo>
                    <a:pt x="1005259" y="3910114"/>
                  </a:lnTo>
                  <a:lnTo>
                    <a:pt x="983207" y="4835210"/>
                  </a:lnTo>
                  <a:lnTo>
                    <a:pt x="1008205" y="5012984"/>
                  </a:lnTo>
                  <a:lnTo>
                    <a:pt x="998723" y="5410755"/>
                  </a:lnTo>
                  <a:lnTo>
                    <a:pt x="1073597" y="5567786"/>
                  </a:lnTo>
                  <a:lnTo>
                    <a:pt x="961100" y="10287000"/>
                  </a:lnTo>
                  <a:lnTo>
                    <a:pt x="2182176" y="10287000"/>
                  </a:lnTo>
                  <a:close/>
                </a:path>
                <a:path w="2182494" h="10287000">
                  <a:moveTo>
                    <a:pt x="556220" y="10287000"/>
                  </a:moveTo>
                  <a:lnTo>
                    <a:pt x="617143" y="7731305"/>
                  </a:lnTo>
                  <a:lnTo>
                    <a:pt x="490641" y="8029232"/>
                  </a:lnTo>
                  <a:lnTo>
                    <a:pt x="331754" y="8211906"/>
                  </a:lnTo>
                  <a:lnTo>
                    <a:pt x="348813" y="8629946"/>
                  </a:lnTo>
                  <a:lnTo>
                    <a:pt x="324672" y="9642677"/>
                  </a:lnTo>
                  <a:lnTo>
                    <a:pt x="439925" y="9765135"/>
                  </a:lnTo>
                  <a:lnTo>
                    <a:pt x="427484" y="10287000"/>
                  </a:lnTo>
                  <a:lnTo>
                    <a:pt x="556220" y="10287000"/>
                  </a:lnTo>
                  <a:close/>
                </a:path>
                <a:path w="2182494" h="10287000">
                  <a:moveTo>
                    <a:pt x="427484" y="10287000"/>
                  </a:moveTo>
                  <a:lnTo>
                    <a:pt x="439925" y="9765135"/>
                  </a:lnTo>
                  <a:lnTo>
                    <a:pt x="345431" y="10235302"/>
                  </a:lnTo>
                  <a:lnTo>
                    <a:pt x="300522" y="10287000"/>
                  </a:lnTo>
                  <a:lnTo>
                    <a:pt x="427484" y="10287000"/>
                  </a:lnTo>
                  <a:close/>
                </a:path>
                <a:path w="2182494" h="10287000">
                  <a:moveTo>
                    <a:pt x="872462" y="3781577"/>
                  </a:moveTo>
                  <a:lnTo>
                    <a:pt x="912289" y="2110843"/>
                  </a:lnTo>
                  <a:lnTo>
                    <a:pt x="890007" y="2161026"/>
                  </a:lnTo>
                  <a:lnTo>
                    <a:pt x="841012" y="2275705"/>
                  </a:lnTo>
                  <a:lnTo>
                    <a:pt x="792086" y="2401072"/>
                  </a:lnTo>
                  <a:lnTo>
                    <a:pt x="770006" y="2483320"/>
                  </a:lnTo>
                  <a:lnTo>
                    <a:pt x="768398" y="2517139"/>
                  </a:lnTo>
                  <a:lnTo>
                    <a:pt x="764005" y="2565782"/>
                  </a:lnTo>
                  <a:lnTo>
                    <a:pt x="745193" y="2741357"/>
                  </a:lnTo>
                  <a:lnTo>
                    <a:pt x="740739" y="2789998"/>
                  </a:lnTo>
                  <a:lnTo>
                    <a:pt x="739041" y="2823814"/>
                  </a:lnTo>
                  <a:lnTo>
                    <a:pt x="714338" y="2894216"/>
                  </a:lnTo>
                  <a:lnTo>
                    <a:pt x="659879" y="2993526"/>
                  </a:lnTo>
                  <a:lnTo>
                    <a:pt x="605398" y="3082149"/>
                  </a:lnTo>
                  <a:lnTo>
                    <a:pt x="580631" y="3120489"/>
                  </a:lnTo>
                  <a:lnTo>
                    <a:pt x="615128" y="3386425"/>
                  </a:lnTo>
                  <a:lnTo>
                    <a:pt x="629220" y="3483516"/>
                  </a:lnTo>
                  <a:lnTo>
                    <a:pt x="694476" y="3590539"/>
                  </a:lnTo>
                  <a:lnTo>
                    <a:pt x="823018" y="3732697"/>
                  </a:lnTo>
                  <a:lnTo>
                    <a:pt x="872462" y="3781577"/>
                  </a:lnTo>
                  <a:close/>
                </a:path>
                <a:path w="2182494" h="10287000">
                  <a:moveTo>
                    <a:pt x="653264" y="10287000"/>
                  </a:moveTo>
                  <a:lnTo>
                    <a:pt x="741675" y="6578165"/>
                  </a:lnTo>
                  <a:lnTo>
                    <a:pt x="694952" y="7012864"/>
                  </a:lnTo>
                  <a:lnTo>
                    <a:pt x="584112" y="7292739"/>
                  </a:lnTo>
                  <a:lnTo>
                    <a:pt x="584739" y="7482901"/>
                  </a:lnTo>
                  <a:lnTo>
                    <a:pt x="617143" y="7731305"/>
                  </a:lnTo>
                  <a:lnTo>
                    <a:pt x="556220" y="10287000"/>
                  </a:lnTo>
                  <a:lnTo>
                    <a:pt x="650039" y="10287000"/>
                  </a:lnTo>
                  <a:lnTo>
                    <a:pt x="653264" y="10287000"/>
                  </a:lnTo>
                  <a:close/>
                </a:path>
                <a:path w="2182494" h="10287000">
                  <a:moveTo>
                    <a:pt x="961100" y="10287000"/>
                  </a:moveTo>
                  <a:lnTo>
                    <a:pt x="1073597" y="5567786"/>
                  </a:lnTo>
                  <a:lnTo>
                    <a:pt x="708278" y="6082840"/>
                  </a:lnTo>
                  <a:lnTo>
                    <a:pt x="741675" y="6578165"/>
                  </a:lnTo>
                  <a:lnTo>
                    <a:pt x="653264" y="10287000"/>
                  </a:lnTo>
                  <a:lnTo>
                    <a:pt x="961100" y="10287000"/>
                  </a:lnTo>
                  <a:close/>
                </a:path>
                <a:path w="2182494" h="10287000">
                  <a:moveTo>
                    <a:pt x="983207" y="4835210"/>
                  </a:moveTo>
                  <a:lnTo>
                    <a:pt x="1005259" y="3910114"/>
                  </a:lnTo>
                  <a:lnTo>
                    <a:pt x="863068" y="4340573"/>
                  </a:lnTo>
                  <a:lnTo>
                    <a:pt x="959679" y="4667894"/>
                  </a:lnTo>
                  <a:lnTo>
                    <a:pt x="983207" y="4835210"/>
                  </a:lnTo>
                  <a:close/>
                </a:path>
                <a:path w="2182494" h="10287000">
                  <a:moveTo>
                    <a:pt x="998723" y="5410755"/>
                  </a:moveTo>
                  <a:lnTo>
                    <a:pt x="1008205" y="5012984"/>
                  </a:lnTo>
                  <a:lnTo>
                    <a:pt x="897175" y="5197782"/>
                  </a:lnTo>
                  <a:lnTo>
                    <a:pt x="998723" y="5410755"/>
                  </a:lnTo>
                  <a:close/>
                </a:path>
              </a:pathLst>
            </a:custGeom>
            <a:solidFill>
              <a:srgbClr val="FFD04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041476" y="523256"/>
            <a:ext cx="6865620" cy="511809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3200" spc="-320"/>
              <a:t>3.</a:t>
            </a:r>
            <a:r>
              <a:rPr dirty="0" sz="3200" spc="-254"/>
              <a:t> </a:t>
            </a:r>
            <a:r>
              <a:rPr dirty="0" sz="3200" spc="-315"/>
              <a:t>Security</a:t>
            </a:r>
            <a:r>
              <a:rPr dirty="0" sz="3200" spc="-254"/>
              <a:t> </a:t>
            </a:r>
            <a:r>
              <a:rPr dirty="0" sz="3200" spc="-315"/>
              <a:t>Incidents</a:t>
            </a:r>
            <a:r>
              <a:rPr dirty="0" sz="3200" spc="-250"/>
              <a:t> </a:t>
            </a:r>
            <a:r>
              <a:rPr dirty="0" sz="3200" spc="-315"/>
              <a:t>/</a:t>
            </a:r>
            <a:r>
              <a:rPr dirty="0" sz="3200" spc="-254"/>
              <a:t> </a:t>
            </a:r>
            <a:r>
              <a:rPr dirty="0" sz="3200" spc="-315"/>
              <a:t>Security</a:t>
            </a:r>
            <a:r>
              <a:rPr dirty="0" sz="3200" spc="-254"/>
              <a:t> </a:t>
            </a:r>
            <a:r>
              <a:rPr dirty="0" sz="3200" spc="-350"/>
              <a:t>Breaches</a:t>
            </a:r>
            <a:endParaRPr sz="3200"/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20876" y="3055746"/>
            <a:ext cx="114300" cy="11429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20876" y="3512946"/>
            <a:ext cx="114300" cy="11429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20876" y="3970146"/>
            <a:ext cx="114300" cy="11429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20876" y="4427346"/>
            <a:ext cx="114300" cy="11429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20876" y="4884546"/>
            <a:ext cx="114300" cy="11429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20876" y="5341746"/>
            <a:ext cx="114300" cy="114299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20876" y="5798946"/>
            <a:ext cx="114300" cy="114299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20876" y="6256146"/>
            <a:ext cx="114300" cy="114299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1041476" y="994523"/>
            <a:ext cx="15050769" cy="5511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15399"/>
              </a:lnSpc>
              <a:spcBef>
                <a:spcPts val="100"/>
              </a:spcBef>
            </a:pPr>
            <a:r>
              <a:rPr dirty="0" sz="2600">
                <a:latin typeface="Comic Sans MS"/>
                <a:cs typeface="Comic Sans MS"/>
              </a:rPr>
              <a:t>Security</a:t>
            </a:r>
            <a:r>
              <a:rPr dirty="0" sz="2600" spc="18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incidents</a:t>
            </a:r>
            <a:r>
              <a:rPr dirty="0" sz="2600" spc="18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involve</a:t>
            </a:r>
            <a:r>
              <a:rPr dirty="0" sz="2600" spc="18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events</a:t>
            </a:r>
            <a:r>
              <a:rPr dirty="0" sz="2600" spc="18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that</a:t>
            </a:r>
            <a:r>
              <a:rPr dirty="0" sz="2600" spc="18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threaten</a:t>
            </a:r>
            <a:r>
              <a:rPr dirty="0" sz="2600" spc="18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or</a:t>
            </a:r>
            <a:r>
              <a:rPr dirty="0" sz="2600" spc="18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compromise</a:t>
            </a:r>
            <a:r>
              <a:rPr dirty="0" sz="2600" spc="18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the</a:t>
            </a:r>
            <a:r>
              <a:rPr dirty="0" sz="2600" spc="18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confidentiality,</a:t>
            </a:r>
            <a:r>
              <a:rPr dirty="0" sz="2600" spc="18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integrity,</a:t>
            </a:r>
            <a:r>
              <a:rPr dirty="0" sz="2600" spc="180">
                <a:latin typeface="Comic Sans MS"/>
                <a:cs typeface="Comic Sans MS"/>
              </a:rPr>
              <a:t> </a:t>
            </a:r>
            <a:r>
              <a:rPr dirty="0" sz="2600" spc="-25">
                <a:latin typeface="Comic Sans MS"/>
                <a:cs typeface="Comic Sans MS"/>
              </a:rPr>
              <a:t>or </a:t>
            </a:r>
            <a:r>
              <a:rPr dirty="0" sz="2600">
                <a:latin typeface="Comic Sans MS"/>
                <a:cs typeface="Comic Sans MS"/>
              </a:rPr>
              <a:t>availability</a:t>
            </a:r>
            <a:r>
              <a:rPr dirty="0" sz="2600" spc="43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of</a:t>
            </a:r>
            <a:r>
              <a:rPr dirty="0" sz="2600" spc="434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information</a:t>
            </a:r>
            <a:r>
              <a:rPr dirty="0" sz="2600" spc="434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systems</a:t>
            </a:r>
            <a:r>
              <a:rPr dirty="0" sz="2600" spc="434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and</a:t>
            </a:r>
            <a:r>
              <a:rPr dirty="0" sz="2600" spc="43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data.</a:t>
            </a:r>
            <a:r>
              <a:rPr dirty="0" sz="2600" spc="434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This</a:t>
            </a:r>
            <a:r>
              <a:rPr dirty="0" sz="2600" spc="434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is</a:t>
            </a:r>
            <a:r>
              <a:rPr dirty="0" sz="2600" spc="434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one</a:t>
            </a:r>
            <a:r>
              <a:rPr dirty="0" sz="2600" spc="43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of</a:t>
            </a:r>
            <a:r>
              <a:rPr dirty="0" sz="2600" spc="434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the</a:t>
            </a:r>
            <a:r>
              <a:rPr dirty="0" sz="2600" spc="434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most</a:t>
            </a:r>
            <a:r>
              <a:rPr dirty="0" sz="2600" spc="434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important</a:t>
            </a:r>
            <a:r>
              <a:rPr dirty="0" sz="2600" spc="43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categories</a:t>
            </a:r>
            <a:r>
              <a:rPr dirty="0" sz="2600" spc="434">
                <a:latin typeface="Comic Sans MS"/>
                <a:cs typeface="Comic Sans MS"/>
              </a:rPr>
              <a:t> </a:t>
            </a:r>
            <a:r>
              <a:rPr dirty="0" sz="2600" spc="-25">
                <a:latin typeface="Comic Sans MS"/>
                <a:cs typeface="Comic Sans MS"/>
              </a:rPr>
              <a:t>in </a:t>
            </a:r>
            <a:r>
              <a:rPr dirty="0" sz="2600" spc="-20">
                <a:latin typeface="Comic Sans MS"/>
                <a:cs typeface="Comic Sans MS"/>
              </a:rPr>
              <a:t>cybersecurity-</a:t>
            </a:r>
            <a:r>
              <a:rPr dirty="0" sz="2600">
                <a:latin typeface="Comic Sans MS"/>
                <a:cs typeface="Comic Sans MS"/>
              </a:rPr>
              <a:t>focused</a:t>
            </a:r>
            <a:r>
              <a:rPr dirty="0" sz="2600" spc="40">
                <a:latin typeface="Comic Sans MS"/>
                <a:cs typeface="Comic Sans MS"/>
              </a:rPr>
              <a:t> </a:t>
            </a:r>
            <a:r>
              <a:rPr dirty="0" sz="2600" spc="-20">
                <a:latin typeface="Comic Sans MS"/>
                <a:cs typeface="Comic Sans MS"/>
              </a:rPr>
              <a:t>IRM.</a:t>
            </a:r>
            <a:endParaRPr sz="2600">
              <a:latin typeface="Comic Sans MS"/>
              <a:cs typeface="Comic Sans MS"/>
            </a:endParaRPr>
          </a:p>
          <a:p>
            <a:pPr marL="573405" marR="11279505" indent="-561340">
              <a:lnSpc>
                <a:spcPts val="3600"/>
              </a:lnSpc>
              <a:spcBef>
                <a:spcPts val="200"/>
              </a:spcBef>
            </a:pPr>
            <a:r>
              <a:rPr dirty="0" sz="3200" spc="-385" b="1">
                <a:latin typeface="Comic Sans MS"/>
                <a:cs typeface="Comic Sans MS"/>
              </a:rPr>
              <a:t>Common</a:t>
            </a:r>
            <a:r>
              <a:rPr dirty="0" sz="3200" spc="-260" b="1">
                <a:latin typeface="Comic Sans MS"/>
                <a:cs typeface="Comic Sans MS"/>
              </a:rPr>
              <a:t> </a:t>
            </a:r>
            <a:r>
              <a:rPr dirty="0" sz="3200" spc="-350" b="1">
                <a:latin typeface="Comic Sans MS"/>
                <a:cs typeface="Comic Sans MS"/>
              </a:rPr>
              <a:t>examples </a:t>
            </a:r>
            <a:r>
              <a:rPr dirty="0" sz="2600">
                <a:latin typeface="Comic Sans MS"/>
                <a:cs typeface="Comic Sans MS"/>
              </a:rPr>
              <a:t>Unauthorized</a:t>
            </a:r>
            <a:r>
              <a:rPr dirty="0" sz="2600" spc="-110">
                <a:latin typeface="Comic Sans MS"/>
                <a:cs typeface="Comic Sans MS"/>
              </a:rPr>
              <a:t> </a:t>
            </a:r>
            <a:r>
              <a:rPr dirty="0" sz="2600" spc="-10">
                <a:latin typeface="Comic Sans MS"/>
                <a:cs typeface="Comic Sans MS"/>
              </a:rPr>
              <a:t>access </a:t>
            </a:r>
            <a:r>
              <a:rPr dirty="0" sz="2600">
                <a:latin typeface="Comic Sans MS"/>
                <a:cs typeface="Comic Sans MS"/>
              </a:rPr>
              <a:t>Malware</a:t>
            </a:r>
            <a:r>
              <a:rPr dirty="0" sz="2600" spc="-90">
                <a:latin typeface="Comic Sans MS"/>
                <a:cs typeface="Comic Sans MS"/>
              </a:rPr>
              <a:t> </a:t>
            </a:r>
            <a:r>
              <a:rPr dirty="0" sz="2600" spc="-10">
                <a:latin typeface="Comic Sans MS"/>
                <a:cs typeface="Comic Sans MS"/>
              </a:rPr>
              <a:t>infection Ransomware</a:t>
            </a:r>
            <a:r>
              <a:rPr dirty="0" sz="2600" spc="650">
                <a:latin typeface="Comic Sans MS"/>
                <a:cs typeface="Comic Sans MS"/>
              </a:rPr>
              <a:t> </a:t>
            </a:r>
            <a:r>
              <a:rPr dirty="0" sz="2600" spc="-10">
                <a:latin typeface="Comic Sans MS"/>
                <a:cs typeface="Comic Sans MS"/>
              </a:rPr>
              <a:t>Phishing</a:t>
            </a:r>
            <a:endParaRPr sz="2600">
              <a:latin typeface="Comic Sans MS"/>
              <a:cs typeface="Comic Sans MS"/>
            </a:endParaRPr>
          </a:p>
          <a:p>
            <a:pPr marL="573405" marR="10977880">
              <a:lnSpc>
                <a:spcPts val="3600"/>
              </a:lnSpc>
            </a:pPr>
            <a:r>
              <a:rPr dirty="0" sz="2600">
                <a:latin typeface="Comic Sans MS"/>
                <a:cs typeface="Comic Sans MS"/>
              </a:rPr>
              <a:t>Credential</a:t>
            </a:r>
            <a:r>
              <a:rPr dirty="0" sz="2600" spc="-114">
                <a:latin typeface="Comic Sans MS"/>
                <a:cs typeface="Comic Sans MS"/>
              </a:rPr>
              <a:t> </a:t>
            </a:r>
            <a:r>
              <a:rPr dirty="0" sz="2600" spc="-10">
                <a:latin typeface="Comic Sans MS"/>
                <a:cs typeface="Comic Sans MS"/>
              </a:rPr>
              <a:t>compromise </a:t>
            </a:r>
            <a:r>
              <a:rPr dirty="0" sz="2600" spc="-20">
                <a:latin typeface="Comic Sans MS"/>
                <a:cs typeface="Comic Sans MS"/>
              </a:rPr>
              <a:t>Brute-</a:t>
            </a:r>
            <a:r>
              <a:rPr dirty="0" sz="2600">
                <a:latin typeface="Comic Sans MS"/>
                <a:cs typeface="Comic Sans MS"/>
              </a:rPr>
              <a:t>force</a:t>
            </a:r>
            <a:r>
              <a:rPr dirty="0" sz="2600" spc="-25">
                <a:latin typeface="Comic Sans MS"/>
                <a:cs typeface="Comic Sans MS"/>
              </a:rPr>
              <a:t> </a:t>
            </a:r>
            <a:r>
              <a:rPr dirty="0" sz="2600" spc="-10">
                <a:latin typeface="Comic Sans MS"/>
                <a:cs typeface="Comic Sans MS"/>
              </a:rPr>
              <a:t>attacks </a:t>
            </a:r>
            <a:r>
              <a:rPr dirty="0" sz="2600">
                <a:latin typeface="Comic Sans MS"/>
                <a:cs typeface="Comic Sans MS"/>
              </a:rPr>
              <a:t>Data</a:t>
            </a:r>
            <a:r>
              <a:rPr dirty="0" sz="2600" spc="-20">
                <a:latin typeface="Comic Sans MS"/>
                <a:cs typeface="Comic Sans MS"/>
              </a:rPr>
              <a:t> </a:t>
            </a:r>
            <a:r>
              <a:rPr dirty="0" sz="2600" spc="-10">
                <a:latin typeface="Comic Sans MS"/>
                <a:cs typeface="Comic Sans MS"/>
              </a:rPr>
              <a:t>theft</a:t>
            </a:r>
            <a:endParaRPr sz="2600">
              <a:latin typeface="Comic Sans MS"/>
              <a:cs typeface="Comic Sans MS"/>
            </a:endParaRPr>
          </a:p>
          <a:p>
            <a:pPr marL="573405">
              <a:lnSpc>
                <a:spcPct val="100000"/>
              </a:lnSpc>
              <a:spcBef>
                <a:spcPts val="280"/>
              </a:spcBef>
            </a:pPr>
            <a:r>
              <a:rPr dirty="0" sz="2600">
                <a:latin typeface="Comic Sans MS"/>
                <a:cs typeface="Comic Sans MS"/>
              </a:rPr>
              <a:t>Privilege</a:t>
            </a:r>
            <a:r>
              <a:rPr dirty="0" sz="2600" spc="-95">
                <a:latin typeface="Comic Sans MS"/>
                <a:cs typeface="Comic Sans MS"/>
              </a:rPr>
              <a:t> </a:t>
            </a:r>
            <a:r>
              <a:rPr dirty="0" sz="2600" spc="-10">
                <a:latin typeface="Comic Sans MS"/>
                <a:cs typeface="Comic Sans MS"/>
              </a:rPr>
              <a:t>escalation</a:t>
            </a:r>
            <a:endParaRPr sz="2600">
              <a:latin typeface="Comic Sans MS"/>
              <a:cs typeface="Comic Sans MS"/>
            </a:endParaRPr>
          </a:p>
        </p:txBody>
      </p:sp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20876" y="6713346"/>
            <a:ext cx="114300" cy="114299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20876" y="7170546"/>
            <a:ext cx="114300" cy="114299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20876" y="7627746"/>
            <a:ext cx="114300" cy="114299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20876" y="8084946"/>
            <a:ext cx="114300" cy="114299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20876" y="8542146"/>
            <a:ext cx="114300" cy="114298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1041476" y="6480923"/>
            <a:ext cx="5347970" cy="27838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73405" marR="1529715">
              <a:lnSpc>
                <a:spcPct val="115399"/>
              </a:lnSpc>
              <a:spcBef>
                <a:spcPts val="100"/>
              </a:spcBef>
            </a:pPr>
            <a:r>
              <a:rPr dirty="0" sz="2600">
                <a:latin typeface="Comic Sans MS"/>
                <a:cs typeface="Comic Sans MS"/>
              </a:rPr>
              <a:t>SQL</a:t>
            </a:r>
            <a:r>
              <a:rPr dirty="0" sz="2600" spc="-30">
                <a:latin typeface="Comic Sans MS"/>
                <a:cs typeface="Comic Sans MS"/>
              </a:rPr>
              <a:t> </a:t>
            </a:r>
            <a:r>
              <a:rPr dirty="0" sz="2600" spc="-10">
                <a:latin typeface="Comic Sans MS"/>
                <a:cs typeface="Comic Sans MS"/>
              </a:rPr>
              <a:t>injection </a:t>
            </a:r>
            <a:r>
              <a:rPr dirty="0" sz="2600">
                <a:latin typeface="Comic Sans MS"/>
                <a:cs typeface="Comic Sans MS"/>
              </a:rPr>
              <a:t>Website</a:t>
            </a:r>
            <a:r>
              <a:rPr dirty="0" sz="2600" spc="-60">
                <a:latin typeface="Comic Sans MS"/>
                <a:cs typeface="Comic Sans MS"/>
              </a:rPr>
              <a:t> </a:t>
            </a:r>
            <a:r>
              <a:rPr dirty="0" sz="2600" spc="-10">
                <a:latin typeface="Comic Sans MS"/>
                <a:cs typeface="Comic Sans MS"/>
              </a:rPr>
              <a:t>defacement</a:t>
            </a:r>
            <a:endParaRPr sz="2600">
              <a:latin typeface="Comic Sans MS"/>
              <a:cs typeface="Comic Sans MS"/>
            </a:endParaRPr>
          </a:p>
          <a:p>
            <a:pPr marL="573405" marR="5080">
              <a:lnSpc>
                <a:spcPct val="115399"/>
              </a:lnSpc>
            </a:pPr>
            <a:r>
              <a:rPr dirty="0" sz="2600" spc="-20">
                <a:latin typeface="Comic Sans MS"/>
                <a:cs typeface="Comic Sans MS"/>
              </a:rPr>
              <a:t>Denial-of-</a:t>
            </a:r>
            <a:r>
              <a:rPr dirty="0" sz="2600">
                <a:latin typeface="Comic Sans MS"/>
                <a:cs typeface="Comic Sans MS"/>
              </a:rPr>
              <a:t>Service</a:t>
            </a:r>
            <a:r>
              <a:rPr dirty="0" sz="2600" spc="-5">
                <a:latin typeface="Comic Sans MS"/>
                <a:cs typeface="Comic Sans MS"/>
              </a:rPr>
              <a:t> </a:t>
            </a:r>
            <a:r>
              <a:rPr dirty="0" sz="2600" spc="-10">
                <a:latin typeface="Comic Sans MS"/>
                <a:cs typeface="Comic Sans MS"/>
              </a:rPr>
              <a:t>(DoS/DDoS) </a:t>
            </a:r>
            <a:r>
              <a:rPr dirty="0" sz="2600">
                <a:latin typeface="Comic Sans MS"/>
                <a:cs typeface="Comic Sans MS"/>
              </a:rPr>
              <a:t>Account</a:t>
            </a:r>
            <a:r>
              <a:rPr dirty="0" sz="2600" spc="-75">
                <a:latin typeface="Comic Sans MS"/>
                <a:cs typeface="Comic Sans MS"/>
              </a:rPr>
              <a:t> </a:t>
            </a:r>
            <a:r>
              <a:rPr dirty="0" sz="2600" spc="-10">
                <a:latin typeface="Comic Sans MS"/>
                <a:cs typeface="Comic Sans MS"/>
              </a:rPr>
              <a:t>compromise</a:t>
            </a:r>
            <a:endParaRPr sz="2600">
              <a:latin typeface="Comic Sans MS"/>
              <a:cs typeface="Comic Sans MS"/>
            </a:endParaRPr>
          </a:p>
          <a:p>
            <a:pPr marL="573405">
              <a:lnSpc>
                <a:spcPts val="3060"/>
              </a:lnSpc>
              <a:spcBef>
                <a:spcPts val="480"/>
              </a:spcBef>
            </a:pPr>
            <a:r>
              <a:rPr dirty="0" sz="2600">
                <a:latin typeface="Comic Sans MS"/>
                <a:cs typeface="Comic Sans MS"/>
              </a:rPr>
              <a:t>Insider</a:t>
            </a:r>
            <a:r>
              <a:rPr dirty="0" sz="2600" spc="-90">
                <a:latin typeface="Comic Sans MS"/>
                <a:cs typeface="Comic Sans MS"/>
              </a:rPr>
              <a:t> </a:t>
            </a:r>
            <a:r>
              <a:rPr dirty="0" sz="2600" spc="-10">
                <a:latin typeface="Comic Sans MS"/>
                <a:cs typeface="Comic Sans MS"/>
              </a:rPr>
              <a:t>misuse</a:t>
            </a:r>
            <a:endParaRPr sz="2600">
              <a:latin typeface="Comic Sans MS"/>
              <a:cs typeface="Comic Sans MS"/>
            </a:endParaRPr>
          </a:p>
          <a:p>
            <a:pPr marL="12700">
              <a:lnSpc>
                <a:spcPts val="3779"/>
              </a:lnSpc>
            </a:pPr>
            <a:r>
              <a:rPr dirty="0" sz="3200" spc="-360" b="1">
                <a:latin typeface="Comic Sans MS"/>
                <a:cs typeface="Comic Sans MS"/>
              </a:rPr>
              <a:t>Example</a:t>
            </a:r>
            <a:endParaRPr sz="3200">
              <a:latin typeface="Comic Sans MS"/>
              <a:cs typeface="Comic Sans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041476" y="9224123"/>
            <a:ext cx="15050769" cy="939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5399"/>
              </a:lnSpc>
              <a:spcBef>
                <a:spcPts val="100"/>
              </a:spcBef>
              <a:tabLst>
                <a:tab pos="623570" algn="l"/>
                <a:tab pos="2232025" algn="l"/>
                <a:tab pos="3289935" algn="l"/>
                <a:tab pos="3655695" algn="l"/>
                <a:tab pos="5104130" algn="l"/>
                <a:tab pos="5835015" algn="l"/>
                <a:tab pos="6567170" algn="l"/>
                <a:tab pos="8561705" algn="l"/>
                <a:tab pos="10055860" algn="l"/>
                <a:tab pos="11031220" algn="l"/>
                <a:tab pos="12743815" algn="l"/>
                <a:tab pos="14441805" algn="l"/>
              </a:tabLst>
            </a:pPr>
            <a:r>
              <a:rPr dirty="0" sz="2600" spc="-25">
                <a:latin typeface="Comic Sans MS"/>
                <a:cs typeface="Comic Sans MS"/>
              </a:rPr>
              <a:t>An</a:t>
            </a:r>
            <a:r>
              <a:rPr dirty="0" sz="2600">
                <a:latin typeface="Comic Sans MS"/>
                <a:cs typeface="Comic Sans MS"/>
              </a:rPr>
              <a:t>	</a:t>
            </a:r>
            <a:r>
              <a:rPr dirty="0" sz="2600" spc="-10">
                <a:latin typeface="Comic Sans MS"/>
                <a:cs typeface="Comic Sans MS"/>
              </a:rPr>
              <a:t>employee</a:t>
            </a:r>
            <a:r>
              <a:rPr dirty="0" sz="2600">
                <a:latin typeface="Comic Sans MS"/>
                <a:cs typeface="Comic Sans MS"/>
              </a:rPr>
              <a:t>	</a:t>
            </a:r>
            <a:r>
              <a:rPr dirty="0" sz="2600" spc="-10">
                <a:latin typeface="Comic Sans MS"/>
                <a:cs typeface="Comic Sans MS"/>
              </a:rPr>
              <a:t>clicks</a:t>
            </a:r>
            <a:r>
              <a:rPr dirty="0" sz="2600">
                <a:latin typeface="Comic Sans MS"/>
                <a:cs typeface="Comic Sans MS"/>
              </a:rPr>
              <a:t>	</a:t>
            </a:r>
            <a:r>
              <a:rPr dirty="0" sz="2600" spc="-50">
                <a:latin typeface="Comic Sans MS"/>
                <a:cs typeface="Comic Sans MS"/>
              </a:rPr>
              <a:t>a</a:t>
            </a:r>
            <a:r>
              <a:rPr dirty="0" sz="2600">
                <a:latin typeface="Comic Sans MS"/>
                <a:cs typeface="Comic Sans MS"/>
              </a:rPr>
              <a:t>	</a:t>
            </a:r>
            <a:r>
              <a:rPr dirty="0" sz="2600" spc="-10">
                <a:latin typeface="Comic Sans MS"/>
                <a:cs typeface="Comic Sans MS"/>
              </a:rPr>
              <a:t>phishing</a:t>
            </a:r>
            <a:r>
              <a:rPr dirty="0" sz="2600">
                <a:latin typeface="Comic Sans MS"/>
                <a:cs typeface="Comic Sans MS"/>
              </a:rPr>
              <a:t>	</a:t>
            </a:r>
            <a:r>
              <a:rPr dirty="0" sz="2600" spc="-20">
                <a:latin typeface="Comic Sans MS"/>
                <a:cs typeface="Comic Sans MS"/>
              </a:rPr>
              <a:t>link</a:t>
            </a:r>
            <a:r>
              <a:rPr dirty="0" sz="2600">
                <a:latin typeface="Comic Sans MS"/>
                <a:cs typeface="Comic Sans MS"/>
              </a:rPr>
              <a:t>	</a:t>
            </a:r>
            <a:r>
              <a:rPr dirty="0" sz="2600" spc="-25">
                <a:latin typeface="Comic Sans MS"/>
                <a:cs typeface="Comic Sans MS"/>
              </a:rPr>
              <a:t>and</a:t>
            </a:r>
            <a:r>
              <a:rPr dirty="0" sz="2600">
                <a:latin typeface="Comic Sans MS"/>
                <a:cs typeface="Comic Sans MS"/>
              </a:rPr>
              <a:t>	</a:t>
            </a:r>
            <a:r>
              <a:rPr dirty="0" sz="2600" spc="-10">
                <a:latin typeface="Comic Sans MS"/>
                <a:cs typeface="Comic Sans MS"/>
              </a:rPr>
              <a:t>unknowingly</a:t>
            </a:r>
            <a:r>
              <a:rPr dirty="0" sz="2600">
                <a:latin typeface="Comic Sans MS"/>
                <a:cs typeface="Comic Sans MS"/>
              </a:rPr>
              <a:t>	</a:t>
            </a:r>
            <a:r>
              <a:rPr dirty="0" sz="2600" spc="-10">
                <a:latin typeface="Comic Sans MS"/>
                <a:cs typeface="Comic Sans MS"/>
              </a:rPr>
              <a:t>provides</a:t>
            </a:r>
            <a:r>
              <a:rPr dirty="0" sz="2600">
                <a:latin typeface="Comic Sans MS"/>
                <a:cs typeface="Comic Sans MS"/>
              </a:rPr>
              <a:t>	</a:t>
            </a:r>
            <a:r>
              <a:rPr dirty="0" sz="2600" spc="-10">
                <a:latin typeface="Comic Sans MS"/>
                <a:cs typeface="Comic Sans MS"/>
              </a:rPr>
              <a:t>their</a:t>
            </a:r>
            <a:r>
              <a:rPr dirty="0" sz="2600">
                <a:latin typeface="Comic Sans MS"/>
                <a:cs typeface="Comic Sans MS"/>
              </a:rPr>
              <a:t>	</a:t>
            </a:r>
            <a:r>
              <a:rPr dirty="0" sz="2600" spc="-10">
                <a:latin typeface="Comic Sans MS"/>
                <a:cs typeface="Comic Sans MS"/>
              </a:rPr>
              <a:t>corporate</a:t>
            </a:r>
            <a:r>
              <a:rPr dirty="0" sz="2600">
                <a:latin typeface="Comic Sans MS"/>
                <a:cs typeface="Comic Sans MS"/>
              </a:rPr>
              <a:t>	</a:t>
            </a:r>
            <a:r>
              <a:rPr dirty="0" sz="2600" spc="-10">
                <a:latin typeface="Comic Sans MS"/>
                <a:cs typeface="Comic Sans MS"/>
              </a:rPr>
              <a:t>password.</a:t>
            </a:r>
            <a:r>
              <a:rPr dirty="0" sz="2600">
                <a:latin typeface="Comic Sans MS"/>
                <a:cs typeface="Comic Sans MS"/>
              </a:rPr>
              <a:t>	</a:t>
            </a:r>
            <a:r>
              <a:rPr dirty="0" sz="2600" spc="-25">
                <a:latin typeface="Comic Sans MS"/>
                <a:cs typeface="Comic Sans MS"/>
              </a:rPr>
              <a:t>The </a:t>
            </a:r>
            <a:r>
              <a:rPr dirty="0" sz="2600">
                <a:latin typeface="Comic Sans MS"/>
                <a:cs typeface="Comic Sans MS"/>
              </a:rPr>
              <a:t>attacker</a:t>
            </a:r>
            <a:r>
              <a:rPr dirty="0" sz="2600" spc="-7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subsequently</a:t>
            </a:r>
            <a:r>
              <a:rPr dirty="0" sz="2600" spc="-7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logs</a:t>
            </a:r>
            <a:r>
              <a:rPr dirty="0" sz="2600" spc="-6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into</a:t>
            </a:r>
            <a:r>
              <a:rPr dirty="0" sz="2600" spc="-7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the</a:t>
            </a:r>
            <a:r>
              <a:rPr dirty="0" sz="2600" spc="-7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employee's</a:t>
            </a:r>
            <a:r>
              <a:rPr dirty="0" sz="2600" spc="-65">
                <a:latin typeface="Comic Sans MS"/>
                <a:cs typeface="Comic Sans MS"/>
              </a:rPr>
              <a:t> </a:t>
            </a:r>
            <a:r>
              <a:rPr dirty="0" sz="2600" spc="-10">
                <a:latin typeface="Comic Sans MS"/>
                <a:cs typeface="Comic Sans MS"/>
              </a:rPr>
              <a:t>account.</a:t>
            </a:r>
            <a:endParaRPr sz="2600">
              <a:latin typeface="Comic Sans MS"/>
              <a:cs typeface="Comic Sans M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131300" y="6166070"/>
            <a:ext cx="6668134" cy="1397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5399"/>
              </a:lnSpc>
              <a:spcBef>
                <a:spcPts val="100"/>
              </a:spcBef>
            </a:pPr>
            <a:r>
              <a:rPr dirty="0" sz="2600">
                <a:latin typeface="Comic Sans MS"/>
                <a:cs typeface="Comic Sans MS"/>
              </a:rPr>
              <a:t>Incident</a:t>
            </a:r>
            <a:r>
              <a:rPr dirty="0" sz="2600" spc="-9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category:</a:t>
            </a:r>
            <a:r>
              <a:rPr dirty="0" sz="2600" spc="-8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Security</a:t>
            </a:r>
            <a:r>
              <a:rPr dirty="0" sz="2600" spc="-90">
                <a:latin typeface="Comic Sans MS"/>
                <a:cs typeface="Comic Sans MS"/>
              </a:rPr>
              <a:t> </a:t>
            </a:r>
            <a:r>
              <a:rPr dirty="0" sz="2600" spc="-10">
                <a:latin typeface="Comic Sans MS"/>
                <a:cs typeface="Comic Sans MS"/>
              </a:rPr>
              <a:t>incident </a:t>
            </a:r>
            <a:r>
              <a:rPr dirty="0" sz="2600">
                <a:latin typeface="Comic Sans MS"/>
                <a:cs typeface="Comic Sans MS"/>
              </a:rPr>
              <a:t>Attack</a:t>
            </a:r>
            <a:r>
              <a:rPr dirty="0" sz="2600" spc="-6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method:</a:t>
            </a:r>
            <a:r>
              <a:rPr dirty="0" sz="2600" spc="-6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Phishing</a:t>
            </a:r>
            <a:r>
              <a:rPr dirty="0" sz="2600" spc="-5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/</a:t>
            </a:r>
            <a:r>
              <a:rPr dirty="0" sz="2600" spc="-6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credential</a:t>
            </a:r>
            <a:r>
              <a:rPr dirty="0" sz="2600" spc="-60">
                <a:latin typeface="Comic Sans MS"/>
                <a:cs typeface="Comic Sans MS"/>
              </a:rPr>
              <a:t> </a:t>
            </a:r>
            <a:r>
              <a:rPr dirty="0" sz="2600" spc="-10">
                <a:latin typeface="Comic Sans MS"/>
                <a:cs typeface="Comic Sans MS"/>
              </a:rPr>
              <a:t>theft </a:t>
            </a:r>
            <a:r>
              <a:rPr dirty="0" sz="2600">
                <a:latin typeface="Comic Sans MS"/>
                <a:cs typeface="Comic Sans MS"/>
              </a:rPr>
              <a:t>Impact:</a:t>
            </a:r>
            <a:r>
              <a:rPr dirty="0" sz="2600" spc="-10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Unauthorized</a:t>
            </a:r>
            <a:r>
              <a:rPr dirty="0" sz="2600" spc="-95">
                <a:latin typeface="Comic Sans MS"/>
                <a:cs typeface="Comic Sans MS"/>
              </a:rPr>
              <a:t> </a:t>
            </a:r>
            <a:r>
              <a:rPr dirty="0" sz="2600" spc="-10">
                <a:latin typeface="Comic Sans MS"/>
                <a:cs typeface="Comic Sans MS"/>
              </a:rPr>
              <a:t>access</a:t>
            </a:r>
            <a:endParaRPr sz="2600">
              <a:latin typeface="Comic Sans MS"/>
              <a:cs typeface="Comic Sans M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9131300" y="7537670"/>
            <a:ext cx="6747509" cy="939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5399"/>
              </a:lnSpc>
              <a:spcBef>
                <a:spcPts val="100"/>
              </a:spcBef>
              <a:tabLst>
                <a:tab pos="1802130" algn="l"/>
                <a:tab pos="3585210" algn="l"/>
                <a:tab pos="6198235" algn="l"/>
              </a:tabLst>
            </a:pPr>
            <a:r>
              <a:rPr dirty="0" sz="2600" spc="-10">
                <a:latin typeface="Comic Sans MS"/>
                <a:cs typeface="Comic Sans MS"/>
              </a:rPr>
              <a:t>Affected</a:t>
            </a:r>
            <a:r>
              <a:rPr dirty="0" sz="2600">
                <a:latin typeface="Comic Sans MS"/>
                <a:cs typeface="Comic Sans MS"/>
              </a:rPr>
              <a:t>	</a:t>
            </a:r>
            <a:r>
              <a:rPr dirty="0" sz="2600" spc="-10">
                <a:latin typeface="Comic Sans MS"/>
                <a:cs typeface="Comic Sans MS"/>
              </a:rPr>
              <a:t>property:</a:t>
            </a:r>
            <a:r>
              <a:rPr dirty="0" sz="2600">
                <a:latin typeface="Comic Sans MS"/>
                <a:cs typeface="Comic Sans MS"/>
              </a:rPr>
              <a:t>	</a:t>
            </a:r>
            <a:r>
              <a:rPr dirty="0" sz="2600" spc="-10">
                <a:latin typeface="Comic Sans MS"/>
                <a:cs typeface="Comic Sans MS"/>
              </a:rPr>
              <a:t>Confidentiality</a:t>
            </a:r>
            <a:r>
              <a:rPr dirty="0" sz="2600">
                <a:latin typeface="Comic Sans MS"/>
                <a:cs typeface="Comic Sans MS"/>
              </a:rPr>
              <a:t>	</a:t>
            </a:r>
            <a:r>
              <a:rPr dirty="0" sz="2600" spc="-25">
                <a:latin typeface="Comic Sans MS"/>
                <a:cs typeface="Comic Sans MS"/>
              </a:rPr>
              <a:t>and </a:t>
            </a:r>
            <a:r>
              <a:rPr dirty="0" sz="2600" spc="-10">
                <a:latin typeface="Comic Sans MS"/>
                <a:cs typeface="Comic Sans MS"/>
              </a:rPr>
              <a:t>Integrity</a:t>
            </a:r>
            <a:endParaRPr sz="26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553249" y="0"/>
            <a:ext cx="2734945" cy="10287000"/>
            <a:chOff x="15553249" y="0"/>
            <a:chExt cx="2734945" cy="10287000"/>
          </a:xfrm>
        </p:grpSpPr>
        <p:sp>
          <p:nvSpPr>
            <p:cNvPr id="3" name="object 3"/>
            <p:cNvSpPr/>
            <p:nvPr/>
          </p:nvSpPr>
          <p:spPr>
            <a:xfrm>
              <a:off x="15553249" y="0"/>
              <a:ext cx="2734945" cy="10287000"/>
            </a:xfrm>
            <a:custGeom>
              <a:avLst/>
              <a:gdLst/>
              <a:ahLst/>
              <a:cxnLst/>
              <a:rect l="l" t="t" r="r" b="b"/>
              <a:pathLst>
                <a:path w="2734944" h="10287000">
                  <a:moveTo>
                    <a:pt x="727011" y="10287000"/>
                  </a:moveTo>
                  <a:lnTo>
                    <a:pt x="779927" y="8067176"/>
                  </a:lnTo>
                  <a:lnTo>
                    <a:pt x="455832" y="8264828"/>
                  </a:lnTo>
                  <a:lnTo>
                    <a:pt x="334756" y="8520630"/>
                  </a:lnTo>
                  <a:lnTo>
                    <a:pt x="293648" y="8874393"/>
                  </a:lnTo>
                  <a:lnTo>
                    <a:pt x="0" y="9289203"/>
                  </a:lnTo>
                  <a:lnTo>
                    <a:pt x="103447" y="9752295"/>
                  </a:lnTo>
                  <a:lnTo>
                    <a:pt x="384759" y="10009582"/>
                  </a:lnTo>
                  <a:lnTo>
                    <a:pt x="378146" y="10287000"/>
                  </a:lnTo>
                  <a:lnTo>
                    <a:pt x="727011" y="10287000"/>
                  </a:lnTo>
                  <a:close/>
                </a:path>
                <a:path w="2734944" h="10287000">
                  <a:moveTo>
                    <a:pt x="586809" y="1997404"/>
                  </a:moveTo>
                  <a:lnTo>
                    <a:pt x="614320" y="843315"/>
                  </a:lnTo>
                  <a:lnTo>
                    <a:pt x="336085" y="1580317"/>
                  </a:lnTo>
                  <a:lnTo>
                    <a:pt x="500606" y="1893043"/>
                  </a:lnTo>
                  <a:lnTo>
                    <a:pt x="586809" y="1997404"/>
                  </a:lnTo>
                  <a:close/>
                </a:path>
                <a:path w="2734944" h="10287000">
                  <a:moveTo>
                    <a:pt x="2734752" y="10287000"/>
                  </a:moveTo>
                  <a:lnTo>
                    <a:pt x="2734752" y="0"/>
                  </a:lnTo>
                  <a:lnTo>
                    <a:pt x="557905" y="0"/>
                  </a:lnTo>
                  <a:lnTo>
                    <a:pt x="485748" y="496316"/>
                  </a:lnTo>
                  <a:lnTo>
                    <a:pt x="614320" y="843315"/>
                  </a:lnTo>
                  <a:lnTo>
                    <a:pt x="586809" y="1997404"/>
                  </a:lnTo>
                  <a:lnTo>
                    <a:pt x="838014" y="2301524"/>
                  </a:lnTo>
                  <a:lnTo>
                    <a:pt x="816517" y="3203315"/>
                  </a:lnTo>
                  <a:lnTo>
                    <a:pt x="817621" y="3208532"/>
                  </a:lnTo>
                  <a:lnTo>
                    <a:pt x="783270" y="4649534"/>
                  </a:lnTo>
                  <a:lnTo>
                    <a:pt x="884949" y="4795181"/>
                  </a:lnTo>
                  <a:lnTo>
                    <a:pt x="834878" y="6895682"/>
                  </a:lnTo>
                  <a:lnTo>
                    <a:pt x="860277" y="6974153"/>
                  </a:lnTo>
                  <a:lnTo>
                    <a:pt x="781306" y="10287000"/>
                  </a:lnTo>
                  <a:lnTo>
                    <a:pt x="2734752" y="10287000"/>
                  </a:lnTo>
                  <a:close/>
                </a:path>
                <a:path w="2734944" h="10287000">
                  <a:moveTo>
                    <a:pt x="378146" y="10287000"/>
                  </a:moveTo>
                  <a:lnTo>
                    <a:pt x="384759" y="10009582"/>
                  </a:lnTo>
                  <a:lnTo>
                    <a:pt x="329200" y="10287000"/>
                  </a:lnTo>
                  <a:lnTo>
                    <a:pt x="378146" y="10287000"/>
                  </a:lnTo>
                  <a:close/>
                </a:path>
                <a:path w="2734944" h="10287000">
                  <a:moveTo>
                    <a:pt x="783270" y="4649534"/>
                  </a:moveTo>
                  <a:lnTo>
                    <a:pt x="817621" y="3208532"/>
                  </a:lnTo>
                  <a:lnTo>
                    <a:pt x="782587" y="3554825"/>
                  </a:lnTo>
                  <a:lnTo>
                    <a:pt x="693633" y="3926610"/>
                  </a:lnTo>
                  <a:lnTo>
                    <a:pt x="549494" y="4376921"/>
                  </a:lnTo>
                  <a:lnTo>
                    <a:pt x="783270" y="4649534"/>
                  </a:lnTo>
                  <a:close/>
                </a:path>
                <a:path w="2734944" h="10287000">
                  <a:moveTo>
                    <a:pt x="816517" y="3203315"/>
                  </a:moveTo>
                  <a:lnTo>
                    <a:pt x="838014" y="2301524"/>
                  </a:lnTo>
                  <a:lnTo>
                    <a:pt x="716051" y="2728534"/>
                  </a:lnTo>
                  <a:lnTo>
                    <a:pt x="816517" y="3203315"/>
                  </a:lnTo>
                  <a:close/>
                </a:path>
                <a:path w="2734944" h="10287000">
                  <a:moveTo>
                    <a:pt x="781306" y="10287000"/>
                  </a:moveTo>
                  <a:lnTo>
                    <a:pt x="860277" y="6974153"/>
                  </a:lnTo>
                  <a:lnTo>
                    <a:pt x="639810" y="7256328"/>
                  </a:lnTo>
                  <a:lnTo>
                    <a:pt x="766875" y="7532539"/>
                  </a:lnTo>
                  <a:lnTo>
                    <a:pt x="755982" y="7989517"/>
                  </a:lnTo>
                  <a:lnTo>
                    <a:pt x="779927" y="8067176"/>
                  </a:lnTo>
                  <a:lnTo>
                    <a:pt x="727011" y="10287000"/>
                  </a:lnTo>
                  <a:lnTo>
                    <a:pt x="781306" y="10287000"/>
                  </a:lnTo>
                  <a:close/>
                </a:path>
                <a:path w="2734944" h="10287000">
                  <a:moveTo>
                    <a:pt x="834878" y="6895682"/>
                  </a:moveTo>
                  <a:lnTo>
                    <a:pt x="859097" y="5879677"/>
                  </a:lnTo>
                  <a:lnTo>
                    <a:pt x="734991" y="6200754"/>
                  </a:lnTo>
                  <a:lnTo>
                    <a:pt x="686140" y="6436167"/>
                  </a:lnTo>
                  <a:lnTo>
                    <a:pt x="834878" y="6895682"/>
                  </a:lnTo>
                  <a:close/>
                </a:path>
                <a:path w="2734944" h="10287000">
                  <a:moveTo>
                    <a:pt x="755982" y="7989517"/>
                  </a:moveTo>
                  <a:lnTo>
                    <a:pt x="766875" y="7532539"/>
                  </a:lnTo>
                  <a:lnTo>
                    <a:pt x="680726" y="7745444"/>
                  </a:lnTo>
                  <a:lnTo>
                    <a:pt x="755982" y="7989517"/>
                  </a:lnTo>
                  <a:close/>
                </a:path>
                <a:path w="2734944" h="10287000">
                  <a:moveTo>
                    <a:pt x="859097" y="5879677"/>
                  </a:moveTo>
                  <a:lnTo>
                    <a:pt x="884949" y="4795181"/>
                  </a:lnTo>
                  <a:lnTo>
                    <a:pt x="796082" y="5183920"/>
                  </a:lnTo>
                  <a:lnTo>
                    <a:pt x="808203" y="5541163"/>
                  </a:lnTo>
                  <a:lnTo>
                    <a:pt x="859097" y="58796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5705595" y="0"/>
              <a:ext cx="2582545" cy="10287000"/>
            </a:xfrm>
            <a:custGeom>
              <a:avLst/>
              <a:gdLst/>
              <a:ahLst/>
              <a:cxnLst/>
              <a:rect l="l" t="t" r="r" b="b"/>
              <a:pathLst>
                <a:path w="2582544" h="10287000">
                  <a:moveTo>
                    <a:pt x="324672" y="9633137"/>
                  </a:moveTo>
                  <a:lnTo>
                    <a:pt x="348813" y="8620406"/>
                  </a:lnTo>
                  <a:lnTo>
                    <a:pt x="15010" y="8947047"/>
                  </a:lnTo>
                  <a:lnTo>
                    <a:pt x="0" y="9288167"/>
                  </a:lnTo>
                  <a:lnTo>
                    <a:pt x="324672" y="9633137"/>
                  </a:lnTo>
                  <a:close/>
                </a:path>
                <a:path w="2582544" h="10287000">
                  <a:moveTo>
                    <a:pt x="641724" y="1743619"/>
                  </a:moveTo>
                  <a:lnTo>
                    <a:pt x="669240" y="589323"/>
                  </a:lnTo>
                  <a:lnTo>
                    <a:pt x="391239" y="1326822"/>
                  </a:lnTo>
                  <a:lnTo>
                    <a:pt x="555760" y="1639548"/>
                  </a:lnTo>
                  <a:lnTo>
                    <a:pt x="641724" y="1743619"/>
                  </a:lnTo>
                  <a:close/>
                </a:path>
                <a:path w="2582544" h="10287000">
                  <a:moveTo>
                    <a:pt x="2582406" y="10287000"/>
                  </a:moveTo>
                  <a:lnTo>
                    <a:pt x="2582406" y="0"/>
                  </a:lnTo>
                  <a:lnTo>
                    <a:pt x="440705" y="0"/>
                  </a:lnTo>
                  <a:lnTo>
                    <a:pt x="540914" y="242330"/>
                  </a:lnTo>
                  <a:lnTo>
                    <a:pt x="669240" y="589323"/>
                  </a:lnTo>
                  <a:lnTo>
                    <a:pt x="641724" y="1743619"/>
                  </a:lnTo>
                  <a:lnTo>
                    <a:pt x="893168" y="2048028"/>
                  </a:lnTo>
                  <a:lnTo>
                    <a:pt x="871652" y="2950608"/>
                  </a:lnTo>
                  <a:lnTo>
                    <a:pt x="872757" y="2955773"/>
                  </a:lnTo>
                  <a:lnTo>
                    <a:pt x="838407" y="4396774"/>
                  </a:lnTo>
                  <a:lnTo>
                    <a:pt x="1046695" y="4615225"/>
                  </a:lnTo>
                  <a:lnTo>
                    <a:pt x="911491" y="10287000"/>
                  </a:lnTo>
                  <a:lnTo>
                    <a:pt x="2582406" y="10287000"/>
                  </a:lnTo>
                  <a:close/>
                </a:path>
                <a:path w="2582544" h="10287000">
                  <a:moveTo>
                    <a:pt x="776859" y="10287000"/>
                  </a:moveTo>
                  <a:lnTo>
                    <a:pt x="835823" y="7813453"/>
                  </a:lnTo>
                  <a:lnTo>
                    <a:pt x="513486" y="7885856"/>
                  </a:lnTo>
                  <a:lnTo>
                    <a:pt x="291209" y="8254217"/>
                  </a:lnTo>
                  <a:lnTo>
                    <a:pt x="348813" y="8620406"/>
                  </a:lnTo>
                  <a:lnTo>
                    <a:pt x="324672" y="9633137"/>
                  </a:lnTo>
                  <a:lnTo>
                    <a:pt x="439925" y="9755595"/>
                  </a:lnTo>
                  <a:lnTo>
                    <a:pt x="427257" y="10287000"/>
                  </a:lnTo>
                  <a:lnTo>
                    <a:pt x="776859" y="10287000"/>
                  </a:lnTo>
                  <a:close/>
                </a:path>
                <a:path w="2582544" h="10287000">
                  <a:moveTo>
                    <a:pt x="427257" y="10287000"/>
                  </a:moveTo>
                  <a:lnTo>
                    <a:pt x="439925" y="9755595"/>
                  </a:lnTo>
                  <a:lnTo>
                    <a:pt x="346168" y="10225779"/>
                  </a:lnTo>
                  <a:lnTo>
                    <a:pt x="292986" y="10287000"/>
                  </a:lnTo>
                  <a:lnTo>
                    <a:pt x="427257" y="10287000"/>
                  </a:lnTo>
                  <a:close/>
                </a:path>
                <a:path w="2582544" h="10287000">
                  <a:moveTo>
                    <a:pt x="838407" y="4396774"/>
                  </a:moveTo>
                  <a:lnTo>
                    <a:pt x="872757" y="2955773"/>
                  </a:lnTo>
                  <a:lnTo>
                    <a:pt x="837723" y="3302065"/>
                  </a:lnTo>
                  <a:lnTo>
                    <a:pt x="748775" y="3673605"/>
                  </a:lnTo>
                  <a:lnTo>
                    <a:pt x="604385" y="4124156"/>
                  </a:lnTo>
                  <a:lnTo>
                    <a:pt x="838407" y="4396774"/>
                  </a:lnTo>
                  <a:close/>
                </a:path>
                <a:path w="2582544" h="10287000">
                  <a:moveTo>
                    <a:pt x="889267" y="6643325"/>
                  </a:moveTo>
                  <a:lnTo>
                    <a:pt x="913526" y="5625673"/>
                  </a:lnTo>
                  <a:lnTo>
                    <a:pt x="641146" y="5859443"/>
                  </a:lnTo>
                  <a:lnTo>
                    <a:pt x="740072" y="6182396"/>
                  </a:lnTo>
                  <a:lnTo>
                    <a:pt x="889267" y="6643325"/>
                  </a:lnTo>
                  <a:close/>
                </a:path>
                <a:path w="2582544" h="10287000">
                  <a:moveTo>
                    <a:pt x="871652" y="2950608"/>
                  </a:moveTo>
                  <a:lnTo>
                    <a:pt x="893168" y="2048028"/>
                  </a:lnTo>
                  <a:lnTo>
                    <a:pt x="769965" y="2475500"/>
                  </a:lnTo>
                  <a:lnTo>
                    <a:pt x="871652" y="2950608"/>
                  </a:lnTo>
                  <a:close/>
                </a:path>
                <a:path w="2582544" h="10287000">
                  <a:moveTo>
                    <a:pt x="829189" y="10287000"/>
                  </a:moveTo>
                  <a:lnTo>
                    <a:pt x="914210" y="6720382"/>
                  </a:lnTo>
                  <a:lnTo>
                    <a:pt x="693987" y="7002564"/>
                  </a:lnTo>
                  <a:lnTo>
                    <a:pt x="820801" y="7279014"/>
                  </a:lnTo>
                  <a:lnTo>
                    <a:pt x="810061" y="7729557"/>
                  </a:lnTo>
                  <a:lnTo>
                    <a:pt x="835823" y="7813453"/>
                  </a:lnTo>
                  <a:lnTo>
                    <a:pt x="776859" y="10287000"/>
                  </a:lnTo>
                  <a:lnTo>
                    <a:pt x="829189" y="10287000"/>
                  </a:lnTo>
                  <a:close/>
                </a:path>
                <a:path w="2582544" h="10287000">
                  <a:moveTo>
                    <a:pt x="911491" y="10287000"/>
                  </a:moveTo>
                  <a:lnTo>
                    <a:pt x="1046695" y="4615225"/>
                  </a:lnTo>
                  <a:lnTo>
                    <a:pt x="852230" y="4929956"/>
                  </a:lnTo>
                  <a:lnTo>
                    <a:pt x="757882" y="5435256"/>
                  </a:lnTo>
                  <a:lnTo>
                    <a:pt x="913526" y="5625673"/>
                  </a:lnTo>
                  <a:lnTo>
                    <a:pt x="889267" y="6643325"/>
                  </a:lnTo>
                  <a:lnTo>
                    <a:pt x="914210" y="6720382"/>
                  </a:lnTo>
                  <a:lnTo>
                    <a:pt x="829189" y="10287000"/>
                  </a:lnTo>
                  <a:lnTo>
                    <a:pt x="911491" y="10287000"/>
                  </a:lnTo>
                  <a:close/>
                </a:path>
                <a:path w="2582544" h="10287000">
                  <a:moveTo>
                    <a:pt x="810061" y="7729557"/>
                  </a:moveTo>
                  <a:lnTo>
                    <a:pt x="820801" y="7279014"/>
                  </a:lnTo>
                  <a:lnTo>
                    <a:pt x="736651" y="7490493"/>
                  </a:lnTo>
                  <a:lnTo>
                    <a:pt x="810061" y="772955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6105825" y="0"/>
              <a:ext cx="2182495" cy="10287000"/>
            </a:xfrm>
            <a:custGeom>
              <a:avLst/>
              <a:gdLst/>
              <a:ahLst/>
              <a:cxnLst/>
              <a:rect l="l" t="t" r="r" b="b"/>
              <a:pathLst>
                <a:path w="2182494" h="10287000">
                  <a:moveTo>
                    <a:pt x="324672" y="9642677"/>
                  </a:moveTo>
                  <a:lnTo>
                    <a:pt x="348813" y="8629946"/>
                  </a:lnTo>
                  <a:lnTo>
                    <a:pt x="15010" y="8956588"/>
                  </a:lnTo>
                  <a:lnTo>
                    <a:pt x="0" y="9297708"/>
                  </a:lnTo>
                  <a:lnTo>
                    <a:pt x="324672" y="9642677"/>
                  </a:lnTo>
                  <a:close/>
                </a:path>
                <a:path w="2182494" h="10287000">
                  <a:moveTo>
                    <a:pt x="637861" y="1915198"/>
                  </a:moveTo>
                  <a:lnTo>
                    <a:pt x="669240" y="598864"/>
                  </a:lnTo>
                  <a:lnTo>
                    <a:pt x="530573" y="945880"/>
                  </a:lnTo>
                  <a:lnTo>
                    <a:pt x="435265" y="1196476"/>
                  </a:lnTo>
                  <a:lnTo>
                    <a:pt x="391993" y="1335644"/>
                  </a:lnTo>
                  <a:lnTo>
                    <a:pt x="399696" y="1428313"/>
                  </a:lnTo>
                  <a:lnTo>
                    <a:pt x="440978" y="1774836"/>
                  </a:lnTo>
                  <a:lnTo>
                    <a:pt x="637861" y="1915198"/>
                  </a:lnTo>
                  <a:close/>
                </a:path>
                <a:path w="2182494" h="10287000">
                  <a:moveTo>
                    <a:pt x="2182176" y="10287000"/>
                  </a:moveTo>
                  <a:lnTo>
                    <a:pt x="2182176" y="0"/>
                  </a:lnTo>
                  <a:lnTo>
                    <a:pt x="436956" y="0"/>
                  </a:lnTo>
                  <a:lnTo>
                    <a:pt x="540914" y="251871"/>
                  </a:lnTo>
                  <a:lnTo>
                    <a:pt x="669240" y="598864"/>
                  </a:lnTo>
                  <a:lnTo>
                    <a:pt x="637861" y="1915198"/>
                  </a:lnTo>
                  <a:lnTo>
                    <a:pt x="912289" y="2110843"/>
                  </a:lnTo>
                  <a:lnTo>
                    <a:pt x="872462" y="3781577"/>
                  </a:lnTo>
                  <a:lnTo>
                    <a:pt x="948670" y="3856914"/>
                  </a:lnTo>
                  <a:lnTo>
                    <a:pt x="1005259" y="3910114"/>
                  </a:lnTo>
                  <a:lnTo>
                    <a:pt x="983207" y="4835210"/>
                  </a:lnTo>
                  <a:lnTo>
                    <a:pt x="1008205" y="5012984"/>
                  </a:lnTo>
                  <a:lnTo>
                    <a:pt x="998723" y="5410755"/>
                  </a:lnTo>
                  <a:lnTo>
                    <a:pt x="1073597" y="5567786"/>
                  </a:lnTo>
                  <a:lnTo>
                    <a:pt x="961100" y="10287000"/>
                  </a:lnTo>
                  <a:lnTo>
                    <a:pt x="2182176" y="10287000"/>
                  </a:lnTo>
                  <a:close/>
                </a:path>
                <a:path w="2182494" h="10287000">
                  <a:moveTo>
                    <a:pt x="556220" y="10287000"/>
                  </a:moveTo>
                  <a:lnTo>
                    <a:pt x="617143" y="7731305"/>
                  </a:lnTo>
                  <a:lnTo>
                    <a:pt x="490641" y="8029232"/>
                  </a:lnTo>
                  <a:lnTo>
                    <a:pt x="331754" y="8211906"/>
                  </a:lnTo>
                  <a:lnTo>
                    <a:pt x="348813" y="8629946"/>
                  </a:lnTo>
                  <a:lnTo>
                    <a:pt x="324672" y="9642677"/>
                  </a:lnTo>
                  <a:lnTo>
                    <a:pt x="439925" y="9765135"/>
                  </a:lnTo>
                  <a:lnTo>
                    <a:pt x="427484" y="10287000"/>
                  </a:lnTo>
                  <a:lnTo>
                    <a:pt x="556220" y="10287000"/>
                  </a:lnTo>
                  <a:close/>
                </a:path>
                <a:path w="2182494" h="10287000">
                  <a:moveTo>
                    <a:pt x="427484" y="10287000"/>
                  </a:moveTo>
                  <a:lnTo>
                    <a:pt x="439925" y="9765135"/>
                  </a:lnTo>
                  <a:lnTo>
                    <a:pt x="345431" y="10235302"/>
                  </a:lnTo>
                  <a:lnTo>
                    <a:pt x="300522" y="10287000"/>
                  </a:lnTo>
                  <a:lnTo>
                    <a:pt x="427484" y="10287000"/>
                  </a:lnTo>
                  <a:close/>
                </a:path>
                <a:path w="2182494" h="10287000">
                  <a:moveTo>
                    <a:pt x="872462" y="3781577"/>
                  </a:moveTo>
                  <a:lnTo>
                    <a:pt x="912289" y="2110843"/>
                  </a:lnTo>
                  <a:lnTo>
                    <a:pt x="890007" y="2161026"/>
                  </a:lnTo>
                  <a:lnTo>
                    <a:pt x="841012" y="2275705"/>
                  </a:lnTo>
                  <a:lnTo>
                    <a:pt x="792086" y="2401072"/>
                  </a:lnTo>
                  <a:lnTo>
                    <a:pt x="770006" y="2483320"/>
                  </a:lnTo>
                  <a:lnTo>
                    <a:pt x="768398" y="2517139"/>
                  </a:lnTo>
                  <a:lnTo>
                    <a:pt x="764005" y="2565782"/>
                  </a:lnTo>
                  <a:lnTo>
                    <a:pt x="745193" y="2741357"/>
                  </a:lnTo>
                  <a:lnTo>
                    <a:pt x="740739" y="2789998"/>
                  </a:lnTo>
                  <a:lnTo>
                    <a:pt x="739041" y="2823814"/>
                  </a:lnTo>
                  <a:lnTo>
                    <a:pt x="714338" y="2894216"/>
                  </a:lnTo>
                  <a:lnTo>
                    <a:pt x="659879" y="2993526"/>
                  </a:lnTo>
                  <a:lnTo>
                    <a:pt x="605398" y="3082149"/>
                  </a:lnTo>
                  <a:lnTo>
                    <a:pt x="580631" y="3120489"/>
                  </a:lnTo>
                  <a:lnTo>
                    <a:pt x="615128" y="3386425"/>
                  </a:lnTo>
                  <a:lnTo>
                    <a:pt x="629220" y="3483516"/>
                  </a:lnTo>
                  <a:lnTo>
                    <a:pt x="694476" y="3590539"/>
                  </a:lnTo>
                  <a:lnTo>
                    <a:pt x="823018" y="3732697"/>
                  </a:lnTo>
                  <a:lnTo>
                    <a:pt x="872462" y="3781577"/>
                  </a:lnTo>
                  <a:close/>
                </a:path>
                <a:path w="2182494" h="10287000">
                  <a:moveTo>
                    <a:pt x="653264" y="10287000"/>
                  </a:moveTo>
                  <a:lnTo>
                    <a:pt x="741675" y="6578165"/>
                  </a:lnTo>
                  <a:lnTo>
                    <a:pt x="694952" y="7012864"/>
                  </a:lnTo>
                  <a:lnTo>
                    <a:pt x="584112" y="7292739"/>
                  </a:lnTo>
                  <a:lnTo>
                    <a:pt x="584739" y="7482901"/>
                  </a:lnTo>
                  <a:lnTo>
                    <a:pt x="617143" y="7731305"/>
                  </a:lnTo>
                  <a:lnTo>
                    <a:pt x="556220" y="10287000"/>
                  </a:lnTo>
                  <a:lnTo>
                    <a:pt x="650039" y="10287000"/>
                  </a:lnTo>
                  <a:lnTo>
                    <a:pt x="653264" y="10287000"/>
                  </a:lnTo>
                  <a:close/>
                </a:path>
                <a:path w="2182494" h="10287000">
                  <a:moveTo>
                    <a:pt x="961100" y="10287000"/>
                  </a:moveTo>
                  <a:lnTo>
                    <a:pt x="1073597" y="5567786"/>
                  </a:lnTo>
                  <a:lnTo>
                    <a:pt x="708278" y="6082840"/>
                  </a:lnTo>
                  <a:lnTo>
                    <a:pt x="741675" y="6578165"/>
                  </a:lnTo>
                  <a:lnTo>
                    <a:pt x="653264" y="10287000"/>
                  </a:lnTo>
                  <a:lnTo>
                    <a:pt x="961100" y="10287000"/>
                  </a:lnTo>
                  <a:close/>
                </a:path>
                <a:path w="2182494" h="10287000">
                  <a:moveTo>
                    <a:pt x="983207" y="4835210"/>
                  </a:moveTo>
                  <a:lnTo>
                    <a:pt x="1005259" y="3910114"/>
                  </a:lnTo>
                  <a:lnTo>
                    <a:pt x="863068" y="4340573"/>
                  </a:lnTo>
                  <a:lnTo>
                    <a:pt x="959679" y="4667894"/>
                  </a:lnTo>
                  <a:lnTo>
                    <a:pt x="983207" y="4835210"/>
                  </a:lnTo>
                  <a:close/>
                </a:path>
                <a:path w="2182494" h="10287000">
                  <a:moveTo>
                    <a:pt x="998723" y="5410755"/>
                  </a:moveTo>
                  <a:lnTo>
                    <a:pt x="1008205" y="5012984"/>
                  </a:lnTo>
                  <a:lnTo>
                    <a:pt x="897175" y="5197782"/>
                  </a:lnTo>
                  <a:lnTo>
                    <a:pt x="998723" y="5410755"/>
                  </a:lnTo>
                  <a:close/>
                </a:path>
              </a:pathLst>
            </a:custGeom>
            <a:solidFill>
              <a:srgbClr val="FFD04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877697" y="694331"/>
            <a:ext cx="6653530" cy="493395"/>
          </a:xfrm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050" spc="-300"/>
              <a:t>4.</a:t>
            </a:r>
            <a:r>
              <a:rPr dirty="0" sz="3050" spc="-240"/>
              <a:t> </a:t>
            </a:r>
            <a:r>
              <a:rPr dirty="0" sz="3050" spc="-325"/>
              <a:t>Data</a:t>
            </a:r>
            <a:r>
              <a:rPr dirty="0" sz="3050" spc="-229"/>
              <a:t> </a:t>
            </a:r>
            <a:r>
              <a:rPr dirty="0" sz="3050" spc="-280"/>
              <a:t>Integrity</a:t>
            </a:r>
            <a:r>
              <a:rPr dirty="0" sz="3050" spc="-229"/>
              <a:t> </a:t>
            </a:r>
            <a:r>
              <a:rPr dirty="0" sz="3050" spc="-315"/>
              <a:t>and</a:t>
            </a:r>
            <a:r>
              <a:rPr dirty="0" sz="3050" spc="-229"/>
              <a:t> </a:t>
            </a:r>
            <a:r>
              <a:rPr dirty="0" sz="3050" spc="-325"/>
              <a:t>Data</a:t>
            </a:r>
            <a:r>
              <a:rPr dirty="0" sz="3050" spc="-229"/>
              <a:t> </a:t>
            </a:r>
            <a:r>
              <a:rPr dirty="0" sz="3050" spc="-285"/>
              <a:t>Loss</a:t>
            </a:r>
            <a:r>
              <a:rPr dirty="0" sz="3050" spc="-229"/>
              <a:t> </a:t>
            </a:r>
            <a:r>
              <a:rPr dirty="0" sz="3050" spc="-295"/>
              <a:t>Incidents</a:t>
            </a:r>
            <a:endParaRPr sz="3050"/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8047" y="3116020"/>
            <a:ext cx="114300" cy="11429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8047" y="3554170"/>
            <a:ext cx="114300" cy="11429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8047" y="3992320"/>
            <a:ext cx="114300" cy="11429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8047" y="4430470"/>
            <a:ext cx="114300" cy="11429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8047" y="4868620"/>
            <a:ext cx="114300" cy="11429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8047" y="5306770"/>
            <a:ext cx="114300" cy="114299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8047" y="5744920"/>
            <a:ext cx="114300" cy="114299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8047" y="6183070"/>
            <a:ext cx="114300" cy="114299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8047" y="6621220"/>
            <a:ext cx="114300" cy="114298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8047" y="7059369"/>
            <a:ext cx="114300" cy="114299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877697" y="1147514"/>
            <a:ext cx="14158594" cy="8788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2500">
                <a:latin typeface="Comic Sans MS"/>
                <a:cs typeface="Comic Sans MS"/>
              </a:rPr>
              <a:t>These</a:t>
            </a:r>
            <a:r>
              <a:rPr dirty="0" sz="2500" spc="-60">
                <a:latin typeface="Comic Sans MS"/>
                <a:cs typeface="Comic Sans MS"/>
              </a:rPr>
              <a:t>  </a:t>
            </a:r>
            <a:r>
              <a:rPr dirty="0" sz="2500">
                <a:latin typeface="Comic Sans MS"/>
                <a:cs typeface="Comic Sans MS"/>
              </a:rPr>
              <a:t>incidents</a:t>
            </a:r>
            <a:r>
              <a:rPr dirty="0" sz="2500" spc="-60">
                <a:latin typeface="Comic Sans MS"/>
                <a:cs typeface="Comic Sans MS"/>
              </a:rPr>
              <a:t>  </a:t>
            </a:r>
            <a:r>
              <a:rPr dirty="0" sz="2500">
                <a:latin typeface="Comic Sans MS"/>
                <a:cs typeface="Comic Sans MS"/>
              </a:rPr>
              <a:t>involve</a:t>
            </a:r>
            <a:r>
              <a:rPr dirty="0" sz="2500" spc="-55">
                <a:latin typeface="Comic Sans MS"/>
                <a:cs typeface="Comic Sans MS"/>
              </a:rPr>
              <a:t>  </a:t>
            </a:r>
            <a:r>
              <a:rPr dirty="0" sz="2500">
                <a:latin typeface="Comic Sans MS"/>
                <a:cs typeface="Comic Sans MS"/>
              </a:rPr>
              <a:t>loss,</a:t>
            </a:r>
            <a:r>
              <a:rPr dirty="0" sz="2500" spc="-60">
                <a:latin typeface="Comic Sans MS"/>
                <a:cs typeface="Comic Sans MS"/>
              </a:rPr>
              <a:t>  </a:t>
            </a:r>
            <a:r>
              <a:rPr dirty="0" sz="2500">
                <a:latin typeface="Comic Sans MS"/>
                <a:cs typeface="Comic Sans MS"/>
              </a:rPr>
              <a:t>corruption,</a:t>
            </a:r>
            <a:r>
              <a:rPr dirty="0" sz="2500" spc="-55">
                <a:latin typeface="Comic Sans MS"/>
                <a:cs typeface="Comic Sans MS"/>
              </a:rPr>
              <a:t>  </a:t>
            </a:r>
            <a:r>
              <a:rPr dirty="0" sz="2500">
                <a:latin typeface="Comic Sans MS"/>
                <a:cs typeface="Comic Sans MS"/>
              </a:rPr>
              <a:t>unauthorized</a:t>
            </a:r>
            <a:r>
              <a:rPr dirty="0" sz="2500" spc="-60">
                <a:latin typeface="Comic Sans MS"/>
                <a:cs typeface="Comic Sans MS"/>
              </a:rPr>
              <a:t>  </a:t>
            </a:r>
            <a:r>
              <a:rPr dirty="0" sz="2500">
                <a:latin typeface="Comic Sans MS"/>
                <a:cs typeface="Comic Sans MS"/>
              </a:rPr>
              <a:t>modification,</a:t>
            </a:r>
            <a:r>
              <a:rPr dirty="0" sz="2500" spc="-60">
                <a:latin typeface="Comic Sans MS"/>
                <a:cs typeface="Comic Sans MS"/>
              </a:rPr>
              <a:t>  </a:t>
            </a:r>
            <a:r>
              <a:rPr dirty="0" sz="2500">
                <a:latin typeface="Comic Sans MS"/>
                <a:cs typeface="Comic Sans MS"/>
              </a:rPr>
              <a:t>accidental</a:t>
            </a:r>
            <a:r>
              <a:rPr dirty="0" sz="2500" spc="-55">
                <a:latin typeface="Comic Sans MS"/>
                <a:cs typeface="Comic Sans MS"/>
              </a:rPr>
              <a:t>  </a:t>
            </a:r>
            <a:r>
              <a:rPr dirty="0" sz="2500">
                <a:latin typeface="Comic Sans MS"/>
                <a:cs typeface="Comic Sans MS"/>
              </a:rPr>
              <a:t>deletion,</a:t>
            </a:r>
            <a:r>
              <a:rPr dirty="0" sz="2500" spc="-60">
                <a:latin typeface="Comic Sans MS"/>
                <a:cs typeface="Comic Sans MS"/>
              </a:rPr>
              <a:t>  </a:t>
            </a:r>
            <a:r>
              <a:rPr dirty="0" sz="2500" spc="-25">
                <a:latin typeface="Comic Sans MS"/>
                <a:cs typeface="Comic Sans MS"/>
              </a:rPr>
              <a:t>or </a:t>
            </a:r>
            <a:r>
              <a:rPr dirty="0" sz="2500">
                <a:latin typeface="Comic Sans MS"/>
                <a:cs typeface="Comic Sans MS"/>
              </a:rPr>
              <a:t>destruction</a:t>
            </a:r>
            <a:r>
              <a:rPr dirty="0" sz="2500" spc="260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of</a:t>
            </a:r>
            <a:r>
              <a:rPr dirty="0" sz="2500" spc="260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data.</a:t>
            </a:r>
            <a:r>
              <a:rPr dirty="0" sz="2500" spc="265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The</a:t>
            </a:r>
            <a:r>
              <a:rPr dirty="0" sz="2500" spc="260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incident</a:t>
            </a:r>
            <a:r>
              <a:rPr dirty="0" sz="2500" spc="260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may</a:t>
            </a:r>
            <a:r>
              <a:rPr dirty="0" sz="2500" spc="265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be</a:t>
            </a:r>
            <a:r>
              <a:rPr dirty="0" sz="2500" spc="260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caused</a:t>
            </a:r>
            <a:r>
              <a:rPr dirty="0" sz="2500" spc="260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by</a:t>
            </a:r>
            <a:r>
              <a:rPr dirty="0" sz="2500" spc="265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technical</a:t>
            </a:r>
            <a:r>
              <a:rPr dirty="0" sz="2500" spc="260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failure,</a:t>
            </a:r>
            <a:r>
              <a:rPr dirty="0" sz="2500" spc="265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human</a:t>
            </a:r>
            <a:r>
              <a:rPr dirty="0" sz="2500" spc="260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error,</a:t>
            </a:r>
            <a:r>
              <a:rPr dirty="0" sz="2500" spc="260">
                <a:latin typeface="Comic Sans MS"/>
                <a:cs typeface="Comic Sans MS"/>
              </a:rPr>
              <a:t> </a:t>
            </a:r>
            <a:r>
              <a:rPr dirty="0" sz="2500" spc="-10">
                <a:latin typeface="Comic Sans MS"/>
                <a:cs typeface="Comic Sans MS"/>
              </a:rPr>
              <a:t>malicious </a:t>
            </a:r>
            <a:r>
              <a:rPr dirty="0" sz="2500">
                <a:latin typeface="Comic Sans MS"/>
                <a:cs typeface="Comic Sans MS"/>
              </a:rPr>
              <a:t>activity,</a:t>
            </a:r>
            <a:r>
              <a:rPr dirty="0" sz="2500" spc="-50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or</a:t>
            </a:r>
            <a:r>
              <a:rPr dirty="0" sz="2500" spc="-45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software</a:t>
            </a:r>
            <a:r>
              <a:rPr dirty="0" sz="2500" spc="-50">
                <a:latin typeface="Comic Sans MS"/>
                <a:cs typeface="Comic Sans MS"/>
              </a:rPr>
              <a:t> </a:t>
            </a:r>
            <a:r>
              <a:rPr dirty="0" sz="2500" spc="-10">
                <a:latin typeface="Comic Sans MS"/>
                <a:cs typeface="Comic Sans MS"/>
              </a:rPr>
              <a:t>problems.</a:t>
            </a:r>
            <a:endParaRPr sz="2500">
              <a:latin typeface="Comic Sans MS"/>
              <a:cs typeface="Comic Sans MS"/>
            </a:endParaRPr>
          </a:p>
          <a:p>
            <a:pPr marL="12700">
              <a:lnSpc>
                <a:spcPts val="3560"/>
              </a:lnSpc>
            </a:pPr>
            <a:r>
              <a:rPr dirty="0" sz="3050" spc="-355" b="1">
                <a:latin typeface="Comic Sans MS"/>
                <a:cs typeface="Comic Sans MS"/>
              </a:rPr>
              <a:t>Common</a:t>
            </a:r>
            <a:r>
              <a:rPr dirty="0" sz="3050" spc="-229" b="1">
                <a:latin typeface="Comic Sans MS"/>
                <a:cs typeface="Comic Sans MS"/>
              </a:rPr>
              <a:t> </a:t>
            </a:r>
            <a:r>
              <a:rPr dirty="0" sz="3050" spc="-320" b="1">
                <a:latin typeface="Comic Sans MS"/>
                <a:cs typeface="Comic Sans MS"/>
              </a:rPr>
              <a:t>examples</a:t>
            </a:r>
            <a:endParaRPr sz="3050">
              <a:latin typeface="Comic Sans MS"/>
              <a:cs typeface="Comic Sans MS"/>
            </a:endParaRPr>
          </a:p>
          <a:p>
            <a:pPr marL="551815" marR="9553575">
              <a:lnSpc>
                <a:spcPts val="3450"/>
              </a:lnSpc>
              <a:spcBef>
                <a:spcPts val="80"/>
              </a:spcBef>
            </a:pPr>
            <a:r>
              <a:rPr dirty="0" sz="2500">
                <a:latin typeface="Comic Sans MS"/>
                <a:cs typeface="Comic Sans MS"/>
              </a:rPr>
              <a:t>Accidental</a:t>
            </a:r>
            <a:r>
              <a:rPr dirty="0" sz="2500" spc="-70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deletion</a:t>
            </a:r>
            <a:r>
              <a:rPr dirty="0" sz="2500" spc="-65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of</a:t>
            </a:r>
            <a:r>
              <a:rPr dirty="0" sz="2500" spc="-65">
                <a:latin typeface="Comic Sans MS"/>
                <a:cs typeface="Comic Sans MS"/>
              </a:rPr>
              <a:t> </a:t>
            </a:r>
            <a:r>
              <a:rPr dirty="0" sz="2500" spc="-10">
                <a:latin typeface="Comic Sans MS"/>
                <a:cs typeface="Comic Sans MS"/>
              </a:rPr>
              <a:t>files </a:t>
            </a:r>
            <a:r>
              <a:rPr dirty="0" sz="2500">
                <a:latin typeface="Comic Sans MS"/>
                <a:cs typeface="Comic Sans MS"/>
              </a:rPr>
              <a:t>Database</a:t>
            </a:r>
            <a:r>
              <a:rPr dirty="0" sz="2500" spc="-65">
                <a:latin typeface="Comic Sans MS"/>
                <a:cs typeface="Comic Sans MS"/>
              </a:rPr>
              <a:t> </a:t>
            </a:r>
            <a:r>
              <a:rPr dirty="0" sz="2500" spc="-10">
                <a:latin typeface="Comic Sans MS"/>
                <a:cs typeface="Comic Sans MS"/>
              </a:rPr>
              <a:t>corruption </a:t>
            </a:r>
            <a:r>
              <a:rPr dirty="0" sz="2500">
                <a:latin typeface="Comic Sans MS"/>
                <a:cs typeface="Comic Sans MS"/>
              </a:rPr>
              <a:t>Storage</a:t>
            </a:r>
            <a:r>
              <a:rPr dirty="0" sz="2500" spc="-65">
                <a:latin typeface="Comic Sans MS"/>
                <a:cs typeface="Comic Sans MS"/>
              </a:rPr>
              <a:t> </a:t>
            </a:r>
            <a:r>
              <a:rPr dirty="0" sz="2500" spc="-10">
                <a:latin typeface="Comic Sans MS"/>
                <a:cs typeface="Comic Sans MS"/>
              </a:rPr>
              <a:t>failure</a:t>
            </a:r>
            <a:endParaRPr sz="2500">
              <a:latin typeface="Comic Sans MS"/>
              <a:cs typeface="Comic Sans MS"/>
            </a:endParaRPr>
          </a:p>
          <a:p>
            <a:pPr marL="551815" marR="9599295">
              <a:lnSpc>
                <a:spcPts val="3450"/>
              </a:lnSpc>
            </a:pPr>
            <a:r>
              <a:rPr dirty="0" sz="2500">
                <a:latin typeface="Comic Sans MS"/>
                <a:cs typeface="Comic Sans MS"/>
              </a:rPr>
              <a:t>Data</a:t>
            </a:r>
            <a:r>
              <a:rPr dirty="0" sz="2500" spc="-20">
                <a:latin typeface="Comic Sans MS"/>
                <a:cs typeface="Comic Sans MS"/>
              </a:rPr>
              <a:t> </a:t>
            </a:r>
            <a:r>
              <a:rPr dirty="0" sz="2500" spc="-10">
                <a:latin typeface="Comic Sans MS"/>
                <a:cs typeface="Comic Sans MS"/>
              </a:rPr>
              <a:t>modification </a:t>
            </a:r>
            <a:r>
              <a:rPr dirty="0" sz="2500">
                <a:latin typeface="Comic Sans MS"/>
                <a:cs typeface="Comic Sans MS"/>
              </a:rPr>
              <a:t>Incorrect</a:t>
            </a:r>
            <a:r>
              <a:rPr dirty="0" sz="2500" spc="-85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database</a:t>
            </a:r>
            <a:r>
              <a:rPr dirty="0" sz="2500" spc="-80">
                <a:latin typeface="Comic Sans MS"/>
                <a:cs typeface="Comic Sans MS"/>
              </a:rPr>
              <a:t> </a:t>
            </a:r>
            <a:r>
              <a:rPr dirty="0" sz="2500" spc="-10">
                <a:latin typeface="Comic Sans MS"/>
                <a:cs typeface="Comic Sans MS"/>
              </a:rPr>
              <a:t>update File-</a:t>
            </a:r>
            <a:r>
              <a:rPr dirty="0" sz="2500">
                <a:latin typeface="Comic Sans MS"/>
                <a:cs typeface="Comic Sans MS"/>
              </a:rPr>
              <a:t>system</a:t>
            </a:r>
            <a:r>
              <a:rPr dirty="0" sz="2500" spc="-30">
                <a:latin typeface="Comic Sans MS"/>
                <a:cs typeface="Comic Sans MS"/>
              </a:rPr>
              <a:t> </a:t>
            </a:r>
            <a:r>
              <a:rPr dirty="0" sz="2500" spc="-10">
                <a:latin typeface="Comic Sans MS"/>
                <a:cs typeface="Comic Sans MS"/>
              </a:rPr>
              <a:t>corruption </a:t>
            </a:r>
            <a:r>
              <a:rPr dirty="0" sz="2500">
                <a:latin typeface="Comic Sans MS"/>
                <a:cs typeface="Comic Sans MS"/>
              </a:rPr>
              <a:t>Loss</a:t>
            </a:r>
            <a:r>
              <a:rPr dirty="0" sz="2500" spc="-40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of</a:t>
            </a:r>
            <a:r>
              <a:rPr dirty="0" sz="2500" spc="-40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backup</a:t>
            </a:r>
            <a:r>
              <a:rPr dirty="0" sz="2500" spc="-35">
                <a:latin typeface="Comic Sans MS"/>
                <a:cs typeface="Comic Sans MS"/>
              </a:rPr>
              <a:t> </a:t>
            </a:r>
            <a:r>
              <a:rPr dirty="0" sz="2500" spc="-20">
                <a:latin typeface="Comic Sans MS"/>
                <a:cs typeface="Comic Sans MS"/>
              </a:rPr>
              <a:t>data</a:t>
            </a:r>
            <a:endParaRPr sz="2500">
              <a:latin typeface="Comic Sans MS"/>
              <a:cs typeface="Comic Sans MS"/>
            </a:endParaRPr>
          </a:p>
          <a:p>
            <a:pPr marL="551815" marR="8016240">
              <a:lnSpc>
                <a:spcPts val="3450"/>
              </a:lnSpc>
            </a:pPr>
            <a:r>
              <a:rPr dirty="0" sz="2500">
                <a:latin typeface="Comic Sans MS"/>
                <a:cs typeface="Comic Sans MS"/>
              </a:rPr>
              <a:t>Unauthorized</a:t>
            </a:r>
            <a:r>
              <a:rPr dirty="0" sz="2500" spc="-70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alteration</a:t>
            </a:r>
            <a:r>
              <a:rPr dirty="0" sz="2500" spc="-70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of</a:t>
            </a:r>
            <a:r>
              <a:rPr dirty="0" sz="2500" spc="-70">
                <a:latin typeface="Comic Sans MS"/>
                <a:cs typeface="Comic Sans MS"/>
              </a:rPr>
              <a:t> </a:t>
            </a:r>
            <a:r>
              <a:rPr dirty="0" sz="2500" spc="-10">
                <a:latin typeface="Comic Sans MS"/>
                <a:cs typeface="Comic Sans MS"/>
              </a:rPr>
              <a:t>records </a:t>
            </a:r>
            <a:r>
              <a:rPr dirty="0" sz="2500">
                <a:latin typeface="Comic Sans MS"/>
                <a:cs typeface="Comic Sans MS"/>
              </a:rPr>
              <a:t>Data</a:t>
            </a:r>
            <a:r>
              <a:rPr dirty="0" sz="2500" spc="-80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synchronization</a:t>
            </a:r>
            <a:r>
              <a:rPr dirty="0" sz="2500" spc="-75">
                <a:latin typeface="Comic Sans MS"/>
                <a:cs typeface="Comic Sans MS"/>
              </a:rPr>
              <a:t> </a:t>
            </a:r>
            <a:r>
              <a:rPr dirty="0" sz="2500" spc="-10">
                <a:latin typeface="Comic Sans MS"/>
                <a:cs typeface="Comic Sans MS"/>
              </a:rPr>
              <a:t>errors </a:t>
            </a:r>
            <a:r>
              <a:rPr dirty="0" sz="2500">
                <a:latin typeface="Comic Sans MS"/>
                <a:cs typeface="Comic Sans MS"/>
              </a:rPr>
              <a:t>Accidental</a:t>
            </a:r>
            <a:r>
              <a:rPr dirty="0" sz="2500" spc="-75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overwriting</a:t>
            </a:r>
            <a:r>
              <a:rPr dirty="0" sz="2500" spc="-70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of</a:t>
            </a:r>
            <a:r>
              <a:rPr dirty="0" sz="2500" spc="-70">
                <a:latin typeface="Comic Sans MS"/>
                <a:cs typeface="Comic Sans MS"/>
              </a:rPr>
              <a:t> </a:t>
            </a:r>
            <a:r>
              <a:rPr dirty="0" sz="2500" spc="-10">
                <a:latin typeface="Comic Sans MS"/>
                <a:cs typeface="Comic Sans MS"/>
              </a:rPr>
              <a:t>information</a:t>
            </a:r>
            <a:endParaRPr sz="2500">
              <a:latin typeface="Comic Sans MS"/>
              <a:cs typeface="Comic Sans MS"/>
            </a:endParaRPr>
          </a:p>
          <a:p>
            <a:pPr marL="12700">
              <a:lnSpc>
                <a:spcPts val="3370"/>
              </a:lnSpc>
            </a:pPr>
            <a:r>
              <a:rPr dirty="0" sz="3050" spc="-330" b="1">
                <a:latin typeface="Comic Sans MS"/>
                <a:cs typeface="Comic Sans MS"/>
              </a:rPr>
              <a:t>Example</a:t>
            </a:r>
            <a:endParaRPr sz="3050">
              <a:latin typeface="Comic Sans MS"/>
              <a:cs typeface="Comic Sans MS"/>
            </a:endParaRPr>
          </a:p>
          <a:p>
            <a:pPr marL="12700" marR="5080">
              <a:lnSpc>
                <a:spcPts val="3450"/>
              </a:lnSpc>
              <a:spcBef>
                <a:spcPts val="80"/>
              </a:spcBef>
              <a:tabLst>
                <a:tab pos="570865" algn="l"/>
                <a:tab pos="2088514" algn="l"/>
                <a:tab pos="4004310" algn="l"/>
                <a:tab pos="5263515" algn="l"/>
                <a:tab pos="5586730" algn="l"/>
                <a:tab pos="7087234" algn="l"/>
                <a:tab pos="8734425" algn="l"/>
                <a:tab pos="10347325" algn="l"/>
                <a:tab pos="11652885" algn="l"/>
                <a:tab pos="12962890" algn="l"/>
                <a:tab pos="13638530" algn="l"/>
              </a:tabLst>
            </a:pPr>
            <a:r>
              <a:rPr dirty="0" sz="2500" spc="-25">
                <a:latin typeface="Comic Sans MS"/>
                <a:cs typeface="Comic Sans MS"/>
              </a:rPr>
              <a:t>An</a:t>
            </a:r>
            <a:r>
              <a:rPr dirty="0" sz="2500">
                <a:latin typeface="Comic Sans MS"/>
                <a:cs typeface="Comic Sans MS"/>
              </a:rPr>
              <a:t>	</a:t>
            </a:r>
            <a:r>
              <a:rPr dirty="0" sz="2500" spc="-10">
                <a:latin typeface="Comic Sans MS"/>
                <a:cs typeface="Comic Sans MS"/>
              </a:rPr>
              <a:t>employee</a:t>
            </a:r>
            <a:r>
              <a:rPr dirty="0" sz="2500">
                <a:latin typeface="Comic Sans MS"/>
                <a:cs typeface="Comic Sans MS"/>
              </a:rPr>
              <a:t>	</a:t>
            </a:r>
            <a:r>
              <a:rPr dirty="0" sz="2500" spc="-10">
                <a:latin typeface="Comic Sans MS"/>
                <a:cs typeface="Comic Sans MS"/>
              </a:rPr>
              <a:t>accidentally</a:t>
            </a:r>
            <a:r>
              <a:rPr dirty="0" sz="2500">
                <a:latin typeface="Comic Sans MS"/>
                <a:cs typeface="Comic Sans MS"/>
              </a:rPr>
              <a:t>	</a:t>
            </a:r>
            <a:r>
              <a:rPr dirty="0" sz="2500" spc="-10">
                <a:latin typeface="Comic Sans MS"/>
                <a:cs typeface="Comic Sans MS"/>
              </a:rPr>
              <a:t>deletes</a:t>
            </a:r>
            <a:r>
              <a:rPr dirty="0" sz="2500">
                <a:latin typeface="Comic Sans MS"/>
                <a:cs typeface="Comic Sans MS"/>
              </a:rPr>
              <a:t>	</a:t>
            </a:r>
            <a:r>
              <a:rPr dirty="0" sz="2500" spc="-50">
                <a:latin typeface="Comic Sans MS"/>
                <a:cs typeface="Comic Sans MS"/>
              </a:rPr>
              <a:t>a</a:t>
            </a:r>
            <a:r>
              <a:rPr dirty="0" sz="2500">
                <a:latin typeface="Comic Sans MS"/>
                <a:cs typeface="Comic Sans MS"/>
              </a:rPr>
              <a:t>	</a:t>
            </a:r>
            <a:r>
              <a:rPr dirty="0" sz="2500" spc="-10">
                <a:latin typeface="Comic Sans MS"/>
                <a:cs typeface="Comic Sans MS"/>
              </a:rPr>
              <a:t>database</a:t>
            </a:r>
            <a:r>
              <a:rPr dirty="0" sz="2500">
                <a:latin typeface="Comic Sans MS"/>
                <a:cs typeface="Comic Sans MS"/>
              </a:rPr>
              <a:t>	</a:t>
            </a:r>
            <a:r>
              <a:rPr dirty="0" sz="2500" spc="-10">
                <a:latin typeface="Comic Sans MS"/>
                <a:cs typeface="Comic Sans MS"/>
              </a:rPr>
              <a:t>containing</a:t>
            </a:r>
            <a:r>
              <a:rPr dirty="0" sz="2500">
                <a:latin typeface="Comic Sans MS"/>
                <a:cs typeface="Comic Sans MS"/>
              </a:rPr>
              <a:t>	</a:t>
            </a:r>
            <a:r>
              <a:rPr dirty="0" sz="2500" spc="-10">
                <a:latin typeface="Comic Sans MS"/>
                <a:cs typeface="Comic Sans MS"/>
              </a:rPr>
              <a:t>important</a:t>
            </a:r>
            <a:r>
              <a:rPr dirty="0" sz="2500">
                <a:latin typeface="Comic Sans MS"/>
                <a:cs typeface="Comic Sans MS"/>
              </a:rPr>
              <a:t>	</a:t>
            </a:r>
            <a:r>
              <a:rPr dirty="0" sz="2500" spc="-10">
                <a:latin typeface="Comic Sans MS"/>
                <a:cs typeface="Comic Sans MS"/>
              </a:rPr>
              <a:t>student</a:t>
            </a:r>
            <a:r>
              <a:rPr dirty="0" sz="2500">
                <a:latin typeface="Comic Sans MS"/>
                <a:cs typeface="Comic Sans MS"/>
              </a:rPr>
              <a:t>	</a:t>
            </a:r>
            <a:r>
              <a:rPr dirty="0" sz="2500" spc="-10">
                <a:latin typeface="Comic Sans MS"/>
                <a:cs typeface="Comic Sans MS"/>
              </a:rPr>
              <a:t>records</a:t>
            </a:r>
            <a:r>
              <a:rPr dirty="0" sz="2500">
                <a:latin typeface="Comic Sans MS"/>
                <a:cs typeface="Comic Sans MS"/>
              </a:rPr>
              <a:t>	</a:t>
            </a:r>
            <a:r>
              <a:rPr dirty="0" sz="2500" spc="-25">
                <a:latin typeface="Comic Sans MS"/>
                <a:cs typeface="Comic Sans MS"/>
              </a:rPr>
              <a:t>and</a:t>
            </a:r>
            <a:r>
              <a:rPr dirty="0" sz="2500">
                <a:latin typeface="Comic Sans MS"/>
                <a:cs typeface="Comic Sans MS"/>
              </a:rPr>
              <a:t>	</a:t>
            </a:r>
            <a:r>
              <a:rPr dirty="0" sz="2500" spc="-25">
                <a:latin typeface="Comic Sans MS"/>
                <a:cs typeface="Comic Sans MS"/>
              </a:rPr>
              <a:t>the </a:t>
            </a:r>
            <a:r>
              <a:rPr dirty="0" sz="2500">
                <a:latin typeface="Comic Sans MS"/>
                <a:cs typeface="Comic Sans MS"/>
              </a:rPr>
              <a:t>organization</a:t>
            </a:r>
            <a:r>
              <a:rPr dirty="0" sz="2500" spc="-50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discovers</a:t>
            </a:r>
            <a:r>
              <a:rPr dirty="0" sz="2500" spc="-45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that</a:t>
            </a:r>
            <a:r>
              <a:rPr dirty="0" sz="2500" spc="-50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the</a:t>
            </a:r>
            <a:r>
              <a:rPr dirty="0" sz="2500" spc="-45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latest</a:t>
            </a:r>
            <a:r>
              <a:rPr dirty="0" sz="2500" spc="-50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backup</a:t>
            </a:r>
            <a:r>
              <a:rPr dirty="0" sz="2500" spc="-45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is</a:t>
            </a:r>
            <a:r>
              <a:rPr dirty="0" sz="2500" spc="-50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also</a:t>
            </a:r>
            <a:r>
              <a:rPr dirty="0" sz="2500" spc="-45">
                <a:latin typeface="Comic Sans MS"/>
                <a:cs typeface="Comic Sans MS"/>
              </a:rPr>
              <a:t> </a:t>
            </a:r>
            <a:r>
              <a:rPr dirty="0" sz="2500" spc="-10">
                <a:latin typeface="Comic Sans MS"/>
                <a:cs typeface="Comic Sans MS"/>
              </a:rPr>
              <a:t>incomplete.</a:t>
            </a:r>
            <a:endParaRPr sz="2500">
              <a:latin typeface="Comic Sans MS"/>
              <a:cs typeface="Comic Sans MS"/>
            </a:endParaRPr>
          </a:p>
          <a:p>
            <a:pPr marL="12700" marR="7177405">
              <a:lnSpc>
                <a:spcPts val="3450"/>
              </a:lnSpc>
            </a:pPr>
            <a:r>
              <a:rPr dirty="0" sz="2500">
                <a:latin typeface="Comic Sans MS"/>
                <a:cs typeface="Comic Sans MS"/>
              </a:rPr>
              <a:t>Incident</a:t>
            </a:r>
            <a:r>
              <a:rPr dirty="0" sz="2500" spc="-70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category:</a:t>
            </a:r>
            <a:r>
              <a:rPr dirty="0" sz="2500" spc="-70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Data</a:t>
            </a:r>
            <a:r>
              <a:rPr dirty="0" sz="2500" spc="-70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loss/integrity</a:t>
            </a:r>
            <a:r>
              <a:rPr dirty="0" sz="2500" spc="-70">
                <a:latin typeface="Comic Sans MS"/>
                <a:cs typeface="Comic Sans MS"/>
              </a:rPr>
              <a:t> </a:t>
            </a:r>
            <a:r>
              <a:rPr dirty="0" sz="2500" spc="-10">
                <a:latin typeface="Comic Sans MS"/>
                <a:cs typeface="Comic Sans MS"/>
              </a:rPr>
              <a:t>incident </a:t>
            </a:r>
            <a:r>
              <a:rPr dirty="0" sz="2500">
                <a:latin typeface="Comic Sans MS"/>
                <a:cs typeface="Comic Sans MS"/>
              </a:rPr>
              <a:t>Impact:</a:t>
            </a:r>
            <a:r>
              <a:rPr dirty="0" sz="2500" spc="-45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Loss</a:t>
            </a:r>
            <a:r>
              <a:rPr dirty="0" sz="2500" spc="-45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of</a:t>
            </a:r>
            <a:r>
              <a:rPr dirty="0" sz="2500" spc="-45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critical</a:t>
            </a:r>
            <a:r>
              <a:rPr dirty="0" sz="2500" spc="-40">
                <a:latin typeface="Comic Sans MS"/>
                <a:cs typeface="Comic Sans MS"/>
              </a:rPr>
              <a:t> </a:t>
            </a:r>
            <a:r>
              <a:rPr dirty="0" sz="2500" spc="-10">
                <a:latin typeface="Comic Sans MS"/>
                <a:cs typeface="Comic Sans MS"/>
              </a:rPr>
              <a:t>information</a:t>
            </a:r>
            <a:endParaRPr sz="25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260"/>
              </a:spcBef>
            </a:pPr>
            <a:r>
              <a:rPr dirty="0" sz="2500">
                <a:latin typeface="Comic Sans MS"/>
                <a:cs typeface="Comic Sans MS"/>
              </a:rPr>
              <a:t>Affected</a:t>
            </a:r>
            <a:r>
              <a:rPr dirty="0" sz="2500" spc="-75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property:</a:t>
            </a:r>
            <a:r>
              <a:rPr dirty="0" sz="2500" spc="-75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Integrity</a:t>
            </a:r>
            <a:r>
              <a:rPr dirty="0" sz="2500" spc="-75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and</a:t>
            </a:r>
            <a:r>
              <a:rPr dirty="0" sz="2500" spc="-70">
                <a:latin typeface="Comic Sans MS"/>
                <a:cs typeface="Comic Sans MS"/>
              </a:rPr>
              <a:t> </a:t>
            </a:r>
            <a:r>
              <a:rPr dirty="0" sz="2500" spc="-10">
                <a:latin typeface="Comic Sans MS"/>
                <a:cs typeface="Comic Sans MS"/>
              </a:rPr>
              <a:t>Availability</a:t>
            </a:r>
            <a:endParaRPr sz="25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553249" y="0"/>
            <a:ext cx="2734945" cy="10287000"/>
            <a:chOff x="15553249" y="0"/>
            <a:chExt cx="2734945" cy="10287000"/>
          </a:xfrm>
        </p:grpSpPr>
        <p:sp>
          <p:nvSpPr>
            <p:cNvPr id="3" name="object 3"/>
            <p:cNvSpPr/>
            <p:nvPr/>
          </p:nvSpPr>
          <p:spPr>
            <a:xfrm>
              <a:off x="15553249" y="0"/>
              <a:ext cx="2734945" cy="10287000"/>
            </a:xfrm>
            <a:custGeom>
              <a:avLst/>
              <a:gdLst/>
              <a:ahLst/>
              <a:cxnLst/>
              <a:rect l="l" t="t" r="r" b="b"/>
              <a:pathLst>
                <a:path w="2734944" h="10287000">
                  <a:moveTo>
                    <a:pt x="727011" y="10287000"/>
                  </a:moveTo>
                  <a:lnTo>
                    <a:pt x="779927" y="8067176"/>
                  </a:lnTo>
                  <a:lnTo>
                    <a:pt x="455832" y="8264828"/>
                  </a:lnTo>
                  <a:lnTo>
                    <a:pt x="334756" y="8520630"/>
                  </a:lnTo>
                  <a:lnTo>
                    <a:pt x="293648" y="8874393"/>
                  </a:lnTo>
                  <a:lnTo>
                    <a:pt x="0" y="9289203"/>
                  </a:lnTo>
                  <a:lnTo>
                    <a:pt x="103447" y="9752295"/>
                  </a:lnTo>
                  <a:lnTo>
                    <a:pt x="384759" y="10009582"/>
                  </a:lnTo>
                  <a:lnTo>
                    <a:pt x="378146" y="10287000"/>
                  </a:lnTo>
                  <a:lnTo>
                    <a:pt x="727011" y="10287000"/>
                  </a:lnTo>
                  <a:close/>
                </a:path>
                <a:path w="2734944" h="10287000">
                  <a:moveTo>
                    <a:pt x="586809" y="1997404"/>
                  </a:moveTo>
                  <a:lnTo>
                    <a:pt x="614320" y="843315"/>
                  </a:lnTo>
                  <a:lnTo>
                    <a:pt x="336085" y="1580317"/>
                  </a:lnTo>
                  <a:lnTo>
                    <a:pt x="500606" y="1893043"/>
                  </a:lnTo>
                  <a:lnTo>
                    <a:pt x="586809" y="1997404"/>
                  </a:lnTo>
                  <a:close/>
                </a:path>
                <a:path w="2734944" h="10287000">
                  <a:moveTo>
                    <a:pt x="2734752" y="10287000"/>
                  </a:moveTo>
                  <a:lnTo>
                    <a:pt x="2734752" y="0"/>
                  </a:lnTo>
                  <a:lnTo>
                    <a:pt x="557905" y="0"/>
                  </a:lnTo>
                  <a:lnTo>
                    <a:pt x="485748" y="496316"/>
                  </a:lnTo>
                  <a:lnTo>
                    <a:pt x="614320" y="843315"/>
                  </a:lnTo>
                  <a:lnTo>
                    <a:pt x="586809" y="1997404"/>
                  </a:lnTo>
                  <a:lnTo>
                    <a:pt x="838014" y="2301524"/>
                  </a:lnTo>
                  <a:lnTo>
                    <a:pt x="816517" y="3203315"/>
                  </a:lnTo>
                  <a:lnTo>
                    <a:pt x="817621" y="3208532"/>
                  </a:lnTo>
                  <a:lnTo>
                    <a:pt x="783270" y="4649534"/>
                  </a:lnTo>
                  <a:lnTo>
                    <a:pt x="884949" y="4795181"/>
                  </a:lnTo>
                  <a:lnTo>
                    <a:pt x="834878" y="6895682"/>
                  </a:lnTo>
                  <a:lnTo>
                    <a:pt x="860277" y="6974153"/>
                  </a:lnTo>
                  <a:lnTo>
                    <a:pt x="781306" y="10287000"/>
                  </a:lnTo>
                  <a:lnTo>
                    <a:pt x="2734752" y="10287000"/>
                  </a:lnTo>
                  <a:close/>
                </a:path>
                <a:path w="2734944" h="10287000">
                  <a:moveTo>
                    <a:pt x="378146" y="10287000"/>
                  </a:moveTo>
                  <a:lnTo>
                    <a:pt x="384759" y="10009582"/>
                  </a:lnTo>
                  <a:lnTo>
                    <a:pt x="329200" y="10287000"/>
                  </a:lnTo>
                  <a:lnTo>
                    <a:pt x="378146" y="10287000"/>
                  </a:lnTo>
                  <a:close/>
                </a:path>
                <a:path w="2734944" h="10287000">
                  <a:moveTo>
                    <a:pt x="783270" y="4649534"/>
                  </a:moveTo>
                  <a:lnTo>
                    <a:pt x="817621" y="3208532"/>
                  </a:lnTo>
                  <a:lnTo>
                    <a:pt x="782587" y="3554825"/>
                  </a:lnTo>
                  <a:lnTo>
                    <a:pt x="693633" y="3926610"/>
                  </a:lnTo>
                  <a:lnTo>
                    <a:pt x="549494" y="4376921"/>
                  </a:lnTo>
                  <a:lnTo>
                    <a:pt x="783270" y="4649534"/>
                  </a:lnTo>
                  <a:close/>
                </a:path>
                <a:path w="2734944" h="10287000">
                  <a:moveTo>
                    <a:pt x="816517" y="3203315"/>
                  </a:moveTo>
                  <a:lnTo>
                    <a:pt x="838014" y="2301524"/>
                  </a:lnTo>
                  <a:lnTo>
                    <a:pt x="716051" y="2728534"/>
                  </a:lnTo>
                  <a:lnTo>
                    <a:pt x="816517" y="3203315"/>
                  </a:lnTo>
                  <a:close/>
                </a:path>
                <a:path w="2734944" h="10287000">
                  <a:moveTo>
                    <a:pt x="781306" y="10287000"/>
                  </a:moveTo>
                  <a:lnTo>
                    <a:pt x="860277" y="6974153"/>
                  </a:lnTo>
                  <a:lnTo>
                    <a:pt x="639810" y="7256328"/>
                  </a:lnTo>
                  <a:lnTo>
                    <a:pt x="766875" y="7532539"/>
                  </a:lnTo>
                  <a:lnTo>
                    <a:pt x="755982" y="7989517"/>
                  </a:lnTo>
                  <a:lnTo>
                    <a:pt x="779927" y="8067176"/>
                  </a:lnTo>
                  <a:lnTo>
                    <a:pt x="727011" y="10287000"/>
                  </a:lnTo>
                  <a:lnTo>
                    <a:pt x="781306" y="10287000"/>
                  </a:lnTo>
                  <a:close/>
                </a:path>
                <a:path w="2734944" h="10287000">
                  <a:moveTo>
                    <a:pt x="834878" y="6895682"/>
                  </a:moveTo>
                  <a:lnTo>
                    <a:pt x="859097" y="5879677"/>
                  </a:lnTo>
                  <a:lnTo>
                    <a:pt x="734991" y="6200754"/>
                  </a:lnTo>
                  <a:lnTo>
                    <a:pt x="686140" y="6436167"/>
                  </a:lnTo>
                  <a:lnTo>
                    <a:pt x="834878" y="6895682"/>
                  </a:lnTo>
                  <a:close/>
                </a:path>
                <a:path w="2734944" h="10287000">
                  <a:moveTo>
                    <a:pt x="755982" y="7989517"/>
                  </a:moveTo>
                  <a:lnTo>
                    <a:pt x="766875" y="7532539"/>
                  </a:lnTo>
                  <a:lnTo>
                    <a:pt x="680726" y="7745444"/>
                  </a:lnTo>
                  <a:lnTo>
                    <a:pt x="755982" y="7989517"/>
                  </a:lnTo>
                  <a:close/>
                </a:path>
                <a:path w="2734944" h="10287000">
                  <a:moveTo>
                    <a:pt x="859097" y="5879677"/>
                  </a:moveTo>
                  <a:lnTo>
                    <a:pt x="884949" y="4795181"/>
                  </a:lnTo>
                  <a:lnTo>
                    <a:pt x="796082" y="5183920"/>
                  </a:lnTo>
                  <a:lnTo>
                    <a:pt x="808203" y="5541163"/>
                  </a:lnTo>
                  <a:lnTo>
                    <a:pt x="859097" y="58796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5705595" y="0"/>
              <a:ext cx="2582545" cy="10287000"/>
            </a:xfrm>
            <a:custGeom>
              <a:avLst/>
              <a:gdLst/>
              <a:ahLst/>
              <a:cxnLst/>
              <a:rect l="l" t="t" r="r" b="b"/>
              <a:pathLst>
                <a:path w="2582544" h="10287000">
                  <a:moveTo>
                    <a:pt x="324672" y="9633137"/>
                  </a:moveTo>
                  <a:lnTo>
                    <a:pt x="348813" y="8620406"/>
                  </a:lnTo>
                  <a:lnTo>
                    <a:pt x="15010" y="8947047"/>
                  </a:lnTo>
                  <a:lnTo>
                    <a:pt x="0" y="9288167"/>
                  </a:lnTo>
                  <a:lnTo>
                    <a:pt x="324672" y="9633137"/>
                  </a:lnTo>
                  <a:close/>
                </a:path>
                <a:path w="2582544" h="10287000">
                  <a:moveTo>
                    <a:pt x="641724" y="1743619"/>
                  </a:moveTo>
                  <a:lnTo>
                    <a:pt x="669240" y="589323"/>
                  </a:lnTo>
                  <a:lnTo>
                    <a:pt x="391239" y="1326822"/>
                  </a:lnTo>
                  <a:lnTo>
                    <a:pt x="555760" y="1639548"/>
                  </a:lnTo>
                  <a:lnTo>
                    <a:pt x="641724" y="1743619"/>
                  </a:lnTo>
                  <a:close/>
                </a:path>
                <a:path w="2582544" h="10287000">
                  <a:moveTo>
                    <a:pt x="2582406" y="10287000"/>
                  </a:moveTo>
                  <a:lnTo>
                    <a:pt x="2582406" y="0"/>
                  </a:lnTo>
                  <a:lnTo>
                    <a:pt x="440705" y="0"/>
                  </a:lnTo>
                  <a:lnTo>
                    <a:pt x="540914" y="242330"/>
                  </a:lnTo>
                  <a:lnTo>
                    <a:pt x="669240" y="589323"/>
                  </a:lnTo>
                  <a:lnTo>
                    <a:pt x="641724" y="1743619"/>
                  </a:lnTo>
                  <a:lnTo>
                    <a:pt x="893168" y="2048028"/>
                  </a:lnTo>
                  <a:lnTo>
                    <a:pt x="871652" y="2950608"/>
                  </a:lnTo>
                  <a:lnTo>
                    <a:pt x="872757" y="2955773"/>
                  </a:lnTo>
                  <a:lnTo>
                    <a:pt x="838407" y="4396774"/>
                  </a:lnTo>
                  <a:lnTo>
                    <a:pt x="1046695" y="4615225"/>
                  </a:lnTo>
                  <a:lnTo>
                    <a:pt x="911491" y="10287000"/>
                  </a:lnTo>
                  <a:lnTo>
                    <a:pt x="2582406" y="10287000"/>
                  </a:lnTo>
                  <a:close/>
                </a:path>
                <a:path w="2582544" h="10287000">
                  <a:moveTo>
                    <a:pt x="776859" y="10287000"/>
                  </a:moveTo>
                  <a:lnTo>
                    <a:pt x="835823" y="7813453"/>
                  </a:lnTo>
                  <a:lnTo>
                    <a:pt x="513486" y="7885856"/>
                  </a:lnTo>
                  <a:lnTo>
                    <a:pt x="291209" y="8254217"/>
                  </a:lnTo>
                  <a:lnTo>
                    <a:pt x="348813" y="8620406"/>
                  </a:lnTo>
                  <a:lnTo>
                    <a:pt x="324672" y="9633137"/>
                  </a:lnTo>
                  <a:lnTo>
                    <a:pt x="439925" y="9755595"/>
                  </a:lnTo>
                  <a:lnTo>
                    <a:pt x="427257" y="10287000"/>
                  </a:lnTo>
                  <a:lnTo>
                    <a:pt x="776859" y="10287000"/>
                  </a:lnTo>
                  <a:close/>
                </a:path>
                <a:path w="2582544" h="10287000">
                  <a:moveTo>
                    <a:pt x="427257" y="10287000"/>
                  </a:moveTo>
                  <a:lnTo>
                    <a:pt x="439925" y="9755595"/>
                  </a:lnTo>
                  <a:lnTo>
                    <a:pt x="346168" y="10225779"/>
                  </a:lnTo>
                  <a:lnTo>
                    <a:pt x="292986" y="10287000"/>
                  </a:lnTo>
                  <a:lnTo>
                    <a:pt x="427257" y="10287000"/>
                  </a:lnTo>
                  <a:close/>
                </a:path>
                <a:path w="2582544" h="10287000">
                  <a:moveTo>
                    <a:pt x="838407" y="4396774"/>
                  </a:moveTo>
                  <a:lnTo>
                    <a:pt x="872757" y="2955773"/>
                  </a:lnTo>
                  <a:lnTo>
                    <a:pt x="837723" y="3302065"/>
                  </a:lnTo>
                  <a:lnTo>
                    <a:pt x="748775" y="3673605"/>
                  </a:lnTo>
                  <a:lnTo>
                    <a:pt x="604385" y="4124156"/>
                  </a:lnTo>
                  <a:lnTo>
                    <a:pt x="838407" y="4396774"/>
                  </a:lnTo>
                  <a:close/>
                </a:path>
                <a:path w="2582544" h="10287000">
                  <a:moveTo>
                    <a:pt x="889267" y="6643325"/>
                  </a:moveTo>
                  <a:lnTo>
                    <a:pt x="913526" y="5625673"/>
                  </a:lnTo>
                  <a:lnTo>
                    <a:pt x="641146" y="5859443"/>
                  </a:lnTo>
                  <a:lnTo>
                    <a:pt x="740072" y="6182396"/>
                  </a:lnTo>
                  <a:lnTo>
                    <a:pt x="889267" y="6643325"/>
                  </a:lnTo>
                  <a:close/>
                </a:path>
                <a:path w="2582544" h="10287000">
                  <a:moveTo>
                    <a:pt x="871652" y="2950608"/>
                  </a:moveTo>
                  <a:lnTo>
                    <a:pt x="893168" y="2048028"/>
                  </a:lnTo>
                  <a:lnTo>
                    <a:pt x="769965" y="2475500"/>
                  </a:lnTo>
                  <a:lnTo>
                    <a:pt x="871652" y="2950608"/>
                  </a:lnTo>
                  <a:close/>
                </a:path>
                <a:path w="2582544" h="10287000">
                  <a:moveTo>
                    <a:pt x="829189" y="10287000"/>
                  </a:moveTo>
                  <a:lnTo>
                    <a:pt x="914210" y="6720382"/>
                  </a:lnTo>
                  <a:lnTo>
                    <a:pt x="693987" y="7002564"/>
                  </a:lnTo>
                  <a:lnTo>
                    <a:pt x="820801" y="7279014"/>
                  </a:lnTo>
                  <a:lnTo>
                    <a:pt x="810061" y="7729557"/>
                  </a:lnTo>
                  <a:lnTo>
                    <a:pt x="835823" y="7813453"/>
                  </a:lnTo>
                  <a:lnTo>
                    <a:pt x="776859" y="10287000"/>
                  </a:lnTo>
                  <a:lnTo>
                    <a:pt x="829189" y="10287000"/>
                  </a:lnTo>
                  <a:close/>
                </a:path>
                <a:path w="2582544" h="10287000">
                  <a:moveTo>
                    <a:pt x="911491" y="10287000"/>
                  </a:moveTo>
                  <a:lnTo>
                    <a:pt x="1046695" y="4615225"/>
                  </a:lnTo>
                  <a:lnTo>
                    <a:pt x="852230" y="4929956"/>
                  </a:lnTo>
                  <a:lnTo>
                    <a:pt x="757882" y="5435256"/>
                  </a:lnTo>
                  <a:lnTo>
                    <a:pt x="913526" y="5625673"/>
                  </a:lnTo>
                  <a:lnTo>
                    <a:pt x="889267" y="6643325"/>
                  </a:lnTo>
                  <a:lnTo>
                    <a:pt x="914210" y="6720382"/>
                  </a:lnTo>
                  <a:lnTo>
                    <a:pt x="829189" y="10287000"/>
                  </a:lnTo>
                  <a:lnTo>
                    <a:pt x="911491" y="10287000"/>
                  </a:lnTo>
                  <a:close/>
                </a:path>
                <a:path w="2582544" h="10287000">
                  <a:moveTo>
                    <a:pt x="810061" y="7729557"/>
                  </a:moveTo>
                  <a:lnTo>
                    <a:pt x="820801" y="7279014"/>
                  </a:lnTo>
                  <a:lnTo>
                    <a:pt x="736651" y="7490493"/>
                  </a:lnTo>
                  <a:lnTo>
                    <a:pt x="810061" y="772955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6105825" y="0"/>
              <a:ext cx="2182495" cy="10287000"/>
            </a:xfrm>
            <a:custGeom>
              <a:avLst/>
              <a:gdLst/>
              <a:ahLst/>
              <a:cxnLst/>
              <a:rect l="l" t="t" r="r" b="b"/>
              <a:pathLst>
                <a:path w="2182494" h="10287000">
                  <a:moveTo>
                    <a:pt x="324672" y="9642677"/>
                  </a:moveTo>
                  <a:lnTo>
                    <a:pt x="348813" y="8629946"/>
                  </a:lnTo>
                  <a:lnTo>
                    <a:pt x="15010" y="8956588"/>
                  </a:lnTo>
                  <a:lnTo>
                    <a:pt x="0" y="9297708"/>
                  </a:lnTo>
                  <a:lnTo>
                    <a:pt x="324672" y="9642677"/>
                  </a:lnTo>
                  <a:close/>
                </a:path>
                <a:path w="2182494" h="10287000">
                  <a:moveTo>
                    <a:pt x="637861" y="1915198"/>
                  </a:moveTo>
                  <a:lnTo>
                    <a:pt x="669240" y="598864"/>
                  </a:lnTo>
                  <a:lnTo>
                    <a:pt x="530573" y="945880"/>
                  </a:lnTo>
                  <a:lnTo>
                    <a:pt x="435265" y="1196476"/>
                  </a:lnTo>
                  <a:lnTo>
                    <a:pt x="391993" y="1335644"/>
                  </a:lnTo>
                  <a:lnTo>
                    <a:pt x="399696" y="1428313"/>
                  </a:lnTo>
                  <a:lnTo>
                    <a:pt x="440978" y="1774836"/>
                  </a:lnTo>
                  <a:lnTo>
                    <a:pt x="637861" y="1915198"/>
                  </a:lnTo>
                  <a:close/>
                </a:path>
                <a:path w="2182494" h="10287000">
                  <a:moveTo>
                    <a:pt x="2182176" y="10287000"/>
                  </a:moveTo>
                  <a:lnTo>
                    <a:pt x="2182176" y="0"/>
                  </a:lnTo>
                  <a:lnTo>
                    <a:pt x="436956" y="0"/>
                  </a:lnTo>
                  <a:lnTo>
                    <a:pt x="540914" y="251871"/>
                  </a:lnTo>
                  <a:lnTo>
                    <a:pt x="669240" y="598864"/>
                  </a:lnTo>
                  <a:lnTo>
                    <a:pt x="637861" y="1915198"/>
                  </a:lnTo>
                  <a:lnTo>
                    <a:pt x="912289" y="2110843"/>
                  </a:lnTo>
                  <a:lnTo>
                    <a:pt x="872462" y="3781577"/>
                  </a:lnTo>
                  <a:lnTo>
                    <a:pt x="948670" y="3856914"/>
                  </a:lnTo>
                  <a:lnTo>
                    <a:pt x="1005259" y="3910114"/>
                  </a:lnTo>
                  <a:lnTo>
                    <a:pt x="983207" y="4835210"/>
                  </a:lnTo>
                  <a:lnTo>
                    <a:pt x="1008205" y="5012984"/>
                  </a:lnTo>
                  <a:lnTo>
                    <a:pt x="998723" y="5410755"/>
                  </a:lnTo>
                  <a:lnTo>
                    <a:pt x="1073597" y="5567786"/>
                  </a:lnTo>
                  <a:lnTo>
                    <a:pt x="961100" y="10287000"/>
                  </a:lnTo>
                  <a:lnTo>
                    <a:pt x="2182176" y="10287000"/>
                  </a:lnTo>
                  <a:close/>
                </a:path>
                <a:path w="2182494" h="10287000">
                  <a:moveTo>
                    <a:pt x="556220" y="10287000"/>
                  </a:moveTo>
                  <a:lnTo>
                    <a:pt x="617143" y="7731305"/>
                  </a:lnTo>
                  <a:lnTo>
                    <a:pt x="490641" y="8029232"/>
                  </a:lnTo>
                  <a:lnTo>
                    <a:pt x="331754" y="8211906"/>
                  </a:lnTo>
                  <a:lnTo>
                    <a:pt x="348813" y="8629946"/>
                  </a:lnTo>
                  <a:lnTo>
                    <a:pt x="324672" y="9642677"/>
                  </a:lnTo>
                  <a:lnTo>
                    <a:pt x="439925" y="9765135"/>
                  </a:lnTo>
                  <a:lnTo>
                    <a:pt x="427484" y="10287000"/>
                  </a:lnTo>
                  <a:lnTo>
                    <a:pt x="556220" y="10287000"/>
                  </a:lnTo>
                  <a:close/>
                </a:path>
                <a:path w="2182494" h="10287000">
                  <a:moveTo>
                    <a:pt x="427484" y="10287000"/>
                  </a:moveTo>
                  <a:lnTo>
                    <a:pt x="439925" y="9765135"/>
                  </a:lnTo>
                  <a:lnTo>
                    <a:pt x="345431" y="10235302"/>
                  </a:lnTo>
                  <a:lnTo>
                    <a:pt x="300522" y="10287000"/>
                  </a:lnTo>
                  <a:lnTo>
                    <a:pt x="427484" y="10287000"/>
                  </a:lnTo>
                  <a:close/>
                </a:path>
                <a:path w="2182494" h="10287000">
                  <a:moveTo>
                    <a:pt x="872462" y="3781577"/>
                  </a:moveTo>
                  <a:lnTo>
                    <a:pt x="912289" y="2110843"/>
                  </a:lnTo>
                  <a:lnTo>
                    <a:pt x="890007" y="2161026"/>
                  </a:lnTo>
                  <a:lnTo>
                    <a:pt x="841012" y="2275705"/>
                  </a:lnTo>
                  <a:lnTo>
                    <a:pt x="792086" y="2401072"/>
                  </a:lnTo>
                  <a:lnTo>
                    <a:pt x="770006" y="2483320"/>
                  </a:lnTo>
                  <a:lnTo>
                    <a:pt x="768398" y="2517139"/>
                  </a:lnTo>
                  <a:lnTo>
                    <a:pt x="764005" y="2565782"/>
                  </a:lnTo>
                  <a:lnTo>
                    <a:pt x="745193" y="2741357"/>
                  </a:lnTo>
                  <a:lnTo>
                    <a:pt x="740739" y="2789998"/>
                  </a:lnTo>
                  <a:lnTo>
                    <a:pt x="739041" y="2823814"/>
                  </a:lnTo>
                  <a:lnTo>
                    <a:pt x="714338" y="2894216"/>
                  </a:lnTo>
                  <a:lnTo>
                    <a:pt x="659879" y="2993526"/>
                  </a:lnTo>
                  <a:lnTo>
                    <a:pt x="605398" y="3082149"/>
                  </a:lnTo>
                  <a:lnTo>
                    <a:pt x="580631" y="3120489"/>
                  </a:lnTo>
                  <a:lnTo>
                    <a:pt x="615128" y="3386425"/>
                  </a:lnTo>
                  <a:lnTo>
                    <a:pt x="629220" y="3483516"/>
                  </a:lnTo>
                  <a:lnTo>
                    <a:pt x="694476" y="3590539"/>
                  </a:lnTo>
                  <a:lnTo>
                    <a:pt x="823018" y="3732697"/>
                  </a:lnTo>
                  <a:lnTo>
                    <a:pt x="872462" y="3781577"/>
                  </a:lnTo>
                  <a:close/>
                </a:path>
                <a:path w="2182494" h="10287000">
                  <a:moveTo>
                    <a:pt x="653264" y="10287000"/>
                  </a:moveTo>
                  <a:lnTo>
                    <a:pt x="741675" y="6578165"/>
                  </a:lnTo>
                  <a:lnTo>
                    <a:pt x="694952" y="7012864"/>
                  </a:lnTo>
                  <a:lnTo>
                    <a:pt x="584112" y="7292739"/>
                  </a:lnTo>
                  <a:lnTo>
                    <a:pt x="584739" y="7482901"/>
                  </a:lnTo>
                  <a:lnTo>
                    <a:pt x="617143" y="7731305"/>
                  </a:lnTo>
                  <a:lnTo>
                    <a:pt x="556220" y="10287000"/>
                  </a:lnTo>
                  <a:lnTo>
                    <a:pt x="650039" y="10287000"/>
                  </a:lnTo>
                  <a:lnTo>
                    <a:pt x="653264" y="10287000"/>
                  </a:lnTo>
                  <a:close/>
                </a:path>
                <a:path w="2182494" h="10287000">
                  <a:moveTo>
                    <a:pt x="961100" y="10287000"/>
                  </a:moveTo>
                  <a:lnTo>
                    <a:pt x="1073597" y="5567786"/>
                  </a:lnTo>
                  <a:lnTo>
                    <a:pt x="708278" y="6082840"/>
                  </a:lnTo>
                  <a:lnTo>
                    <a:pt x="741675" y="6578165"/>
                  </a:lnTo>
                  <a:lnTo>
                    <a:pt x="653264" y="10287000"/>
                  </a:lnTo>
                  <a:lnTo>
                    <a:pt x="961100" y="10287000"/>
                  </a:lnTo>
                  <a:close/>
                </a:path>
                <a:path w="2182494" h="10287000">
                  <a:moveTo>
                    <a:pt x="983207" y="4835210"/>
                  </a:moveTo>
                  <a:lnTo>
                    <a:pt x="1005259" y="3910114"/>
                  </a:lnTo>
                  <a:lnTo>
                    <a:pt x="863068" y="4340573"/>
                  </a:lnTo>
                  <a:lnTo>
                    <a:pt x="959679" y="4667894"/>
                  </a:lnTo>
                  <a:lnTo>
                    <a:pt x="983207" y="4835210"/>
                  </a:lnTo>
                  <a:close/>
                </a:path>
                <a:path w="2182494" h="10287000">
                  <a:moveTo>
                    <a:pt x="998723" y="5410755"/>
                  </a:moveTo>
                  <a:lnTo>
                    <a:pt x="1008205" y="5012984"/>
                  </a:lnTo>
                  <a:lnTo>
                    <a:pt x="897175" y="5197782"/>
                  </a:lnTo>
                  <a:lnTo>
                    <a:pt x="998723" y="5410755"/>
                  </a:lnTo>
                  <a:close/>
                </a:path>
              </a:pathLst>
            </a:custGeom>
            <a:solidFill>
              <a:srgbClr val="FFD04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910453" y="923622"/>
            <a:ext cx="6600190" cy="493395"/>
          </a:xfrm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050" spc="-300"/>
              <a:t>5.</a:t>
            </a:r>
            <a:r>
              <a:rPr dirty="0" sz="3050" spc="-229"/>
              <a:t> </a:t>
            </a:r>
            <a:r>
              <a:rPr dirty="0" sz="3050" spc="-335"/>
              <a:t>Network</a:t>
            </a:r>
            <a:r>
              <a:rPr dirty="0" sz="3050" spc="-229"/>
              <a:t> </a:t>
            </a:r>
            <a:r>
              <a:rPr dirty="0" sz="3050" spc="-325"/>
              <a:t>Outages</a:t>
            </a:r>
            <a:r>
              <a:rPr dirty="0" sz="3050" spc="-229"/>
              <a:t> </a:t>
            </a:r>
            <a:r>
              <a:rPr dirty="0" sz="3050" spc="-315"/>
              <a:t>and</a:t>
            </a:r>
            <a:r>
              <a:rPr dirty="0" sz="3050" spc="-235"/>
              <a:t> </a:t>
            </a:r>
            <a:r>
              <a:rPr dirty="0" sz="3050" spc="-335"/>
              <a:t>Network</a:t>
            </a:r>
            <a:r>
              <a:rPr dirty="0" sz="3050" spc="-229"/>
              <a:t> </a:t>
            </a:r>
            <a:r>
              <a:rPr dirty="0" sz="3050" spc="-280"/>
              <a:t>Failures</a:t>
            </a:r>
            <a:endParaRPr sz="3050"/>
          </a:p>
        </p:txBody>
      </p:sp>
      <p:sp>
        <p:nvSpPr>
          <p:cNvPr id="7" name="object 7"/>
          <p:cNvSpPr txBox="1"/>
          <p:nvPr/>
        </p:nvSpPr>
        <p:spPr>
          <a:xfrm>
            <a:off x="9208253" y="1433993"/>
            <a:ext cx="7066280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10870" algn="l"/>
                <a:tab pos="2378710" algn="l"/>
                <a:tab pos="2985770" algn="l"/>
                <a:tab pos="4462780" algn="l"/>
                <a:tab pos="6537959" algn="l"/>
              </a:tabLst>
            </a:pPr>
            <a:r>
              <a:rPr dirty="0" sz="2500" spc="-25">
                <a:latin typeface="Comic Sans MS"/>
                <a:cs typeface="Comic Sans MS"/>
              </a:rPr>
              <a:t>or</a:t>
            </a:r>
            <a:r>
              <a:rPr dirty="0" sz="2500">
                <a:latin typeface="Comic Sans MS"/>
                <a:cs typeface="Comic Sans MS"/>
              </a:rPr>
              <a:t>	</a:t>
            </a:r>
            <a:r>
              <a:rPr dirty="0" sz="2500" spc="-10">
                <a:latin typeface="Comic Sans MS"/>
                <a:cs typeface="Comic Sans MS"/>
              </a:rPr>
              <a:t>disruption</a:t>
            </a:r>
            <a:r>
              <a:rPr dirty="0" sz="2500">
                <a:latin typeface="Comic Sans MS"/>
                <a:cs typeface="Comic Sans MS"/>
              </a:rPr>
              <a:t>	</a:t>
            </a:r>
            <a:r>
              <a:rPr dirty="0" sz="2500" spc="-25">
                <a:latin typeface="Comic Sans MS"/>
                <a:cs typeface="Comic Sans MS"/>
              </a:rPr>
              <a:t>of</a:t>
            </a:r>
            <a:r>
              <a:rPr dirty="0" sz="2500">
                <a:latin typeface="Comic Sans MS"/>
                <a:cs typeface="Comic Sans MS"/>
              </a:rPr>
              <a:t>	</a:t>
            </a:r>
            <a:r>
              <a:rPr dirty="0" sz="2500" spc="-10">
                <a:latin typeface="Comic Sans MS"/>
                <a:cs typeface="Comic Sans MS"/>
              </a:rPr>
              <a:t>network</a:t>
            </a:r>
            <a:r>
              <a:rPr dirty="0" sz="2500">
                <a:latin typeface="Comic Sans MS"/>
                <a:cs typeface="Comic Sans MS"/>
              </a:rPr>
              <a:t>	</a:t>
            </a:r>
            <a:r>
              <a:rPr dirty="0" sz="2500" spc="-10">
                <a:latin typeface="Comic Sans MS"/>
                <a:cs typeface="Comic Sans MS"/>
              </a:rPr>
              <a:t>connectivity</a:t>
            </a:r>
            <a:r>
              <a:rPr dirty="0" sz="2500">
                <a:latin typeface="Comic Sans MS"/>
                <a:cs typeface="Comic Sans MS"/>
              </a:rPr>
              <a:t>	</a:t>
            </a:r>
            <a:r>
              <a:rPr dirty="0" sz="2500" spc="-25">
                <a:latin typeface="Comic Sans MS"/>
                <a:cs typeface="Comic Sans MS"/>
              </a:rPr>
              <a:t>and</a:t>
            </a:r>
            <a:endParaRPr sz="2500">
              <a:latin typeface="Comic Sans MS"/>
              <a:cs typeface="Comic Sans MS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0803" y="2907161"/>
            <a:ext cx="114300" cy="11429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0803" y="3345311"/>
            <a:ext cx="114300" cy="11429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0803" y="3783461"/>
            <a:ext cx="114300" cy="11429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0803" y="4221611"/>
            <a:ext cx="114300" cy="11429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0803" y="4659761"/>
            <a:ext cx="114300" cy="114299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0803" y="5097911"/>
            <a:ext cx="114300" cy="114299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0803" y="5536061"/>
            <a:ext cx="114300" cy="114299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0803" y="5974211"/>
            <a:ext cx="114300" cy="114299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0803" y="6412360"/>
            <a:ext cx="114300" cy="114299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0803" y="6850511"/>
            <a:ext cx="114300" cy="114298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910453" y="1376804"/>
            <a:ext cx="8044815" cy="57213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  <a:tabLst>
                <a:tab pos="1576070" algn="l"/>
                <a:tab pos="3192780" algn="l"/>
                <a:tab pos="4463415" algn="l"/>
                <a:tab pos="5248910" algn="l"/>
                <a:tab pos="6179185" algn="l"/>
              </a:tabLst>
            </a:pPr>
            <a:r>
              <a:rPr dirty="0" sz="2500" spc="-10">
                <a:latin typeface="Comic Sans MS"/>
                <a:cs typeface="Comic Sans MS"/>
              </a:rPr>
              <a:t>Network</a:t>
            </a:r>
            <a:r>
              <a:rPr dirty="0" sz="2500">
                <a:latin typeface="Comic Sans MS"/>
                <a:cs typeface="Comic Sans MS"/>
              </a:rPr>
              <a:t>	</a:t>
            </a:r>
            <a:r>
              <a:rPr dirty="0" sz="2500" spc="-10">
                <a:latin typeface="Comic Sans MS"/>
                <a:cs typeface="Comic Sans MS"/>
              </a:rPr>
              <a:t>incidents</a:t>
            </a:r>
            <a:r>
              <a:rPr dirty="0" sz="2500">
                <a:latin typeface="Comic Sans MS"/>
                <a:cs typeface="Comic Sans MS"/>
              </a:rPr>
              <a:t>	</a:t>
            </a:r>
            <a:r>
              <a:rPr dirty="0" sz="2500" spc="-10">
                <a:latin typeface="Comic Sans MS"/>
                <a:cs typeface="Comic Sans MS"/>
              </a:rPr>
              <a:t>involve</a:t>
            </a:r>
            <a:r>
              <a:rPr dirty="0" sz="2500">
                <a:latin typeface="Comic Sans MS"/>
                <a:cs typeface="Comic Sans MS"/>
              </a:rPr>
              <a:t>	</a:t>
            </a:r>
            <a:r>
              <a:rPr dirty="0" sz="2500" spc="-25">
                <a:latin typeface="Comic Sans MS"/>
                <a:cs typeface="Comic Sans MS"/>
              </a:rPr>
              <a:t>the</a:t>
            </a:r>
            <a:r>
              <a:rPr dirty="0" sz="2500">
                <a:latin typeface="Comic Sans MS"/>
                <a:cs typeface="Comic Sans MS"/>
              </a:rPr>
              <a:t>	</a:t>
            </a:r>
            <a:r>
              <a:rPr dirty="0" sz="2500" spc="-10">
                <a:latin typeface="Comic Sans MS"/>
                <a:cs typeface="Comic Sans MS"/>
              </a:rPr>
              <a:t>loss,</a:t>
            </a:r>
            <a:r>
              <a:rPr dirty="0" sz="2500">
                <a:latin typeface="Comic Sans MS"/>
                <a:cs typeface="Comic Sans MS"/>
              </a:rPr>
              <a:t>	</a:t>
            </a:r>
            <a:r>
              <a:rPr dirty="0" sz="2500" spc="-10">
                <a:latin typeface="Comic Sans MS"/>
                <a:cs typeface="Comic Sans MS"/>
              </a:rPr>
              <a:t>degradation, </a:t>
            </a:r>
            <a:r>
              <a:rPr dirty="0" sz="2500">
                <a:latin typeface="Comic Sans MS"/>
                <a:cs typeface="Comic Sans MS"/>
              </a:rPr>
              <a:t>communication</a:t>
            </a:r>
            <a:r>
              <a:rPr dirty="0" sz="2500" spc="-110">
                <a:latin typeface="Comic Sans MS"/>
                <a:cs typeface="Comic Sans MS"/>
              </a:rPr>
              <a:t> </a:t>
            </a:r>
            <a:r>
              <a:rPr dirty="0" sz="2500" spc="-10">
                <a:latin typeface="Comic Sans MS"/>
                <a:cs typeface="Comic Sans MS"/>
              </a:rPr>
              <a:t>services.</a:t>
            </a:r>
            <a:endParaRPr sz="2500">
              <a:latin typeface="Comic Sans MS"/>
              <a:cs typeface="Comic Sans MS"/>
            </a:endParaRPr>
          </a:p>
          <a:p>
            <a:pPr marL="12700">
              <a:lnSpc>
                <a:spcPts val="3560"/>
              </a:lnSpc>
            </a:pPr>
            <a:r>
              <a:rPr dirty="0" sz="3050" spc="-355" b="1">
                <a:latin typeface="Comic Sans MS"/>
                <a:cs typeface="Comic Sans MS"/>
              </a:rPr>
              <a:t>Common</a:t>
            </a:r>
            <a:r>
              <a:rPr dirty="0" sz="3050" spc="-229" b="1">
                <a:latin typeface="Comic Sans MS"/>
                <a:cs typeface="Comic Sans MS"/>
              </a:rPr>
              <a:t> </a:t>
            </a:r>
            <a:r>
              <a:rPr dirty="0" sz="3050" spc="-320" b="1">
                <a:latin typeface="Comic Sans MS"/>
                <a:cs typeface="Comic Sans MS"/>
              </a:rPr>
              <a:t>examples</a:t>
            </a:r>
            <a:endParaRPr sz="3050">
              <a:latin typeface="Comic Sans MS"/>
              <a:cs typeface="Comic Sans MS"/>
            </a:endParaRPr>
          </a:p>
          <a:p>
            <a:pPr marL="551815">
              <a:lnSpc>
                <a:spcPct val="100000"/>
              </a:lnSpc>
              <a:spcBef>
                <a:spcPts val="340"/>
              </a:spcBef>
            </a:pPr>
            <a:r>
              <a:rPr dirty="0" sz="2500">
                <a:latin typeface="Comic Sans MS"/>
                <a:cs typeface="Comic Sans MS"/>
              </a:rPr>
              <a:t>Internet</a:t>
            </a:r>
            <a:r>
              <a:rPr dirty="0" sz="2500" spc="-90">
                <a:latin typeface="Comic Sans MS"/>
                <a:cs typeface="Comic Sans MS"/>
              </a:rPr>
              <a:t> </a:t>
            </a:r>
            <a:r>
              <a:rPr dirty="0" sz="2500" spc="-10">
                <a:latin typeface="Comic Sans MS"/>
                <a:cs typeface="Comic Sans MS"/>
              </a:rPr>
              <a:t>outage</a:t>
            </a:r>
            <a:endParaRPr sz="2500">
              <a:latin typeface="Comic Sans MS"/>
              <a:cs typeface="Comic Sans MS"/>
            </a:endParaRPr>
          </a:p>
          <a:p>
            <a:pPr marL="551815" marR="3484245">
              <a:lnSpc>
                <a:spcPct val="114999"/>
              </a:lnSpc>
            </a:pPr>
            <a:r>
              <a:rPr dirty="0" sz="2500">
                <a:latin typeface="Comic Sans MS"/>
                <a:cs typeface="Comic Sans MS"/>
              </a:rPr>
              <a:t>LAN</a:t>
            </a:r>
            <a:r>
              <a:rPr dirty="0" sz="2500" spc="-30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failure</a:t>
            </a:r>
            <a:r>
              <a:rPr dirty="0" sz="2500" spc="-30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/</a:t>
            </a:r>
            <a:r>
              <a:rPr dirty="0" sz="2500" spc="-25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WAN</a:t>
            </a:r>
            <a:r>
              <a:rPr dirty="0" sz="2500" spc="-25">
                <a:latin typeface="Comic Sans MS"/>
                <a:cs typeface="Comic Sans MS"/>
              </a:rPr>
              <a:t> </a:t>
            </a:r>
            <a:r>
              <a:rPr dirty="0" sz="2500" spc="-10">
                <a:latin typeface="Comic Sans MS"/>
                <a:cs typeface="Comic Sans MS"/>
              </a:rPr>
              <a:t>failure </a:t>
            </a:r>
            <a:r>
              <a:rPr dirty="0" sz="2500">
                <a:latin typeface="Comic Sans MS"/>
                <a:cs typeface="Comic Sans MS"/>
              </a:rPr>
              <a:t>High</a:t>
            </a:r>
            <a:r>
              <a:rPr dirty="0" sz="2500" spc="-65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network</a:t>
            </a:r>
            <a:r>
              <a:rPr dirty="0" sz="2500" spc="-65">
                <a:latin typeface="Comic Sans MS"/>
                <a:cs typeface="Comic Sans MS"/>
              </a:rPr>
              <a:t> </a:t>
            </a:r>
            <a:r>
              <a:rPr dirty="0" sz="2500" spc="-10">
                <a:latin typeface="Comic Sans MS"/>
                <a:cs typeface="Comic Sans MS"/>
              </a:rPr>
              <a:t>latency </a:t>
            </a:r>
            <a:r>
              <a:rPr dirty="0" sz="2500">
                <a:latin typeface="Comic Sans MS"/>
                <a:cs typeface="Comic Sans MS"/>
              </a:rPr>
              <a:t>Packet</a:t>
            </a:r>
            <a:r>
              <a:rPr dirty="0" sz="2500" spc="-55">
                <a:latin typeface="Comic Sans MS"/>
                <a:cs typeface="Comic Sans MS"/>
              </a:rPr>
              <a:t> </a:t>
            </a:r>
            <a:r>
              <a:rPr dirty="0" sz="2500" spc="-20">
                <a:latin typeface="Comic Sans MS"/>
                <a:cs typeface="Comic Sans MS"/>
              </a:rPr>
              <a:t>loss</a:t>
            </a:r>
            <a:endParaRPr sz="2500">
              <a:latin typeface="Comic Sans MS"/>
              <a:cs typeface="Comic Sans MS"/>
            </a:endParaRPr>
          </a:p>
          <a:p>
            <a:pPr marL="551815" marR="5568315">
              <a:lnSpc>
                <a:spcPct val="114999"/>
              </a:lnSpc>
            </a:pPr>
            <a:r>
              <a:rPr dirty="0" sz="2500">
                <a:latin typeface="Comic Sans MS"/>
                <a:cs typeface="Comic Sans MS"/>
              </a:rPr>
              <a:t>DNS</a:t>
            </a:r>
            <a:r>
              <a:rPr dirty="0" sz="2500" spc="-35">
                <a:latin typeface="Comic Sans MS"/>
                <a:cs typeface="Comic Sans MS"/>
              </a:rPr>
              <a:t> </a:t>
            </a:r>
            <a:r>
              <a:rPr dirty="0" sz="2500" spc="-10">
                <a:latin typeface="Comic Sans MS"/>
                <a:cs typeface="Comic Sans MS"/>
              </a:rPr>
              <a:t>failure </a:t>
            </a:r>
            <a:r>
              <a:rPr dirty="0" sz="2500">
                <a:latin typeface="Comic Sans MS"/>
                <a:cs typeface="Comic Sans MS"/>
              </a:rPr>
              <a:t>DHCP</a:t>
            </a:r>
            <a:r>
              <a:rPr dirty="0" sz="2500" spc="-55">
                <a:latin typeface="Comic Sans MS"/>
                <a:cs typeface="Comic Sans MS"/>
              </a:rPr>
              <a:t> </a:t>
            </a:r>
            <a:r>
              <a:rPr dirty="0" sz="2500" spc="-10">
                <a:latin typeface="Comic Sans MS"/>
                <a:cs typeface="Comic Sans MS"/>
              </a:rPr>
              <a:t>failure</a:t>
            </a:r>
            <a:endParaRPr sz="2500">
              <a:latin typeface="Comic Sans MS"/>
              <a:cs typeface="Comic Sans MS"/>
            </a:endParaRPr>
          </a:p>
          <a:p>
            <a:pPr marL="551815" marR="329565">
              <a:lnSpc>
                <a:spcPct val="114999"/>
              </a:lnSpc>
            </a:pPr>
            <a:r>
              <a:rPr dirty="0" sz="2500">
                <a:latin typeface="Comic Sans MS"/>
                <a:cs typeface="Comic Sans MS"/>
              </a:rPr>
              <a:t>Router</a:t>
            </a:r>
            <a:r>
              <a:rPr dirty="0" sz="2500" spc="-50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failure</a:t>
            </a:r>
            <a:r>
              <a:rPr dirty="0" sz="2500" spc="-50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/</a:t>
            </a:r>
            <a:r>
              <a:rPr dirty="0" sz="2500" spc="-50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Switch</a:t>
            </a:r>
            <a:r>
              <a:rPr dirty="0" sz="2500" spc="-50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failure</a:t>
            </a:r>
            <a:r>
              <a:rPr dirty="0" sz="2500" spc="-45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/</a:t>
            </a:r>
            <a:r>
              <a:rPr dirty="0" sz="2500" spc="-50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Firewall</a:t>
            </a:r>
            <a:r>
              <a:rPr dirty="0" sz="2500" spc="-50">
                <a:latin typeface="Comic Sans MS"/>
                <a:cs typeface="Comic Sans MS"/>
              </a:rPr>
              <a:t> </a:t>
            </a:r>
            <a:r>
              <a:rPr dirty="0" sz="2500" spc="-10">
                <a:latin typeface="Comic Sans MS"/>
                <a:cs typeface="Comic Sans MS"/>
              </a:rPr>
              <a:t>failure </a:t>
            </a:r>
            <a:r>
              <a:rPr dirty="0" sz="2500">
                <a:latin typeface="Comic Sans MS"/>
                <a:cs typeface="Comic Sans MS"/>
              </a:rPr>
              <a:t>VPN</a:t>
            </a:r>
            <a:r>
              <a:rPr dirty="0" sz="2500" spc="-30">
                <a:latin typeface="Comic Sans MS"/>
                <a:cs typeface="Comic Sans MS"/>
              </a:rPr>
              <a:t> </a:t>
            </a:r>
            <a:r>
              <a:rPr dirty="0" sz="2500" spc="-10">
                <a:latin typeface="Comic Sans MS"/>
                <a:cs typeface="Comic Sans MS"/>
              </a:rPr>
              <a:t>failure</a:t>
            </a:r>
            <a:endParaRPr sz="2500">
              <a:latin typeface="Comic Sans MS"/>
              <a:cs typeface="Comic Sans MS"/>
            </a:endParaRPr>
          </a:p>
          <a:p>
            <a:pPr marL="551815" marR="3789679">
              <a:lnSpc>
                <a:spcPct val="114999"/>
              </a:lnSpc>
            </a:pPr>
            <a:r>
              <a:rPr dirty="0" sz="2500">
                <a:latin typeface="Comic Sans MS"/>
                <a:cs typeface="Comic Sans MS"/>
              </a:rPr>
              <a:t>Wireless</a:t>
            </a:r>
            <a:r>
              <a:rPr dirty="0" sz="2500" spc="-85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network</a:t>
            </a:r>
            <a:r>
              <a:rPr dirty="0" sz="2500" spc="-80">
                <a:latin typeface="Comic Sans MS"/>
                <a:cs typeface="Comic Sans MS"/>
              </a:rPr>
              <a:t> </a:t>
            </a:r>
            <a:r>
              <a:rPr dirty="0" sz="2500" spc="-10">
                <a:latin typeface="Comic Sans MS"/>
                <a:cs typeface="Comic Sans MS"/>
              </a:rPr>
              <a:t>failure </a:t>
            </a:r>
            <a:r>
              <a:rPr dirty="0" sz="2500">
                <a:latin typeface="Comic Sans MS"/>
                <a:cs typeface="Comic Sans MS"/>
              </a:rPr>
              <a:t>Network</a:t>
            </a:r>
            <a:r>
              <a:rPr dirty="0" sz="2500" spc="-70">
                <a:latin typeface="Comic Sans MS"/>
                <a:cs typeface="Comic Sans MS"/>
              </a:rPr>
              <a:t> </a:t>
            </a:r>
            <a:r>
              <a:rPr dirty="0" sz="2500" spc="-10">
                <a:latin typeface="Comic Sans MS"/>
                <a:cs typeface="Comic Sans MS"/>
              </a:rPr>
              <a:t>congestion</a:t>
            </a:r>
            <a:endParaRPr sz="2500">
              <a:latin typeface="Comic Sans MS"/>
              <a:cs typeface="Comic Sans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10453" y="7005254"/>
            <a:ext cx="15363825" cy="2722245"/>
          </a:xfrm>
          <a:prstGeom prst="rect">
            <a:avLst/>
          </a:prstGeom>
        </p:spPr>
        <p:txBody>
          <a:bodyPr wrap="square" lIns="0" tIns="673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dirty="0" sz="3050" spc="-330" b="1">
                <a:latin typeface="Comic Sans MS"/>
                <a:cs typeface="Comic Sans MS"/>
              </a:rPr>
              <a:t>Example</a:t>
            </a:r>
            <a:endParaRPr sz="3050">
              <a:latin typeface="Comic Sans MS"/>
              <a:cs typeface="Comic Sans MS"/>
            </a:endParaRPr>
          </a:p>
          <a:p>
            <a:pPr marL="12700" marR="5080">
              <a:lnSpc>
                <a:spcPts val="3450"/>
              </a:lnSpc>
              <a:spcBef>
                <a:spcPts val="80"/>
              </a:spcBef>
              <a:tabLst>
                <a:tab pos="399415" algn="l"/>
                <a:tab pos="2291080" algn="l"/>
                <a:tab pos="3275965" algn="l"/>
                <a:tab pos="4392295" algn="l"/>
                <a:tab pos="5289550" algn="l"/>
                <a:tab pos="7007859" algn="l"/>
                <a:tab pos="8705215" algn="l"/>
                <a:tab pos="9587230" algn="l"/>
                <a:tab pos="11088370" algn="l"/>
                <a:tab pos="11581765" algn="l"/>
                <a:tab pos="13315315" algn="l"/>
                <a:tab pos="14835505" algn="l"/>
              </a:tabLst>
            </a:pPr>
            <a:r>
              <a:rPr dirty="0" sz="2500" spc="-50">
                <a:latin typeface="Comic Sans MS"/>
                <a:cs typeface="Comic Sans MS"/>
              </a:rPr>
              <a:t>A</a:t>
            </a:r>
            <a:r>
              <a:rPr dirty="0" sz="2500">
                <a:latin typeface="Comic Sans MS"/>
                <a:cs typeface="Comic Sans MS"/>
              </a:rPr>
              <a:t>	</a:t>
            </a:r>
            <a:r>
              <a:rPr dirty="0" sz="2500" spc="-10">
                <a:latin typeface="Comic Sans MS"/>
                <a:cs typeface="Comic Sans MS"/>
              </a:rPr>
              <a:t>university's</a:t>
            </a:r>
            <a:r>
              <a:rPr dirty="0" sz="2500">
                <a:latin typeface="Comic Sans MS"/>
                <a:cs typeface="Comic Sans MS"/>
              </a:rPr>
              <a:t>	</a:t>
            </a:r>
            <a:r>
              <a:rPr dirty="0" sz="2500" spc="-20">
                <a:latin typeface="Comic Sans MS"/>
                <a:cs typeface="Comic Sans MS"/>
              </a:rPr>
              <a:t>DHCP</a:t>
            </a:r>
            <a:r>
              <a:rPr dirty="0" sz="2500">
                <a:latin typeface="Comic Sans MS"/>
                <a:cs typeface="Comic Sans MS"/>
              </a:rPr>
              <a:t>	</a:t>
            </a:r>
            <a:r>
              <a:rPr dirty="0" sz="2500" spc="-10">
                <a:latin typeface="Comic Sans MS"/>
                <a:cs typeface="Comic Sans MS"/>
              </a:rPr>
              <a:t>server</a:t>
            </a:r>
            <a:r>
              <a:rPr dirty="0" sz="2500">
                <a:latin typeface="Comic Sans MS"/>
                <a:cs typeface="Comic Sans MS"/>
              </a:rPr>
              <a:t>	</a:t>
            </a:r>
            <a:r>
              <a:rPr dirty="0" sz="2500" spc="-10">
                <a:latin typeface="Comic Sans MS"/>
                <a:cs typeface="Comic Sans MS"/>
              </a:rPr>
              <a:t>fails,</a:t>
            </a:r>
            <a:r>
              <a:rPr dirty="0" sz="2500">
                <a:latin typeface="Comic Sans MS"/>
                <a:cs typeface="Comic Sans MS"/>
              </a:rPr>
              <a:t>	</a:t>
            </a:r>
            <a:r>
              <a:rPr dirty="0" sz="2500" spc="-10">
                <a:latin typeface="Comic Sans MS"/>
                <a:cs typeface="Comic Sans MS"/>
              </a:rPr>
              <a:t>preventing</a:t>
            </a:r>
            <a:r>
              <a:rPr dirty="0" sz="2500">
                <a:latin typeface="Comic Sans MS"/>
                <a:cs typeface="Comic Sans MS"/>
              </a:rPr>
              <a:t>	</a:t>
            </a:r>
            <a:r>
              <a:rPr dirty="0" sz="2500" spc="-10">
                <a:latin typeface="Comic Sans MS"/>
                <a:cs typeface="Comic Sans MS"/>
              </a:rPr>
              <a:t>computers</a:t>
            </a:r>
            <a:r>
              <a:rPr dirty="0" sz="2500">
                <a:latin typeface="Comic Sans MS"/>
                <a:cs typeface="Comic Sans MS"/>
              </a:rPr>
              <a:t>	</a:t>
            </a:r>
            <a:r>
              <a:rPr dirty="0" sz="2500" spc="-20">
                <a:latin typeface="Comic Sans MS"/>
                <a:cs typeface="Comic Sans MS"/>
              </a:rPr>
              <a:t>from</a:t>
            </a:r>
            <a:r>
              <a:rPr dirty="0" sz="2500">
                <a:latin typeface="Comic Sans MS"/>
                <a:cs typeface="Comic Sans MS"/>
              </a:rPr>
              <a:t>	</a:t>
            </a:r>
            <a:r>
              <a:rPr dirty="0" sz="2500" spc="-10">
                <a:latin typeface="Comic Sans MS"/>
                <a:cs typeface="Comic Sans MS"/>
              </a:rPr>
              <a:t>obtaining</a:t>
            </a:r>
            <a:r>
              <a:rPr dirty="0" sz="2500">
                <a:latin typeface="Comic Sans MS"/>
                <a:cs typeface="Comic Sans MS"/>
              </a:rPr>
              <a:t>	</a:t>
            </a:r>
            <a:r>
              <a:rPr dirty="0" sz="2500" spc="-25">
                <a:latin typeface="Comic Sans MS"/>
                <a:cs typeface="Comic Sans MS"/>
              </a:rPr>
              <a:t>IP</a:t>
            </a:r>
            <a:r>
              <a:rPr dirty="0" sz="2500">
                <a:latin typeface="Comic Sans MS"/>
                <a:cs typeface="Comic Sans MS"/>
              </a:rPr>
              <a:t>	</a:t>
            </a:r>
            <a:r>
              <a:rPr dirty="0" sz="2500" spc="-10">
                <a:latin typeface="Comic Sans MS"/>
                <a:cs typeface="Comic Sans MS"/>
              </a:rPr>
              <a:t>addresses.</a:t>
            </a:r>
            <a:r>
              <a:rPr dirty="0" sz="2500">
                <a:latin typeface="Comic Sans MS"/>
                <a:cs typeface="Comic Sans MS"/>
              </a:rPr>
              <a:t>	</a:t>
            </a:r>
            <a:r>
              <a:rPr dirty="0" sz="2500" spc="-10">
                <a:latin typeface="Comic Sans MS"/>
                <a:cs typeface="Comic Sans MS"/>
              </a:rPr>
              <a:t>Students</a:t>
            </a:r>
            <a:r>
              <a:rPr dirty="0" sz="2500">
                <a:latin typeface="Comic Sans MS"/>
                <a:cs typeface="Comic Sans MS"/>
              </a:rPr>
              <a:t>	</a:t>
            </a:r>
            <a:r>
              <a:rPr dirty="0" sz="2500" spc="-25">
                <a:latin typeface="Comic Sans MS"/>
                <a:cs typeface="Comic Sans MS"/>
              </a:rPr>
              <a:t>and </a:t>
            </a:r>
            <a:r>
              <a:rPr dirty="0" sz="2500">
                <a:latin typeface="Comic Sans MS"/>
                <a:cs typeface="Comic Sans MS"/>
              </a:rPr>
              <a:t>staff</a:t>
            </a:r>
            <a:r>
              <a:rPr dirty="0" sz="2500" spc="-60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are</a:t>
            </a:r>
            <a:r>
              <a:rPr dirty="0" sz="2500" spc="-55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unable</a:t>
            </a:r>
            <a:r>
              <a:rPr dirty="0" sz="2500" spc="-55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to</a:t>
            </a:r>
            <a:r>
              <a:rPr dirty="0" sz="2500" spc="-55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access</a:t>
            </a:r>
            <a:r>
              <a:rPr dirty="0" sz="2500" spc="-60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internal</a:t>
            </a:r>
            <a:r>
              <a:rPr dirty="0" sz="2500" spc="-55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network</a:t>
            </a:r>
            <a:r>
              <a:rPr dirty="0" sz="2500" spc="-55">
                <a:latin typeface="Comic Sans MS"/>
                <a:cs typeface="Comic Sans MS"/>
              </a:rPr>
              <a:t> </a:t>
            </a:r>
            <a:r>
              <a:rPr dirty="0" sz="2500" spc="-10">
                <a:latin typeface="Comic Sans MS"/>
                <a:cs typeface="Comic Sans MS"/>
              </a:rPr>
              <a:t>resources.</a:t>
            </a:r>
            <a:endParaRPr sz="2500">
              <a:latin typeface="Comic Sans MS"/>
              <a:cs typeface="Comic Sans MS"/>
            </a:endParaRPr>
          </a:p>
          <a:p>
            <a:pPr marL="12700" marR="9831070">
              <a:lnSpc>
                <a:spcPts val="3450"/>
              </a:lnSpc>
            </a:pPr>
            <a:r>
              <a:rPr dirty="0" sz="2500">
                <a:latin typeface="Comic Sans MS"/>
                <a:cs typeface="Comic Sans MS"/>
              </a:rPr>
              <a:t>Incident</a:t>
            </a:r>
            <a:r>
              <a:rPr dirty="0" sz="2500" spc="-80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category:</a:t>
            </a:r>
            <a:r>
              <a:rPr dirty="0" sz="2500" spc="-80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Network</a:t>
            </a:r>
            <a:r>
              <a:rPr dirty="0" sz="2500" spc="-75">
                <a:latin typeface="Comic Sans MS"/>
                <a:cs typeface="Comic Sans MS"/>
              </a:rPr>
              <a:t> </a:t>
            </a:r>
            <a:r>
              <a:rPr dirty="0" sz="2500" spc="-10">
                <a:latin typeface="Comic Sans MS"/>
                <a:cs typeface="Comic Sans MS"/>
              </a:rPr>
              <a:t>failure </a:t>
            </a:r>
            <a:r>
              <a:rPr dirty="0" sz="2500">
                <a:latin typeface="Comic Sans MS"/>
                <a:cs typeface="Comic Sans MS"/>
              </a:rPr>
              <a:t>Impact:</a:t>
            </a:r>
            <a:r>
              <a:rPr dirty="0" sz="2500" spc="-50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Loss</a:t>
            </a:r>
            <a:r>
              <a:rPr dirty="0" sz="2500" spc="-50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of</a:t>
            </a:r>
            <a:r>
              <a:rPr dirty="0" sz="2500" spc="-45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network</a:t>
            </a:r>
            <a:r>
              <a:rPr dirty="0" sz="2500" spc="-50">
                <a:latin typeface="Comic Sans MS"/>
                <a:cs typeface="Comic Sans MS"/>
              </a:rPr>
              <a:t> </a:t>
            </a:r>
            <a:r>
              <a:rPr dirty="0" sz="2500" spc="-10">
                <a:latin typeface="Comic Sans MS"/>
                <a:cs typeface="Comic Sans MS"/>
              </a:rPr>
              <a:t>connectivity </a:t>
            </a:r>
            <a:r>
              <a:rPr dirty="0" sz="2500">
                <a:latin typeface="Comic Sans MS"/>
                <a:cs typeface="Comic Sans MS"/>
              </a:rPr>
              <a:t>Affected</a:t>
            </a:r>
            <a:r>
              <a:rPr dirty="0" sz="2500" spc="-100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property:</a:t>
            </a:r>
            <a:r>
              <a:rPr dirty="0" sz="2500" spc="-100">
                <a:latin typeface="Comic Sans MS"/>
                <a:cs typeface="Comic Sans MS"/>
              </a:rPr>
              <a:t> </a:t>
            </a:r>
            <a:r>
              <a:rPr dirty="0" sz="2500" spc="-10">
                <a:latin typeface="Comic Sans MS"/>
                <a:cs typeface="Comic Sans MS"/>
              </a:rPr>
              <a:t>Availability</a:t>
            </a:r>
            <a:endParaRPr sz="25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553249" y="0"/>
            <a:ext cx="2734945" cy="10287000"/>
            <a:chOff x="15553249" y="0"/>
            <a:chExt cx="2734945" cy="10287000"/>
          </a:xfrm>
        </p:grpSpPr>
        <p:sp>
          <p:nvSpPr>
            <p:cNvPr id="3" name="object 3"/>
            <p:cNvSpPr/>
            <p:nvPr/>
          </p:nvSpPr>
          <p:spPr>
            <a:xfrm>
              <a:off x="15553249" y="0"/>
              <a:ext cx="2734945" cy="10287000"/>
            </a:xfrm>
            <a:custGeom>
              <a:avLst/>
              <a:gdLst/>
              <a:ahLst/>
              <a:cxnLst/>
              <a:rect l="l" t="t" r="r" b="b"/>
              <a:pathLst>
                <a:path w="2734944" h="10287000">
                  <a:moveTo>
                    <a:pt x="727011" y="10287000"/>
                  </a:moveTo>
                  <a:lnTo>
                    <a:pt x="779927" y="8067176"/>
                  </a:lnTo>
                  <a:lnTo>
                    <a:pt x="455832" y="8264828"/>
                  </a:lnTo>
                  <a:lnTo>
                    <a:pt x="334756" y="8520630"/>
                  </a:lnTo>
                  <a:lnTo>
                    <a:pt x="293648" y="8874393"/>
                  </a:lnTo>
                  <a:lnTo>
                    <a:pt x="0" y="9289203"/>
                  </a:lnTo>
                  <a:lnTo>
                    <a:pt x="103447" y="9752295"/>
                  </a:lnTo>
                  <a:lnTo>
                    <a:pt x="384759" y="10009582"/>
                  </a:lnTo>
                  <a:lnTo>
                    <a:pt x="378146" y="10287000"/>
                  </a:lnTo>
                  <a:lnTo>
                    <a:pt x="727011" y="10287000"/>
                  </a:lnTo>
                  <a:close/>
                </a:path>
                <a:path w="2734944" h="10287000">
                  <a:moveTo>
                    <a:pt x="586809" y="1997404"/>
                  </a:moveTo>
                  <a:lnTo>
                    <a:pt x="614320" y="843315"/>
                  </a:lnTo>
                  <a:lnTo>
                    <a:pt x="336085" y="1580317"/>
                  </a:lnTo>
                  <a:lnTo>
                    <a:pt x="500606" y="1893043"/>
                  </a:lnTo>
                  <a:lnTo>
                    <a:pt x="586809" y="1997404"/>
                  </a:lnTo>
                  <a:close/>
                </a:path>
                <a:path w="2734944" h="10287000">
                  <a:moveTo>
                    <a:pt x="2734752" y="10287000"/>
                  </a:moveTo>
                  <a:lnTo>
                    <a:pt x="2734752" y="0"/>
                  </a:lnTo>
                  <a:lnTo>
                    <a:pt x="557905" y="0"/>
                  </a:lnTo>
                  <a:lnTo>
                    <a:pt x="485748" y="496316"/>
                  </a:lnTo>
                  <a:lnTo>
                    <a:pt x="614320" y="843315"/>
                  </a:lnTo>
                  <a:lnTo>
                    <a:pt x="586809" y="1997404"/>
                  </a:lnTo>
                  <a:lnTo>
                    <a:pt x="838014" y="2301524"/>
                  </a:lnTo>
                  <a:lnTo>
                    <a:pt x="816517" y="3203315"/>
                  </a:lnTo>
                  <a:lnTo>
                    <a:pt x="817621" y="3208532"/>
                  </a:lnTo>
                  <a:lnTo>
                    <a:pt x="783270" y="4649534"/>
                  </a:lnTo>
                  <a:lnTo>
                    <a:pt x="884949" y="4795181"/>
                  </a:lnTo>
                  <a:lnTo>
                    <a:pt x="834878" y="6895682"/>
                  </a:lnTo>
                  <a:lnTo>
                    <a:pt x="860277" y="6974153"/>
                  </a:lnTo>
                  <a:lnTo>
                    <a:pt x="781306" y="10287000"/>
                  </a:lnTo>
                  <a:lnTo>
                    <a:pt x="2734752" y="10287000"/>
                  </a:lnTo>
                  <a:close/>
                </a:path>
                <a:path w="2734944" h="10287000">
                  <a:moveTo>
                    <a:pt x="378146" y="10287000"/>
                  </a:moveTo>
                  <a:lnTo>
                    <a:pt x="384759" y="10009582"/>
                  </a:lnTo>
                  <a:lnTo>
                    <a:pt x="329200" y="10287000"/>
                  </a:lnTo>
                  <a:lnTo>
                    <a:pt x="378146" y="10287000"/>
                  </a:lnTo>
                  <a:close/>
                </a:path>
                <a:path w="2734944" h="10287000">
                  <a:moveTo>
                    <a:pt x="783270" y="4649534"/>
                  </a:moveTo>
                  <a:lnTo>
                    <a:pt x="817621" y="3208532"/>
                  </a:lnTo>
                  <a:lnTo>
                    <a:pt x="782587" y="3554825"/>
                  </a:lnTo>
                  <a:lnTo>
                    <a:pt x="693633" y="3926610"/>
                  </a:lnTo>
                  <a:lnTo>
                    <a:pt x="549494" y="4376921"/>
                  </a:lnTo>
                  <a:lnTo>
                    <a:pt x="783270" y="4649534"/>
                  </a:lnTo>
                  <a:close/>
                </a:path>
                <a:path w="2734944" h="10287000">
                  <a:moveTo>
                    <a:pt x="816517" y="3203315"/>
                  </a:moveTo>
                  <a:lnTo>
                    <a:pt x="838014" y="2301524"/>
                  </a:lnTo>
                  <a:lnTo>
                    <a:pt x="716051" y="2728534"/>
                  </a:lnTo>
                  <a:lnTo>
                    <a:pt x="816517" y="3203315"/>
                  </a:lnTo>
                  <a:close/>
                </a:path>
                <a:path w="2734944" h="10287000">
                  <a:moveTo>
                    <a:pt x="781306" y="10287000"/>
                  </a:moveTo>
                  <a:lnTo>
                    <a:pt x="860277" y="6974153"/>
                  </a:lnTo>
                  <a:lnTo>
                    <a:pt x="639810" y="7256328"/>
                  </a:lnTo>
                  <a:lnTo>
                    <a:pt x="766875" y="7532539"/>
                  </a:lnTo>
                  <a:lnTo>
                    <a:pt x="755982" y="7989517"/>
                  </a:lnTo>
                  <a:lnTo>
                    <a:pt x="779927" y="8067176"/>
                  </a:lnTo>
                  <a:lnTo>
                    <a:pt x="727011" y="10287000"/>
                  </a:lnTo>
                  <a:lnTo>
                    <a:pt x="781306" y="10287000"/>
                  </a:lnTo>
                  <a:close/>
                </a:path>
                <a:path w="2734944" h="10287000">
                  <a:moveTo>
                    <a:pt x="834878" y="6895682"/>
                  </a:moveTo>
                  <a:lnTo>
                    <a:pt x="859097" y="5879677"/>
                  </a:lnTo>
                  <a:lnTo>
                    <a:pt x="734991" y="6200754"/>
                  </a:lnTo>
                  <a:lnTo>
                    <a:pt x="686140" y="6436167"/>
                  </a:lnTo>
                  <a:lnTo>
                    <a:pt x="834878" y="6895682"/>
                  </a:lnTo>
                  <a:close/>
                </a:path>
                <a:path w="2734944" h="10287000">
                  <a:moveTo>
                    <a:pt x="755982" y="7989517"/>
                  </a:moveTo>
                  <a:lnTo>
                    <a:pt x="766875" y="7532539"/>
                  </a:lnTo>
                  <a:lnTo>
                    <a:pt x="680726" y="7745444"/>
                  </a:lnTo>
                  <a:lnTo>
                    <a:pt x="755982" y="7989517"/>
                  </a:lnTo>
                  <a:close/>
                </a:path>
                <a:path w="2734944" h="10287000">
                  <a:moveTo>
                    <a:pt x="859097" y="5879677"/>
                  </a:moveTo>
                  <a:lnTo>
                    <a:pt x="884949" y="4795181"/>
                  </a:lnTo>
                  <a:lnTo>
                    <a:pt x="796082" y="5183920"/>
                  </a:lnTo>
                  <a:lnTo>
                    <a:pt x="808203" y="5541163"/>
                  </a:lnTo>
                  <a:lnTo>
                    <a:pt x="859097" y="58796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5705595" y="0"/>
              <a:ext cx="2582545" cy="10287000"/>
            </a:xfrm>
            <a:custGeom>
              <a:avLst/>
              <a:gdLst/>
              <a:ahLst/>
              <a:cxnLst/>
              <a:rect l="l" t="t" r="r" b="b"/>
              <a:pathLst>
                <a:path w="2582544" h="10287000">
                  <a:moveTo>
                    <a:pt x="324672" y="9633137"/>
                  </a:moveTo>
                  <a:lnTo>
                    <a:pt x="348813" y="8620406"/>
                  </a:lnTo>
                  <a:lnTo>
                    <a:pt x="15010" y="8947047"/>
                  </a:lnTo>
                  <a:lnTo>
                    <a:pt x="0" y="9288167"/>
                  </a:lnTo>
                  <a:lnTo>
                    <a:pt x="324672" y="9633137"/>
                  </a:lnTo>
                  <a:close/>
                </a:path>
                <a:path w="2582544" h="10287000">
                  <a:moveTo>
                    <a:pt x="641724" y="1743619"/>
                  </a:moveTo>
                  <a:lnTo>
                    <a:pt x="669240" y="589323"/>
                  </a:lnTo>
                  <a:lnTo>
                    <a:pt x="391239" y="1326822"/>
                  </a:lnTo>
                  <a:lnTo>
                    <a:pt x="555760" y="1639548"/>
                  </a:lnTo>
                  <a:lnTo>
                    <a:pt x="641724" y="1743619"/>
                  </a:lnTo>
                  <a:close/>
                </a:path>
                <a:path w="2582544" h="10287000">
                  <a:moveTo>
                    <a:pt x="2582406" y="10287000"/>
                  </a:moveTo>
                  <a:lnTo>
                    <a:pt x="2582406" y="0"/>
                  </a:lnTo>
                  <a:lnTo>
                    <a:pt x="440705" y="0"/>
                  </a:lnTo>
                  <a:lnTo>
                    <a:pt x="540914" y="242330"/>
                  </a:lnTo>
                  <a:lnTo>
                    <a:pt x="669240" y="589323"/>
                  </a:lnTo>
                  <a:lnTo>
                    <a:pt x="641724" y="1743619"/>
                  </a:lnTo>
                  <a:lnTo>
                    <a:pt x="893168" y="2048028"/>
                  </a:lnTo>
                  <a:lnTo>
                    <a:pt x="871652" y="2950608"/>
                  </a:lnTo>
                  <a:lnTo>
                    <a:pt x="872757" y="2955773"/>
                  </a:lnTo>
                  <a:lnTo>
                    <a:pt x="838407" y="4396774"/>
                  </a:lnTo>
                  <a:lnTo>
                    <a:pt x="1046695" y="4615225"/>
                  </a:lnTo>
                  <a:lnTo>
                    <a:pt x="911491" y="10287000"/>
                  </a:lnTo>
                  <a:lnTo>
                    <a:pt x="2582406" y="10287000"/>
                  </a:lnTo>
                  <a:close/>
                </a:path>
                <a:path w="2582544" h="10287000">
                  <a:moveTo>
                    <a:pt x="776859" y="10287000"/>
                  </a:moveTo>
                  <a:lnTo>
                    <a:pt x="835823" y="7813453"/>
                  </a:lnTo>
                  <a:lnTo>
                    <a:pt x="513486" y="7885856"/>
                  </a:lnTo>
                  <a:lnTo>
                    <a:pt x="291209" y="8254217"/>
                  </a:lnTo>
                  <a:lnTo>
                    <a:pt x="348813" y="8620406"/>
                  </a:lnTo>
                  <a:lnTo>
                    <a:pt x="324672" y="9633137"/>
                  </a:lnTo>
                  <a:lnTo>
                    <a:pt x="439925" y="9755595"/>
                  </a:lnTo>
                  <a:lnTo>
                    <a:pt x="427257" y="10287000"/>
                  </a:lnTo>
                  <a:lnTo>
                    <a:pt x="776859" y="10287000"/>
                  </a:lnTo>
                  <a:close/>
                </a:path>
                <a:path w="2582544" h="10287000">
                  <a:moveTo>
                    <a:pt x="427257" y="10287000"/>
                  </a:moveTo>
                  <a:lnTo>
                    <a:pt x="439925" y="9755595"/>
                  </a:lnTo>
                  <a:lnTo>
                    <a:pt x="346168" y="10225779"/>
                  </a:lnTo>
                  <a:lnTo>
                    <a:pt x="292986" y="10287000"/>
                  </a:lnTo>
                  <a:lnTo>
                    <a:pt x="427257" y="10287000"/>
                  </a:lnTo>
                  <a:close/>
                </a:path>
                <a:path w="2582544" h="10287000">
                  <a:moveTo>
                    <a:pt x="838407" y="4396774"/>
                  </a:moveTo>
                  <a:lnTo>
                    <a:pt x="872757" y="2955773"/>
                  </a:lnTo>
                  <a:lnTo>
                    <a:pt x="837723" y="3302065"/>
                  </a:lnTo>
                  <a:lnTo>
                    <a:pt x="748775" y="3673605"/>
                  </a:lnTo>
                  <a:lnTo>
                    <a:pt x="604385" y="4124156"/>
                  </a:lnTo>
                  <a:lnTo>
                    <a:pt x="838407" y="4396774"/>
                  </a:lnTo>
                  <a:close/>
                </a:path>
                <a:path w="2582544" h="10287000">
                  <a:moveTo>
                    <a:pt x="889267" y="6643325"/>
                  </a:moveTo>
                  <a:lnTo>
                    <a:pt x="913526" y="5625673"/>
                  </a:lnTo>
                  <a:lnTo>
                    <a:pt x="641146" y="5859443"/>
                  </a:lnTo>
                  <a:lnTo>
                    <a:pt x="740072" y="6182396"/>
                  </a:lnTo>
                  <a:lnTo>
                    <a:pt x="889267" y="6643325"/>
                  </a:lnTo>
                  <a:close/>
                </a:path>
                <a:path w="2582544" h="10287000">
                  <a:moveTo>
                    <a:pt x="871652" y="2950608"/>
                  </a:moveTo>
                  <a:lnTo>
                    <a:pt x="893168" y="2048028"/>
                  </a:lnTo>
                  <a:lnTo>
                    <a:pt x="769965" y="2475500"/>
                  </a:lnTo>
                  <a:lnTo>
                    <a:pt x="871652" y="2950608"/>
                  </a:lnTo>
                  <a:close/>
                </a:path>
                <a:path w="2582544" h="10287000">
                  <a:moveTo>
                    <a:pt x="829189" y="10287000"/>
                  </a:moveTo>
                  <a:lnTo>
                    <a:pt x="914210" y="6720382"/>
                  </a:lnTo>
                  <a:lnTo>
                    <a:pt x="693987" y="7002564"/>
                  </a:lnTo>
                  <a:lnTo>
                    <a:pt x="820801" y="7279014"/>
                  </a:lnTo>
                  <a:lnTo>
                    <a:pt x="810061" y="7729557"/>
                  </a:lnTo>
                  <a:lnTo>
                    <a:pt x="835823" y="7813453"/>
                  </a:lnTo>
                  <a:lnTo>
                    <a:pt x="776859" y="10287000"/>
                  </a:lnTo>
                  <a:lnTo>
                    <a:pt x="829189" y="10287000"/>
                  </a:lnTo>
                  <a:close/>
                </a:path>
                <a:path w="2582544" h="10287000">
                  <a:moveTo>
                    <a:pt x="911491" y="10287000"/>
                  </a:moveTo>
                  <a:lnTo>
                    <a:pt x="1046695" y="4615225"/>
                  </a:lnTo>
                  <a:lnTo>
                    <a:pt x="852230" y="4929956"/>
                  </a:lnTo>
                  <a:lnTo>
                    <a:pt x="757882" y="5435256"/>
                  </a:lnTo>
                  <a:lnTo>
                    <a:pt x="913526" y="5625673"/>
                  </a:lnTo>
                  <a:lnTo>
                    <a:pt x="889267" y="6643325"/>
                  </a:lnTo>
                  <a:lnTo>
                    <a:pt x="914210" y="6720382"/>
                  </a:lnTo>
                  <a:lnTo>
                    <a:pt x="829189" y="10287000"/>
                  </a:lnTo>
                  <a:lnTo>
                    <a:pt x="911491" y="10287000"/>
                  </a:lnTo>
                  <a:close/>
                </a:path>
                <a:path w="2582544" h="10287000">
                  <a:moveTo>
                    <a:pt x="810061" y="7729557"/>
                  </a:moveTo>
                  <a:lnTo>
                    <a:pt x="820801" y="7279014"/>
                  </a:lnTo>
                  <a:lnTo>
                    <a:pt x="736651" y="7490493"/>
                  </a:lnTo>
                  <a:lnTo>
                    <a:pt x="810061" y="772955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6105825" y="0"/>
              <a:ext cx="2182495" cy="10287000"/>
            </a:xfrm>
            <a:custGeom>
              <a:avLst/>
              <a:gdLst/>
              <a:ahLst/>
              <a:cxnLst/>
              <a:rect l="l" t="t" r="r" b="b"/>
              <a:pathLst>
                <a:path w="2182494" h="10287000">
                  <a:moveTo>
                    <a:pt x="324672" y="9642677"/>
                  </a:moveTo>
                  <a:lnTo>
                    <a:pt x="348813" y="8629946"/>
                  </a:lnTo>
                  <a:lnTo>
                    <a:pt x="15010" y="8956588"/>
                  </a:lnTo>
                  <a:lnTo>
                    <a:pt x="0" y="9297708"/>
                  </a:lnTo>
                  <a:lnTo>
                    <a:pt x="324672" y="9642677"/>
                  </a:lnTo>
                  <a:close/>
                </a:path>
                <a:path w="2182494" h="10287000">
                  <a:moveTo>
                    <a:pt x="637861" y="1915198"/>
                  </a:moveTo>
                  <a:lnTo>
                    <a:pt x="669240" y="598864"/>
                  </a:lnTo>
                  <a:lnTo>
                    <a:pt x="530573" y="945880"/>
                  </a:lnTo>
                  <a:lnTo>
                    <a:pt x="435265" y="1196476"/>
                  </a:lnTo>
                  <a:lnTo>
                    <a:pt x="391993" y="1335644"/>
                  </a:lnTo>
                  <a:lnTo>
                    <a:pt x="399696" y="1428313"/>
                  </a:lnTo>
                  <a:lnTo>
                    <a:pt x="440978" y="1774836"/>
                  </a:lnTo>
                  <a:lnTo>
                    <a:pt x="637861" y="1915198"/>
                  </a:lnTo>
                  <a:close/>
                </a:path>
                <a:path w="2182494" h="10287000">
                  <a:moveTo>
                    <a:pt x="2182176" y="10287000"/>
                  </a:moveTo>
                  <a:lnTo>
                    <a:pt x="2182176" y="0"/>
                  </a:lnTo>
                  <a:lnTo>
                    <a:pt x="436956" y="0"/>
                  </a:lnTo>
                  <a:lnTo>
                    <a:pt x="540914" y="251871"/>
                  </a:lnTo>
                  <a:lnTo>
                    <a:pt x="669240" y="598864"/>
                  </a:lnTo>
                  <a:lnTo>
                    <a:pt x="637861" y="1915198"/>
                  </a:lnTo>
                  <a:lnTo>
                    <a:pt x="912289" y="2110843"/>
                  </a:lnTo>
                  <a:lnTo>
                    <a:pt x="872462" y="3781577"/>
                  </a:lnTo>
                  <a:lnTo>
                    <a:pt x="948670" y="3856914"/>
                  </a:lnTo>
                  <a:lnTo>
                    <a:pt x="1005259" y="3910114"/>
                  </a:lnTo>
                  <a:lnTo>
                    <a:pt x="983207" y="4835210"/>
                  </a:lnTo>
                  <a:lnTo>
                    <a:pt x="1008205" y="5012984"/>
                  </a:lnTo>
                  <a:lnTo>
                    <a:pt x="998723" y="5410755"/>
                  </a:lnTo>
                  <a:lnTo>
                    <a:pt x="1073597" y="5567786"/>
                  </a:lnTo>
                  <a:lnTo>
                    <a:pt x="961100" y="10287000"/>
                  </a:lnTo>
                  <a:lnTo>
                    <a:pt x="2182176" y="10287000"/>
                  </a:lnTo>
                  <a:close/>
                </a:path>
                <a:path w="2182494" h="10287000">
                  <a:moveTo>
                    <a:pt x="556220" y="10287000"/>
                  </a:moveTo>
                  <a:lnTo>
                    <a:pt x="617143" y="7731305"/>
                  </a:lnTo>
                  <a:lnTo>
                    <a:pt x="490641" y="8029232"/>
                  </a:lnTo>
                  <a:lnTo>
                    <a:pt x="331754" y="8211906"/>
                  </a:lnTo>
                  <a:lnTo>
                    <a:pt x="348813" y="8629946"/>
                  </a:lnTo>
                  <a:lnTo>
                    <a:pt x="324672" y="9642677"/>
                  </a:lnTo>
                  <a:lnTo>
                    <a:pt x="439925" y="9765135"/>
                  </a:lnTo>
                  <a:lnTo>
                    <a:pt x="427484" y="10287000"/>
                  </a:lnTo>
                  <a:lnTo>
                    <a:pt x="556220" y="10287000"/>
                  </a:lnTo>
                  <a:close/>
                </a:path>
                <a:path w="2182494" h="10287000">
                  <a:moveTo>
                    <a:pt x="427484" y="10287000"/>
                  </a:moveTo>
                  <a:lnTo>
                    <a:pt x="439925" y="9765135"/>
                  </a:lnTo>
                  <a:lnTo>
                    <a:pt x="345431" y="10235302"/>
                  </a:lnTo>
                  <a:lnTo>
                    <a:pt x="300522" y="10287000"/>
                  </a:lnTo>
                  <a:lnTo>
                    <a:pt x="427484" y="10287000"/>
                  </a:lnTo>
                  <a:close/>
                </a:path>
                <a:path w="2182494" h="10287000">
                  <a:moveTo>
                    <a:pt x="872462" y="3781577"/>
                  </a:moveTo>
                  <a:lnTo>
                    <a:pt x="912289" y="2110843"/>
                  </a:lnTo>
                  <a:lnTo>
                    <a:pt x="890007" y="2161026"/>
                  </a:lnTo>
                  <a:lnTo>
                    <a:pt x="841012" y="2275705"/>
                  </a:lnTo>
                  <a:lnTo>
                    <a:pt x="792086" y="2401072"/>
                  </a:lnTo>
                  <a:lnTo>
                    <a:pt x="770006" y="2483320"/>
                  </a:lnTo>
                  <a:lnTo>
                    <a:pt x="768398" y="2517139"/>
                  </a:lnTo>
                  <a:lnTo>
                    <a:pt x="764005" y="2565782"/>
                  </a:lnTo>
                  <a:lnTo>
                    <a:pt x="745193" y="2741357"/>
                  </a:lnTo>
                  <a:lnTo>
                    <a:pt x="740739" y="2789998"/>
                  </a:lnTo>
                  <a:lnTo>
                    <a:pt x="739041" y="2823814"/>
                  </a:lnTo>
                  <a:lnTo>
                    <a:pt x="714338" y="2894216"/>
                  </a:lnTo>
                  <a:lnTo>
                    <a:pt x="659879" y="2993526"/>
                  </a:lnTo>
                  <a:lnTo>
                    <a:pt x="605398" y="3082149"/>
                  </a:lnTo>
                  <a:lnTo>
                    <a:pt x="580631" y="3120489"/>
                  </a:lnTo>
                  <a:lnTo>
                    <a:pt x="615128" y="3386425"/>
                  </a:lnTo>
                  <a:lnTo>
                    <a:pt x="629220" y="3483516"/>
                  </a:lnTo>
                  <a:lnTo>
                    <a:pt x="694476" y="3590539"/>
                  </a:lnTo>
                  <a:lnTo>
                    <a:pt x="823018" y="3732697"/>
                  </a:lnTo>
                  <a:lnTo>
                    <a:pt x="872462" y="3781577"/>
                  </a:lnTo>
                  <a:close/>
                </a:path>
                <a:path w="2182494" h="10287000">
                  <a:moveTo>
                    <a:pt x="653264" y="10287000"/>
                  </a:moveTo>
                  <a:lnTo>
                    <a:pt x="741675" y="6578165"/>
                  </a:lnTo>
                  <a:lnTo>
                    <a:pt x="694952" y="7012864"/>
                  </a:lnTo>
                  <a:lnTo>
                    <a:pt x="584112" y="7292739"/>
                  </a:lnTo>
                  <a:lnTo>
                    <a:pt x="584739" y="7482901"/>
                  </a:lnTo>
                  <a:lnTo>
                    <a:pt x="617143" y="7731305"/>
                  </a:lnTo>
                  <a:lnTo>
                    <a:pt x="556220" y="10287000"/>
                  </a:lnTo>
                  <a:lnTo>
                    <a:pt x="650039" y="10287000"/>
                  </a:lnTo>
                  <a:lnTo>
                    <a:pt x="653264" y="10287000"/>
                  </a:lnTo>
                  <a:close/>
                </a:path>
                <a:path w="2182494" h="10287000">
                  <a:moveTo>
                    <a:pt x="961100" y="10287000"/>
                  </a:moveTo>
                  <a:lnTo>
                    <a:pt x="1073597" y="5567786"/>
                  </a:lnTo>
                  <a:lnTo>
                    <a:pt x="708278" y="6082840"/>
                  </a:lnTo>
                  <a:lnTo>
                    <a:pt x="741675" y="6578165"/>
                  </a:lnTo>
                  <a:lnTo>
                    <a:pt x="653264" y="10287000"/>
                  </a:lnTo>
                  <a:lnTo>
                    <a:pt x="961100" y="10287000"/>
                  </a:lnTo>
                  <a:close/>
                </a:path>
                <a:path w="2182494" h="10287000">
                  <a:moveTo>
                    <a:pt x="983207" y="4835210"/>
                  </a:moveTo>
                  <a:lnTo>
                    <a:pt x="1005259" y="3910114"/>
                  </a:lnTo>
                  <a:lnTo>
                    <a:pt x="863068" y="4340573"/>
                  </a:lnTo>
                  <a:lnTo>
                    <a:pt x="959679" y="4667894"/>
                  </a:lnTo>
                  <a:lnTo>
                    <a:pt x="983207" y="4835210"/>
                  </a:lnTo>
                  <a:close/>
                </a:path>
                <a:path w="2182494" h="10287000">
                  <a:moveTo>
                    <a:pt x="998723" y="5410755"/>
                  </a:moveTo>
                  <a:lnTo>
                    <a:pt x="1008205" y="5012984"/>
                  </a:lnTo>
                  <a:lnTo>
                    <a:pt x="897175" y="5197782"/>
                  </a:lnTo>
                  <a:lnTo>
                    <a:pt x="998723" y="5410755"/>
                  </a:lnTo>
                  <a:close/>
                </a:path>
              </a:pathLst>
            </a:custGeom>
            <a:solidFill>
              <a:srgbClr val="FFD04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016000" y="1009713"/>
            <a:ext cx="7527925" cy="15113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5850"/>
              </a:lnSpc>
              <a:spcBef>
                <a:spcPts val="100"/>
              </a:spcBef>
            </a:pPr>
            <a:r>
              <a:rPr dirty="0" sz="5000" b="0">
                <a:solidFill>
                  <a:srgbClr val="5460A8"/>
                </a:solidFill>
                <a:latin typeface="Comic Sans MS"/>
                <a:cs typeface="Comic Sans MS"/>
              </a:rPr>
              <a:t>WHAT</a:t>
            </a:r>
            <a:r>
              <a:rPr dirty="0" sz="5000" spc="-145" b="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5000" spc="-25" b="0">
                <a:solidFill>
                  <a:srgbClr val="5460A8"/>
                </a:solidFill>
                <a:latin typeface="Comic Sans MS"/>
                <a:cs typeface="Comic Sans MS"/>
              </a:rPr>
              <a:t>IS</a:t>
            </a:r>
            <a:endParaRPr sz="5000">
              <a:latin typeface="Comic Sans MS"/>
              <a:cs typeface="Comic Sans MS"/>
            </a:endParaRPr>
          </a:p>
          <a:p>
            <a:pPr marL="12700">
              <a:lnSpc>
                <a:spcPts val="5850"/>
              </a:lnSpc>
            </a:pPr>
            <a:r>
              <a:rPr dirty="0" sz="5000" b="0">
                <a:solidFill>
                  <a:srgbClr val="5460A8"/>
                </a:solidFill>
                <a:latin typeface="Comic Sans MS"/>
                <a:cs typeface="Comic Sans MS"/>
              </a:rPr>
              <a:t>INCIDENT</a:t>
            </a:r>
            <a:r>
              <a:rPr dirty="0" sz="5000" spc="-210" b="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5000" b="0">
                <a:solidFill>
                  <a:srgbClr val="5460A8"/>
                </a:solidFill>
                <a:latin typeface="Comic Sans MS"/>
                <a:cs typeface="Comic Sans MS"/>
              </a:rPr>
              <a:t>RESPONSE</a:t>
            </a:r>
            <a:r>
              <a:rPr dirty="0" sz="5000" spc="-210" b="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5000" spc="-50" b="0">
                <a:solidFill>
                  <a:srgbClr val="5460A8"/>
                </a:solidFill>
                <a:latin typeface="Comic Sans MS"/>
                <a:cs typeface="Comic Sans MS"/>
              </a:rPr>
              <a:t>?</a:t>
            </a:r>
            <a:endParaRPr sz="5000">
              <a:latin typeface="Comic Sans MS"/>
              <a:cs typeface="Comic Sans MS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7806" y="3257920"/>
            <a:ext cx="123825" cy="12382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231217" y="2954430"/>
            <a:ext cx="14294485" cy="5814060"/>
          </a:xfrm>
          <a:prstGeom prst="rect">
            <a:avLst/>
          </a:prstGeom>
        </p:spPr>
        <p:txBody>
          <a:bodyPr wrap="square" lIns="0" tIns="25400" rIns="0" bIns="0" rtlCol="0" vert="horz">
            <a:spAutoFit/>
          </a:bodyPr>
          <a:lstStyle/>
          <a:p>
            <a:pPr algn="just" marL="12700" marR="5080">
              <a:lnSpc>
                <a:spcPct val="109800"/>
              </a:lnSpc>
              <a:spcBef>
                <a:spcPts val="200"/>
              </a:spcBef>
            </a:pPr>
            <a:r>
              <a:rPr dirty="0" sz="2700" spc="-15">
                <a:latin typeface="Comic Sans MS"/>
                <a:cs typeface="Comic Sans MS"/>
              </a:rPr>
              <a:t>Incident</a:t>
            </a:r>
            <a:r>
              <a:rPr dirty="0" sz="2700" spc="195">
                <a:latin typeface="Comic Sans MS"/>
                <a:cs typeface="Comic Sans MS"/>
              </a:rPr>
              <a:t> </a:t>
            </a:r>
            <a:r>
              <a:rPr dirty="0" sz="2700" spc="-10">
                <a:latin typeface="Comic Sans MS"/>
                <a:cs typeface="Comic Sans MS"/>
              </a:rPr>
              <a:t>response</a:t>
            </a:r>
            <a:r>
              <a:rPr dirty="0" sz="2700" spc="195">
                <a:latin typeface="Comic Sans MS"/>
                <a:cs typeface="Comic Sans MS"/>
              </a:rPr>
              <a:t> </a:t>
            </a:r>
            <a:r>
              <a:rPr dirty="0" sz="2700" spc="-10">
                <a:latin typeface="Comic Sans MS"/>
                <a:cs typeface="Comic Sans MS"/>
              </a:rPr>
              <a:t>is</a:t>
            </a:r>
            <a:r>
              <a:rPr dirty="0" sz="2700" spc="195">
                <a:latin typeface="Comic Sans MS"/>
                <a:cs typeface="Comic Sans MS"/>
              </a:rPr>
              <a:t> </a:t>
            </a:r>
            <a:r>
              <a:rPr dirty="0" sz="2700" spc="-15">
                <a:latin typeface="Comic Sans MS"/>
                <a:cs typeface="Comic Sans MS"/>
              </a:rPr>
              <a:t>the</a:t>
            </a:r>
            <a:r>
              <a:rPr dirty="0" sz="2700" spc="195">
                <a:latin typeface="Comic Sans MS"/>
                <a:cs typeface="Comic Sans MS"/>
              </a:rPr>
              <a:t> </a:t>
            </a:r>
            <a:r>
              <a:rPr dirty="0" sz="3300" spc="-310" b="1">
                <a:latin typeface="Comic Sans MS"/>
                <a:cs typeface="Comic Sans MS"/>
              </a:rPr>
              <a:t>strategic</a:t>
            </a:r>
            <a:r>
              <a:rPr dirty="0" sz="3300" spc="-65" b="1">
                <a:latin typeface="Comic Sans MS"/>
                <a:cs typeface="Comic Sans MS"/>
              </a:rPr>
              <a:t> </a:t>
            </a:r>
            <a:r>
              <a:rPr dirty="0" sz="3300" spc="-415" b="1">
                <a:latin typeface="Comic Sans MS"/>
                <a:cs typeface="Comic Sans MS"/>
              </a:rPr>
              <a:t>&amp;</a:t>
            </a:r>
            <a:r>
              <a:rPr dirty="0" sz="3300" spc="-65" b="1">
                <a:latin typeface="Comic Sans MS"/>
                <a:cs typeface="Comic Sans MS"/>
              </a:rPr>
              <a:t> </a:t>
            </a:r>
            <a:r>
              <a:rPr dirty="0" sz="3300" spc="-325" b="1">
                <a:latin typeface="Comic Sans MS"/>
                <a:cs typeface="Comic Sans MS"/>
              </a:rPr>
              <a:t>organized</a:t>
            </a:r>
            <a:r>
              <a:rPr dirty="0" sz="3300" spc="-65" b="1">
                <a:latin typeface="Comic Sans MS"/>
                <a:cs typeface="Comic Sans MS"/>
              </a:rPr>
              <a:t> </a:t>
            </a:r>
            <a:r>
              <a:rPr dirty="0" sz="3300" spc="-330" b="1">
                <a:latin typeface="Comic Sans MS"/>
                <a:cs typeface="Comic Sans MS"/>
              </a:rPr>
              <a:t>response</a:t>
            </a:r>
            <a:r>
              <a:rPr dirty="0" sz="3300" spc="-430" b="1">
                <a:latin typeface="Comic Sans MS"/>
                <a:cs typeface="Comic Sans MS"/>
              </a:rPr>
              <a:t> </a:t>
            </a:r>
            <a:r>
              <a:rPr dirty="0" sz="2700" spc="-10">
                <a:latin typeface="Comic Sans MS"/>
                <a:cs typeface="Comic Sans MS"/>
              </a:rPr>
              <a:t>an</a:t>
            </a:r>
            <a:r>
              <a:rPr dirty="0" sz="2700" spc="195">
                <a:latin typeface="Comic Sans MS"/>
                <a:cs typeface="Comic Sans MS"/>
              </a:rPr>
              <a:t> </a:t>
            </a:r>
            <a:r>
              <a:rPr dirty="0" sz="2700" spc="-15">
                <a:latin typeface="Comic Sans MS"/>
                <a:cs typeface="Comic Sans MS"/>
              </a:rPr>
              <a:t>organization</a:t>
            </a:r>
            <a:r>
              <a:rPr dirty="0" sz="2700" spc="195">
                <a:latin typeface="Comic Sans MS"/>
                <a:cs typeface="Comic Sans MS"/>
              </a:rPr>
              <a:t> </a:t>
            </a:r>
            <a:r>
              <a:rPr dirty="0" sz="2700" spc="-5">
                <a:latin typeface="Comic Sans MS"/>
                <a:cs typeface="Comic Sans MS"/>
              </a:rPr>
              <a:t>use</a:t>
            </a:r>
            <a:r>
              <a:rPr dirty="0" sz="2700">
                <a:latin typeface="Comic Sans MS"/>
                <a:cs typeface="Comic Sans MS"/>
              </a:rPr>
              <a:t>s</a:t>
            </a:r>
            <a:r>
              <a:rPr dirty="0" sz="2700" spc="195">
                <a:latin typeface="Comic Sans MS"/>
                <a:cs typeface="Comic Sans MS"/>
              </a:rPr>
              <a:t> </a:t>
            </a:r>
            <a:r>
              <a:rPr dirty="0" sz="2700" spc="-15">
                <a:latin typeface="Comic Sans MS"/>
                <a:cs typeface="Comic Sans MS"/>
              </a:rPr>
              <a:t>following</a:t>
            </a:r>
            <a:r>
              <a:rPr dirty="0" sz="2700" spc="-10">
                <a:latin typeface="Comic Sans MS"/>
                <a:cs typeface="Comic Sans MS"/>
              </a:rPr>
              <a:t> </a:t>
            </a:r>
            <a:r>
              <a:rPr dirty="0" sz="2700" spc="-15">
                <a:latin typeface="Comic Sans MS"/>
                <a:cs typeface="Comic Sans MS"/>
              </a:rPr>
              <a:t>a</a:t>
            </a:r>
            <a:r>
              <a:rPr dirty="0" sz="2700" spc="-5">
                <a:latin typeface="Comic Sans MS"/>
                <a:cs typeface="Comic Sans MS"/>
              </a:rPr>
              <a:t> </a:t>
            </a:r>
            <a:r>
              <a:rPr dirty="0" sz="2700" spc="-15">
                <a:latin typeface="Comic Sans MS"/>
                <a:cs typeface="Comic Sans MS"/>
              </a:rPr>
              <a:t>cyberattack.</a:t>
            </a:r>
            <a:endParaRPr sz="270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  <a:spcBef>
                <a:spcPts val="195"/>
              </a:spcBef>
            </a:pPr>
            <a:endParaRPr sz="2700">
              <a:latin typeface="Comic Sans MS"/>
              <a:cs typeface="Comic Sans MS"/>
            </a:endParaRPr>
          </a:p>
          <a:p>
            <a:pPr algn="just" marL="12700" marR="5080">
              <a:lnSpc>
                <a:spcPts val="3750"/>
              </a:lnSpc>
              <a:spcBef>
                <a:spcPts val="5"/>
              </a:spcBef>
            </a:pPr>
            <a:r>
              <a:rPr dirty="0" sz="2700">
                <a:latin typeface="Comic Sans MS"/>
                <a:cs typeface="Comic Sans MS"/>
              </a:rPr>
              <a:t>The</a:t>
            </a:r>
            <a:r>
              <a:rPr dirty="0" sz="2700" spc="-5">
                <a:latin typeface="Comic Sans MS"/>
                <a:cs typeface="Comic Sans MS"/>
              </a:rPr>
              <a:t> </a:t>
            </a:r>
            <a:r>
              <a:rPr dirty="0" sz="3300" spc="-355" b="1">
                <a:latin typeface="Comic Sans MS"/>
                <a:cs typeface="Comic Sans MS"/>
              </a:rPr>
              <a:t>response</a:t>
            </a:r>
            <a:r>
              <a:rPr dirty="0" sz="3300" spc="25" b="1">
                <a:latin typeface="Comic Sans MS"/>
                <a:cs typeface="Comic Sans MS"/>
              </a:rPr>
              <a:t> </a:t>
            </a:r>
            <a:r>
              <a:rPr dirty="0" sz="3300" spc="-330" b="1">
                <a:latin typeface="Comic Sans MS"/>
                <a:cs typeface="Comic Sans MS"/>
              </a:rPr>
              <a:t>is</a:t>
            </a:r>
            <a:r>
              <a:rPr dirty="0" sz="3300" spc="25" b="1">
                <a:latin typeface="Comic Sans MS"/>
                <a:cs typeface="Comic Sans MS"/>
              </a:rPr>
              <a:t> </a:t>
            </a:r>
            <a:r>
              <a:rPr dirty="0" sz="3300" spc="-375" b="1">
                <a:latin typeface="Comic Sans MS"/>
                <a:cs typeface="Comic Sans MS"/>
              </a:rPr>
              <a:t>executed</a:t>
            </a:r>
            <a:r>
              <a:rPr dirty="0" sz="3300" spc="25" b="1">
                <a:latin typeface="Comic Sans MS"/>
                <a:cs typeface="Comic Sans MS"/>
              </a:rPr>
              <a:t> </a:t>
            </a:r>
            <a:r>
              <a:rPr dirty="0" sz="3300" spc="-345" b="1">
                <a:latin typeface="Comic Sans MS"/>
                <a:cs typeface="Comic Sans MS"/>
              </a:rPr>
              <a:t>according</a:t>
            </a:r>
            <a:r>
              <a:rPr dirty="0" sz="3300" spc="20" b="1">
                <a:latin typeface="Comic Sans MS"/>
                <a:cs typeface="Comic Sans MS"/>
              </a:rPr>
              <a:t> </a:t>
            </a:r>
            <a:r>
              <a:rPr dirty="0" sz="3300" spc="-475" b="1">
                <a:latin typeface="Comic Sans MS"/>
                <a:cs typeface="Comic Sans MS"/>
              </a:rPr>
              <a:t>to</a:t>
            </a:r>
            <a:r>
              <a:rPr dirty="0" sz="3300" spc="120" b="1">
                <a:latin typeface="Comic Sans MS"/>
                <a:cs typeface="Comic Sans MS"/>
              </a:rPr>
              <a:t> </a:t>
            </a:r>
            <a:r>
              <a:rPr dirty="0" sz="3300" spc="-350" b="1">
                <a:latin typeface="Comic Sans MS"/>
                <a:cs typeface="Comic Sans MS"/>
              </a:rPr>
              <a:t>planned</a:t>
            </a:r>
            <a:r>
              <a:rPr dirty="0" sz="3300" spc="25" b="1">
                <a:latin typeface="Comic Sans MS"/>
                <a:cs typeface="Comic Sans MS"/>
              </a:rPr>
              <a:t> </a:t>
            </a:r>
            <a:r>
              <a:rPr dirty="0" sz="3300" spc="-355" b="1">
                <a:latin typeface="Comic Sans MS"/>
                <a:cs typeface="Comic Sans MS"/>
              </a:rPr>
              <a:t>procedures</a:t>
            </a:r>
            <a:r>
              <a:rPr dirty="0" sz="3300" spc="25" b="1">
                <a:latin typeface="Comic Sans MS"/>
                <a:cs typeface="Comic Sans MS"/>
              </a:rPr>
              <a:t> </a:t>
            </a:r>
            <a:r>
              <a:rPr dirty="0" sz="3300" spc="-390" b="1">
                <a:latin typeface="Comic Sans MS"/>
                <a:cs typeface="Comic Sans MS"/>
              </a:rPr>
              <a:t>that</a:t>
            </a:r>
            <a:r>
              <a:rPr dirty="0" sz="3300" spc="30" b="1">
                <a:latin typeface="Comic Sans MS"/>
                <a:cs typeface="Comic Sans MS"/>
              </a:rPr>
              <a:t> </a:t>
            </a:r>
            <a:r>
              <a:rPr dirty="0" sz="3300" spc="-405" b="1">
                <a:latin typeface="Comic Sans MS"/>
                <a:cs typeface="Comic Sans MS"/>
              </a:rPr>
              <a:t>seek</a:t>
            </a:r>
            <a:r>
              <a:rPr dirty="0" sz="3300" spc="50" b="1">
                <a:latin typeface="Comic Sans MS"/>
                <a:cs typeface="Comic Sans MS"/>
              </a:rPr>
              <a:t> </a:t>
            </a:r>
            <a:r>
              <a:rPr dirty="0" sz="3300" spc="-475" b="1">
                <a:latin typeface="Comic Sans MS"/>
                <a:cs typeface="Comic Sans MS"/>
              </a:rPr>
              <a:t>to</a:t>
            </a:r>
            <a:r>
              <a:rPr dirty="0" sz="3300" spc="120" b="1">
                <a:latin typeface="Comic Sans MS"/>
                <a:cs typeface="Comic Sans MS"/>
              </a:rPr>
              <a:t> </a:t>
            </a:r>
            <a:r>
              <a:rPr dirty="0" sz="3300" spc="-290" b="1">
                <a:latin typeface="Comic Sans MS"/>
                <a:cs typeface="Comic Sans MS"/>
              </a:rPr>
              <a:t>limit</a:t>
            </a:r>
            <a:r>
              <a:rPr dirty="0" sz="3300" spc="25" b="1">
                <a:latin typeface="Comic Sans MS"/>
                <a:cs typeface="Comic Sans MS"/>
              </a:rPr>
              <a:t> </a:t>
            </a:r>
            <a:r>
              <a:rPr dirty="0" sz="3300" spc="-390" b="1">
                <a:latin typeface="Comic Sans MS"/>
                <a:cs typeface="Comic Sans MS"/>
              </a:rPr>
              <a:t>damage </a:t>
            </a:r>
            <a:r>
              <a:rPr dirty="0" sz="3300" spc="-355" b="1">
                <a:latin typeface="Comic Sans MS"/>
                <a:cs typeface="Comic Sans MS"/>
              </a:rPr>
              <a:t>and</a:t>
            </a:r>
            <a:r>
              <a:rPr dirty="0" sz="3300" spc="-254" b="1">
                <a:latin typeface="Comic Sans MS"/>
                <a:cs typeface="Comic Sans MS"/>
              </a:rPr>
              <a:t> </a:t>
            </a:r>
            <a:r>
              <a:rPr dirty="0" sz="3300" spc="-305" b="1">
                <a:latin typeface="Comic Sans MS"/>
                <a:cs typeface="Comic Sans MS"/>
              </a:rPr>
              <a:t>repair</a:t>
            </a:r>
            <a:r>
              <a:rPr dirty="0" sz="3300" spc="-254" b="1">
                <a:latin typeface="Comic Sans MS"/>
                <a:cs typeface="Comic Sans MS"/>
              </a:rPr>
              <a:t> </a:t>
            </a:r>
            <a:r>
              <a:rPr dirty="0" sz="3300" spc="-355" b="1">
                <a:latin typeface="Comic Sans MS"/>
                <a:cs typeface="Comic Sans MS"/>
              </a:rPr>
              <a:t>breached</a:t>
            </a:r>
            <a:r>
              <a:rPr dirty="0" sz="3300" spc="-254" b="1">
                <a:latin typeface="Comic Sans MS"/>
                <a:cs typeface="Comic Sans MS"/>
              </a:rPr>
              <a:t> </a:t>
            </a:r>
            <a:r>
              <a:rPr dirty="0" sz="3300" spc="-280" b="1">
                <a:latin typeface="Comic Sans MS"/>
                <a:cs typeface="Comic Sans MS"/>
              </a:rPr>
              <a:t>vulnerabilities</a:t>
            </a:r>
            <a:r>
              <a:rPr dirty="0" sz="3300" spc="-250" b="1">
                <a:latin typeface="Comic Sans MS"/>
                <a:cs typeface="Comic Sans MS"/>
              </a:rPr>
              <a:t> </a:t>
            </a:r>
            <a:r>
              <a:rPr dirty="0" sz="3300" spc="-254" b="1">
                <a:latin typeface="Comic Sans MS"/>
                <a:cs typeface="Comic Sans MS"/>
              </a:rPr>
              <a:t>in </a:t>
            </a:r>
            <a:r>
              <a:rPr dirty="0" sz="3300" spc="-350" b="1">
                <a:latin typeface="Comic Sans MS"/>
                <a:cs typeface="Comic Sans MS"/>
              </a:rPr>
              <a:t>systems.</a:t>
            </a:r>
            <a:endParaRPr sz="3300">
              <a:latin typeface="Comic Sans MS"/>
              <a:cs typeface="Comic Sans MS"/>
            </a:endParaRPr>
          </a:p>
          <a:p>
            <a:pPr algn="just" marL="12700" marR="5080">
              <a:lnSpc>
                <a:spcPts val="3750"/>
              </a:lnSpc>
              <a:spcBef>
                <a:spcPts val="3750"/>
              </a:spcBef>
            </a:pPr>
            <a:r>
              <a:rPr dirty="0" sz="2700">
                <a:latin typeface="Comic Sans MS"/>
                <a:cs typeface="Comic Sans MS"/>
              </a:rPr>
              <a:t>Incident</a:t>
            </a:r>
            <a:r>
              <a:rPr dirty="0" sz="2700" spc="480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response</a:t>
            </a:r>
            <a:r>
              <a:rPr dirty="0" sz="2700" spc="484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is</a:t>
            </a:r>
            <a:r>
              <a:rPr dirty="0" sz="2700" spc="484">
                <a:latin typeface="Comic Sans MS"/>
                <a:cs typeface="Comic Sans MS"/>
              </a:rPr>
              <a:t> </a:t>
            </a:r>
            <a:r>
              <a:rPr dirty="0" sz="3300" spc="-345" b="1">
                <a:latin typeface="Comic Sans MS"/>
                <a:cs typeface="Comic Sans MS"/>
              </a:rPr>
              <a:t>an</a:t>
            </a:r>
            <a:r>
              <a:rPr dirty="0" sz="3300" spc="215" b="1">
                <a:latin typeface="Comic Sans MS"/>
                <a:cs typeface="Comic Sans MS"/>
              </a:rPr>
              <a:t> </a:t>
            </a:r>
            <a:r>
              <a:rPr dirty="0" sz="3300" spc="-310" b="1">
                <a:latin typeface="Comic Sans MS"/>
                <a:cs typeface="Comic Sans MS"/>
              </a:rPr>
              <a:t>organization's</a:t>
            </a:r>
            <a:r>
              <a:rPr dirty="0" sz="3300" spc="220" b="1">
                <a:latin typeface="Comic Sans MS"/>
                <a:cs typeface="Comic Sans MS"/>
              </a:rPr>
              <a:t> </a:t>
            </a:r>
            <a:r>
              <a:rPr dirty="0" sz="3300" spc="-325" b="1">
                <a:latin typeface="Comic Sans MS"/>
                <a:cs typeface="Comic Sans MS"/>
              </a:rPr>
              <a:t>structured</a:t>
            </a:r>
            <a:r>
              <a:rPr dirty="0" sz="3300" spc="220" b="1">
                <a:latin typeface="Comic Sans MS"/>
                <a:cs typeface="Comic Sans MS"/>
              </a:rPr>
              <a:t> </a:t>
            </a:r>
            <a:r>
              <a:rPr dirty="0" sz="3300" spc="-325" b="1">
                <a:latin typeface="Comic Sans MS"/>
                <a:cs typeface="Comic Sans MS"/>
              </a:rPr>
              <a:t>process</a:t>
            </a:r>
            <a:r>
              <a:rPr dirty="0" sz="3300" spc="215" b="1">
                <a:latin typeface="Comic Sans MS"/>
                <a:cs typeface="Comic Sans MS"/>
              </a:rPr>
              <a:t> </a:t>
            </a:r>
            <a:r>
              <a:rPr dirty="0" sz="3300" spc="-320" b="1">
                <a:latin typeface="Comic Sans MS"/>
                <a:cs typeface="Comic Sans MS"/>
              </a:rPr>
              <a:t>for</a:t>
            </a:r>
            <a:r>
              <a:rPr dirty="0" sz="3300" spc="220" b="1">
                <a:latin typeface="Comic Sans MS"/>
                <a:cs typeface="Comic Sans MS"/>
              </a:rPr>
              <a:t> </a:t>
            </a:r>
            <a:r>
              <a:rPr dirty="0" sz="3300" spc="-315" b="1">
                <a:latin typeface="Comic Sans MS"/>
                <a:cs typeface="Comic Sans MS"/>
              </a:rPr>
              <a:t>detecting,</a:t>
            </a:r>
            <a:r>
              <a:rPr dirty="0" sz="3300" spc="220" b="1">
                <a:latin typeface="Comic Sans MS"/>
                <a:cs typeface="Comic Sans MS"/>
              </a:rPr>
              <a:t> </a:t>
            </a:r>
            <a:r>
              <a:rPr dirty="0" sz="3300" spc="-345" b="1">
                <a:latin typeface="Comic Sans MS"/>
                <a:cs typeface="Comic Sans MS"/>
              </a:rPr>
              <a:t>managing, </a:t>
            </a:r>
            <a:r>
              <a:rPr dirty="0" sz="3300" spc="-355" b="1">
                <a:latin typeface="Comic Sans MS"/>
                <a:cs typeface="Comic Sans MS"/>
              </a:rPr>
              <a:t>and</a:t>
            </a:r>
            <a:r>
              <a:rPr dirty="0" sz="3300" spc="-254" b="1">
                <a:latin typeface="Comic Sans MS"/>
                <a:cs typeface="Comic Sans MS"/>
              </a:rPr>
              <a:t> </a:t>
            </a:r>
            <a:r>
              <a:rPr dirty="0" sz="3300" spc="-315" b="1">
                <a:latin typeface="Comic Sans MS"/>
                <a:cs typeface="Comic Sans MS"/>
              </a:rPr>
              <a:t>recovering</a:t>
            </a:r>
            <a:r>
              <a:rPr dirty="0" sz="3300" spc="-254" b="1">
                <a:latin typeface="Comic Sans MS"/>
                <a:cs typeface="Comic Sans MS"/>
              </a:rPr>
              <a:t> </a:t>
            </a:r>
            <a:r>
              <a:rPr dirty="0" sz="3300" spc="-365" b="1">
                <a:latin typeface="Comic Sans MS"/>
                <a:cs typeface="Comic Sans MS"/>
              </a:rPr>
              <a:t>from</a:t>
            </a:r>
            <a:r>
              <a:rPr dirty="0" sz="3300" spc="-250" b="1">
                <a:latin typeface="Comic Sans MS"/>
                <a:cs typeface="Comic Sans MS"/>
              </a:rPr>
              <a:t> </a:t>
            </a:r>
            <a:r>
              <a:rPr dirty="0" sz="3300" spc="-320" b="1">
                <a:latin typeface="Comic Sans MS"/>
                <a:cs typeface="Comic Sans MS"/>
              </a:rPr>
              <a:t>cybersecurity</a:t>
            </a:r>
            <a:r>
              <a:rPr dirty="0" sz="3300" spc="-254" b="1">
                <a:latin typeface="Comic Sans MS"/>
                <a:cs typeface="Comic Sans MS"/>
              </a:rPr>
              <a:t> </a:t>
            </a:r>
            <a:r>
              <a:rPr dirty="0" sz="3300" spc="-345" b="1">
                <a:latin typeface="Comic Sans MS"/>
                <a:cs typeface="Comic Sans MS"/>
              </a:rPr>
              <a:t>breaches</a:t>
            </a:r>
            <a:r>
              <a:rPr dirty="0" sz="3300" spc="-250" b="1">
                <a:latin typeface="Comic Sans MS"/>
                <a:cs typeface="Comic Sans MS"/>
              </a:rPr>
              <a:t> </a:t>
            </a:r>
            <a:r>
              <a:rPr dirty="0" sz="3300" spc="-355" b="1">
                <a:latin typeface="Comic Sans MS"/>
                <a:cs typeface="Comic Sans MS"/>
              </a:rPr>
              <a:t>and</a:t>
            </a:r>
            <a:r>
              <a:rPr dirty="0" sz="3300" spc="-254" b="1">
                <a:latin typeface="Comic Sans MS"/>
                <a:cs typeface="Comic Sans MS"/>
              </a:rPr>
              <a:t> </a:t>
            </a:r>
            <a:r>
              <a:rPr dirty="0" sz="3300" spc="-335" b="1">
                <a:latin typeface="Comic Sans MS"/>
                <a:cs typeface="Comic Sans MS"/>
              </a:rPr>
              <a:t>threats.</a:t>
            </a:r>
            <a:endParaRPr sz="3300">
              <a:latin typeface="Comic Sans MS"/>
              <a:cs typeface="Comic Sans MS"/>
            </a:endParaRPr>
          </a:p>
          <a:p>
            <a:pPr algn="just" marL="12700" marR="5080">
              <a:lnSpc>
                <a:spcPct val="102299"/>
              </a:lnSpc>
              <a:spcBef>
                <a:spcPts val="3354"/>
              </a:spcBef>
            </a:pPr>
            <a:r>
              <a:rPr dirty="0" sz="2700">
                <a:latin typeface="Comic Sans MS"/>
                <a:cs typeface="Comic Sans MS"/>
              </a:rPr>
              <a:t>It</a:t>
            </a:r>
            <a:r>
              <a:rPr dirty="0" sz="2700" spc="60">
                <a:latin typeface="Comic Sans MS"/>
                <a:cs typeface="Comic Sans MS"/>
              </a:rPr>
              <a:t>  </a:t>
            </a:r>
            <a:r>
              <a:rPr dirty="0" sz="3300" spc="-320" b="1">
                <a:latin typeface="Comic Sans MS"/>
                <a:cs typeface="Comic Sans MS"/>
              </a:rPr>
              <a:t>minimizes</a:t>
            </a:r>
            <a:r>
              <a:rPr dirty="0" sz="3300" spc="665" b="1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system</a:t>
            </a:r>
            <a:r>
              <a:rPr dirty="0" sz="2700" spc="60">
                <a:latin typeface="Comic Sans MS"/>
                <a:cs typeface="Comic Sans MS"/>
              </a:rPr>
              <a:t>  </a:t>
            </a:r>
            <a:r>
              <a:rPr dirty="0" sz="2700">
                <a:latin typeface="Comic Sans MS"/>
                <a:cs typeface="Comic Sans MS"/>
              </a:rPr>
              <a:t>downtime,</a:t>
            </a:r>
            <a:r>
              <a:rPr dirty="0" sz="2700" spc="65">
                <a:latin typeface="Comic Sans MS"/>
                <a:cs typeface="Comic Sans MS"/>
              </a:rPr>
              <a:t>  </a:t>
            </a:r>
            <a:r>
              <a:rPr dirty="0" sz="2700">
                <a:latin typeface="Comic Sans MS"/>
                <a:cs typeface="Comic Sans MS"/>
              </a:rPr>
              <a:t>data</a:t>
            </a:r>
            <a:r>
              <a:rPr dirty="0" sz="2700" spc="65">
                <a:latin typeface="Comic Sans MS"/>
                <a:cs typeface="Comic Sans MS"/>
              </a:rPr>
              <a:t>  </a:t>
            </a:r>
            <a:r>
              <a:rPr dirty="0" sz="2700">
                <a:latin typeface="Comic Sans MS"/>
                <a:cs typeface="Comic Sans MS"/>
              </a:rPr>
              <a:t>loss,</a:t>
            </a:r>
            <a:r>
              <a:rPr dirty="0" sz="2700" spc="65">
                <a:latin typeface="Comic Sans MS"/>
                <a:cs typeface="Comic Sans MS"/>
              </a:rPr>
              <a:t>  </a:t>
            </a:r>
            <a:r>
              <a:rPr dirty="0" sz="2700">
                <a:latin typeface="Comic Sans MS"/>
                <a:cs typeface="Comic Sans MS"/>
              </a:rPr>
              <a:t>and</a:t>
            </a:r>
            <a:r>
              <a:rPr dirty="0" sz="2700" spc="60">
                <a:latin typeface="Comic Sans MS"/>
                <a:cs typeface="Comic Sans MS"/>
              </a:rPr>
              <a:t>  </a:t>
            </a:r>
            <a:r>
              <a:rPr dirty="0" sz="2700">
                <a:latin typeface="Comic Sans MS"/>
                <a:cs typeface="Comic Sans MS"/>
              </a:rPr>
              <a:t>reputational</a:t>
            </a:r>
            <a:r>
              <a:rPr dirty="0" sz="2700" spc="65">
                <a:latin typeface="Comic Sans MS"/>
                <a:cs typeface="Comic Sans MS"/>
              </a:rPr>
              <a:t>  </a:t>
            </a:r>
            <a:r>
              <a:rPr dirty="0" sz="2700">
                <a:latin typeface="Comic Sans MS"/>
                <a:cs typeface="Comic Sans MS"/>
              </a:rPr>
              <a:t>damage</a:t>
            </a:r>
            <a:r>
              <a:rPr dirty="0" sz="2700" spc="65">
                <a:latin typeface="Comic Sans MS"/>
                <a:cs typeface="Comic Sans MS"/>
              </a:rPr>
              <a:t>  </a:t>
            </a:r>
            <a:r>
              <a:rPr dirty="0" sz="2700">
                <a:latin typeface="Comic Sans MS"/>
                <a:cs typeface="Comic Sans MS"/>
              </a:rPr>
              <a:t>by</a:t>
            </a:r>
            <a:r>
              <a:rPr dirty="0" sz="2700" spc="65">
                <a:latin typeface="Comic Sans MS"/>
                <a:cs typeface="Comic Sans MS"/>
              </a:rPr>
              <a:t>  </a:t>
            </a:r>
            <a:r>
              <a:rPr dirty="0" sz="2700">
                <a:latin typeface="Comic Sans MS"/>
                <a:cs typeface="Comic Sans MS"/>
              </a:rPr>
              <a:t>following</a:t>
            </a:r>
            <a:r>
              <a:rPr dirty="0" sz="2700" spc="60">
                <a:latin typeface="Comic Sans MS"/>
                <a:cs typeface="Comic Sans MS"/>
              </a:rPr>
              <a:t>  </a:t>
            </a:r>
            <a:r>
              <a:rPr dirty="0" sz="2700" spc="-50">
                <a:latin typeface="Comic Sans MS"/>
                <a:cs typeface="Comic Sans MS"/>
              </a:rPr>
              <a:t>a </a:t>
            </a:r>
            <a:r>
              <a:rPr dirty="0" sz="2700">
                <a:latin typeface="Comic Sans MS"/>
                <a:cs typeface="Comic Sans MS"/>
              </a:rPr>
              <a:t>standardized</a:t>
            </a:r>
            <a:r>
              <a:rPr dirty="0" sz="2700" spc="-185">
                <a:latin typeface="Comic Sans MS"/>
                <a:cs typeface="Comic Sans MS"/>
              </a:rPr>
              <a:t> </a:t>
            </a:r>
            <a:r>
              <a:rPr dirty="0" sz="3300" spc="-375" b="1">
                <a:latin typeface="Comic Sans MS"/>
                <a:cs typeface="Comic Sans MS"/>
              </a:rPr>
              <a:t>framework</a:t>
            </a:r>
            <a:r>
              <a:rPr dirty="0" sz="3300" spc="20" b="1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typically</a:t>
            </a:r>
            <a:r>
              <a:rPr dirty="0" sz="2700" spc="70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consisting</a:t>
            </a:r>
            <a:r>
              <a:rPr dirty="0" sz="2700" spc="70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of</a:t>
            </a:r>
            <a:r>
              <a:rPr dirty="0" sz="2700" spc="70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preparation,</a:t>
            </a:r>
            <a:r>
              <a:rPr dirty="0" sz="2700" spc="70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identification,</a:t>
            </a:r>
            <a:r>
              <a:rPr dirty="0" sz="2700" spc="70">
                <a:latin typeface="Comic Sans MS"/>
                <a:cs typeface="Comic Sans MS"/>
              </a:rPr>
              <a:t> </a:t>
            </a:r>
            <a:r>
              <a:rPr dirty="0" sz="2700" spc="-10">
                <a:latin typeface="Comic Sans MS"/>
                <a:cs typeface="Comic Sans MS"/>
              </a:rPr>
              <a:t>containment, </a:t>
            </a:r>
            <a:r>
              <a:rPr dirty="0" sz="2700">
                <a:latin typeface="Comic Sans MS"/>
                <a:cs typeface="Comic Sans MS"/>
              </a:rPr>
              <a:t>eradication,</a:t>
            </a:r>
            <a:r>
              <a:rPr dirty="0" sz="2700" spc="-100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recovery,</a:t>
            </a:r>
            <a:r>
              <a:rPr dirty="0" sz="2700" spc="-95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and</a:t>
            </a:r>
            <a:r>
              <a:rPr dirty="0" sz="2700" spc="-95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lessons</a:t>
            </a:r>
            <a:r>
              <a:rPr dirty="0" sz="2700" spc="-95">
                <a:latin typeface="Comic Sans MS"/>
                <a:cs typeface="Comic Sans MS"/>
              </a:rPr>
              <a:t> </a:t>
            </a:r>
            <a:r>
              <a:rPr dirty="0" sz="2700" spc="-10">
                <a:latin typeface="Comic Sans MS"/>
                <a:cs typeface="Comic Sans MS"/>
              </a:rPr>
              <a:t>learned</a:t>
            </a:r>
            <a:endParaRPr sz="2700">
              <a:latin typeface="Comic Sans MS"/>
              <a:cs typeface="Comic Sans MS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7806" y="4686670"/>
            <a:ext cx="123825" cy="12382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7806" y="6115420"/>
            <a:ext cx="123825" cy="12382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27806" y="7544170"/>
            <a:ext cx="123825" cy="123824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553249" y="0"/>
            <a:ext cx="2734945" cy="10287000"/>
            <a:chOff x="15553249" y="0"/>
            <a:chExt cx="2734945" cy="10287000"/>
          </a:xfrm>
        </p:grpSpPr>
        <p:sp>
          <p:nvSpPr>
            <p:cNvPr id="3" name="object 3"/>
            <p:cNvSpPr/>
            <p:nvPr/>
          </p:nvSpPr>
          <p:spPr>
            <a:xfrm>
              <a:off x="15553249" y="0"/>
              <a:ext cx="2734945" cy="10287000"/>
            </a:xfrm>
            <a:custGeom>
              <a:avLst/>
              <a:gdLst/>
              <a:ahLst/>
              <a:cxnLst/>
              <a:rect l="l" t="t" r="r" b="b"/>
              <a:pathLst>
                <a:path w="2734944" h="10287000">
                  <a:moveTo>
                    <a:pt x="727011" y="10287000"/>
                  </a:moveTo>
                  <a:lnTo>
                    <a:pt x="779927" y="8067176"/>
                  </a:lnTo>
                  <a:lnTo>
                    <a:pt x="455832" y="8264828"/>
                  </a:lnTo>
                  <a:lnTo>
                    <a:pt x="334756" y="8520630"/>
                  </a:lnTo>
                  <a:lnTo>
                    <a:pt x="293648" y="8874393"/>
                  </a:lnTo>
                  <a:lnTo>
                    <a:pt x="0" y="9289203"/>
                  </a:lnTo>
                  <a:lnTo>
                    <a:pt x="103447" y="9752295"/>
                  </a:lnTo>
                  <a:lnTo>
                    <a:pt x="384759" y="10009582"/>
                  </a:lnTo>
                  <a:lnTo>
                    <a:pt x="378146" y="10287000"/>
                  </a:lnTo>
                  <a:lnTo>
                    <a:pt x="727011" y="10287000"/>
                  </a:lnTo>
                  <a:close/>
                </a:path>
                <a:path w="2734944" h="10287000">
                  <a:moveTo>
                    <a:pt x="586809" y="1997404"/>
                  </a:moveTo>
                  <a:lnTo>
                    <a:pt x="614320" y="843315"/>
                  </a:lnTo>
                  <a:lnTo>
                    <a:pt x="336085" y="1580317"/>
                  </a:lnTo>
                  <a:lnTo>
                    <a:pt x="500606" y="1893043"/>
                  </a:lnTo>
                  <a:lnTo>
                    <a:pt x="586809" y="1997404"/>
                  </a:lnTo>
                  <a:close/>
                </a:path>
                <a:path w="2734944" h="10287000">
                  <a:moveTo>
                    <a:pt x="2734752" y="10287000"/>
                  </a:moveTo>
                  <a:lnTo>
                    <a:pt x="2734752" y="0"/>
                  </a:lnTo>
                  <a:lnTo>
                    <a:pt x="557905" y="0"/>
                  </a:lnTo>
                  <a:lnTo>
                    <a:pt x="485748" y="496316"/>
                  </a:lnTo>
                  <a:lnTo>
                    <a:pt x="614320" y="843315"/>
                  </a:lnTo>
                  <a:lnTo>
                    <a:pt x="586809" y="1997404"/>
                  </a:lnTo>
                  <a:lnTo>
                    <a:pt x="838014" y="2301524"/>
                  </a:lnTo>
                  <a:lnTo>
                    <a:pt x="816517" y="3203315"/>
                  </a:lnTo>
                  <a:lnTo>
                    <a:pt x="817621" y="3208532"/>
                  </a:lnTo>
                  <a:lnTo>
                    <a:pt x="783270" y="4649534"/>
                  </a:lnTo>
                  <a:lnTo>
                    <a:pt x="884949" y="4795181"/>
                  </a:lnTo>
                  <a:lnTo>
                    <a:pt x="834878" y="6895682"/>
                  </a:lnTo>
                  <a:lnTo>
                    <a:pt x="860277" y="6974153"/>
                  </a:lnTo>
                  <a:lnTo>
                    <a:pt x="781306" y="10287000"/>
                  </a:lnTo>
                  <a:lnTo>
                    <a:pt x="2734752" y="10287000"/>
                  </a:lnTo>
                  <a:close/>
                </a:path>
                <a:path w="2734944" h="10287000">
                  <a:moveTo>
                    <a:pt x="378146" y="10287000"/>
                  </a:moveTo>
                  <a:lnTo>
                    <a:pt x="384759" y="10009582"/>
                  </a:lnTo>
                  <a:lnTo>
                    <a:pt x="329200" y="10287000"/>
                  </a:lnTo>
                  <a:lnTo>
                    <a:pt x="378146" y="10287000"/>
                  </a:lnTo>
                  <a:close/>
                </a:path>
                <a:path w="2734944" h="10287000">
                  <a:moveTo>
                    <a:pt x="783270" y="4649534"/>
                  </a:moveTo>
                  <a:lnTo>
                    <a:pt x="817621" y="3208532"/>
                  </a:lnTo>
                  <a:lnTo>
                    <a:pt x="782587" y="3554825"/>
                  </a:lnTo>
                  <a:lnTo>
                    <a:pt x="693633" y="3926610"/>
                  </a:lnTo>
                  <a:lnTo>
                    <a:pt x="549494" y="4376921"/>
                  </a:lnTo>
                  <a:lnTo>
                    <a:pt x="783270" y="4649534"/>
                  </a:lnTo>
                  <a:close/>
                </a:path>
                <a:path w="2734944" h="10287000">
                  <a:moveTo>
                    <a:pt x="816517" y="3203315"/>
                  </a:moveTo>
                  <a:lnTo>
                    <a:pt x="838014" y="2301524"/>
                  </a:lnTo>
                  <a:lnTo>
                    <a:pt x="716051" y="2728534"/>
                  </a:lnTo>
                  <a:lnTo>
                    <a:pt x="816517" y="3203315"/>
                  </a:lnTo>
                  <a:close/>
                </a:path>
                <a:path w="2734944" h="10287000">
                  <a:moveTo>
                    <a:pt x="781306" y="10287000"/>
                  </a:moveTo>
                  <a:lnTo>
                    <a:pt x="860277" y="6974153"/>
                  </a:lnTo>
                  <a:lnTo>
                    <a:pt x="639810" y="7256328"/>
                  </a:lnTo>
                  <a:lnTo>
                    <a:pt x="766875" y="7532539"/>
                  </a:lnTo>
                  <a:lnTo>
                    <a:pt x="755982" y="7989517"/>
                  </a:lnTo>
                  <a:lnTo>
                    <a:pt x="779927" y="8067176"/>
                  </a:lnTo>
                  <a:lnTo>
                    <a:pt x="727011" y="10287000"/>
                  </a:lnTo>
                  <a:lnTo>
                    <a:pt x="781306" y="10287000"/>
                  </a:lnTo>
                  <a:close/>
                </a:path>
                <a:path w="2734944" h="10287000">
                  <a:moveTo>
                    <a:pt x="834878" y="6895682"/>
                  </a:moveTo>
                  <a:lnTo>
                    <a:pt x="859097" y="5879677"/>
                  </a:lnTo>
                  <a:lnTo>
                    <a:pt x="734991" y="6200754"/>
                  </a:lnTo>
                  <a:lnTo>
                    <a:pt x="686140" y="6436167"/>
                  </a:lnTo>
                  <a:lnTo>
                    <a:pt x="834878" y="6895682"/>
                  </a:lnTo>
                  <a:close/>
                </a:path>
                <a:path w="2734944" h="10287000">
                  <a:moveTo>
                    <a:pt x="755982" y="7989517"/>
                  </a:moveTo>
                  <a:lnTo>
                    <a:pt x="766875" y="7532539"/>
                  </a:lnTo>
                  <a:lnTo>
                    <a:pt x="680726" y="7745444"/>
                  </a:lnTo>
                  <a:lnTo>
                    <a:pt x="755982" y="7989517"/>
                  </a:lnTo>
                  <a:close/>
                </a:path>
                <a:path w="2734944" h="10287000">
                  <a:moveTo>
                    <a:pt x="859097" y="5879677"/>
                  </a:moveTo>
                  <a:lnTo>
                    <a:pt x="884949" y="4795181"/>
                  </a:lnTo>
                  <a:lnTo>
                    <a:pt x="796082" y="5183920"/>
                  </a:lnTo>
                  <a:lnTo>
                    <a:pt x="808203" y="5541163"/>
                  </a:lnTo>
                  <a:lnTo>
                    <a:pt x="859097" y="58796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5705595" y="0"/>
              <a:ext cx="2582545" cy="10287000"/>
            </a:xfrm>
            <a:custGeom>
              <a:avLst/>
              <a:gdLst/>
              <a:ahLst/>
              <a:cxnLst/>
              <a:rect l="l" t="t" r="r" b="b"/>
              <a:pathLst>
                <a:path w="2582544" h="10287000">
                  <a:moveTo>
                    <a:pt x="324672" y="9633137"/>
                  </a:moveTo>
                  <a:lnTo>
                    <a:pt x="348813" y="8620406"/>
                  </a:lnTo>
                  <a:lnTo>
                    <a:pt x="15010" y="8947047"/>
                  </a:lnTo>
                  <a:lnTo>
                    <a:pt x="0" y="9288167"/>
                  </a:lnTo>
                  <a:lnTo>
                    <a:pt x="324672" y="9633137"/>
                  </a:lnTo>
                  <a:close/>
                </a:path>
                <a:path w="2582544" h="10287000">
                  <a:moveTo>
                    <a:pt x="641724" y="1743619"/>
                  </a:moveTo>
                  <a:lnTo>
                    <a:pt x="669240" y="589323"/>
                  </a:lnTo>
                  <a:lnTo>
                    <a:pt x="391239" y="1326822"/>
                  </a:lnTo>
                  <a:lnTo>
                    <a:pt x="555760" y="1639548"/>
                  </a:lnTo>
                  <a:lnTo>
                    <a:pt x="641724" y="1743619"/>
                  </a:lnTo>
                  <a:close/>
                </a:path>
                <a:path w="2582544" h="10287000">
                  <a:moveTo>
                    <a:pt x="2582406" y="10287000"/>
                  </a:moveTo>
                  <a:lnTo>
                    <a:pt x="2582406" y="0"/>
                  </a:lnTo>
                  <a:lnTo>
                    <a:pt x="440705" y="0"/>
                  </a:lnTo>
                  <a:lnTo>
                    <a:pt x="540914" y="242330"/>
                  </a:lnTo>
                  <a:lnTo>
                    <a:pt x="669240" y="589323"/>
                  </a:lnTo>
                  <a:lnTo>
                    <a:pt x="641724" y="1743619"/>
                  </a:lnTo>
                  <a:lnTo>
                    <a:pt x="893168" y="2048028"/>
                  </a:lnTo>
                  <a:lnTo>
                    <a:pt x="871652" y="2950608"/>
                  </a:lnTo>
                  <a:lnTo>
                    <a:pt x="872757" y="2955773"/>
                  </a:lnTo>
                  <a:lnTo>
                    <a:pt x="838407" y="4396774"/>
                  </a:lnTo>
                  <a:lnTo>
                    <a:pt x="1046695" y="4615225"/>
                  </a:lnTo>
                  <a:lnTo>
                    <a:pt x="911491" y="10287000"/>
                  </a:lnTo>
                  <a:lnTo>
                    <a:pt x="2582406" y="10287000"/>
                  </a:lnTo>
                  <a:close/>
                </a:path>
                <a:path w="2582544" h="10287000">
                  <a:moveTo>
                    <a:pt x="776859" y="10287000"/>
                  </a:moveTo>
                  <a:lnTo>
                    <a:pt x="835823" y="7813453"/>
                  </a:lnTo>
                  <a:lnTo>
                    <a:pt x="513486" y="7885856"/>
                  </a:lnTo>
                  <a:lnTo>
                    <a:pt x="291209" y="8254217"/>
                  </a:lnTo>
                  <a:lnTo>
                    <a:pt x="348813" y="8620406"/>
                  </a:lnTo>
                  <a:lnTo>
                    <a:pt x="324672" y="9633137"/>
                  </a:lnTo>
                  <a:lnTo>
                    <a:pt x="439925" y="9755595"/>
                  </a:lnTo>
                  <a:lnTo>
                    <a:pt x="427257" y="10287000"/>
                  </a:lnTo>
                  <a:lnTo>
                    <a:pt x="776859" y="10287000"/>
                  </a:lnTo>
                  <a:close/>
                </a:path>
                <a:path w="2582544" h="10287000">
                  <a:moveTo>
                    <a:pt x="427257" y="10287000"/>
                  </a:moveTo>
                  <a:lnTo>
                    <a:pt x="439925" y="9755595"/>
                  </a:lnTo>
                  <a:lnTo>
                    <a:pt x="346168" y="10225779"/>
                  </a:lnTo>
                  <a:lnTo>
                    <a:pt x="292986" y="10287000"/>
                  </a:lnTo>
                  <a:lnTo>
                    <a:pt x="427257" y="10287000"/>
                  </a:lnTo>
                  <a:close/>
                </a:path>
                <a:path w="2582544" h="10287000">
                  <a:moveTo>
                    <a:pt x="838407" y="4396774"/>
                  </a:moveTo>
                  <a:lnTo>
                    <a:pt x="872757" y="2955773"/>
                  </a:lnTo>
                  <a:lnTo>
                    <a:pt x="837723" y="3302065"/>
                  </a:lnTo>
                  <a:lnTo>
                    <a:pt x="748775" y="3673605"/>
                  </a:lnTo>
                  <a:lnTo>
                    <a:pt x="604385" y="4124156"/>
                  </a:lnTo>
                  <a:lnTo>
                    <a:pt x="838407" y="4396774"/>
                  </a:lnTo>
                  <a:close/>
                </a:path>
                <a:path w="2582544" h="10287000">
                  <a:moveTo>
                    <a:pt x="889267" y="6643325"/>
                  </a:moveTo>
                  <a:lnTo>
                    <a:pt x="913526" y="5625673"/>
                  </a:lnTo>
                  <a:lnTo>
                    <a:pt x="641146" y="5859443"/>
                  </a:lnTo>
                  <a:lnTo>
                    <a:pt x="740072" y="6182396"/>
                  </a:lnTo>
                  <a:lnTo>
                    <a:pt x="889267" y="6643325"/>
                  </a:lnTo>
                  <a:close/>
                </a:path>
                <a:path w="2582544" h="10287000">
                  <a:moveTo>
                    <a:pt x="871652" y="2950608"/>
                  </a:moveTo>
                  <a:lnTo>
                    <a:pt x="893168" y="2048028"/>
                  </a:lnTo>
                  <a:lnTo>
                    <a:pt x="769965" y="2475500"/>
                  </a:lnTo>
                  <a:lnTo>
                    <a:pt x="871652" y="2950608"/>
                  </a:lnTo>
                  <a:close/>
                </a:path>
                <a:path w="2582544" h="10287000">
                  <a:moveTo>
                    <a:pt x="829189" y="10287000"/>
                  </a:moveTo>
                  <a:lnTo>
                    <a:pt x="914210" y="6720382"/>
                  </a:lnTo>
                  <a:lnTo>
                    <a:pt x="693987" y="7002564"/>
                  </a:lnTo>
                  <a:lnTo>
                    <a:pt x="820801" y="7279014"/>
                  </a:lnTo>
                  <a:lnTo>
                    <a:pt x="810061" y="7729557"/>
                  </a:lnTo>
                  <a:lnTo>
                    <a:pt x="835823" y="7813453"/>
                  </a:lnTo>
                  <a:lnTo>
                    <a:pt x="776859" y="10287000"/>
                  </a:lnTo>
                  <a:lnTo>
                    <a:pt x="829189" y="10287000"/>
                  </a:lnTo>
                  <a:close/>
                </a:path>
                <a:path w="2582544" h="10287000">
                  <a:moveTo>
                    <a:pt x="911491" y="10287000"/>
                  </a:moveTo>
                  <a:lnTo>
                    <a:pt x="1046695" y="4615225"/>
                  </a:lnTo>
                  <a:lnTo>
                    <a:pt x="852230" y="4929956"/>
                  </a:lnTo>
                  <a:lnTo>
                    <a:pt x="757882" y="5435256"/>
                  </a:lnTo>
                  <a:lnTo>
                    <a:pt x="913526" y="5625673"/>
                  </a:lnTo>
                  <a:lnTo>
                    <a:pt x="889267" y="6643325"/>
                  </a:lnTo>
                  <a:lnTo>
                    <a:pt x="914210" y="6720382"/>
                  </a:lnTo>
                  <a:lnTo>
                    <a:pt x="829189" y="10287000"/>
                  </a:lnTo>
                  <a:lnTo>
                    <a:pt x="911491" y="10287000"/>
                  </a:lnTo>
                  <a:close/>
                </a:path>
                <a:path w="2582544" h="10287000">
                  <a:moveTo>
                    <a:pt x="810061" y="7729557"/>
                  </a:moveTo>
                  <a:lnTo>
                    <a:pt x="820801" y="7279014"/>
                  </a:lnTo>
                  <a:lnTo>
                    <a:pt x="736651" y="7490493"/>
                  </a:lnTo>
                  <a:lnTo>
                    <a:pt x="810061" y="772955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6105825" y="0"/>
              <a:ext cx="2182495" cy="10287000"/>
            </a:xfrm>
            <a:custGeom>
              <a:avLst/>
              <a:gdLst/>
              <a:ahLst/>
              <a:cxnLst/>
              <a:rect l="l" t="t" r="r" b="b"/>
              <a:pathLst>
                <a:path w="2182494" h="10287000">
                  <a:moveTo>
                    <a:pt x="324672" y="9642677"/>
                  </a:moveTo>
                  <a:lnTo>
                    <a:pt x="348813" y="8629946"/>
                  </a:lnTo>
                  <a:lnTo>
                    <a:pt x="15010" y="8956588"/>
                  </a:lnTo>
                  <a:lnTo>
                    <a:pt x="0" y="9297708"/>
                  </a:lnTo>
                  <a:lnTo>
                    <a:pt x="324672" y="9642677"/>
                  </a:lnTo>
                  <a:close/>
                </a:path>
                <a:path w="2182494" h="10287000">
                  <a:moveTo>
                    <a:pt x="637861" y="1915198"/>
                  </a:moveTo>
                  <a:lnTo>
                    <a:pt x="669240" y="598864"/>
                  </a:lnTo>
                  <a:lnTo>
                    <a:pt x="530573" y="945880"/>
                  </a:lnTo>
                  <a:lnTo>
                    <a:pt x="435265" y="1196476"/>
                  </a:lnTo>
                  <a:lnTo>
                    <a:pt x="391993" y="1335644"/>
                  </a:lnTo>
                  <a:lnTo>
                    <a:pt x="399696" y="1428313"/>
                  </a:lnTo>
                  <a:lnTo>
                    <a:pt x="440978" y="1774836"/>
                  </a:lnTo>
                  <a:lnTo>
                    <a:pt x="637861" y="1915198"/>
                  </a:lnTo>
                  <a:close/>
                </a:path>
                <a:path w="2182494" h="10287000">
                  <a:moveTo>
                    <a:pt x="2182176" y="10287000"/>
                  </a:moveTo>
                  <a:lnTo>
                    <a:pt x="2182176" y="0"/>
                  </a:lnTo>
                  <a:lnTo>
                    <a:pt x="436956" y="0"/>
                  </a:lnTo>
                  <a:lnTo>
                    <a:pt x="540914" y="251871"/>
                  </a:lnTo>
                  <a:lnTo>
                    <a:pt x="669240" y="598864"/>
                  </a:lnTo>
                  <a:lnTo>
                    <a:pt x="637861" y="1915198"/>
                  </a:lnTo>
                  <a:lnTo>
                    <a:pt x="912289" y="2110843"/>
                  </a:lnTo>
                  <a:lnTo>
                    <a:pt x="872462" y="3781577"/>
                  </a:lnTo>
                  <a:lnTo>
                    <a:pt x="948670" y="3856914"/>
                  </a:lnTo>
                  <a:lnTo>
                    <a:pt x="1005259" y="3910114"/>
                  </a:lnTo>
                  <a:lnTo>
                    <a:pt x="983207" y="4835210"/>
                  </a:lnTo>
                  <a:lnTo>
                    <a:pt x="1008205" y="5012984"/>
                  </a:lnTo>
                  <a:lnTo>
                    <a:pt x="998723" y="5410755"/>
                  </a:lnTo>
                  <a:lnTo>
                    <a:pt x="1073597" y="5567786"/>
                  </a:lnTo>
                  <a:lnTo>
                    <a:pt x="961100" y="10287000"/>
                  </a:lnTo>
                  <a:lnTo>
                    <a:pt x="2182176" y="10287000"/>
                  </a:lnTo>
                  <a:close/>
                </a:path>
                <a:path w="2182494" h="10287000">
                  <a:moveTo>
                    <a:pt x="556220" y="10287000"/>
                  </a:moveTo>
                  <a:lnTo>
                    <a:pt x="617143" y="7731305"/>
                  </a:lnTo>
                  <a:lnTo>
                    <a:pt x="490641" y="8029232"/>
                  </a:lnTo>
                  <a:lnTo>
                    <a:pt x="331754" y="8211906"/>
                  </a:lnTo>
                  <a:lnTo>
                    <a:pt x="348813" y="8629946"/>
                  </a:lnTo>
                  <a:lnTo>
                    <a:pt x="324672" y="9642677"/>
                  </a:lnTo>
                  <a:lnTo>
                    <a:pt x="439925" y="9765135"/>
                  </a:lnTo>
                  <a:lnTo>
                    <a:pt x="427484" y="10287000"/>
                  </a:lnTo>
                  <a:lnTo>
                    <a:pt x="556220" y="10287000"/>
                  </a:lnTo>
                  <a:close/>
                </a:path>
                <a:path w="2182494" h="10287000">
                  <a:moveTo>
                    <a:pt x="427484" y="10287000"/>
                  </a:moveTo>
                  <a:lnTo>
                    <a:pt x="439925" y="9765135"/>
                  </a:lnTo>
                  <a:lnTo>
                    <a:pt x="345431" y="10235302"/>
                  </a:lnTo>
                  <a:lnTo>
                    <a:pt x="300522" y="10287000"/>
                  </a:lnTo>
                  <a:lnTo>
                    <a:pt x="427484" y="10287000"/>
                  </a:lnTo>
                  <a:close/>
                </a:path>
                <a:path w="2182494" h="10287000">
                  <a:moveTo>
                    <a:pt x="872462" y="3781577"/>
                  </a:moveTo>
                  <a:lnTo>
                    <a:pt x="912289" y="2110843"/>
                  </a:lnTo>
                  <a:lnTo>
                    <a:pt x="890007" y="2161026"/>
                  </a:lnTo>
                  <a:lnTo>
                    <a:pt x="841012" y="2275705"/>
                  </a:lnTo>
                  <a:lnTo>
                    <a:pt x="792086" y="2401072"/>
                  </a:lnTo>
                  <a:lnTo>
                    <a:pt x="770006" y="2483320"/>
                  </a:lnTo>
                  <a:lnTo>
                    <a:pt x="768398" y="2517139"/>
                  </a:lnTo>
                  <a:lnTo>
                    <a:pt x="764005" y="2565782"/>
                  </a:lnTo>
                  <a:lnTo>
                    <a:pt x="745193" y="2741357"/>
                  </a:lnTo>
                  <a:lnTo>
                    <a:pt x="740739" y="2789998"/>
                  </a:lnTo>
                  <a:lnTo>
                    <a:pt x="739041" y="2823814"/>
                  </a:lnTo>
                  <a:lnTo>
                    <a:pt x="714338" y="2894216"/>
                  </a:lnTo>
                  <a:lnTo>
                    <a:pt x="659879" y="2993526"/>
                  </a:lnTo>
                  <a:lnTo>
                    <a:pt x="605398" y="3082149"/>
                  </a:lnTo>
                  <a:lnTo>
                    <a:pt x="580631" y="3120489"/>
                  </a:lnTo>
                  <a:lnTo>
                    <a:pt x="615128" y="3386425"/>
                  </a:lnTo>
                  <a:lnTo>
                    <a:pt x="629220" y="3483516"/>
                  </a:lnTo>
                  <a:lnTo>
                    <a:pt x="694476" y="3590539"/>
                  </a:lnTo>
                  <a:lnTo>
                    <a:pt x="823018" y="3732697"/>
                  </a:lnTo>
                  <a:lnTo>
                    <a:pt x="872462" y="3781577"/>
                  </a:lnTo>
                  <a:close/>
                </a:path>
                <a:path w="2182494" h="10287000">
                  <a:moveTo>
                    <a:pt x="653264" y="10287000"/>
                  </a:moveTo>
                  <a:lnTo>
                    <a:pt x="741675" y="6578165"/>
                  </a:lnTo>
                  <a:lnTo>
                    <a:pt x="694952" y="7012864"/>
                  </a:lnTo>
                  <a:lnTo>
                    <a:pt x="584112" y="7292739"/>
                  </a:lnTo>
                  <a:lnTo>
                    <a:pt x="584739" y="7482901"/>
                  </a:lnTo>
                  <a:lnTo>
                    <a:pt x="617143" y="7731305"/>
                  </a:lnTo>
                  <a:lnTo>
                    <a:pt x="556220" y="10287000"/>
                  </a:lnTo>
                  <a:lnTo>
                    <a:pt x="650039" y="10287000"/>
                  </a:lnTo>
                  <a:lnTo>
                    <a:pt x="653264" y="10287000"/>
                  </a:lnTo>
                  <a:close/>
                </a:path>
                <a:path w="2182494" h="10287000">
                  <a:moveTo>
                    <a:pt x="961100" y="10287000"/>
                  </a:moveTo>
                  <a:lnTo>
                    <a:pt x="1073597" y="5567786"/>
                  </a:lnTo>
                  <a:lnTo>
                    <a:pt x="708278" y="6082840"/>
                  </a:lnTo>
                  <a:lnTo>
                    <a:pt x="741675" y="6578165"/>
                  </a:lnTo>
                  <a:lnTo>
                    <a:pt x="653264" y="10287000"/>
                  </a:lnTo>
                  <a:lnTo>
                    <a:pt x="961100" y="10287000"/>
                  </a:lnTo>
                  <a:close/>
                </a:path>
                <a:path w="2182494" h="10287000">
                  <a:moveTo>
                    <a:pt x="983207" y="4835210"/>
                  </a:moveTo>
                  <a:lnTo>
                    <a:pt x="1005259" y="3910114"/>
                  </a:lnTo>
                  <a:lnTo>
                    <a:pt x="863068" y="4340573"/>
                  </a:lnTo>
                  <a:lnTo>
                    <a:pt x="959679" y="4667894"/>
                  </a:lnTo>
                  <a:lnTo>
                    <a:pt x="983207" y="4835210"/>
                  </a:lnTo>
                  <a:close/>
                </a:path>
                <a:path w="2182494" h="10287000">
                  <a:moveTo>
                    <a:pt x="998723" y="5410755"/>
                  </a:moveTo>
                  <a:lnTo>
                    <a:pt x="1008205" y="5012984"/>
                  </a:lnTo>
                  <a:lnTo>
                    <a:pt x="897175" y="5197782"/>
                  </a:lnTo>
                  <a:lnTo>
                    <a:pt x="998723" y="5410755"/>
                  </a:lnTo>
                  <a:close/>
                </a:path>
              </a:pathLst>
            </a:custGeom>
            <a:solidFill>
              <a:srgbClr val="FFD04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016000" y="1009713"/>
            <a:ext cx="6828155" cy="1511300"/>
          </a:xfrm>
          <a:prstGeom prst="rect"/>
        </p:spPr>
        <p:txBody>
          <a:bodyPr wrap="square" lIns="0" tIns="63500" rIns="0" bIns="0" rtlCol="0" vert="horz">
            <a:spAutoFit/>
          </a:bodyPr>
          <a:lstStyle/>
          <a:p>
            <a:pPr marL="12700" marR="5080">
              <a:lnSpc>
                <a:spcPts val="5700"/>
              </a:lnSpc>
              <a:spcBef>
                <a:spcPts val="500"/>
              </a:spcBef>
            </a:pPr>
            <a:r>
              <a:rPr dirty="0" sz="5000" b="0">
                <a:solidFill>
                  <a:srgbClr val="5460A8"/>
                </a:solidFill>
                <a:latin typeface="Comic Sans MS"/>
                <a:cs typeface="Comic Sans MS"/>
              </a:rPr>
              <a:t>NEED</a:t>
            </a:r>
            <a:r>
              <a:rPr dirty="0" sz="5000" spc="-105" b="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5000" b="0">
                <a:solidFill>
                  <a:srgbClr val="5460A8"/>
                </a:solidFill>
                <a:latin typeface="Comic Sans MS"/>
                <a:cs typeface="Comic Sans MS"/>
              </a:rPr>
              <a:t>FOR</a:t>
            </a:r>
            <a:r>
              <a:rPr dirty="0" sz="5000" spc="-100" b="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5000" spc="-10" b="0">
                <a:solidFill>
                  <a:srgbClr val="5460A8"/>
                </a:solidFill>
                <a:latin typeface="Comic Sans MS"/>
                <a:cs typeface="Comic Sans MS"/>
              </a:rPr>
              <a:t>INCIDENT RESPONSE</a:t>
            </a:r>
            <a:endParaRPr sz="5000">
              <a:latin typeface="Comic Sans MS"/>
              <a:cs typeface="Comic Sans MS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7806" y="3259190"/>
            <a:ext cx="114300" cy="11429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209637" y="2956218"/>
            <a:ext cx="14316075" cy="6497320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algn="just" marL="12700" marR="5080">
              <a:lnSpc>
                <a:spcPct val="109400"/>
              </a:lnSpc>
              <a:spcBef>
                <a:spcPts val="175"/>
              </a:spcBef>
            </a:pPr>
            <a:r>
              <a:rPr dirty="0" sz="2600">
                <a:latin typeface="Comic Sans MS"/>
                <a:cs typeface="Comic Sans MS"/>
              </a:rPr>
              <a:t>The</a:t>
            </a:r>
            <a:r>
              <a:rPr dirty="0" sz="2600" spc="2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need</a:t>
            </a:r>
            <a:r>
              <a:rPr dirty="0" sz="2600" spc="18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for</a:t>
            </a:r>
            <a:r>
              <a:rPr dirty="0" sz="2600" spc="18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incident</a:t>
            </a:r>
            <a:r>
              <a:rPr dirty="0" sz="2600" spc="18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response</a:t>
            </a:r>
            <a:r>
              <a:rPr dirty="0" sz="2600" spc="18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(IR),</a:t>
            </a:r>
            <a:r>
              <a:rPr dirty="0" sz="2600" spc="18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requiring</a:t>
            </a:r>
            <a:r>
              <a:rPr dirty="0" sz="2600" spc="18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a</a:t>
            </a:r>
            <a:r>
              <a:rPr dirty="0" sz="2600" spc="180">
                <a:latin typeface="Comic Sans MS"/>
                <a:cs typeface="Comic Sans MS"/>
              </a:rPr>
              <a:t> </a:t>
            </a:r>
            <a:r>
              <a:rPr dirty="0" sz="3200" spc="-325" b="1">
                <a:latin typeface="Comic Sans MS"/>
                <a:cs typeface="Comic Sans MS"/>
              </a:rPr>
              <a:t>systematic</a:t>
            </a:r>
            <a:r>
              <a:rPr dirty="0" sz="3200" spc="-25" b="1">
                <a:latin typeface="Comic Sans MS"/>
                <a:cs typeface="Comic Sans MS"/>
              </a:rPr>
              <a:t> </a:t>
            </a:r>
            <a:r>
              <a:rPr dirty="0" sz="3200" spc="-345" b="1">
                <a:latin typeface="Comic Sans MS"/>
                <a:cs typeface="Comic Sans MS"/>
              </a:rPr>
              <a:t>approach</a:t>
            </a:r>
            <a:r>
              <a:rPr dirty="0" sz="3200" b="1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to</a:t>
            </a:r>
            <a:r>
              <a:rPr dirty="0" sz="2600" spc="18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minimize</a:t>
            </a:r>
            <a:r>
              <a:rPr dirty="0" sz="2600" spc="180">
                <a:latin typeface="Comic Sans MS"/>
                <a:cs typeface="Comic Sans MS"/>
              </a:rPr>
              <a:t> </a:t>
            </a:r>
            <a:r>
              <a:rPr dirty="0" sz="2600" spc="-10">
                <a:latin typeface="Comic Sans MS"/>
                <a:cs typeface="Comic Sans MS"/>
              </a:rPr>
              <a:t>damage, </a:t>
            </a:r>
            <a:r>
              <a:rPr dirty="0" sz="2600">
                <a:latin typeface="Comic Sans MS"/>
                <a:cs typeface="Comic Sans MS"/>
              </a:rPr>
              <a:t>downtime,</a:t>
            </a:r>
            <a:r>
              <a:rPr dirty="0" sz="2600" spc="-7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and</a:t>
            </a:r>
            <a:r>
              <a:rPr dirty="0" sz="2600" spc="-7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financial</a:t>
            </a:r>
            <a:r>
              <a:rPr dirty="0" sz="2600" spc="-7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loss</a:t>
            </a:r>
            <a:r>
              <a:rPr dirty="0" sz="2600" spc="-7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by</a:t>
            </a:r>
            <a:r>
              <a:rPr dirty="0" sz="2600" spc="-7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quickly</a:t>
            </a:r>
            <a:r>
              <a:rPr dirty="0" sz="2600" spc="-7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identifying,</a:t>
            </a:r>
            <a:r>
              <a:rPr dirty="0" sz="2600" spc="-7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containing,</a:t>
            </a:r>
            <a:r>
              <a:rPr dirty="0" sz="2600" spc="-7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and</a:t>
            </a:r>
            <a:r>
              <a:rPr dirty="0" sz="2600" spc="-7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eradicating</a:t>
            </a:r>
            <a:r>
              <a:rPr dirty="0" sz="2600" spc="-70">
                <a:latin typeface="Comic Sans MS"/>
                <a:cs typeface="Comic Sans MS"/>
              </a:rPr>
              <a:t> </a:t>
            </a:r>
            <a:r>
              <a:rPr dirty="0" sz="2600" spc="-10">
                <a:latin typeface="Comic Sans MS"/>
                <a:cs typeface="Comic Sans MS"/>
              </a:rPr>
              <a:t>threats.</a:t>
            </a:r>
            <a:endParaRPr sz="2600">
              <a:latin typeface="Comic Sans MS"/>
              <a:cs typeface="Comic Sans MS"/>
            </a:endParaRPr>
          </a:p>
          <a:p>
            <a:pPr algn="just" marL="12700" marR="5080">
              <a:lnSpc>
                <a:spcPts val="3600"/>
              </a:lnSpc>
              <a:spcBef>
                <a:spcPts val="200"/>
              </a:spcBef>
            </a:pPr>
            <a:r>
              <a:rPr dirty="0" sz="2600">
                <a:latin typeface="Comic Sans MS"/>
                <a:cs typeface="Comic Sans MS"/>
              </a:rPr>
              <a:t>It</a:t>
            </a:r>
            <a:r>
              <a:rPr dirty="0" sz="2600" spc="-40">
                <a:latin typeface="Comic Sans MS"/>
                <a:cs typeface="Comic Sans MS"/>
              </a:rPr>
              <a:t>  </a:t>
            </a:r>
            <a:r>
              <a:rPr dirty="0" sz="3200" spc="-315" b="1">
                <a:latin typeface="Comic Sans MS"/>
                <a:cs typeface="Comic Sans MS"/>
              </a:rPr>
              <a:t>protects</a:t>
            </a:r>
            <a:r>
              <a:rPr dirty="0" sz="3200" spc="450" b="1">
                <a:latin typeface="Comic Sans MS"/>
                <a:cs typeface="Comic Sans MS"/>
              </a:rPr>
              <a:t> </a:t>
            </a:r>
            <a:r>
              <a:rPr dirty="0" sz="3200" spc="-285" b="1">
                <a:latin typeface="Comic Sans MS"/>
                <a:cs typeface="Comic Sans MS"/>
              </a:rPr>
              <a:t>sensitive</a:t>
            </a:r>
            <a:r>
              <a:rPr dirty="0" sz="3200" spc="445" b="1">
                <a:latin typeface="Comic Sans MS"/>
                <a:cs typeface="Comic Sans MS"/>
              </a:rPr>
              <a:t> </a:t>
            </a:r>
            <a:r>
              <a:rPr dirty="0" sz="3200" spc="-330" b="1">
                <a:latin typeface="Comic Sans MS"/>
                <a:cs typeface="Comic Sans MS"/>
              </a:rPr>
              <a:t>data,</a:t>
            </a:r>
            <a:r>
              <a:rPr dirty="0" sz="3200" spc="450" b="1">
                <a:latin typeface="Comic Sans MS"/>
                <a:cs typeface="Comic Sans MS"/>
              </a:rPr>
              <a:t> </a:t>
            </a:r>
            <a:r>
              <a:rPr dirty="0" sz="3200" spc="-310" b="1">
                <a:latin typeface="Comic Sans MS"/>
                <a:cs typeface="Comic Sans MS"/>
              </a:rPr>
              <a:t>maintains</a:t>
            </a:r>
            <a:r>
              <a:rPr dirty="0" sz="3200" spc="445" b="1">
                <a:latin typeface="Comic Sans MS"/>
                <a:cs typeface="Comic Sans MS"/>
              </a:rPr>
              <a:t> </a:t>
            </a:r>
            <a:r>
              <a:rPr dirty="0" sz="3200" spc="-305" b="1">
                <a:latin typeface="Comic Sans MS"/>
                <a:cs typeface="Comic Sans MS"/>
              </a:rPr>
              <a:t>business</a:t>
            </a:r>
            <a:r>
              <a:rPr dirty="0" sz="3200" spc="445" b="1">
                <a:latin typeface="Comic Sans MS"/>
                <a:cs typeface="Comic Sans MS"/>
              </a:rPr>
              <a:t> </a:t>
            </a:r>
            <a:r>
              <a:rPr dirty="0" sz="3200" spc="-290" b="1">
                <a:latin typeface="Comic Sans MS"/>
                <a:cs typeface="Comic Sans MS"/>
              </a:rPr>
              <a:t>continuity,</a:t>
            </a:r>
            <a:r>
              <a:rPr dirty="0" sz="3200" spc="450" b="1">
                <a:latin typeface="Comic Sans MS"/>
                <a:cs typeface="Comic Sans MS"/>
              </a:rPr>
              <a:t> </a:t>
            </a:r>
            <a:r>
              <a:rPr dirty="0" sz="3200" spc="-320" b="1">
                <a:latin typeface="Comic Sans MS"/>
                <a:cs typeface="Comic Sans MS"/>
              </a:rPr>
              <a:t>preserves</a:t>
            </a:r>
            <a:r>
              <a:rPr dirty="0" sz="3200" spc="445" b="1">
                <a:latin typeface="Comic Sans MS"/>
                <a:cs typeface="Comic Sans MS"/>
              </a:rPr>
              <a:t> </a:t>
            </a:r>
            <a:r>
              <a:rPr dirty="0" sz="3200" spc="-335" b="1">
                <a:latin typeface="Comic Sans MS"/>
                <a:cs typeface="Comic Sans MS"/>
              </a:rPr>
              <a:t>customer</a:t>
            </a:r>
            <a:r>
              <a:rPr dirty="0" sz="3200" spc="445" b="1">
                <a:latin typeface="Comic Sans MS"/>
                <a:cs typeface="Comic Sans MS"/>
              </a:rPr>
              <a:t> </a:t>
            </a:r>
            <a:r>
              <a:rPr dirty="0" sz="3200" spc="-305" b="1">
                <a:latin typeface="Comic Sans MS"/>
                <a:cs typeface="Comic Sans MS"/>
              </a:rPr>
              <a:t>trust, </a:t>
            </a:r>
            <a:r>
              <a:rPr dirty="0" sz="3200" spc="-340" b="1">
                <a:latin typeface="Comic Sans MS"/>
                <a:cs typeface="Comic Sans MS"/>
              </a:rPr>
              <a:t>ensures</a:t>
            </a:r>
            <a:r>
              <a:rPr dirty="0" sz="3200" spc="-10" b="1">
                <a:latin typeface="Comic Sans MS"/>
                <a:cs typeface="Comic Sans MS"/>
              </a:rPr>
              <a:t> </a:t>
            </a:r>
            <a:r>
              <a:rPr dirty="0" sz="3200" spc="-320" b="1">
                <a:latin typeface="Comic Sans MS"/>
                <a:cs typeface="Comic Sans MS"/>
              </a:rPr>
              <a:t>regulatory</a:t>
            </a:r>
            <a:r>
              <a:rPr dirty="0" sz="3200" spc="-25" b="1">
                <a:latin typeface="Comic Sans MS"/>
                <a:cs typeface="Comic Sans MS"/>
              </a:rPr>
              <a:t> </a:t>
            </a:r>
            <a:r>
              <a:rPr dirty="0" sz="3200" spc="-330" b="1">
                <a:latin typeface="Comic Sans MS"/>
                <a:cs typeface="Comic Sans MS"/>
              </a:rPr>
              <a:t>compliance,</a:t>
            </a:r>
            <a:r>
              <a:rPr dirty="0" sz="3200" spc="-20" b="1">
                <a:latin typeface="Comic Sans MS"/>
                <a:cs typeface="Comic Sans MS"/>
              </a:rPr>
              <a:t> </a:t>
            </a:r>
            <a:r>
              <a:rPr dirty="0" sz="3200" spc="-425" b="1">
                <a:latin typeface="Comic Sans MS"/>
                <a:cs typeface="Comic Sans MS"/>
              </a:rPr>
              <a:t>and</a:t>
            </a:r>
            <a:r>
              <a:rPr dirty="0" sz="3200" spc="80" b="1">
                <a:latin typeface="Comic Sans MS"/>
                <a:cs typeface="Comic Sans MS"/>
              </a:rPr>
              <a:t> </a:t>
            </a:r>
            <a:r>
              <a:rPr dirty="0" sz="3200" spc="-305" b="1">
                <a:latin typeface="Comic Sans MS"/>
                <a:cs typeface="Comic Sans MS"/>
              </a:rPr>
              <a:t>builds</a:t>
            </a:r>
            <a:r>
              <a:rPr dirty="0" sz="3200" spc="-40" b="1">
                <a:latin typeface="Comic Sans MS"/>
                <a:cs typeface="Comic Sans MS"/>
              </a:rPr>
              <a:t> </a:t>
            </a:r>
            <a:r>
              <a:rPr dirty="0" sz="3200" spc="-305" b="1">
                <a:latin typeface="Comic Sans MS"/>
                <a:cs typeface="Comic Sans MS"/>
              </a:rPr>
              <a:t>long-</a:t>
            </a:r>
            <a:r>
              <a:rPr dirty="0" sz="3200" spc="-405" b="1">
                <a:latin typeface="Comic Sans MS"/>
                <a:cs typeface="Comic Sans MS"/>
              </a:rPr>
              <a:t>term</a:t>
            </a:r>
            <a:r>
              <a:rPr dirty="0" sz="3200" spc="55" b="1">
                <a:latin typeface="Comic Sans MS"/>
                <a:cs typeface="Comic Sans MS"/>
              </a:rPr>
              <a:t> </a:t>
            </a:r>
            <a:r>
              <a:rPr dirty="0" sz="3200" spc="-330" b="1">
                <a:latin typeface="Comic Sans MS"/>
                <a:cs typeface="Comic Sans MS"/>
              </a:rPr>
              <a:t>resilience</a:t>
            </a:r>
            <a:r>
              <a:rPr dirty="0" sz="3200" spc="-15" b="1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by</a:t>
            </a:r>
            <a:r>
              <a:rPr dirty="0" sz="2600" spc="-4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learning</a:t>
            </a:r>
            <a:r>
              <a:rPr dirty="0" sz="2600" spc="23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from</a:t>
            </a:r>
            <a:r>
              <a:rPr dirty="0" sz="2600" spc="240">
                <a:latin typeface="Comic Sans MS"/>
                <a:cs typeface="Comic Sans MS"/>
              </a:rPr>
              <a:t> </a:t>
            </a:r>
            <a:r>
              <a:rPr dirty="0" sz="2600" spc="-10">
                <a:latin typeface="Comic Sans MS"/>
                <a:cs typeface="Comic Sans MS"/>
              </a:rPr>
              <a:t>incidents </a:t>
            </a:r>
            <a:r>
              <a:rPr dirty="0" sz="2600">
                <a:latin typeface="Comic Sans MS"/>
                <a:cs typeface="Comic Sans MS"/>
              </a:rPr>
              <a:t>to</a:t>
            </a:r>
            <a:r>
              <a:rPr dirty="0" sz="2600" spc="-6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improve</a:t>
            </a:r>
            <a:r>
              <a:rPr dirty="0" sz="2600" spc="-5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security</a:t>
            </a:r>
            <a:r>
              <a:rPr dirty="0" sz="2600" spc="-60">
                <a:latin typeface="Comic Sans MS"/>
                <a:cs typeface="Comic Sans MS"/>
              </a:rPr>
              <a:t> </a:t>
            </a:r>
            <a:r>
              <a:rPr dirty="0" sz="2600" spc="-10">
                <a:latin typeface="Comic Sans MS"/>
                <a:cs typeface="Comic Sans MS"/>
              </a:rPr>
              <a:t>posture.</a:t>
            </a:r>
            <a:endParaRPr sz="2600">
              <a:latin typeface="Comic Sans MS"/>
              <a:cs typeface="Comic Sans MS"/>
            </a:endParaRPr>
          </a:p>
          <a:p>
            <a:pPr algn="just" marL="12700" marR="5080">
              <a:lnSpc>
                <a:spcPts val="3600"/>
              </a:lnSpc>
            </a:pPr>
            <a:r>
              <a:rPr dirty="0" sz="3200" spc="-375" b="1">
                <a:latin typeface="Comic Sans MS"/>
                <a:cs typeface="Comic Sans MS"/>
              </a:rPr>
              <a:t>Without</a:t>
            </a:r>
            <a:r>
              <a:rPr dirty="0" sz="3200" spc="25" b="1">
                <a:latin typeface="Comic Sans MS"/>
                <a:cs typeface="Comic Sans MS"/>
              </a:rPr>
              <a:t> </a:t>
            </a:r>
            <a:r>
              <a:rPr dirty="0" sz="3200" spc="-430" b="1">
                <a:latin typeface="Comic Sans MS"/>
                <a:cs typeface="Comic Sans MS"/>
              </a:rPr>
              <a:t>IR,</a:t>
            </a:r>
            <a:r>
              <a:rPr dirty="0" sz="3200" spc="85" b="1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breaches</a:t>
            </a:r>
            <a:r>
              <a:rPr dirty="0" sz="2600" spc="-19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escalate,</a:t>
            </a:r>
            <a:r>
              <a:rPr dirty="0" sz="2600" spc="-15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leading</a:t>
            </a:r>
            <a:r>
              <a:rPr dirty="0" sz="2600" spc="7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to</a:t>
            </a:r>
            <a:r>
              <a:rPr dirty="0" sz="2600" spc="7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severe</a:t>
            </a:r>
            <a:r>
              <a:rPr dirty="0" sz="2600" spc="7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operational</a:t>
            </a:r>
            <a:r>
              <a:rPr dirty="0" sz="2600" spc="7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disruption,</a:t>
            </a:r>
            <a:r>
              <a:rPr dirty="0" sz="2600" spc="7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reputational</a:t>
            </a:r>
            <a:r>
              <a:rPr dirty="0" sz="2600" spc="75">
                <a:latin typeface="Comic Sans MS"/>
                <a:cs typeface="Comic Sans MS"/>
              </a:rPr>
              <a:t> </a:t>
            </a:r>
            <a:r>
              <a:rPr dirty="0" sz="2600" spc="-20">
                <a:latin typeface="Comic Sans MS"/>
                <a:cs typeface="Comic Sans MS"/>
              </a:rPr>
              <a:t>harm, </a:t>
            </a:r>
            <a:r>
              <a:rPr dirty="0" sz="2600">
                <a:latin typeface="Comic Sans MS"/>
                <a:cs typeface="Comic Sans MS"/>
              </a:rPr>
              <a:t>and</a:t>
            </a:r>
            <a:r>
              <a:rPr dirty="0" sz="2600" spc="-8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significant</a:t>
            </a:r>
            <a:r>
              <a:rPr dirty="0" sz="2600" spc="-8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recovery</a:t>
            </a:r>
            <a:r>
              <a:rPr dirty="0" sz="2600" spc="-80">
                <a:latin typeface="Comic Sans MS"/>
                <a:cs typeface="Comic Sans MS"/>
              </a:rPr>
              <a:t> </a:t>
            </a:r>
            <a:r>
              <a:rPr dirty="0" sz="2600" spc="-10">
                <a:latin typeface="Comic Sans MS"/>
                <a:cs typeface="Comic Sans MS"/>
              </a:rPr>
              <a:t>costs.</a:t>
            </a:r>
            <a:endParaRPr sz="2600">
              <a:latin typeface="Comic Sans MS"/>
              <a:cs typeface="Comic Sans MS"/>
            </a:endParaRPr>
          </a:p>
          <a:p>
            <a:pPr algn="just" marL="12700" marR="5080">
              <a:lnSpc>
                <a:spcPts val="3600"/>
              </a:lnSpc>
            </a:pPr>
            <a:r>
              <a:rPr dirty="0" sz="2600">
                <a:latin typeface="Comic Sans MS"/>
                <a:cs typeface="Comic Sans MS"/>
              </a:rPr>
              <a:t>A</a:t>
            </a:r>
            <a:r>
              <a:rPr dirty="0" sz="2600" spc="35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cybersecurity</a:t>
            </a:r>
            <a:r>
              <a:rPr dirty="0" sz="2600" spc="36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incident</a:t>
            </a:r>
            <a:r>
              <a:rPr dirty="0" sz="2600" spc="360">
                <a:latin typeface="Comic Sans MS"/>
                <a:cs typeface="Comic Sans MS"/>
              </a:rPr>
              <a:t> </a:t>
            </a:r>
            <a:r>
              <a:rPr dirty="0" sz="3200" spc="-335" b="1">
                <a:latin typeface="Comic Sans MS"/>
                <a:cs typeface="Comic Sans MS"/>
              </a:rPr>
              <a:t>can</a:t>
            </a:r>
            <a:r>
              <a:rPr dirty="0" sz="3200" spc="80" b="1">
                <a:latin typeface="Comic Sans MS"/>
                <a:cs typeface="Comic Sans MS"/>
              </a:rPr>
              <a:t> </a:t>
            </a:r>
            <a:r>
              <a:rPr dirty="0" sz="3200" spc="-310" b="1">
                <a:latin typeface="Comic Sans MS"/>
                <a:cs typeface="Comic Sans MS"/>
              </a:rPr>
              <a:t>cost</a:t>
            </a:r>
            <a:r>
              <a:rPr dirty="0" sz="3200" spc="85" b="1">
                <a:latin typeface="Comic Sans MS"/>
                <a:cs typeface="Comic Sans MS"/>
              </a:rPr>
              <a:t> </a:t>
            </a:r>
            <a:r>
              <a:rPr dirty="0" sz="3200" spc="-305" b="1">
                <a:latin typeface="Comic Sans MS"/>
                <a:cs typeface="Comic Sans MS"/>
              </a:rPr>
              <a:t>organizations</a:t>
            </a:r>
            <a:r>
              <a:rPr dirty="0" sz="3200" spc="80" b="1">
                <a:latin typeface="Comic Sans MS"/>
                <a:cs typeface="Comic Sans MS"/>
              </a:rPr>
              <a:t> </a:t>
            </a:r>
            <a:r>
              <a:rPr dirty="0" sz="3200" spc="-265" b="1">
                <a:latin typeface="Comic Sans MS"/>
                <a:cs typeface="Comic Sans MS"/>
              </a:rPr>
              <a:t>millions</a:t>
            </a:r>
            <a:r>
              <a:rPr dirty="0" sz="3200" spc="85" b="1">
                <a:latin typeface="Comic Sans MS"/>
                <a:cs typeface="Comic Sans MS"/>
              </a:rPr>
              <a:t> </a:t>
            </a:r>
            <a:r>
              <a:rPr dirty="0" sz="3200" b="1">
                <a:latin typeface="Comic Sans MS"/>
                <a:cs typeface="Comic Sans MS"/>
              </a:rPr>
              <a:t>in</a:t>
            </a:r>
            <a:r>
              <a:rPr dirty="0" sz="3200" spc="85" b="1">
                <a:latin typeface="Comic Sans MS"/>
                <a:cs typeface="Comic Sans MS"/>
              </a:rPr>
              <a:t> </a:t>
            </a:r>
            <a:r>
              <a:rPr dirty="0" sz="3200" spc="-305" b="1">
                <a:latin typeface="Comic Sans MS"/>
                <a:cs typeface="Comic Sans MS"/>
              </a:rPr>
              <a:t>discovery,</a:t>
            </a:r>
            <a:r>
              <a:rPr dirty="0" sz="3200" spc="80" b="1">
                <a:latin typeface="Comic Sans MS"/>
                <a:cs typeface="Comic Sans MS"/>
              </a:rPr>
              <a:t> </a:t>
            </a:r>
            <a:r>
              <a:rPr dirty="0" sz="3200" spc="-320" b="1">
                <a:latin typeface="Comic Sans MS"/>
                <a:cs typeface="Comic Sans MS"/>
              </a:rPr>
              <a:t>containment,</a:t>
            </a:r>
            <a:r>
              <a:rPr dirty="0" sz="3200" spc="85" b="1">
                <a:latin typeface="Comic Sans MS"/>
                <a:cs typeface="Comic Sans MS"/>
              </a:rPr>
              <a:t> </a:t>
            </a:r>
            <a:r>
              <a:rPr dirty="0" sz="3200" spc="-375" b="1">
                <a:latin typeface="Comic Sans MS"/>
                <a:cs typeface="Comic Sans MS"/>
              </a:rPr>
              <a:t>and </a:t>
            </a:r>
            <a:r>
              <a:rPr dirty="0" sz="3200" spc="-330" b="1">
                <a:latin typeface="Comic Sans MS"/>
                <a:cs typeface="Comic Sans MS"/>
              </a:rPr>
              <a:t>the</a:t>
            </a:r>
            <a:r>
              <a:rPr dirty="0" sz="3200" spc="305" b="1">
                <a:latin typeface="Comic Sans MS"/>
                <a:cs typeface="Comic Sans MS"/>
              </a:rPr>
              <a:t> </a:t>
            </a:r>
            <a:r>
              <a:rPr dirty="0" sz="3200" spc="-275" b="1">
                <a:latin typeface="Comic Sans MS"/>
                <a:cs typeface="Comic Sans MS"/>
              </a:rPr>
              <a:t>legal</a:t>
            </a:r>
            <a:r>
              <a:rPr dirty="0" sz="3200" spc="310" b="1">
                <a:latin typeface="Comic Sans MS"/>
                <a:cs typeface="Comic Sans MS"/>
              </a:rPr>
              <a:t> </a:t>
            </a:r>
            <a:r>
              <a:rPr dirty="0" sz="3200" spc="-345" b="1">
                <a:latin typeface="Comic Sans MS"/>
                <a:cs typeface="Comic Sans MS"/>
              </a:rPr>
              <a:t>aftermath</a:t>
            </a:r>
            <a:r>
              <a:rPr dirty="0" sz="3200" spc="310" b="1">
                <a:latin typeface="Comic Sans MS"/>
                <a:cs typeface="Comic Sans MS"/>
              </a:rPr>
              <a:t> </a:t>
            </a:r>
            <a:r>
              <a:rPr dirty="0" sz="3200" spc="-320" b="1">
                <a:latin typeface="Comic Sans MS"/>
                <a:cs typeface="Comic Sans MS"/>
              </a:rPr>
              <a:t>of</a:t>
            </a:r>
            <a:r>
              <a:rPr dirty="0" sz="3200" spc="310" b="1">
                <a:latin typeface="Comic Sans MS"/>
                <a:cs typeface="Comic Sans MS"/>
              </a:rPr>
              <a:t> </a:t>
            </a:r>
            <a:r>
              <a:rPr dirty="0" sz="3200" spc="-275" b="1">
                <a:latin typeface="Comic Sans MS"/>
                <a:cs typeface="Comic Sans MS"/>
              </a:rPr>
              <a:t>losing</a:t>
            </a:r>
            <a:r>
              <a:rPr dirty="0" sz="3200" spc="310" b="1">
                <a:latin typeface="Comic Sans MS"/>
                <a:cs typeface="Comic Sans MS"/>
              </a:rPr>
              <a:t> </a:t>
            </a:r>
            <a:r>
              <a:rPr dirty="0" sz="3200" spc="-325" b="1">
                <a:latin typeface="Comic Sans MS"/>
                <a:cs typeface="Comic Sans MS"/>
              </a:rPr>
              <a:t>records</a:t>
            </a:r>
            <a:r>
              <a:rPr dirty="0" sz="3200" spc="310" b="1">
                <a:latin typeface="Comic Sans MS"/>
                <a:cs typeface="Comic Sans MS"/>
              </a:rPr>
              <a:t> </a:t>
            </a:r>
            <a:r>
              <a:rPr dirty="0" sz="3200" spc="-310" b="1">
                <a:latin typeface="Comic Sans MS"/>
                <a:cs typeface="Comic Sans MS"/>
              </a:rPr>
              <a:t>to</a:t>
            </a:r>
            <a:r>
              <a:rPr dirty="0" sz="3200" spc="310" b="1">
                <a:latin typeface="Comic Sans MS"/>
                <a:cs typeface="Comic Sans MS"/>
              </a:rPr>
              <a:t> </a:t>
            </a:r>
            <a:r>
              <a:rPr dirty="0" sz="3200" spc="-340" b="1">
                <a:latin typeface="Comic Sans MS"/>
                <a:cs typeface="Comic Sans MS"/>
              </a:rPr>
              <a:t>an</a:t>
            </a:r>
            <a:r>
              <a:rPr dirty="0" sz="3200" spc="310" b="1">
                <a:latin typeface="Comic Sans MS"/>
                <a:cs typeface="Comic Sans MS"/>
              </a:rPr>
              <a:t> </a:t>
            </a:r>
            <a:r>
              <a:rPr dirty="0" sz="3200" spc="-290" b="1">
                <a:latin typeface="Comic Sans MS"/>
                <a:cs typeface="Comic Sans MS"/>
              </a:rPr>
              <a:t>attacker</a:t>
            </a:r>
            <a:r>
              <a:rPr dirty="0" sz="2600" spc="-290">
                <a:latin typeface="Comic Sans MS"/>
                <a:cs typeface="Comic Sans MS"/>
              </a:rPr>
              <a:t>.</a:t>
            </a:r>
            <a:r>
              <a:rPr dirty="0" sz="2600" spc="57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Effective</a:t>
            </a:r>
            <a:r>
              <a:rPr dirty="0" sz="2600" spc="57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incident</a:t>
            </a:r>
            <a:r>
              <a:rPr dirty="0" sz="2600" spc="575">
                <a:latin typeface="Comic Sans MS"/>
                <a:cs typeface="Comic Sans MS"/>
              </a:rPr>
              <a:t> </a:t>
            </a:r>
            <a:r>
              <a:rPr dirty="0" sz="2600" spc="-10">
                <a:latin typeface="Comic Sans MS"/>
                <a:cs typeface="Comic Sans MS"/>
              </a:rPr>
              <a:t>management </a:t>
            </a:r>
            <a:r>
              <a:rPr dirty="0" sz="2600">
                <a:latin typeface="Comic Sans MS"/>
                <a:cs typeface="Comic Sans MS"/>
              </a:rPr>
              <a:t>reduces</a:t>
            </a:r>
            <a:r>
              <a:rPr dirty="0" sz="2600" spc="114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both</a:t>
            </a:r>
            <a:r>
              <a:rPr dirty="0" sz="2600" spc="380">
                <a:latin typeface="Comic Sans MS"/>
                <a:cs typeface="Comic Sans MS"/>
              </a:rPr>
              <a:t> </a:t>
            </a:r>
            <a:r>
              <a:rPr dirty="0" sz="3200" spc="-330" b="1">
                <a:latin typeface="Comic Sans MS"/>
                <a:cs typeface="Comic Sans MS"/>
              </a:rPr>
              <a:t>the</a:t>
            </a:r>
            <a:r>
              <a:rPr dirty="0" sz="3200" spc="125" b="1">
                <a:latin typeface="Comic Sans MS"/>
                <a:cs typeface="Comic Sans MS"/>
              </a:rPr>
              <a:t> </a:t>
            </a:r>
            <a:r>
              <a:rPr dirty="0" sz="3200" spc="-325" b="1">
                <a:latin typeface="Comic Sans MS"/>
                <a:cs typeface="Comic Sans MS"/>
              </a:rPr>
              <a:t>time</a:t>
            </a:r>
            <a:r>
              <a:rPr dirty="0" sz="3200" spc="120" b="1">
                <a:latin typeface="Comic Sans MS"/>
                <a:cs typeface="Comic Sans MS"/>
              </a:rPr>
              <a:t> </a:t>
            </a:r>
            <a:r>
              <a:rPr dirty="0" sz="3200" spc="-340" b="1">
                <a:latin typeface="Comic Sans MS"/>
                <a:cs typeface="Comic Sans MS"/>
              </a:rPr>
              <a:t>an</a:t>
            </a:r>
            <a:r>
              <a:rPr dirty="0" sz="3200" spc="125" b="1">
                <a:latin typeface="Comic Sans MS"/>
                <a:cs typeface="Comic Sans MS"/>
              </a:rPr>
              <a:t> </a:t>
            </a:r>
            <a:r>
              <a:rPr dirty="0" sz="3200" spc="-325" b="1">
                <a:latin typeface="Comic Sans MS"/>
                <a:cs typeface="Comic Sans MS"/>
              </a:rPr>
              <a:t>attacker</a:t>
            </a:r>
            <a:r>
              <a:rPr dirty="0" sz="3200" spc="125" b="1">
                <a:latin typeface="Comic Sans MS"/>
                <a:cs typeface="Comic Sans MS"/>
              </a:rPr>
              <a:t> </a:t>
            </a:r>
            <a:r>
              <a:rPr dirty="0" sz="3200" spc="-295" b="1">
                <a:latin typeface="Comic Sans MS"/>
                <a:cs typeface="Comic Sans MS"/>
              </a:rPr>
              <a:t>persists</a:t>
            </a:r>
            <a:r>
              <a:rPr dirty="0" sz="3200" spc="120" b="1">
                <a:latin typeface="Comic Sans MS"/>
                <a:cs typeface="Comic Sans MS"/>
              </a:rPr>
              <a:t> </a:t>
            </a:r>
            <a:r>
              <a:rPr dirty="0" sz="3200" spc="-325" b="1">
                <a:latin typeface="Comic Sans MS"/>
                <a:cs typeface="Comic Sans MS"/>
              </a:rPr>
              <a:t>on</a:t>
            </a:r>
            <a:r>
              <a:rPr dirty="0" sz="3200" spc="125" b="1">
                <a:latin typeface="Comic Sans MS"/>
                <a:cs typeface="Comic Sans MS"/>
              </a:rPr>
              <a:t> </a:t>
            </a:r>
            <a:r>
              <a:rPr dirty="0" sz="3200" spc="-330" b="1">
                <a:latin typeface="Comic Sans MS"/>
                <a:cs typeface="Comic Sans MS"/>
              </a:rPr>
              <a:t>the</a:t>
            </a:r>
            <a:r>
              <a:rPr dirty="0" sz="3200" spc="120" b="1">
                <a:latin typeface="Comic Sans MS"/>
                <a:cs typeface="Comic Sans MS"/>
              </a:rPr>
              <a:t> </a:t>
            </a:r>
            <a:r>
              <a:rPr dirty="0" sz="3200" spc="-375" b="1">
                <a:latin typeface="Comic Sans MS"/>
                <a:cs typeface="Comic Sans MS"/>
              </a:rPr>
              <a:t>network</a:t>
            </a:r>
            <a:r>
              <a:rPr dirty="0" sz="3200" spc="30" b="1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and</a:t>
            </a:r>
            <a:r>
              <a:rPr dirty="0" sz="2600" spc="380">
                <a:latin typeface="Comic Sans MS"/>
                <a:cs typeface="Comic Sans MS"/>
              </a:rPr>
              <a:t> </a:t>
            </a:r>
            <a:r>
              <a:rPr dirty="0" sz="3200" spc="-330" b="1">
                <a:latin typeface="Comic Sans MS"/>
                <a:cs typeface="Comic Sans MS"/>
              </a:rPr>
              <a:t>the</a:t>
            </a:r>
            <a:r>
              <a:rPr dirty="0" sz="3200" spc="120" b="1">
                <a:latin typeface="Comic Sans MS"/>
                <a:cs typeface="Comic Sans MS"/>
              </a:rPr>
              <a:t> </a:t>
            </a:r>
            <a:r>
              <a:rPr dirty="0" sz="3200" spc="-355" b="1">
                <a:latin typeface="Comic Sans MS"/>
                <a:cs typeface="Comic Sans MS"/>
              </a:rPr>
              <a:t>number</a:t>
            </a:r>
            <a:r>
              <a:rPr dirty="0" sz="3200" spc="125" b="1">
                <a:latin typeface="Comic Sans MS"/>
                <a:cs typeface="Comic Sans MS"/>
              </a:rPr>
              <a:t> </a:t>
            </a:r>
            <a:r>
              <a:rPr dirty="0" sz="3200" spc="-320" b="1">
                <a:latin typeface="Comic Sans MS"/>
                <a:cs typeface="Comic Sans MS"/>
              </a:rPr>
              <a:t>of</a:t>
            </a:r>
            <a:r>
              <a:rPr dirty="0" sz="3200" spc="120" b="1">
                <a:latin typeface="Comic Sans MS"/>
                <a:cs typeface="Comic Sans MS"/>
              </a:rPr>
              <a:t> </a:t>
            </a:r>
            <a:r>
              <a:rPr dirty="0" sz="3200" spc="-325" b="1">
                <a:latin typeface="Comic Sans MS"/>
                <a:cs typeface="Comic Sans MS"/>
              </a:rPr>
              <a:t>future </a:t>
            </a:r>
            <a:r>
              <a:rPr dirty="0" sz="3200" spc="-300" b="1">
                <a:latin typeface="Comic Sans MS"/>
                <a:cs typeface="Comic Sans MS"/>
              </a:rPr>
              <a:t>incidents.</a:t>
            </a:r>
            <a:endParaRPr sz="3200">
              <a:latin typeface="Comic Sans MS"/>
              <a:cs typeface="Comic Sans MS"/>
            </a:endParaRPr>
          </a:p>
          <a:p>
            <a:pPr algn="just" marL="12700" marR="5080">
              <a:lnSpc>
                <a:spcPts val="3600"/>
              </a:lnSpc>
            </a:pPr>
            <a:r>
              <a:rPr dirty="0" sz="2600">
                <a:latin typeface="Comic Sans MS"/>
                <a:cs typeface="Comic Sans MS"/>
              </a:rPr>
              <a:t>In</a:t>
            </a:r>
            <a:r>
              <a:rPr dirty="0" sz="2600" spc="5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addition</a:t>
            </a:r>
            <a:r>
              <a:rPr dirty="0" sz="2600" spc="5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to</a:t>
            </a:r>
            <a:r>
              <a:rPr dirty="0" sz="2600" spc="5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minimizing</a:t>
            </a:r>
            <a:r>
              <a:rPr dirty="0" sz="2600" spc="5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damages,</a:t>
            </a:r>
            <a:r>
              <a:rPr dirty="0" sz="2600" spc="5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costs,</a:t>
            </a:r>
            <a:r>
              <a:rPr dirty="0" sz="2600" spc="5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and</a:t>
            </a:r>
            <a:r>
              <a:rPr dirty="0" sz="2600" spc="5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recovery</a:t>
            </a:r>
            <a:r>
              <a:rPr dirty="0" sz="2600" spc="5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time</a:t>
            </a:r>
            <a:r>
              <a:rPr dirty="0" sz="2600" spc="5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associated</a:t>
            </a:r>
            <a:r>
              <a:rPr dirty="0" sz="2600" spc="5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with</a:t>
            </a:r>
            <a:r>
              <a:rPr dirty="0" sz="2600" spc="5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a</a:t>
            </a:r>
            <a:r>
              <a:rPr dirty="0" sz="2600" spc="55">
                <a:latin typeface="Comic Sans MS"/>
                <a:cs typeface="Comic Sans MS"/>
              </a:rPr>
              <a:t> </a:t>
            </a:r>
            <a:r>
              <a:rPr dirty="0" sz="2600" spc="-20">
                <a:latin typeface="Comic Sans MS"/>
                <a:cs typeface="Comic Sans MS"/>
              </a:rPr>
              <a:t>cyber-</a:t>
            </a:r>
            <a:r>
              <a:rPr dirty="0" sz="2600" spc="-10">
                <a:latin typeface="Comic Sans MS"/>
                <a:cs typeface="Comic Sans MS"/>
              </a:rPr>
              <a:t>attack, </a:t>
            </a:r>
            <a:r>
              <a:rPr dirty="0" sz="2600">
                <a:latin typeface="Comic Sans MS"/>
                <a:cs typeface="Comic Sans MS"/>
              </a:rPr>
              <a:t>incident</a:t>
            </a:r>
            <a:r>
              <a:rPr dirty="0" sz="2600" spc="38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response</a:t>
            </a:r>
            <a:r>
              <a:rPr dirty="0" sz="2600" spc="38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is</a:t>
            </a:r>
            <a:r>
              <a:rPr dirty="0" sz="2600" spc="38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vital</a:t>
            </a:r>
            <a:r>
              <a:rPr dirty="0" sz="2600" spc="38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in</a:t>
            </a:r>
            <a:r>
              <a:rPr dirty="0" sz="2600" spc="38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ensuring</a:t>
            </a:r>
            <a:r>
              <a:rPr dirty="0" sz="2600" spc="38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business</a:t>
            </a:r>
            <a:r>
              <a:rPr dirty="0" sz="2600" spc="38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continuity</a:t>
            </a:r>
            <a:r>
              <a:rPr dirty="0" sz="2600" spc="38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in</a:t>
            </a:r>
            <a:r>
              <a:rPr dirty="0" sz="2600" spc="38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the</a:t>
            </a:r>
            <a:r>
              <a:rPr dirty="0" sz="2600" spc="38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wake</a:t>
            </a:r>
            <a:r>
              <a:rPr dirty="0" sz="2600" spc="38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of</a:t>
            </a:r>
            <a:r>
              <a:rPr dirty="0" sz="2600" spc="38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a</a:t>
            </a:r>
            <a:r>
              <a:rPr dirty="0" sz="2600" spc="38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security</a:t>
            </a:r>
            <a:r>
              <a:rPr dirty="0" sz="2600" spc="385">
                <a:latin typeface="Comic Sans MS"/>
                <a:cs typeface="Comic Sans MS"/>
              </a:rPr>
              <a:t> </a:t>
            </a:r>
            <a:r>
              <a:rPr dirty="0" sz="2600" spc="-10">
                <a:latin typeface="Comic Sans MS"/>
                <a:cs typeface="Comic Sans MS"/>
              </a:rPr>
              <a:t>crisis, </a:t>
            </a:r>
            <a:r>
              <a:rPr dirty="0" sz="2600">
                <a:latin typeface="Comic Sans MS"/>
                <a:cs typeface="Comic Sans MS"/>
              </a:rPr>
              <a:t>such</a:t>
            </a:r>
            <a:r>
              <a:rPr dirty="0" sz="2600" spc="-2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as</a:t>
            </a:r>
            <a:r>
              <a:rPr dirty="0" sz="2600" spc="-1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a</a:t>
            </a:r>
            <a:r>
              <a:rPr dirty="0" sz="2600" spc="-2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data</a:t>
            </a:r>
            <a:r>
              <a:rPr dirty="0" sz="2600" spc="-15">
                <a:latin typeface="Comic Sans MS"/>
                <a:cs typeface="Comic Sans MS"/>
              </a:rPr>
              <a:t> </a:t>
            </a:r>
            <a:r>
              <a:rPr dirty="0" sz="2600" spc="-10">
                <a:latin typeface="Comic Sans MS"/>
                <a:cs typeface="Comic Sans MS"/>
              </a:rPr>
              <a:t>breach.</a:t>
            </a:r>
            <a:endParaRPr sz="2600">
              <a:latin typeface="Comic Sans MS"/>
              <a:cs typeface="Comic Sans MS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7806" y="4173590"/>
            <a:ext cx="114300" cy="11429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7806" y="5545190"/>
            <a:ext cx="114300" cy="11429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7806" y="6459590"/>
            <a:ext cx="114300" cy="11429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7806" y="8288390"/>
            <a:ext cx="114300" cy="114299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553249" y="0"/>
            <a:ext cx="2734945" cy="10287000"/>
            <a:chOff x="15553249" y="0"/>
            <a:chExt cx="2734945" cy="10287000"/>
          </a:xfrm>
        </p:grpSpPr>
        <p:sp>
          <p:nvSpPr>
            <p:cNvPr id="3" name="object 3"/>
            <p:cNvSpPr/>
            <p:nvPr/>
          </p:nvSpPr>
          <p:spPr>
            <a:xfrm>
              <a:off x="15553249" y="0"/>
              <a:ext cx="2734945" cy="10287000"/>
            </a:xfrm>
            <a:custGeom>
              <a:avLst/>
              <a:gdLst/>
              <a:ahLst/>
              <a:cxnLst/>
              <a:rect l="l" t="t" r="r" b="b"/>
              <a:pathLst>
                <a:path w="2734944" h="10287000">
                  <a:moveTo>
                    <a:pt x="727011" y="10287000"/>
                  </a:moveTo>
                  <a:lnTo>
                    <a:pt x="779927" y="8067176"/>
                  </a:lnTo>
                  <a:lnTo>
                    <a:pt x="455832" y="8264828"/>
                  </a:lnTo>
                  <a:lnTo>
                    <a:pt x="334756" y="8520630"/>
                  </a:lnTo>
                  <a:lnTo>
                    <a:pt x="293648" y="8874393"/>
                  </a:lnTo>
                  <a:lnTo>
                    <a:pt x="0" y="9289203"/>
                  </a:lnTo>
                  <a:lnTo>
                    <a:pt x="103447" y="9752295"/>
                  </a:lnTo>
                  <a:lnTo>
                    <a:pt x="384759" y="10009582"/>
                  </a:lnTo>
                  <a:lnTo>
                    <a:pt x="378146" y="10287000"/>
                  </a:lnTo>
                  <a:lnTo>
                    <a:pt x="727011" y="10287000"/>
                  </a:lnTo>
                  <a:close/>
                </a:path>
                <a:path w="2734944" h="10287000">
                  <a:moveTo>
                    <a:pt x="586809" y="1997404"/>
                  </a:moveTo>
                  <a:lnTo>
                    <a:pt x="614320" y="843315"/>
                  </a:lnTo>
                  <a:lnTo>
                    <a:pt x="336085" y="1580317"/>
                  </a:lnTo>
                  <a:lnTo>
                    <a:pt x="500606" y="1893043"/>
                  </a:lnTo>
                  <a:lnTo>
                    <a:pt x="586809" y="1997404"/>
                  </a:lnTo>
                  <a:close/>
                </a:path>
                <a:path w="2734944" h="10287000">
                  <a:moveTo>
                    <a:pt x="2734752" y="10287000"/>
                  </a:moveTo>
                  <a:lnTo>
                    <a:pt x="2734752" y="0"/>
                  </a:lnTo>
                  <a:lnTo>
                    <a:pt x="557905" y="0"/>
                  </a:lnTo>
                  <a:lnTo>
                    <a:pt x="485748" y="496316"/>
                  </a:lnTo>
                  <a:lnTo>
                    <a:pt x="614320" y="843315"/>
                  </a:lnTo>
                  <a:lnTo>
                    <a:pt x="586809" y="1997404"/>
                  </a:lnTo>
                  <a:lnTo>
                    <a:pt x="838014" y="2301524"/>
                  </a:lnTo>
                  <a:lnTo>
                    <a:pt x="816517" y="3203315"/>
                  </a:lnTo>
                  <a:lnTo>
                    <a:pt x="817621" y="3208532"/>
                  </a:lnTo>
                  <a:lnTo>
                    <a:pt x="783270" y="4649534"/>
                  </a:lnTo>
                  <a:lnTo>
                    <a:pt x="884949" y="4795181"/>
                  </a:lnTo>
                  <a:lnTo>
                    <a:pt x="834878" y="6895682"/>
                  </a:lnTo>
                  <a:lnTo>
                    <a:pt x="860277" y="6974153"/>
                  </a:lnTo>
                  <a:lnTo>
                    <a:pt x="781306" y="10287000"/>
                  </a:lnTo>
                  <a:lnTo>
                    <a:pt x="2734752" y="10287000"/>
                  </a:lnTo>
                  <a:close/>
                </a:path>
                <a:path w="2734944" h="10287000">
                  <a:moveTo>
                    <a:pt x="378146" y="10287000"/>
                  </a:moveTo>
                  <a:lnTo>
                    <a:pt x="384759" y="10009582"/>
                  </a:lnTo>
                  <a:lnTo>
                    <a:pt x="329200" y="10287000"/>
                  </a:lnTo>
                  <a:lnTo>
                    <a:pt x="378146" y="10287000"/>
                  </a:lnTo>
                  <a:close/>
                </a:path>
                <a:path w="2734944" h="10287000">
                  <a:moveTo>
                    <a:pt x="783270" y="4649534"/>
                  </a:moveTo>
                  <a:lnTo>
                    <a:pt x="817621" y="3208532"/>
                  </a:lnTo>
                  <a:lnTo>
                    <a:pt x="782587" y="3554825"/>
                  </a:lnTo>
                  <a:lnTo>
                    <a:pt x="693633" y="3926610"/>
                  </a:lnTo>
                  <a:lnTo>
                    <a:pt x="549494" y="4376921"/>
                  </a:lnTo>
                  <a:lnTo>
                    <a:pt x="783270" y="4649534"/>
                  </a:lnTo>
                  <a:close/>
                </a:path>
                <a:path w="2734944" h="10287000">
                  <a:moveTo>
                    <a:pt x="816517" y="3203315"/>
                  </a:moveTo>
                  <a:lnTo>
                    <a:pt x="838014" y="2301524"/>
                  </a:lnTo>
                  <a:lnTo>
                    <a:pt x="716051" y="2728534"/>
                  </a:lnTo>
                  <a:lnTo>
                    <a:pt x="816517" y="3203315"/>
                  </a:lnTo>
                  <a:close/>
                </a:path>
                <a:path w="2734944" h="10287000">
                  <a:moveTo>
                    <a:pt x="781306" y="10287000"/>
                  </a:moveTo>
                  <a:lnTo>
                    <a:pt x="860277" y="6974153"/>
                  </a:lnTo>
                  <a:lnTo>
                    <a:pt x="639810" y="7256328"/>
                  </a:lnTo>
                  <a:lnTo>
                    <a:pt x="766875" y="7532539"/>
                  </a:lnTo>
                  <a:lnTo>
                    <a:pt x="755982" y="7989517"/>
                  </a:lnTo>
                  <a:lnTo>
                    <a:pt x="779927" y="8067176"/>
                  </a:lnTo>
                  <a:lnTo>
                    <a:pt x="727011" y="10287000"/>
                  </a:lnTo>
                  <a:lnTo>
                    <a:pt x="781306" y="10287000"/>
                  </a:lnTo>
                  <a:close/>
                </a:path>
                <a:path w="2734944" h="10287000">
                  <a:moveTo>
                    <a:pt x="834878" y="6895682"/>
                  </a:moveTo>
                  <a:lnTo>
                    <a:pt x="859097" y="5879677"/>
                  </a:lnTo>
                  <a:lnTo>
                    <a:pt x="734991" y="6200754"/>
                  </a:lnTo>
                  <a:lnTo>
                    <a:pt x="686140" y="6436167"/>
                  </a:lnTo>
                  <a:lnTo>
                    <a:pt x="834878" y="6895682"/>
                  </a:lnTo>
                  <a:close/>
                </a:path>
                <a:path w="2734944" h="10287000">
                  <a:moveTo>
                    <a:pt x="755982" y="7989517"/>
                  </a:moveTo>
                  <a:lnTo>
                    <a:pt x="766875" y="7532539"/>
                  </a:lnTo>
                  <a:lnTo>
                    <a:pt x="680726" y="7745444"/>
                  </a:lnTo>
                  <a:lnTo>
                    <a:pt x="755982" y="7989517"/>
                  </a:lnTo>
                  <a:close/>
                </a:path>
                <a:path w="2734944" h="10287000">
                  <a:moveTo>
                    <a:pt x="859097" y="5879677"/>
                  </a:moveTo>
                  <a:lnTo>
                    <a:pt x="884949" y="4795181"/>
                  </a:lnTo>
                  <a:lnTo>
                    <a:pt x="796082" y="5183920"/>
                  </a:lnTo>
                  <a:lnTo>
                    <a:pt x="808203" y="5541163"/>
                  </a:lnTo>
                  <a:lnTo>
                    <a:pt x="859097" y="58796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5705595" y="0"/>
              <a:ext cx="2582545" cy="10287000"/>
            </a:xfrm>
            <a:custGeom>
              <a:avLst/>
              <a:gdLst/>
              <a:ahLst/>
              <a:cxnLst/>
              <a:rect l="l" t="t" r="r" b="b"/>
              <a:pathLst>
                <a:path w="2582544" h="10287000">
                  <a:moveTo>
                    <a:pt x="324672" y="9633137"/>
                  </a:moveTo>
                  <a:lnTo>
                    <a:pt x="348813" y="8620406"/>
                  </a:lnTo>
                  <a:lnTo>
                    <a:pt x="15010" y="8947047"/>
                  </a:lnTo>
                  <a:lnTo>
                    <a:pt x="0" y="9288167"/>
                  </a:lnTo>
                  <a:lnTo>
                    <a:pt x="324672" y="9633137"/>
                  </a:lnTo>
                  <a:close/>
                </a:path>
                <a:path w="2582544" h="10287000">
                  <a:moveTo>
                    <a:pt x="641724" y="1743619"/>
                  </a:moveTo>
                  <a:lnTo>
                    <a:pt x="669240" y="589323"/>
                  </a:lnTo>
                  <a:lnTo>
                    <a:pt x="391239" y="1326822"/>
                  </a:lnTo>
                  <a:lnTo>
                    <a:pt x="555760" y="1639548"/>
                  </a:lnTo>
                  <a:lnTo>
                    <a:pt x="641724" y="1743619"/>
                  </a:lnTo>
                  <a:close/>
                </a:path>
                <a:path w="2582544" h="10287000">
                  <a:moveTo>
                    <a:pt x="2582406" y="10287000"/>
                  </a:moveTo>
                  <a:lnTo>
                    <a:pt x="2582406" y="0"/>
                  </a:lnTo>
                  <a:lnTo>
                    <a:pt x="440705" y="0"/>
                  </a:lnTo>
                  <a:lnTo>
                    <a:pt x="540914" y="242330"/>
                  </a:lnTo>
                  <a:lnTo>
                    <a:pt x="669240" y="589323"/>
                  </a:lnTo>
                  <a:lnTo>
                    <a:pt x="641724" y="1743619"/>
                  </a:lnTo>
                  <a:lnTo>
                    <a:pt x="893168" y="2048028"/>
                  </a:lnTo>
                  <a:lnTo>
                    <a:pt x="871652" y="2950608"/>
                  </a:lnTo>
                  <a:lnTo>
                    <a:pt x="872757" y="2955773"/>
                  </a:lnTo>
                  <a:lnTo>
                    <a:pt x="838407" y="4396774"/>
                  </a:lnTo>
                  <a:lnTo>
                    <a:pt x="1046695" y="4615225"/>
                  </a:lnTo>
                  <a:lnTo>
                    <a:pt x="911491" y="10287000"/>
                  </a:lnTo>
                  <a:lnTo>
                    <a:pt x="2582406" y="10287000"/>
                  </a:lnTo>
                  <a:close/>
                </a:path>
                <a:path w="2582544" h="10287000">
                  <a:moveTo>
                    <a:pt x="776859" y="10287000"/>
                  </a:moveTo>
                  <a:lnTo>
                    <a:pt x="835823" y="7813453"/>
                  </a:lnTo>
                  <a:lnTo>
                    <a:pt x="513486" y="7885856"/>
                  </a:lnTo>
                  <a:lnTo>
                    <a:pt x="291209" y="8254217"/>
                  </a:lnTo>
                  <a:lnTo>
                    <a:pt x="348813" y="8620406"/>
                  </a:lnTo>
                  <a:lnTo>
                    <a:pt x="324672" y="9633137"/>
                  </a:lnTo>
                  <a:lnTo>
                    <a:pt x="439925" y="9755595"/>
                  </a:lnTo>
                  <a:lnTo>
                    <a:pt x="427257" y="10287000"/>
                  </a:lnTo>
                  <a:lnTo>
                    <a:pt x="776859" y="10287000"/>
                  </a:lnTo>
                  <a:close/>
                </a:path>
                <a:path w="2582544" h="10287000">
                  <a:moveTo>
                    <a:pt x="427257" y="10287000"/>
                  </a:moveTo>
                  <a:lnTo>
                    <a:pt x="439925" y="9755595"/>
                  </a:lnTo>
                  <a:lnTo>
                    <a:pt x="346168" y="10225779"/>
                  </a:lnTo>
                  <a:lnTo>
                    <a:pt x="292986" y="10287000"/>
                  </a:lnTo>
                  <a:lnTo>
                    <a:pt x="427257" y="10287000"/>
                  </a:lnTo>
                  <a:close/>
                </a:path>
                <a:path w="2582544" h="10287000">
                  <a:moveTo>
                    <a:pt x="838407" y="4396774"/>
                  </a:moveTo>
                  <a:lnTo>
                    <a:pt x="872757" y="2955773"/>
                  </a:lnTo>
                  <a:lnTo>
                    <a:pt x="837723" y="3302065"/>
                  </a:lnTo>
                  <a:lnTo>
                    <a:pt x="748775" y="3673605"/>
                  </a:lnTo>
                  <a:lnTo>
                    <a:pt x="604385" y="4124156"/>
                  </a:lnTo>
                  <a:lnTo>
                    <a:pt x="838407" y="4396774"/>
                  </a:lnTo>
                  <a:close/>
                </a:path>
                <a:path w="2582544" h="10287000">
                  <a:moveTo>
                    <a:pt x="889267" y="6643325"/>
                  </a:moveTo>
                  <a:lnTo>
                    <a:pt x="913526" y="5625673"/>
                  </a:lnTo>
                  <a:lnTo>
                    <a:pt x="641146" y="5859443"/>
                  </a:lnTo>
                  <a:lnTo>
                    <a:pt x="740072" y="6182396"/>
                  </a:lnTo>
                  <a:lnTo>
                    <a:pt x="889267" y="6643325"/>
                  </a:lnTo>
                  <a:close/>
                </a:path>
                <a:path w="2582544" h="10287000">
                  <a:moveTo>
                    <a:pt x="871652" y="2950608"/>
                  </a:moveTo>
                  <a:lnTo>
                    <a:pt x="893168" y="2048028"/>
                  </a:lnTo>
                  <a:lnTo>
                    <a:pt x="769965" y="2475500"/>
                  </a:lnTo>
                  <a:lnTo>
                    <a:pt x="871652" y="2950608"/>
                  </a:lnTo>
                  <a:close/>
                </a:path>
                <a:path w="2582544" h="10287000">
                  <a:moveTo>
                    <a:pt x="829189" y="10287000"/>
                  </a:moveTo>
                  <a:lnTo>
                    <a:pt x="914210" y="6720382"/>
                  </a:lnTo>
                  <a:lnTo>
                    <a:pt x="693987" y="7002564"/>
                  </a:lnTo>
                  <a:lnTo>
                    <a:pt x="820801" y="7279014"/>
                  </a:lnTo>
                  <a:lnTo>
                    <a:pt x="810061" y="7729557"/>
                  </a:lnTo>
                  <a:lnTo>
                    <a:pt x="835823" y="7813453"/>
                  </a:lnTo>
                  <a:lnTo>
                    <a:pt x="776859" y="10287000"/>
                  </a:lnTo>
                  <a:lnTo>
                    <a:pt x="829189" y="10287000"/>
                  </a:lnTo>
                  <a:close/>
                </a:path>
                <a:path w="2582544" h="10287000">
                  <a:moveTo>
                    <a:pt x="911491" y="10287000"/>
                  </a:moveTo>
                  <a:lnTo>
                    <a:pt x="1046695" y="4615225"/>
                  </a:lnTo>
                  <a:lnTo>
                    <a:pt x="852230" y="4929956"/>
                  </a:lnTo>
                  <a:lnTo>
                    <a:pt x="757882" y="5435256"/>
                  </a:lnTo>
                  <a:lnTo>
                    <a:pt x="913526" y="5625673"/>
                  </a:lnTo>
                  <a:lnTo>
                    <a:pt x="889267" y="6643325"/>
                  </a:lnTo>
                  <a:lnTo>
                    <a:pt x="914210" y="6720382"/>
                  </a:lnTo>
                  <a:lnTo>
                    <a:pt x="829189" y="10287000"/>
                  </a:lnTo>
                  <a:lnTo>
                    <a:pt x="911491" y="10287000"/>
                  </a:lnTo>
                  <a:close/>
                </a:path>
                <a:path w="2582544" h="10287000">
                  <a:moveTo>
                    <a:pt x="810061" y="7729557"/>
                  </a:moveTo>
                  <a:lnTo>
                    <a:pt x="820801" y="7279014"/>
                  </a:lnTo>
                  <a:lnTo>
                    <a:pt x="736651" y="7490493"/>
                  </a:lnTo>
                  <a:lnTo>
                    <a:pt x="810061" y="772955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6105825" y="0"/>
              <a:ext cx="2182495" cy="10287000"/>
            </a:xfrm>
            <a:custGeom>
              <a:avLst/>
              <a:gdLst/>
              <a:ahLst/>
              <a:cxnLst/>
              <a:rect l="l" t="t" r="r" b="b"/>
              <a:pathLst>
                <a:path w="2182494" h="10287000">
                  <a:moveTo>
                    <a:pt x="324672" y="9642677"/>
                  </a:moveTo>
                  <a:lnTo>
                    <a:pt x="348813" y="8629946"/>
                  </a:lnTo>
                  <a:lnTo>
                    <a:pt x="15010" y="8956588"/>
                  </a:lnTo>
                  <a:lnTo>
                    <a:pt x="0" y="9297708"/>
                  </a:lnTo>
                  <a:lnTo>
                    <a:pt x="324672" y="9642677"/>
                  </a:lnTo>
                  <a:close/>
                </a:path>
                <a:path w="2182494" h="10287000">
                  <a:moveTo>
                    <a:pt x="637861" y="1915198"/>
                  </a:moveTo>
                  <a:lnTo>
                    <a:pt x="669240" y="598864"/>
                  </a:lnTo>
                  <a:lnTo>
                    <a:pt x="530573" y="945880"/>
                  </a:lnTo>
                  <a:lnTo>
                    <a:pt x="435265" y="1196476"/>
                  </a:lnTo>
                  <a:lnTo>
                    <a:pt x="391993" y="1335644"/>
                  </a:lnTo>
                  <a:lnTo>
                    <a:pt x="399696" y="1428313"/>
                  </a:lnTo>
                  <a:lnTo>
                    <a:pt x="440978" y="1774836"/>
                  </a:lnTo>
                  <a:lnTo>
                    <a:pt x="637861" y="1915198"/>
                  </a:lnTo>
                  <a:close/>
                </a:path>
                <a:path w="2182494" h="10287000">
                  <a:moveTo>
                    <a:pt x="2182176" y="10287000"/>
                  </a:moveTo>
                  <a:lnTo>
                    <a:pt x="2182176" y="0"/>
                  </a:lnTo>
                  <a:lnTo>
                    <a:pt x="436956" y="0"/>
                  </a:lnTo>
                  <a:lnTo>
                    <a:pt x="540914" y="251871"/>
                  </a:lnTo>
                  <a:lnTo>
                    <a:pt x="669240" y="598864"/>
                  </a:lnTo>
                  <a:lnTo>
                    <a:pt x="637861" y="1915198"/>
                  </a:lnTo>
                  <a:lnTo>
                    <a:pt x="912289" y="2110843"/>
                  </a:lnTo>
                  <a:lnTo>
                    <a:pt x="872462" y="3781577"/>
                  </a:lnTo>
                  <a:lnTo>
                    <a:pt x="948670" y="3856914"/>
                  </a:lnTo>
                  <a:lnTo>
                    <a:pt x="1005259" y="3910114"/>
                  </a:lnTo>
                  <a:lnTo>
                    <a:pt x="983207" y="4835210"/>
                  </a:lnTo>
                  <a:lnTo>
                    <a:pt x="1008205" y="5012984"/>
                  </a:lnTo>
                  <a:lnTo>
                    <a:pt x="998723" y="5410755"/>
                  </a:lnTo>
                  <a:lnTo>
                    <a:pt x="1073597" y="5567786"/>
                  </a:lnTo>
                  <a:lnTo>
                    <a:pt x="961100" y="10287000"/>
                  </a:lnTo>
                  <a:lnTo>
                    <a:pt x="2182176" y="10287000"/>
                  </a:lnTo>
                  <a:close/>
                </a:path>
                <a:path w="2182494" h="10287000">
                  <a:moveTo>
                    <a:pt x="556220" y="10287000"/>
                  </a:moveTo>
                  <a:lnTo>
                    <a:pt x="617143" y="7731305"/>
                  </a:lnTo>
                  <a:lnTo>
                    <a:pt x="490641" y="8029232"/>
                  </a:lnTo>
                  <a:lnTo>
                    <a:pt x="331754" y="8211906"/>
                  </a:lnTo>
                  <a:lnTo>
                    <a:pt x="348813" y="8629946"/>
                  </a:lnTo>
                  <a:lnTo>
                    <a:pt x="324672" y="9642677"/>
                  </a:lnTo>
                  <a:lnTo>
                    <a:pt x="439925" y="9765135"/>
                  </a:lnTo>
                  <a:lnTo>
                    <a:pt x="427484" y="10287000"/>
                  </a:lnTo>
                  <a:lnTo>
                    <a:pt x="556220" y="10287000"/>
                  </a:lnTo>
                  <a:close/>
                </a:path>
                <a:path w="2182494" h="10287000">
                  <a:moveTo>
                    <a:pt x="427484" y="10287000"/>
                  </a:moveTo>
                  <a:lnTo>
                    <a:pt x="439925" y="9765135"/>
                  </a:lnTo>
                  <a:lnTo>
                    <a:pt x="345431" y="10235302"/>
                  </a:lnTo>
                  <a:lnTo>
                    <a:pt x="300522" y="10287000"/>
                  </a:lnTo>
                  <a:lnTo>
                    <a:pt x="427484" y="10287000"/>
                  </a:lnTo>
                  <a:close/>
                </a:path>
                <a:path w="2182494" h="10287000">
                  <a:moveTo>
                    <a:pt x="872462" y="3781577"/>
                  </a:moveTo>
                  <a:lnTo>
                    <a:pt x="912289" y="2110843"/>
                  </a:lnTo>
                  <a:lnTo>
                    <a:pt x="890007" y="2161026"/>
                  </a:lnTo>
                  <a:lnTo>
                    <a:pt x="841012" y="2275705"/>
                  </a:lnTo>
                  <a:lnTo>
                    <a:pt x="792086" y="2401072"/>
                  </a:lnTo>
                  <a:lnTo>
                    <a:pt x="770006" y="2483320"/>
                  </a:lnTo>
                  <a:lnTo>
                    <a:pt x="768398" y="2517139"/>
                  </a:lnTo>
                  <a:lnTo>
                    <a:pt x="764005" y="2565782"/>
                  </a:lnTo>
                  <a:lnTo>
                    <a:pt x="745193" y="2741357"/>
                  </a:lnTo>
                  <a:lnTo>
                    <a:pt x="740739" y="2789998"/>
                  </a:lnTo>
                  <a:lnTo>
                    <a:pt x="739041" y="2823814"/>
                  </a:lnTo>
                  <a:lnTo>
                    <a:pt x="714338" y="2894216"/>
                  </a:lnTo>
                  <a:lnTo>
                    <a:pt x="659879" y="2993526"/>
                  </a:lnTo>
                  <a:lnTo>
                    <a:pt x="605398" y="3082149"/>
                  </a:lnTo>
                  <a:lnTo>
                    <a:pt x="580631" y="3120489"/>
                  </a:lnTo>
                  <a:lnTo>
                    <a:pt x="615128" y="3386425"/>
                  </a:lnTo>
                  <a:lnTo>
                    <a:pt x="629220" y="3483516"/>
                  </a:lnTo>
                  <a:lnTo>
                    <a:pt x="694476" y="3590539"/>
                  </a:lnTo>
                  <a:lnTo>
                    <a:pt x="823018" y="3732697"/>
                  </a:lnTo>
                  <a:lnTo>
                    <a:pt x="872462" y="3781577"/>
                  </a:lnTo>
                  <a:close/>
                </a:path>
                <a:path w="2182494" h="10287000">
                  <a:moveTo>
                    <a:pt x="653264" y="10287000"/>
                  </a:moveTo>
                  <a:lnTo>
                    <a:pt x="741675" y="6578165"/>
                  </a:lnTo>
                  <a:lnTo>
                    <a:pt x="694952" y="7012864"/>
                  </a:lnTo>
                  <a:lnTo>
                    <a:pt x="584112" y="7292739"/>
                  </a:lnTo>
                  <a:lnTo>
                    <a:pt x="584739" y="7482901"/>
                  </a:lnTo>
                  <a:lnTo>
                    <a:pt x="617143" y="7731305"/>
                  </a:lnTo>
                  <a:lnTo>
                    <a:pt x="556220" y="10287000"/>
                  </a:lnTo>
                  <a:lnTo>
                    <a:pt x="650039" y="10287000"/>
                  </a:lnTo>
                  <a:lnTo>
                    <a:pt x="653264" y="10287000"/>
                  </a:lnTo>
                  <a:close/>
                </a:path>
                <a:path w="2182494" h="10287000">
                  <a:moveTo>
                    <a:pt x="961100" y="10287000"/>
                  </a:moveTo>
                  <a:lnTo>
                    <a:pt x="1073597" y="5567786"/>
                  </a:lnTo>
                  <a:lnTo>
                    <a:pt x="708278" y="6082840"/>
                  </a:lnTo>
                  <a:lnTo>
                    <a:pt x="741675" y="6578165"/>
                  </a:lnTo>
                  <a:lnTo>
                    <a:pt x="653264" y="10287000"/>
                  </a:lnTo>
                  <a:lnTo>
                    <a:pt x="961100" y="10287000"/>
                  </a:lnTo>
                  <a:close/>
                </a:path>
                <a:path w="2182494" h="10287000">
                  <a:moveTo>
                    <a:pt x="983207" y="4835210"/>
                  </a:moveTo>
                  <a:lnTo>
                    <a:pt x="1005259" y="3910114"/>
                  </a:lnTo>
                  <a:lnTo>
                    <a:pt x="863068" y="4340573"/>
                  </a:lnTo>
                  <a:lnTo>
                    <a:pt x="959679" y="4667894"/>
                  </a:lnTo>
                  <a:lnTo>
                    <a:pt x="983207" y="4835210"/>
                  </a:lnTo>
                  <a:close/>
                </a:path>
                <a:path w="2182494" h="10287000">
                  <a:moveTo>
                    <a:pt x="998723" y="5410755"/>
                  </a:moveTo>
                  <a:lnTo>
                    <a:pt x="1008205" y="5012984"/>
                  </a:lnTo>
                  <a:lnTo>
                    <a:pt x="897175" y="5197782"/>
                  </a:lnTo>
                  <a:lnTo>
                    <a:pt x="998723" y="5410755"/>
                  </a:lnTo>
                  <a:close/>
                </a:path>
              </a:pathLst>
            </a:custGeom>
            <a:solidFill>
              <a:srgbClr val="FFD04D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7024" y="987425"/>
            <a:ext cx="114300" cy="114299"/>
          </a:xfrm>
          <a:prstGeom prst="rect">
            <a:avLst/>
          </a:prstGeom>
        </p:spPr>
      </p:pic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1286324" y="704018"/>
            <a:ext cx="14337665" cy="969644"/>
          </a:xfrm>
          <a:prstGeom prst="rect"/>
        </p:spPr>
        <p:txBody>
          <a:bodyPr wrap="square" lIns="0" tIns="24130" rIns="0" bIns="0" rtlCol="0" vert="horz">
            <a:spAutoFit/>
          </a:bodyPr>
          <a:lstStyle/>
          <a:p>
            <a:pPr marL="12700" marR="5080">
              <a:lnSpc>
                <a:spcPct val="109300"/>
              </a:lnSpc>
              <a:spcBef>
                <a:spcPts val="190"/>
              </a:spcBef>
              <a:tabLst>
                <a:tab pos="6165215" algn="l"/>
                <a:tab pos="8154670" algn="l"/>
                <a:tab pos="9139555" algn="l"/>
                <a:tab pos="10441940" algn="l"/>
                <a:tab pos="11358880" algn="l"/>
                <a:tab pos="13059410" algn="l"/>
              </a:tabLst>
            </a:pPr>
            <a:r>
              <a:rPr dirty="0" sz="3050" spc="-295"/>
              <a:t>Minimize</a:t>
            </a:r>
            <a:r>
              <a:rPr dirty="0" sz="3050" spc="515"/>
              <a:t> </a:t>
            </a:r>
            <a:r>
              <a:rPr dirty="0" sz="3050" spc="-350"/>
              <a:t>Damage</a:t>
            </a:r>
            <a:r>
              <a:rPr dirty="0" sz="3050" spc="509"/>
              <a:t> </a:t>
            </a:r>
            <a:r>
              <a:rPr dirty="0" sz="3050" spc="-380"/>
              <a:t>&amp;</a:t>
            </a:r>
            <a:r>
              <a:rPr dirty="0" sz="3050" spc="515"/>
              <a:t> </a:t>
            </a:r>
            <a:r>
              <a:rPr dirty="0" sz="3050" spc="-315"/>
              <a:t>Downtime:</a:t>
            </a:r>
            <a:r>
              <a:rPr dirty="0" sz="3050" spc="175"/>
              <a:t> </a:t>
            </a:r>
            <a:r>
              <a:rPr dirty="0" sz="2500" spc="-10" b="0">
                <a:latin typeface="Comic Sans MS"/>
                <a:cs typeface="Comic Sans MS"/>
              </a:rPr>
              <a:t>Rapid</a:t>
            </a:r>
            <a:r>
              <a:rPr dirty="0" sz="2500" b="0">
                <a:latin typeface="Comic Sans MS"/>
                <a:cs typeface="Comic Sans MS"/>
              </a:rPr>
              <a:t>	</a:t>
            </a:r>
            <a:r>
              <a:rPr dirty="0" sz="2500" spc="-10" b="0">
                <a:latin typeface="Comic Sans MS"/>
                <a:cs typeface="Comic Sans MS"/>
              </a:rPr>
              <a:t>containment</a:t>
            </a:r>
            <a:r>
              <a:rPr dirty="0" sz="2500" b="0">
                <a:latin typeface="Comic Sans MS"/>
                <a:cs typeface="Comic Sans MS"/>
              </a:rPr>
              <a:t>	</a:t>
            </a:r>
            <a:r>
              <a:rPr dirty="0" sz="2500" spc="-10" b="0">
                <a:latin typeface="Comic Sans MS"/>
                <a:cs typeface="Comic Sans MS"/>
              </a:rPr>
              <a:t>stops</a:t>
            </a:r>
            <a:r>
              <a:rPr dirty="0" sz="2500" b="0">
                <a:latin typeface="Comic Sans MS"/>
                <a:cs typeface="Comic Sans MS"/>
              </a:rPr>
              <a:t>	</a:t>
            </a:r>
            <a:r>
              <a:rPr dirty="0" sz="2500" spc="-10" b="0">
                <a:latin typeface="Comic Sans MS"/>
                <a:cs typeface="Comic Sans MS"/>
              </a:rPr>
              <a:t>attacks</a:t>
            </a:r>
            <a:r>
              <a:rPr dirty="0" sz="2500" b="0">
                <a:latin typeface="Comic Sans MS"/>
                <a:cs typeface="Comic Sans MS"/>
              </a:rPr>
              <a:t>	</a:t>
            </a:r>
            <a:r>
              <a:rPr dirty="0" sz="2500" spc="-20" b="0">
                <a:latin typeface="Comic Sans MS"/>
                <a:cs typeface="Comic Sans MS"/>
              </a:rPr>
              <a:t>from</a:t>
            </a:r>
            <a:r>
              <a:rPr dirty="0" sz="2500" b="0">
                <a:latin typeface="Comic Sans MS"/>
                <a:cs typeface="Comic Sans MS"/>
              </a:rPr>
              <a:t>	</a:t>
            </a:r>
            <a:r>
              <a:rPr dirty="0" sz="2500" spc="-10" b="0">
                <a:latin typeface="Comic Sans MS"/>
                <a:cs typeface="Comic Sans MS"/>
              </a:rPr>
              <a:t>spreading,</a:t>
            </a:r>
            <a:r>
              <a:rPr dirty="0" sz="2500" b="0">
                <a:latin typeface="Comic Sans MS"/>
                <a:cs typeface="Comic Sans MS"/>
              </a:rPr>
              <a:t>	</a:t>
            </a:r>
            <a:r>
              <a:rPr dirty="0" sz="2500" spc="-10" b="0">
                <a:latin typeface="Comic Sans MS"/>
                <a:cs typeface="Comic Sans MS"/>
              </a:rPr>
              <a:t>reducing </a:t>
            </a:r>
            <a:r>
              <a:rPr dirty="0" sz="2500" b="0">
                <a:latin typeface="Comic Sans MS"/>
                <a:cs typeface="Comic Sans MS"/>
              </a:rPr>
              <a:t>operational</a:t>
            </a:r>
            <a:r>
              <a:rPr dirty="0" sz="2500" spc="-60" b="0">
                <a:latin typeface="Comic Sans MS"/>
                <a:cs typeface="Comic Sans MS"/>
              </a:rPr>
              <a:t> </a:t>
            </a:r>
            <a:r>
              <a:rPr dirty="0" sz="2500" b="0">
                <a:latin typeface="Comic Sans MS"/>
                <a:cs typeface="Comic Sans MS"/>
              </a:rPr>
              <a:t>disruptions</a:t>
            </a:r>
            <a:r>
              <a:rPr dirty="0" sz="2500" spc="-55" b="0">
                <a:latin typeface="Comic Sans MS"/>
                <a:cs typeface="Comic Sans MS"/>
              </a:rPr>
              <a:t> </a:t>
            </a:r>
            <a:r>
              <a:rPr dirty="0" sz="2500" b="0">
                <a:latin typeface="Comic Sans MS"/>
                <a:cs typeface="Comic Sans MS"/>
              </a:rPr>
              <a:t>and</a:t>
            </a:r>
            <a:r>
              <a:rPr dirty="0" sz="2500" spc="-55" b="0">
                <a:latin typeface="Comic Sans MS"/>
                <a:cs typeface="Comic Sans MS"/>
              </a:rPr>
              <a:t> </a:t>
            </a:r>
            <a:r>
              <a:rPr dirty="0" sz="2500" b="0">
                <a:latin typeface="Comic Sans MS"/>
                <a:cs typeface="Comic Sans MS"/>
              </a:rPr>
              <a:t>financial</a:t>
            </a:r>
            <a:r>
              <a:rPr dirty="0" sz="2500" spc="-55" b="0">
                <a:latin typeface="Comic Sans MS"/>
                <a:cs typeface="Comic Sans MS"/>
              </a:rPr>
              <a:t> </a:t>
            </a:r>
            <a:r>
              <a:rPr dirty="0" sz="2500" b="0">
                <a:latin typeface="Comic Sans MS"/>
                <a:cs typeface="Comic Sans MS"/>
              </a:rPr>
              <a:t>losses</a:t>
            </a:r>
            <a:r>
              <a:rPr dirty="0" sz="2500" spc="-55" b="0">
                <a:latin typeface="Comic Sans MS"/>
                <a:cs typeface="Comic Sans MS"/>
              </a:rPr>
              <a:t> </a:t>
            </a:r>
            <a:r>
              <a:rPr dirty="0" sz="2500" b="0">
                <a:latin typeface="Comic Sans MS"/>
                <a:cs typeface="Comic Sans MS"/>
              </a:rPr>
              <a:t>from</a:t>
            </a:r>
            <a:r>
              <a:rPr dirty="0" sz="2500" spc="-55" b="0">
                <a:latin typeface="Comic Sans MS"/>
                <a:cs typeface="Comic Sans MS"/>
              </a:rPr>
              <a:t> </a:t>
            </a:r>
            <a:r>
              <a:rPr dirty="0" sz="2500" b="0">
                <a:latin typeface="Comic Sans MS"/>
                <a:cs typeface="Comic Sans MS"/>
              </a:rPr>
              <a:t>ransomware,</a:t>
            </a:r>
            <a:r>
              <a:rPr dirty="0" sz="2500" spc="-55" b="0">
                <a:latin typeface="Comic Sans MS"/>
                <a:cs typeface="Comic Sans MS"/>
              </a:rPr>
              <a:t> </a:t>
            </a:r>
            <a:r>
              <a:rPr dirty="0" sz="2500" b="0">
                <a:latin typeface="Comic Sans MS"/>
                <a:cs typeface="Comic Sans MS"/>
              </a:rPr>
              <a:t>data</a:t>
            </a:r>
            <a:r>
              <a:rPr dirty="0" sz="2500" spc="-60" b="0">
                <a:latin typeface="Comic Sans MS"/>
                <a:cs typeface="Comic Sans MS"/>
              </a:rPr>
              <a:t> </a:t>
            </a:r>
            <a:r>
              <a:rPr dirty="0" sz="2500" b="0">
                <a:latin typeface="Comic Sans MS"/>
                <a:cs typeface="Comic Sans MS"/>
              </a:rPr>
              <a:t>theft,</a:t>
            </a:r>
            <a:r>
              <a:rPr dirty="0" sz="2500" spc="-55" b="0">
                <a:latin typeface="Comic Sans MS"/>
                <a:cs typeface="Comic Sans MS"/>
              </a:rPr>
              <a:t> </a:t>
            </a:r>
            <a:r>
              <a:rPr dirty="0" sz="2500" b="0">
                <a:latin typeface="Comic Sans MS"/>
                <a:cs typeface="Comic Sans MS"/>
              </a:rPr>
              <a:t>or</a:t>
            </a:r>
            <a:r>
              <a:rPr dirty="0" sz="2500" spc="-55" b="0">
                <a:latin typeface="Comic Sans MS"/>
                <a:cs typeface="Comic Sans MS"/>
              </a:rPr>
              <a:t> </a:t>
            </a:r>
            <a:r>
              <a:rPr dirty="0" sz="2500" b="0">
                <a:latin typeface="Comic Sans MS"/>
                <a:cs typeface="Comic Sans MS"/>
              </a:rPr>
              <a:t>system</a:t>
            </a:r>
            <a:r>
              <a:rPr dirty="0" sz="2500" spc="-55" b="0">
                <a:latin typeface="Comic Sans MS"/>
                <a:cs typeface="Comic Sans MS"/>
              </a:rPr>
              <a:t> </a:t>
            </a:r>
            <a:r>
              <a:rPr dirty="0" sz="2500" spc="-10" b="0">
                <a:latin typeface="Comic Sans MS"/>
                <a:cs typeface="Comic Sans MS"/>
              </a:rPr>
              <a:t>shutdowns.</a:t>
            </a:r>
            <a:endParaRPr sz="2500">
              <a:latin typeface="Comic Sans MS"/>
              <a:cs typeface="Comic Sans MS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7024" y="2301875"/>
            <a:ext cx="114300" cy="11429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286324" y="2018468"/>
            <a:ext cx="14337665" cy="7541895"/>
          </a:xfrm>
          <a:prstGeom prst="rect">
            <a:avLst/>
          </a:prstGeom>
        </p:spPr>
        <p:txBody>
          <a:bodyPr wrap="square" lIns="0" tIns="24130" rIns="0" bIns="0" rtlCol="0" vert="horz">
            <a:spAutoFit/>
          </a:bodyPr>
          <a:lstStyle/>
          <a:p>
            <a:pPr marL="12700" marR="5080">
              <a:lnSpc>
                <a:spcPct val="109300"/>
              </a:lnSpc>
              <a:spcBef>
                <a:spcPts val="190"/>
              </a:spcBef>
            </a:pPr>
            <a:r>
              <a:rPr dirty="0" sz="3050" spc="-290" b="1">
                <a:latin typeface="Comic Sans MS"/>
                <a:cs typeface="Comic Sans MS"/>
              </a:rPr>
              <a:t>Protect</a:t>
            </a:r>
            <a:r>
              <a:rPr dirty="0" sz="3050" spc="-125" b="1">
                <a:latin typeface="Comic Sans MS"/>
                <a:cs typeface="Comic Sans MS"/>
              </a:rPr>
              <a:t> </a:t>
            </a:r>
            <a:r>
              <a:rPr dirty="0" sz="3050" spc="-325" b="1">
                <a:latin typeface="Comic Sans MS"/>
                <a:cs typeface="Comic Sans MS"/>
              </a:rPr>
              <a:t>Data</a:t>
            </a:r>
            <a:r>
              <a:rPr dirty="0" sz="3050" spc="-125" b="1">
                <a:latin typeface="Comic Sans MS"/>
                <a:cs typeface="Comic Sans MS"/>
              </a:rPr>
              <a:t> </a:t>
            </a:r>
            <a:r>
              <a:rPr dirty="0" sz="3050" spc="-380" b="1">
                <a:latin typeface="Comic Sans MS"/>
                <a:cs typeface="Comic Sans MS"/>
              </a:rPr>
              <a:t>&amp;</a:t>
            </a:r>
            <a:r>
              <a:rPr dirty="0" sz="3050" spc="-125" b="1">
                <a:latin typeface="Comic Sans MS"/>
                <a:cs typeface="Comic Sans MS"/>
              </a:rPr>
              <a:t> </a:t>
            </a:r>
            <a:r>
              <a:rPr dirty="0" sz="3050" spc="-300" b="1">
                <a:latin typeface="Comic Sans MS"/>
                <a:cs typeface="Comic Sans MS"/>
              </a:rPr>
              <a:t>Assets:</a:t>
            </a:r>
            <a:r>
              <a:rPr dirty="0" sz="3050" spc="-465" b="1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Identifies</a:t>
            </a:r>
            <a:r>
              <a:rPr dirty="0" sz="2500" spc="-60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and</a:t>
            </a:r>
            <a:r>
              <a:rPr dirty="0" sz="2500" spc="85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secures</a:t>
            </a:r>
            <a:r>
              <a:rPr dirty="0" sz="2500" spc="80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sensitive</a:t>
            </a:r>
            <a:r>
              <a:rPr dirty="0" sz="2500" spc="85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information</a:t>
            </a:r>
            <a:r>
              <a:rPr dirty="0" sz="2500" spc="85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(PII,</a:t>
            </a:r>
            <a:r>
              <a:rPr dirty="0" sz="2500" spc="80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PHI,</a:t>
            </a:r>
            <a:r>
              <a:rPr dirty="0" sz="2500" spc="85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trade</a:t>
            </a:r>
            <a:r>
              <a:rPr dirty="0" sz="2500" spc="80">
                <a:latin typeface="Comic Sans MS"/>
                <a:cs typeface="Comic Sans MS"/>
              </a:rPr>
              <a:t> </a:t>
            </a:r>
            <a:r>
              <a:rPr dirty="0" sz="2500" spc="-10">
                <a:latin typeface="Comic Sans MS"/>
                <a:cs typeface="Comic Sans MS"/>
              </a:rPr>
              <a:t>secrets) </a:t>
            </a:r>
            <a:r>
              <a:rPr dirty="0" sz="2500">
                <a:latin typeface="Comic Sans MS"/>
                <a:cs typeface="Comic Sans MS"/>
              </a:rPr>
              <a:t>from</a:t>
            </a:r>
            <a:r>
              <a:rPr dirty="0" sz="2500" spc="-45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exfiltration</a:t>
            </a:r>
            <a:r>
              <a:rPr dirty="0" sz="2500" spc="-45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or</a:t>
            </a:r>
            <a:r>
              <a:rPr dirty="0" sz="2500" spc="-45">
                <a:latin typeface="Comic Sans MS"/>
                <a:cs typeface="Comic Sans MS"/>
              </a:rPr>
              <a:t> </a:t>
            </a:r>
            <a:r>
              <a:rPr dirty="0" sz="2500" spc="-10">
                <a:latin typeface="Comic Sans MS"/>
                <a:cs typeface="Comic Sans MS"/>
              </a:rPr>
              <a:t>misuse.</a:t>
            </a:r>
            <a:endParaRPr sz="2500">
              <a:latin typeface="Comic Sans MS"/>
              <a:cs typeface="Comic Sans MS"/>
            </a:endParaRPr>
          </a:p>
          <a:p>
            <a:pPr marL="12700" marR="5080">
              <a:lnSpc>
                <a:spcPct val="109300"/>
              </a:lnSpc>
              <a:spcBef>
                <a:spcPts val="3010"/>
              </a:spcBef>
            </a:pPr>
            <a:r>
              <a:rPr dirty="0" sz="3050" spc="-300" b="1">
                <a:latin typeface="Comic Sans MS"/>
                <a:cs typeface="Comic Sans MS"/>
              </a:rPr>
              <a:t>Preserve</a:t>
            </a:r>
            <a:r>
              <a:rPr dirty="0" sz="3050" spc="-110" b="1">
                <a:latin typeface="Comic Sans MS"/>
                <a:cs typeface="Comic Sans MS"/>
              </a:rPr>
              <a:t> </a:t>
            </a:r>
            <a:r>
              <a:rPr dirty="0" sz="3050" spc="-295" b="1">
                <a:latin typeface="Comic Sans MS"/>
                <a:cs typeface="Comic Sans MS"/>
              </a:rPr>
              <a:t>Reputation</a:t>
            </a:r>
            <a:r>
              <a:rPr dirty="0" sz="3050" spc="-110" b="1">
                <a:latin typeface="Comic Sans MS"/>
                <a:cs typeface="Comic Sans MS"/>
              </a:rPr>
              <a:t> </a:t>
            </a:r>
            <a:r>
              <a:rPr dirty="0" sz="3050" spc="-380" b="1">
                <a:latin typeface="Comic Sans MS"/>
                <a:cs typeface="Comic Sans MS"/>
              </a:rPr>
              <a:t>&amp;</a:t>
            </a:r>
            <a:r>
              <a:rPr dirty="0" sz="3050" spc="-110" b="1">
                <a:latin typeface="Comic Sans MS"/>
                <a:cs typeface="Comic Sans MS"/>
              </a:rPr>
              <a:t> </a:t>
            </a:r>
            <a:r>
              <a:rPr dirty="0" sz="3050" spc="-295" b="1">
                <a:latin typeface="Comic Sans MS"/>
                <a:cs typeface="Comic Sans MS"/>
              </a:rPr>
              <a:t>Trust:</a:t>
            </a:r>
            <a:r>
              <a:rPr dirty="0" sz="3050" spc="-445" b="1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Shows</a:t>
            </a:r>
            <a:r>
              <a:rPr dirty="0" sz="2500" spc="-40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stakeholders</a:t>
            </a:r>
            <a:r>
              <a:rPr dirty="0" sz="2500" spc="100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(customers,</a:t>
            </a:r>
            <a:r>
              <a:rPr dirty="0" sz="2500" spc="105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partners)</a:t>
            </a:r>
            <a:r>
              <a:rPr dirty="0" sz="2500" spc="100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that</a:t>
            </a:r>
            <a:r>
              <a:rPr dirty="0" sz="2500" spc="105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the</a:t>
            </a:r>
            <a:r>
              <a:rPr dirty="0" sz="2500" spc="100">
                <a:latin typeface="Comic Sans MS"/>
                <a:cs typeface="Comic Sans MS"/>
              </a:rPr>
              <a:t> </a:t>
            </a:r>
            <a:r>
              <a:rPr dirty="0" sz="2500" spc="-10">
                <a:latin typeface="Comic Sans MS"/>
                <a:cs typeface="Comic Sans MS"/>
              </a:rPr>
              <a:t>organization </a:t>
            </a:r>
            <a:r>
              <a:rPr dirty="0" sz="2500">
                <a:latin typeface="Comic Sans MS"/>
                <a:cs typeface="Comic Sans MS"/>
              </a:rPr>
              <a:t>takes</a:t>
            </a:r>
            <a:r>
              <a:rPr dirty="0" sz="2500" spc="-65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security</a:t>
            </a:r>
            <a:r>
              <a:rPr dirty="0" sz="2500" spc="-60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seriously,</a:t>
            </a:r>
            <a:r>
              <a:rPr dirty="0" sz="2500" spc="-60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fostering</a:t>
            </a:r>
            <a:r>
              <a:rPr dirty="0" sz="2500" spc="-60">
                <a:latin typeface="Comic Sans MS"/>
                <a:cs typeface="Comic Sans MS"/>
              </a:rPr>
              <a:t> </a:t>
            </a:r>
            <a:r>
              <a:rPr dirty="0" sz="2500" spc="-10">
                <a:latin typeface="Comic Sans MS"/>
                <a:cs typeface="Comic Sans MS"/>
              </a:rPr>
              <a:t>loyalty.</a:t>
            </a:r>
            <a:endParaRPr sz="2500">
              <a:latin typeface="Comic Sans MS"/>
              <a:cs typeface="Comic Sans MS"/>
            </a:endParaRPr>
          </a:p>
          <a:p>
            <a:pPr marL="12700" marR="5080">
              <a:lnSpc>
                <a:spcPct val="109300"/>
              </a:lnSpc>
              <a:spcBef>
                <a:spcPts val="3010"/>
              </a:spcBef>
            </a:pPr>
            <a:r>
              <a:rPr dirty="0" sz="3050" spc="-310" b="1">
                <a:latin typeface="Comic Sans MS"/>
                <a:cs typeface="Comic Sans MS"/>
              </a:rPr>
              <a:t>Ensure</a:t>
            </a:r>
            <a:r>
              <a:rPr dirty="0" sz="3050" spc="-80" b="1">
                <a:latin typeface="Comic Sans MS"/>
                <a:cs typeface="Comic Sans MS"/>
              </a:rPr>
              <a:t> </a:t>
            </a:r>
            <a:r>
              <a:rPr dirty="0" sz="3050" spc="-295" b="1">
                <a:latin typeface="Comic Sans MS"/>
                <a:cs typeface="Comic Sans MS"/>
              </a:rPr>
              <a:t>Compliance:</a:t>
            </a:r>
            <a:r>
              <a:rPr dirty="0" sz="3050" spc="-415" b="1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Helps</a:t>
            </a:r>
            <a:r>
              <a:rPr dirty="0" sz="2500" spc="30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meet</a:t>
            </a:r>
            <a:r>
              <a:rPr dirty="0" sz="2500" spc="120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legal</a:t>
            </a:r>
            <a:r>
              <a:rPr dirty="0" sz="2500" spc="120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and</a:t>
            </a:r>
            <a:r>
              <a:rPr dirty="0" sz="2500" spc="125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regulatory</a:t>
            </a:r>
            <a:r>
              <a:rPr dirty="0" sz="2500" spc="120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requirements</a:t>
            </a:r>
            <a:r>
              <a:rPr dirty="0" sz="2500" spc="120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(GDPR,</a:t>
            </a:r>
            <a:r>
              <a:rPr dirty="0" sz="2500" spc="120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HIPAA,</a:t>
            </a:r>
            <a:r>
              <a:rPr dirty="0" sz="2500" spc="125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PCI</a:t>
            </a:r>
            <a:r>
              <a:rPr dirty="0" sz="2500" spc="120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DSS)</a:t>
            </a:r>
            <a:r>
              <a:rPr dirty="0" sz="2500" spc="120">
                <a:latin typeface="Comic Sans MS"/>
                <a:cs typeface="Comic Sans MS"/>
              </a:rPr>
              <a:t> </a:t>
            </a:r>
            <a:r>
              <a:rPr dirty="0" sz="2500" spc="-25">
                <a:latin typeface="Comic Sans MS"/>
                <a:cs typeface="Comic Sans MS"/>
              </a:rPr>
              <a:t>by </a:t>
            </a:r>
            <a:r>
              <a:rPr dirty="0" sz="2500">
                <a:latin typeface="Comic Sans MS"/>
                <a:cs typeface="Comic Sans MS"/>
              </a:rPr>
              <a:t>providing</a:t>
            </a:r>
            <a:r>
              <a:rPr dirty="0" sz="2500" spc="-45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a</a:t>
            </a:r>
            <a:r>
              <a:rPr dirty="0" sz="2500" spc="-45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structured</a:t>
            </a:r>
            <a:r>
              <a:rPr dirty="0" sz="2500" spc="-45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response</a:t>
            </a:r>
            <a:r>
              <a:rPr dirty="0" sz="2500" spc="-45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to</a:t>
            </a:r>
            <a:r>
              <a:rPr dirty="0" sz="2500" spc="-45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data</a:t>
            </a:r>
            <a:r>
              <a:rPr dirty="0" sz="2500" spc="-45">
                <a:latin typeface="Comic Sans MS"/>
                <a:cs typeface="Comic Sans MS"/>
              </a:rPr>
              <a:t> </a:t>
            </a:r>
            <a:r>
              <a:rPr dirty="0" sz="2500" spc="-10">
                <a:latin typeface="Comic Sans MS"/>
                <a:cs typeface="Comic Sans MS"/>
              </a:rPr>
              <a:t>breaches.</a:t>
            </a:r>
            <a:endParaRPr sz="2500">
              <a:latin typeface="Comic Sans MS"/>
              <a:cs typeface="Comic Sans MS"/>
            </a:endParaRPr>
          </a:p>
          <a:p>
            <a:pPr marL="12700" marR="5080">
              <a:lnSpc>
                <a:spcPct val="109300"/>
              </a:lnSpc>
              <a:spcBef>
                <a:spcPts val="3010"/>
              </a:spcBef>
            </a:pPr>
            <a:r>
              <a:rPr dirty="0" sz="3050" spc="-320" b="1">
                <a:latin typeface="Comic Sans MS"/>
                <a:cs typeface="Comic Sans MS"/>
              </a:rPr>
              <a:t>Improve</a:t>
            </a:r>
            <a:r>
              <a:rPr dirty="0" sz="3050" spc="-135" b="1">
                <a:latin typeface="Comic Sans MS"/>
                <a:cs typeface="Comic Sans MS"/>
              </a:rPr>
              <a:t> </a:t>
            </a:r>
            <a:r>
              <a:rPr dirty="0" sz="3050" spc="-295" b="1">
                <a:latin typeface="Comic Sans MS"/>
                <a:cs typeface="Comic Sans MS"/>
              </a:rPr>
              <a:t>Security</a:t>
            </a:r>
            <a:r>
              <a:rPr dirty="0" sz="3050" spc="-135" b="1">
                <a:latin typeface="Comic Sans MS"/>
                <a:cs typeface="Comic Sans MS"/>
              </a:rPr>
              <a:t> </a:t>
            </a:r>
            <a:r>
              <a:rPr dirty="0" sz="3050" spc="-290" b="1">
                <a:latin typeface="Comic Sans MS"/>
                <a:cs typeface="Comic Sans MS"/>
              </a:rPr>
              <a:t>Posture:</a:t>
            </a:r>
            <a:r>
              <a:rPr dirty="0" sz="3050" spc="-135" b="1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Analysis</a:t>
            </a:r>
            <a:r>
              <a:rPr dirty="0" sz="2500" spc="-50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of</a:t>
            </a:r>
            <a:r>
              <a:rPr dirty="0" sz="2500" spc="75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incidents</a:t>
            </a:r>
            <a:r>
              <a:rPr dirty="0" sz="2500" spc="75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reveals</a:t>
            </a:r>
            <a:r>
              <a:rPr dirty="0" sz="2500" spc="75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vulnerabilities,</a:t>
            </a:r>
            <a:r>
              <a:rPr dirty="0" sz="2500" spc="75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allowing</a:t>
            </a:r>
            <a:r>
              <a:rPr dirty="0" sz="2500" spc="75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for</a:t>
            </a:r>
            <a:r>
              <a:rPr dirty="0" sz="2500" spc="75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root</a:t>
            </a:r>
            <a:r>
              <a:rPr dirty="0" sz="2500" spc="80">
                <a:latin typeface="Comic Sans MS"/>
                <a:cs typeface="Comic Sans MS"/>
              </a:rPr>
              <a:t> </a:t>
            </a:r>
            <a:r>
              <a:rPr dirty="0" sz="2500" spc="-20">
                <a:latin typeface="Comic Sans MS"/>
                <a:cs typeface="Comic Sans MS"/>
              </a:rPr>
              <a:t>cause </a:t>
            </a:r>
            <a:r>
              <a:rPr dirty="0" sz="2500">
                <a:latin typeface="Comic Sans MS"/>
                <a:cs typeface="Comic Sans MS"/>
              </a:rPr>
              <a:t>elimination</a:t>
            </a:r>
            <a:r>
              <a:rPr dirty="0" sz="2500" spc="-60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and</a:t>
            </a:r>
            <a:r>
              <a:rPr dirty="0" sz="2500" spc="-60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stronger</a:t>
            </a:r>
            <a:r>
              <a:rPr dirty="0" sz="2500" spc="-55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future</a:t>
            </a:r>
            <a:r>
              <a:rPr dirty="0" sz="2500" spc="-60">
                <a:latin typeface="Comic Sans MS"/>
                <a:cs typeface="Comic Sans MS"/>
              </a:rPr>
              <a:t> </a:t>
            </a:r>
            <a:r>
              <a:rPr dirty="0" sz="2500" spc="-10">
                <a:latin typeface="Comic Sans MS"/>
                <a:cs typeface="Comic Sans MS"/>
              </a:rPr>
              <a:t>defenses.</a:t>
            </a:r>
            <a:endParaRPr sz="2500">
              <a:latin typeface="Comic Sans MS"/>
              <a:cs typeface="Comic Sans MS"/>
            </a:endParaRPr>
          </a:p>
          <a:p>
            <a:pPr marL="12700" marR="5080">
              <a:lnSpc>
                <a:spcPct val="109300"/>
              </a:lnSpc>
              <a:spcBef>
                <a:spcPts val="3010"/>
              </a:spcBef>
            </a:pPr>
            <a:r>
              <a:rPr dirty="0" sz="3050" spc="-300" b="1">
                <a:latin typeface="Comic Sans MS"/>
                <a:cs typeface="Comic Sans MS"/>
              </a:rPr>
              <a:t>Maintain</a:t>
            </a:r>
            <a:r>
              <a:rPr dirty="0" sz="3050" spc="-85" b="1">
                <a:latin typeface="Comic Sans MS"/>
                <a:cs typeface="Comic Sans MS"/>
              </a:rPr>
              <a:t> </a:t>
            </a:r>
            <a:r>
              <a:rPr dirty="0" sz="3050" spc="-285" b="1">
                <a:latin typeface="Comic Sans MS"/>
                <a:cs typeface="Comic Sans MS"/>
              </a:rPr>
              <a:t>Business</a:t>
            </a:r>
            <a:r>
              <a:rPr dirty="0" sz="3050" spc="-85" b="1">
                <a:latin typeface="Comic Sans MS"/>
                <a:cs typeface="Comic Sans MS"/>
              </a:rPr>
              <a:t> </a:t>
            </a:r>
            <a:r>
              <a:rPr dirty="0" sz="3050" spc="-275" b="1">
                <a:latin typeface="Comic Sans MS"/>
                <a:cs typeface="Comic Sans MS"/>
              </a:rPr>
              <a:t>Continuity:</a:t>
            </a:r>
            <a:r>
              <a:rPr dirty="0" sz="3050" spc="-85" b="1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Restores</a:t>
            </a:r>
            <a:r>
              <a:rPr dirty="0" sz="2500" spc="30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critical</a:t>
            </a:r>
            <a:r>
              <a:rPr dirty="0" sz="2500" spc="130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systems</a:t>
            </a:r>
            <a:r>
              <a:rPr dirty="0" sz="2500" spc="130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and</a:t>
            </a:r>
            <a:r>
              <a:rPr dirty="0" sz="2500" spc="135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services</a:t>
            </a:r>
            <a:r>
              <a:rPr dirty="0" sz="2500" spc="130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quickly,</a:t>
            </a:r>
            <a:r>
              <a:rPr dirty="0" sz="2500" spc="130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keeping</a:t>
            </a:r>
            <a:r>
              <a:rPr dirty="0" sz="2500" spc="130">
                <a:latin typeface="Comic Sans MS"/>
                <a:cs typeface="Comic Sans MS"/>
              </a:rPr>
              <a:t> </a:t>
            </a:r>
            <a:r>
              <a:rPr dirty="0" sz="2500" spc="-10">
                <a:latin typeface="Comic Sans MS"/>
                <a:cs typeface="Comic Sans MS"/>
              </a:rPr>
              <a:t>essential </a:t>
            </a:r>
            <a:r>
              <a:rPr dirty="0" sz="2500">
                <a:latin typeface="Comic Sans MS"/>
                <a:cs typeface="Comic Sans MS"/>
              </a:rPr>
              <a:t>operations</a:t>
            </a:r>
            <a:r>
              <a:rPr dirty="0" sz="2500" spc="-90">
                <a:latin typeface="Comic Sans MS"/>
                <a:cs typeface="Comic Sans MS"/>
              </a:rPr>
              <a:t> </a:t>
            </a:r>
            <a:r>
              <a:rPr dirty="0" sz="2500" spc="-10">
                <a:latin typeface="Comic Sans MS"/>
                <a:cs typeface="Comic Sans MS"/>
              </a:rPr>
              <a:t>running.</a:t>
            </a:r>
            <a:endParaRPr sz="2500">
              <a:latin typeface="Comic Sans MS"/>
              <a:cs typeface="Comic Sans MS"/>
            </a:endParaRPr>
          </a:p>
          <a:p>
            <a:pPr marL="12700" marR="5080">
              <a:lnSpc>
                <a:spcPct val="109300"/>
              </a:lnSpc>
              <a:spcBef>
                <a:spcPts val="3010"/>
              </a:spcBef>
              <a:tabLst>
                <a:tab pos="3808729" algn="l"/>
                <a:tab pos="5428615" algn="l"/>
                <a:tab pos="6360795" algn="l"/>
                <a:tab pos="8067040" algn="l"/>
                <a:tab pos="8849995" algn="l"/>
                <a:tab pos="10431780" algn="l"/>
                <a:tab pos="11804015" algn="l"/>
                <a:tab pos="13491210" algn="l"/>
              </a:tabLst>
            </a:pPr>
            <a:r>
              <a:rPr dirty="0" sz="3050" spc="-330" b="1">
                <a:latin typeface="Comic Sans MS"/>
                <a:cs typeface="Comic Sans MS"/>
              </a:rPr>
              <a:t>Reduce</a:t>
            </a:r>
            <a:r>
              <a:rPr dirty="0" sz="3050" spc="165" b="1">
                <a:latin typeface="Comic Sans MS"/>
                <a:cs typeface="Comic Sans MS"/>
              </a:rPr>
              <a:t> </a:t>
            </a:r>
            <a:r>
              <a:rPr dirty="0" sz="3050" spc="-290" b="1">
                <a:latin typeface="Comic Sans MS"/>
                <a:cs typeface="Comic Sans MS"/>
              </a:rPr>
              <a:t>Costs:</a:t>
            </a:r>
            <a:r>
              <a:rPr dirty="0" sz="3050" spc="-180" b="1">
                <a:latin typeface="Comic Sans MS"/>
                <a:cs typeface="Comic Sans MS"/>
              </a:rPr>
              <a:t> </a:t>
            </a:r>
            <a:r>
              <a:rPr dirty="0" sz="2500" spc="-10">
                <a:latin typeface="Comic Sans MS"/>
                <a:cs typeface="Comic Sans MS"/>
              </a:rPr>
              <a:t>Prevents</a:t>
            </a:r>
            <a:r>
              <a:rPr dirty="0" sz="2500">
                <a:latin typeface="Comic Sans MS"/>
                <a:cs typeface="Comic Sans MS"/>
              </a:rPr>
              <a:t>	</a:t>
            </a:r>
            <a:r>
              <a:rPr dirty="0" sz="2500" spc="-10">
                <a:latin typeface="Comic Sans MS"/>
                <a:cs typeface="Comic Sans MS"/>
              </a:rPr>
              <a:t>escalating</a:t>
            </a:r>
            <a:r>
              <a:rPr dirty="0" sz="2500">
                <a:latin typeface="Comic Sans MS"/>
                <a:cs typeface="Comic Sans MS"/>
              </a:rPr>
              <a:t>	</a:t>
            </a:r>
            <a:r>
              <a:rPr dirty="0" sz="2500" spc="-10">
                <a:latin typeface="Comic Sans MS"/>
                <a:cs typeface="Comic Sans MS"/>
              </a:rPr>
              <a:t>costs</a:t>
            </a:r>
            <a:r>
              <a:rPr dirty="0" sz="2500">
                <a:latin typeface="Comic Sans MS"/>
                <a:cs typeface="Comic Sans MS"/>
              </a:rPr>
              <a:t>	</a:t>
            </a:r>
            <a:r>
              <a:rPr dirty="0" sz="2500" spc="-10">
                <a:latin typeface="Comic Sans MS"/>
                <a:cs typeface="Comic Sans MS"/>
              </a:rPr>
              <a:t>associated</a:t>
            </a:r>
            <a:r>
              <a:rPr dirty="0" sz="2500">
                <a:latin typeface="Comic Sans MS"/>
                <a:cs typeface="Comic Sans MS"/>
              </a:rPr>
              <a:t>	</a:t>
            </a:r>
            <a:r>
              <a:rPr dirty="0" sz="2500" spc="-20">
                <a:latin typeface="Comic Sans MS"/>
                <a:cs typeface="Comic Sans MS"/>
              </a:rPr>
              <a:t>with</a:t>
            </a:r>
            <a:r>
              <a:rPr dirty="0" sz="2500">
                <a:latin typeface="Comic Sans MS"/>
                <a:cs typeface="Comic Sans MS"/>
              </a:rPr>
              <a:t>	</a:t>
            </a:r>
            <a:r>
              <a:rPr dirty="0" sz="2500" spc="-10">
                <a:latin typeface="Comic Sans MS"/>
                <a:cs typeface="Comic Sans MS"/>
              </a:rPr>
              <a:t>prolonged</a:t>
            </a:r>
            <a:r>
              <a:rPr dirty="0" sz="2500">
                <a:latin typeface="Comic Sans MS"/>
                <a:cs typeface="Comic Sans MS"/>
              </a:rPr>
              <a:t>	</a:t>
            </a:r>
            <a:r>
              <a:rPr dirty="0" sz="2500" spc="-10">
                <a:latin typeface="Comic Sans MS"/>
                <a:cs typeface="Comic Sans MS"/>
              </a:rPr>
              <a:t>outages,</a:t>
            </a:r>
            <a:r>
              <a:rPr dirty="0" sz="2500">
                <a:latin typeface="Comic Sans MS"/>
                <a:cs typeface="Comic Sans MS"/>
              </a:rPr>
              <a:t>	</a:t>
            </a:r>
            <a:r>
              <a:rPr dirty="0" sz="2500" spc="-10">
                <a:latin typeface="Comic Sans MS"/>
                <a:cs typeface="Comic Sans MS"/>
              </a:rPr>
              <a:t>regulatory</a:t>
            </a:r>
            <a:r>
              <a:rPr dirty="0" sz="2500">
                <a:latin typeface="Comic Sans MS"/>
                <a:cs typeface="Comic Sans MS"/>
              </a:rPr>
              <a:t>	</a:t>
            </a:r>
            <a:r>
              <a:rPr dirty="0" sz="2500" spc="-10">
                <a:latin typeface="Comic Sans MS"/>
                <a:cs typeface="Comic Sans MS"/>
              </a:rPr>
              <a:t>fines, </a:t>
            </a:r>
            <a:r>
              <a:rPr dirty="0" sz="2500">
                <a:latin typeface="Comic Sans MS"/>
                <a:cs typeface="Comic Sans MS"/>
              </a:rPr>
              <a:t>legal</a:t>
            </a:r>
            <a:r>
              <a:rPr dirty="0" sz="2500" spc="-65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fees,</a:t>
            </a:r>
            <a:r>
              <a:rPr dirty="0" sz="2500" spc="-60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and</a:t>
            </a:r>
            <a:r>
              <a:rPr dirty="0" sz="2500" spc="-60">
                <a:latin typeface="Comic Sans MS"/>
                <a:cs typeface="Comic Sans MS"/>
              </a:rPr>
              <a:t> </a:t>
            </a:r>
            <a:r>
              <a:rPr dirty="0" sz="2500">
                <a:latin typeface="Comic Sans MS"/>
                <a:cs typeface="Comic Sans MS"/>
              </a:rPr>
              <a:t>reputational</a:t>
            </a:r>
            <a:r>
              <a:rPr dirty="0" sz="2500" spc="-60">
                <a:latin typeface="Comic Sans MS"/>
                <a:cs typeface="Comic Sans MS"/>
              </a:rPr>
              <a:t> </a:t>
            </a:r>
            <a:r>
              <a:rPr dirty="0" sz="2500" spc="-10">
                <a:latin typeface="Comic Sans MS"/>
                <a:cs typeface="Comic Sans MS"/>
              </a:rPr>
              <a:t>damage.</a:t>
            </a:r>
            <a:endParaRPr sz="2500">
              <a:latin typeface="Comic Sans MS"/>
              <a:cs typeface="Comic Sans MS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7024" y="3616325"/>
            <a:ext cx="114300" cy="11429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7024" y="4930774"/>
            <a:ext cx="114300" cy="11429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7024" y="6245224"/>
            <a:ext cx="114300" cy="114299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7024" y="7559674"/>
            <a:ext cx="114300" cy="114299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7024" y="8874124"/>
            <a:ext cx="114300" cy="114299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553249" y="0"/>
            <a:ext cx="2734945" cy="10287000"/>
            <a:chOff x="15553249" y="0"/>
            <a:chExt cx="2734945" cy="10287000"/>
          </a:xfrm>
        </p:grpSpPr>
        <p:sp>
          <p:nvSpPr>
            <p:cNvPr id="3" name="object 3"/>
            <p:cNvSpPr/>
            <p:nvPr/>
          </p:nvSpPr>
          <p:spPr>
            <a:xfrm>
              <a:off x="15553249" y="0"/>
              <a:ext cx="2734945" cy="10287000"/>
            </a:xfrm>
            <a:custGeom>
              <a:avLst/>
              <a:gdLst/>
              <a:ahLst/>
              <a:cxnLst/>
              <a:rect l="l" t="t" r="r" b="b"/>
              <a:pathLst>
                <a:path w="2734944" h="10287000">
                  <a:moveTo>
                    <a:pt x="727011" y="10287000"/>
                  </a:moveTo>
                  <a:lnTo>
                    <a:pt x="779927" y="8067176"/>
                  </a:lnTo>
                  <a:lnTo>
                    <a:pt x="455832" y="8264828"/>
                  </a:lnTo>
                  <a:lnTo>
                    <a:pt x="334756" y="8520630"/>
                  </a:lnTo>
                  <a:lnTo>
                    <a:pt x="293648" y="8874393"/>
                  </a:lnTo>
                  <a:lnTo>
                    <a:pt x="0" y="9289203"/>
                  </a:lnTo>
                  <a:lnTo>
                    <a:pt x="103447" y="9752295"/>
                  </a:lnTo>
                  <a:lnTo>
                    <a:pt x="384759" y="10009582"/>
                  </a:lnTo>
                  <a:lnTo>
                    <a:pt x="378146" y="10287000"/>
                  </a:lnTo>
                  <a:lnTo>
                    <a:pt x="727011" y="10287000"/>
                  </a:lnTo>
                  <a:close/>
                </a:path>
                <a:path w="2734944" h="10287000">
                  <a:moveTo>
                    <a:pt x="586809" y="1997404"/>
                  </a:moveTo>
                  <a:lnTo>
                    <a:pt x="614320" y="843315"/>
                  </a:lnTo>
                  <a:lnTo>
                    <a:pt x="336085" y="1580317"/>
                  </a:lnTo>
                  <a:lnTo>
                    <a:pt x="500606" y="1893043"/>
                  </a:lnTo>
                  <a:lnTo>
                    <a:pt x="586809" y="1997404"/>
                  </a:lnTo>
                  <a:close/>
                </a:path>
                <a:path w="2734944" h="10287000">
                  <a:moveTo>
                    <a:pt x="2734752" y="10287000"/>
                  </a:moveTo>
                  <a:lnTo>
                    <a:pt x="2734752" y="0"/>
                  </a:lnTo>
                  <a:lnTo>
                    <a:pt x="557905" y="0"/>
                  </a:lnTo>
                  <a:lnTo>
                    <a:pt x="485748" y="496316"/>
                  </a:lnTo>
                  <a:lnTo>
                    <a:pt x="614320" y="843315"/>
                  </a:lnTo>
                  <a:lnTo>
                    <a:pt x="586809" y="1997404"/>
                  </a:lnTo>
                  <a:lnTo>
                    <a:pt x="838014" y="2301524"/>
                  </a:lnTo>
                  <a:lnTo>
                    <a:pt x="816517" y="3203315"/>
                  </a:lnTo>
                  <a:lnTo>
                    <a:pt x="817621" y="3208532"/>
                  </a:lnTo>
                  <a:lnTo>
                    <a:pt x="783270" y="4649534"/>
                  </a:lnTo>
                  <a:lnTo>
                    <a:pt x="884949" y="4795181"/>
                  </a:lnTo>
                  <a:lnTo>
                    <a:pt x="834878" y="6895682"/>
                  </a:lnTo>
                  <a:lnTo>
                    <a:pt x="860277" y="6974153"/>
                  </a:lnTo>
                  <a:lnTo>
                    <a:pt x="781306" y="10287000"/>
                  </a:lnTo>
                  <a:lnTo>
                    <a:pt x="2734752" y="10287000"/>
                  </a:lnTo>
                  <a:close/>
                </a:path>
                <a:path w="2734944" h="10287000">
                  <a:moveTo>
                    <a:pt x="378146" y="10287000"/>
                  </a:moveTo>
                  <a:lnTo>
                    <a:pt x="384759" y="10009582"/>
                  </a:lnTo>
                  <a:lnTo>
                    <a:pt x="329200" y="10287000"/>
                  </a:lnTo>
                  <a:lnTo>
                    <a:pt x="378146" y="10287000"/>
                  </a:lnTo>
                  <a:close/>
                </a:path>
                <a:path w="2734944" h="10287000">
                  <a:moveTo>
                    <a:pt x="783270" y="4649534"/>
                  </a:moveTo>
                  <a:lnTo>
                    <a:pt x="817621" y="3208532"/>
                  </a:lnTo>
                  <a:lnTo>
                    <a:pt x="782587" y="3554825"/>
                  </a:lnTo>
                  <a:lnTo>
                    <a:pt x="693633" y="3926610"/>
                  </a:lnTo>
                  <a:lnTo>
                    <a:pt x="549494" y="4376921"/>
                  </a:lnTo>
                  <a:lnTo>
                    <a:pt x="783270" y="4649534"/>
                  </a:lnTo>
                  <a:close/>
                </a:path>
                <a:path w="2734944" h="10287000">
                  <a:moveTo>
                    <a:pt x="816517" y="3203315"/>
                  </a:moveTo>
                  <a:lnTo>
                    <a:pt x="838014" y="2301524"/>
                  </a:lnTo>
                  <a:lnTo>
                    <a:pt x="716051" y="2728534"/>
                  </a:lnTo>
                  <a:lnTo>
                    <a:pt x="816517" y="3203315"/>
                  </a:lnTo>
                  <a:close/>
                </a:path>
                <a:path w="2734944" h="10287000">
                  <a:moveTo>
                    <a:pt x="781306" y="10287000"/>
                  </a:moveTo>
                  <a:lnTo>
                    <a:pt x="860277" y="6974153"/>
                  </a:lnTo>
                  <a:lnTo>
                    <a:pt x="639810" y="7256328"/>
                  </a:lnTo>
                  <a:lnTo>
                    <a:pt x="766875" y="7532539"/>
                  </a:lnTo>
                  <a:lnTo>
                    <a:pt x="755982" y="7989517"/>
                  </a:lnTo>
                  <a:lnTo>
                    <a:pt x="779927" y="8067176"/>
                  </a:lnTo>
                  <a:lnTo>
                    <a:pt x="727011" y="10287000"/>
                  </a:lnTo>
                  <a:lnTo>
                    <a:pt x="781306" y="10287000"/>
                  </a:lnTo>
                  <a:close/>
                </a:path>
                <a:path w="2734944" h="10287000">
                  <a:moveTo>
                    <a:pt x="834878" y="6895682"/>
                  </a:moveTo>
                  <a:lnTo>
                    <a:pt x="859097" y="5879677"/>
                  </a:lnTo>
                  <a:lnTo>
                    <a:pt x="734991" y="6200754"/>
                  </a:lnTo>
                  <a:lnTo>
                    <a:pt x="686140" y="6436167"/>
                  </a:lnTo>
                  <a:lnTo>
                    <a:pt x="834878" y="6895682"/>
                  </a:lnTo>
                  <a:close/>
                </a:path>
                <a:path w="2734944" h="10287000">
                  <a:moveTo>
                    <a:pt x="755982" y="7989517"/>
                  </a:moveTo>
                  <a:lnTo>
                    <a:pt x="766875" y="7532539"/>
                  </a:lnTo>
                  <a:lnTo>
                    <a:pt x="680726" y="7745444"/>
                  </a:lnTo>
                  <a:lnTo>
                    <a:pt x="755982" y="7989517"/>
                  </a:lnTo>
                  <a:close/>
                </a:path>
                <a:path w="2734944" h="10287000">
                  <a:moveTo>
                    <a:pt x="859097" y="5879677"/>
                  </a:moveTo>
                  <a:lnTo>
                    <a:pt x="884949" y="4795181"/>
                  </a:lnTo>
                  <a:lnTo>
                    <a:pt x="796082" y="5183920"/>
                  </a:lnTo>
                  <a:lnTo>
                    <a:pt x="808203" y="5541163"/>
                  </a:lnTo>
                  <a:lnTo>
                    <a:pt x="859097" y="58796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5705595" y="0"/>
              <a:ext cx="2582545" cy="10287000"/>
            </a:xfrm>
            <a:custGeom>
              <a:avLst/>
              <a:gdLst/>
              <a:ahLst/>
              <a:cxnLst/>
              <a:rect l="l" t="t" r="r" b="b"/>
              <a:pathLst>
                <a:path w="2582544" h="10287000">
                  <a:moveTo>
                    <a:pt x="324672" y="9633137"/>
                  </a:moveTo>
                  <a:lnTo>
                    <a:pt x="348813" y="8620406"/>
                  </a:lnTo>
                  <a:lnTo>
                    <a:pt x="15010" y="8947047"/>
                  </a:lnTo>
                  <a:lnTo>
                    <a:pt x="0" y="9288167"/>
                  </a:lnTo>
                  <a:lnTo>
                    <a:pt x="324672" y="9633137"/>
                  </a:lnTo>
                  <a:close/>
                </a:path>
                <a:path w="2582544" h="10287000">
                  <a:moveTo>
                    <a:pt x="641724" y="1743619"/>
                  </a:moveTo>
                  <a:lnTo>
                    <a:pt x="669240" y="589323"/>
                  </a:lnTo>
                  <a:lnTo>
                    <a:pt x="391239" y="1326822"/>
                  </a:lnTo>
                  <a:lnTo>
                    <a:pt x="555760" y="1639548"/>
                  </a:lnTo>
                  <a:lnTo>
                    <a:pt x="641724" y="1743619"/>
                  </a:lnTo>
                  <a:close/>
                </a:path>
                <a:path w="2582544" h="10287000">
                  <a:moveTo>
                    <a:pt x="2582406" y="10287000"/>
                  </a:moveTo>
                  <a:lnTo>
                    <a:pt x="2582406" y="0"/>
                  </a:lnTo>
                  <a:lnTo>
                    <a:pt x="440705" y="0"/>
                  </a:lnTo>
                  <a:lnTo>
                    <a:pt x="540914" y="242330"/>
                  </a:lnTo>
                  <a:lnTo>
                    <a:pt x="669240" y="589323"/>
                  </a:lnTo>
                  <a:lnTo>
                    <a:pt x="641724" y="1743619"/>
                  </a:lnTo>
                  <a:lnTo>
                    <a:pt x="893168" y="2048028"/>
                  </a:lnTo>
                  <a:lnTo>
                    <a:pt x="871652" y="2950608"/>
                  </a:lnTo>
                  <a:lnTo>
                    <a:pt x="872757" y="2955773"/>
                  </a:lnTo>
                  <a:lnTo>
                    <a:pt x="838407" y="4396774"/>
                  </a:lnTo>
                  <a:lnTo>
                    <a:pt x="1046695" y="4615225"/>
                  </a:lnTo>
                  <a:lnTo>
                    <a:pt x="911491" y="10287000"/>
                  </a:lnTo>
                  <a:lnTo>
                    <a:pt x="2582406" y="10287000"/>
                  </a:lnTo>
                  <a:close/>
                </a:path>
                <a:path w="2582544" h="10287000">
                  <a:moveTo>
                    <a:pt x="776859" y="10287000"/>
                  </a:moveTo>
                  <a:lnTo>
                    <a:pt x="835823" y="7813453"/>
                  </a:lnTo>
                  <a:lnTo>
                    <a:pt x="513486" y="7885856"/>
                  </a:lnTo>
                  <a:lnTo>
                    <a:pt x="291209" y="8254217"/>
                  </a:lnTo>
                  <a:lnTo>
                    <a:pt x="348813" y="8620406"/>
                  </a:lnTo>
                  <a:lnTo>
                    <a:pt x="324672" y="9633137"/>
                  </a:lnTo>
                  <a:lnTo>
                    <a:pt x="439925" y="9755595"/>
                  </a:lnTo>
                  <a:lnTo>
                    <a:pt x="427257" y="10287000"/>
                  </a:lnTo>
                  <a:lnTo>
                    <a:pt x="776859" y="10287000"/>
                  </a:lnTo>
                  <a:close/>
                </a:path>
                <a:path w="2582544" h="10287000">
                  <a:moveTo>
                    <a:pt x="427257" y="10287000"/>
                  </a:moveTo>
                  <a:lnTo>
                    <a:pt x="439925" y="9755595"/>
                  </a:lnTo>
                  <a:lnTo>
                    <a:pt x="346168" y="10225779"/>
                  </a:lnTo>
                  <a:lnTo>
                    <a:pt x="292986" y="10287000"/>
                  </a:lnTo>
                  <a:lnTo>
                    <a:pt x="427257" y="10287000"/>
                  </a:lnTo>
                  <a:close/>
                </a:path>
                <a:path w="2582544" h="10287000">
                  <a:moveTo>
                    <a:pt x="838407" y="4396774"/>
                  </a:moveTo>
                  <a:lnTo>
                    <a:pt x="872757" y="2955773"/>
                  </a:lnTo>
                  <a:lnTo>
                    <a:pt x="837723" y="3302065"/>
                  </a:lnTo>
                  <a:lnTo>
                    <a:pt x="748775" y="3673605"/>
                  </a:lnTo>
                  <a:lnTo>
                    <a:pt x="604385" y="4124156"/>
                  </a:lnTo>
                  <a:lnTo>
                    <a:pt x="838407" y="4396774"/>
                  </a:lnTo>
                  <a:close/>
                </a:path>
                <a:path w="2582544" h="10287000">
                  <a:moveTo>
                    <a:pt x="889267" y="6643325"/>
                  </a:moveTo>
                  <a:lnTo>
                    <a:pt x="913526" y="5625673"/>
                  </a:lnTo>
                  <a:lnTo>
                    <a:pt x="641146" y="5859443"/>
                  </a:lnTo>
                  <a:lnTo>
                    <a:pt x="740072" y="6182396"/>
                  </a:lnTo>
                  <a:lnTo>
                    <a:pt x="889267" y="6643325"/>
                  </a:lnTo>
                  <a:close/>
                </a:path>
                <a:path w="2582544" h="10287000">
                  <a:moveTo>
                    <a:pt x="871652" y="2950608"/>
                  </a:moveTo>
                  <a:lnTo>
                    <a:pt x="893168" y="2048028"/>
                  </a:lnTo>
                  <a:lnTo>
                    <a:pt x="769965" y="2475500"/>
                  </a:lnTo>
                  <a:lnTo>
                    <a:pt x="871652" y="2950608"/>
                  </a:lnTo>
                  <a:close/>
                </a:path>
                <a:path w="2582544" h="10287000">
                  <a:moveTo>
                    <a:pt x="829189" y="10287000"/>
                  </a:moveTo>
                  <a:lnTo>
                    <a:pt x="914210" y="6720382"/>
                  </a:lnTo>
                  <a:lnTo>
                    <a:pt x="693987" y="7002564"/>
                  </a:lnTo>
                  <a:lnTo>
                    <a:pt x="820801" y="7279014"/>
                  </a:lnTo>
                  <a:lnTo>
                    <a:pt x="810061" y="7729557"/>
                  </a:lnTo>
                  <a:lnTo>
                    <a:pt x="835823" y="7813453"/>
                  </a:lnTo>
                  <a:lnTo>
                    <a:pt x="776859" y="10287000"/>
                  </a:lnTo>
                  <a:lnTo>
                    <a:pt x="829189" y="10287000"/>
                  </a:lnTo>
                  <a:close/>
                </a:path>
                <a:path w="2582544" h="10287000">
                  <a:moveTo>
                    <a:pt x="911491" y="10287000"/>
                  </a:moveTo>
                  <a:lnTo>
                    <a:pt x="1046695" y="4615225"/>
                  </a:lnTo>
                  <a:lnTo>
                    <a:pt x="852230" y="4929956"/>
                  </a:lnTo>
                  <a:lnTo>
                    <a:pt x="757882" y="5435256"/>
                  </a:lnTo>
                  <a:lnTo>
                    <a:pt x="913526" y="5625673"/>
                  </a:lnTo>
                  <a:lnTo>
                    <a:pt x="889267" y="6643325"/>
                  </a:lnTo>
                  <a:lnTo>
                    <a:pt x="914210" y="6720382"/>
                  </a:lnTo>
                  <a:lnTo>
                    <a:pt x="829189" y="10287000"/>
                  </a:lnTo>
                  <a:lnTo>
                    <a:pt x="911491" y="10287000"/>
                  </a:lnTo>
                  <a:close/>
                </a:path>
                <a:path w="2582544" h="10287000">
                  <a:moveTo>
                    <a:pt x="810061" y="7729557"/>
                  </a:moveTo>
                  <a:lnTo>
                    <a:pt x="820801" y="7279014"/>
                  </a:lnTo>
                  <a:lnTo>
                    <a:pt x="736651" y="7490493"/>
                  </a:lnTo>
                  <a:lnTo>
                    <a:pt x="810061" y="772955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6105825" y="0"/>
              <a:ext cx="2182495" cy="10287000"/>
            </a:xfrm>
            <a:custGeom>
              <a:avLst/>
              <a:gdLst/>
              <a:ahLst/>
              <a:cxnLst/>
              <a:rect l="l" t="t" r="r" b="b"/>
              <a:pathLst>
                <a:path w="2182494" h="10287000">
                  <a:moveTo>
                    <a:pt x="324672" y="9642677"/>
                  </a:moveTo>
                  <a:lnTo>
                    <a:pt x="348813" y="8629946"/>
                  </a:lnTo>
                  <a:lnTo>
                    <a:pt x="15010" y="8956588"/>
                  </a:lnTo>
                  <a:lnTo>
                    <a:pt x="0" y="9297708"/>
                  </a:lnTo>
                  <a:lnTo>
                    <a:pt x="324672" y="9642677"/>
                  </a:lnTo>
                  <a:close/>
                </a:path>
                <a:path w="2182494" h="10287000">
                  <a:moveTo>
                    <a:pt x="637861" y="1915198"/>
                  </a:moveTo>
                  <a:lnTo>
                    <a:pt x="669240" y="598864"/>
                  </a:lnTo>
                  <a:lnTo>
                    <a:pt x="530573" y="945880"/>
                  </a:lnTo>
                  <a:lnTo>
                    <a:pt x="435265" y="1196476"/>
                  </a:lnTo>
                  <a:lnTo>
                    <a:pt x="391993" y="1335644"/>
                  </a:lnTo>
                  <a:lnTo>
                    <a:pt x="399696" y="1428313"/>
                  </a:lnTo>
                  <a:lnTo>
                    <a:pt x="440978" y="1774836"/>
                  </a:lnTo>
                  <a:lnTo>
                    <a:pt x="637861" y="1915198"/>
                  </a:lnTo>
                  <a:close/>
                </a:path>
                <a:path w="2182494" h="10287000">
                  <a:moveTo>
                    <a:pt x="2182176" y="10287000"/>
                  </a:moveTo>
                  <a:lnTo>
                    <a:pt x="2182176" y="0"/>
                  </a:lnTo>
                  <a:lnTo>
                    <a:pt x="436956" y="0"/>
                  </a:lnTo>
                  <a:lnTo>
                    <a:pt x="540914" y="251871"/>
                  </a:lnTo>
                  <a:lnTo>
                    <a:pt x="669240" y="598864"/>
                  </a:lnTo>
                  <a:lnTo>
                    <a:pt x="637861" y="1915198"/>
                  </a:lnTo>
                  <a:lnTo>
                    <a:pt x="912289" y="2110843"/>
                  </a:lnTo>
                  <a:lnTo>
                    <a:pt x="872462" y="3781577"/>
                  </a:lnTo>
                  <a:lnTo>
                    <a:pt x="948670" y="3856914"/>
                  </a:lnTo>
                  <a:lnTo>
                    <a:pt x="1005259" y="3910114"/>
                  </a:lnTo>
                  <a:lnTo>
                    <a:pt x="983207" y="4835210"/>
                  </a:lnTo>
                  <a:lnTo>
                    <a:pt x="1008205" y="5012984"/>
                  </a:lnTo>
                  <a:lnTo>
                    <a:pt x="998723" y="5410755"/>
                  </a:lnTo>
                  <a:lnTo>
                    <a:pt x="1073597" y="5567786"/>
                  </a:lnTo>
                  <a:lnTo>
                    <a:pt x="961100" y="10287000"/>
                  </a:lnTo>
                  <a:lnTo>
                    <a:pt x="2182176" y="10287000"/>
                  </a:lnTo>
                  <a:close/>
                </a:path>
                <a:path w="2182494" h="10287000">
                  <a:moveTo>
                    <a:pt x="556220" y="10287000"/>
                  </a:moveTo>
                  <a:lnTo>
                    <a:pt x="617143" y="7731305"/>
                  </a:lnTo>
                  <a:lnTo>
                    <a:pt x="490641" y="8029232"/>
                  </a:lnTo>
                  <a:lnTo>
                    <a:pt x="331754" y="8211906"/>
                  </a:lnTo>
                  <a:lnTo>
                    <a:pt x="348813" y="8629946"/>
                  </a:lnTo>
                  <a:lnTo>
                    <a:pt x="324672" y="9642677"/>
                  </a:lnTo>
                  <a:lnTo>
                    <a:pt x="439925" y="9765135"/>
                  </a:lnTo>
                  <a:lnTo>
                    <a:pt x="427484" y="10287000"/>
                  </a:lnTo>
                  <a:lnTo>
                    <a:pt x="556220" y="10287000"/>
                  </a:lnTo>
                  <a:close/>
                </a:path>
                <a:path w="2182494" h="10287000">
                  <a:moveTo>
                    <a:pt x="427484" y="10287000"/>
                  </a:moveTo>
                  <a:lnTo>
                    <a:pt x="439925" y="9765135"/>
                  </a:lnTo>
                  <a:lnTo>
                    <a:pt x="345431" y="10235302"/>
                  </a:lnTo>
                  <a:lnTo>
                    <a:pt x="300522" y="10287000"/>
                  </a:lnTo>
                  <a:lnTo>
                    <a:pt x="427484" y="10287000"/>
                  </a:lnTo>
                  <a:close/>
                </a:path>
                <a:path w="2182494" h="10287000">
                  <a:moveTo>
                    <a:pt x="872462" y="3781577"/>
                  </a:moveTo>
                  <a:lnTo>
                    <a:pt x="912289" y="2110843"/>
                  </a:lnTo>
                  <a:lnTo>
                    <a:pt x="890007" y="2161026"/>
                  </a:lnTo>
                  <a:lnTo>
                    <a:pt x="841012" y="2275705"/>
                  </a:lnTo>
                  <a:lnTo>
                    <a:pt x="792086" y="2401072"/>
                  </a:lnTo>
                  <a:lnTo>
                    <a:pt x="770006" y="2483320"/>
                  </a:lnTo>
                  <a:lnTo>
                    <a:pt x="768398" y="2517139"/>
                  </a:lnTo>
                  <a:lnTo>
                    <a:pt x="764005" y="2565782"/>
                  </a:lnTo>
                  <a:lnTo>
                    <a:pt x="745193" y="2741357"/>
                  </a:lnTo>
                  <a:lnTo>
                    <a:pt x="740739" y="2789998"/>
                  </a:lnTo>
                  <a:lnTo>
                    <a:pt x="739041" y="2823814"/>
                  </a:lnTo>
                  <a:lnTo>
                    <a:pt x="714338" y="2894216"/>
                  </a:lnTo>
                  <a:lnTo>
                    <a:pt x="659879" y="2993526"/>
                  </a:lnTo>
                  <a:lnTo>
                    <a:pt x="605398" y="3082149"/>
                  </a:lnTo>
                  <a:lnTo>
                    <a:pt x="580631" y="3120489"/>
                  </a:lnTo>
                  <a:lnTo>
                    <a:pt x="615128" y="3386425"/>
                  </a:lnTo>
                  <a:lnTo>
                    <a:pt x="629220" y="3483516"/>
                  </a:lnTo>
                  <a:lnTo>
                    <a:pt x="694476" y="3590539"/>
                  </a:lnTo>
                  <a:lnTo>
                    <a:pt x="823018" y="3732697"/>
                  </a:lnTo>
                  <a:lnTo>
                    <a:pt x="872462" y="3781577"/>
                  </a:lnTo>
                  <a:close/>
                </a:path>
                <a:path w="2182494" h="10287000">
                  <a:moveTo>
                    <a:pt x="653264" y="10287000"/>
                  </a:moveTo>
                  <a:lnTo>
                    <a:pt x="741675" y="6578165"/>
                  </a:lnTo>
                  <a:lnTo>
                    <a:pt x="694952" y="7012864"/>
                  </a:lnTo>
                  <a:lnTo>
                    <a:pt x="584112" y="7292739"/>
                  </a:lnTo>
                  <a:lnTo>
                    <a:pt x="584739" y="7482901"/>
                  </a:lnTo>
                  <a:lnTo>
                    <a:pt x="617143" y="7731305"/>
                  </a:lnTo>
                  <a:lnTo>
                    <a:pt x="556220" y="10287000"/>
                  </a:lnTo>
                  <a:lnTo>
                    <a:pt x="650039" y="10287000"/>
                  </a:lnTo>
                  <a:lnTo>
                    <a:pt x="653264" y="10287000"/>
                  </a:lnTo>
                  <a:close/>
                </a:path>
                <a:path w="2182494" h="10287000">
                  <a:moveTo>
                    <a:pt x="961100" y="10287000"/>
                  </a:moveTo>
                  <a:lnTo>
                    <a:pt x="1073597" y="5567786"/>
                  </a:lnTo>
                  <a:lnTo>
                    <a:pt x="708278" y="6082840"/>
                  </a:lnTo>
                  <a:lnTo>
                    <a:pt x="741675" y="6578165"/>
                  </a:lnTo>
                  <a:lnTo>
                    <a:pt x="653264" y="10287000"/>
                  </a:lnTo>
                  <a:lnTo>
                    <a:pt x="961100" y="10287000"/>
                  </a:lnTo>
                  <a:close/>
                </a:path>
                <a:path w="2182494" h="10287000">
                  <a:moveTo>
                    <a:pt x="983207" y="4835210"/>
                  </a:moveTo>
                  <a:lnTo>
                    <a:pt x="1005259" y="3910114"/>
                  </a:lnTo>
                  <a:lnTo>
                    <a:pt x="863068" y="4340573"/>
                  </a:lnTo>
                  <a:lnTo>
                    <a:pt x="959679" y="4667894"/>
                  </a:lnTo>
                  <a:lnTo>
                    <a:pt x="983207" y="4835210"/>
                  </a:lnTo>
                  <a:close/>
                </a:path>
                <a:path w="2182494" h="10287000">
                  <a:moveTo>
                    <a:pt x="998723" y="5410755"/>
                  </a:moveTo>
                  <a:lnTo>
                    <a:pt x="1008205" y="5012984"/>
                  </a:lnTo>
                  <a:lnTo>
                    <a:pt x="897175" y="5197782"/>
                  </a:lnTo>
                  <a:lnTo>
                    <a:pt x="998723" y="5410755"/>
                  </a:lnTo>
                  <a:close/>
                </a:path>
              </a:pathLst>
            </a:custGeom>
            <a:solidFill>
              <a:srgbClr val="FFD04D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66824" y="2936717"/>
            <a:ext cx="104775" cy="10477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66824" y="4194017"/>
            <a:ext cx="104775" cy="10477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66824" y="5870416"/>
            <a:ext cx="104775" cy="10477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66824" y="7965916"/>
            <a:ext cx="104775" cy="10477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66824" y="8385016"/>
            <a:ext cx="104775" cy="10477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66824" y="8804116"/>
            <a:ext cx="104775" cy="10477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66824" y="9223216"/>
            <a:ext cx="104775" cy="104774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66824" y="9642316"/>
            <a:ext cx="104775" cy="104774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1016000" y="2702394"/>
            <a:ext cx="14877415" cy="7165975"/>
          </a:xfrm>
          <a:prstGeom prst="rect">
            <a:avLst/>
          </a:prstGeom>
        </p:spPr>
        <p:txBody>
          <a:bodyPr wrap="square" lIns="0" tIns="51435" rIns="0" bIns="0" rtlCol="0" vert="horz">
            <a:spAutoFit/>
          </a:bodyPr>
          <a:lstStyle/>
          <a:p>
            <a:pPr algn="just" marL="530225" marR="5080">
              <a:lnSpc>
                <a:spcPts val="3300"/>
              </a:lnSpc>
              <a:spcBef>
                <a:spcPts val="405"/>
              </a:spcBef>
            </a:pPr>
            <a:r>
              <a:rPr dirty="0" sz="2400">
                <a:latin typeface="Comic Sans MS"/>
                <a:cs typeface="Comic Sans MS"/>
              </a:rPr>
              <a:t>Incident</a:t>
            </a:r>
            <a:r>
              <a:rPr dirty="0" sz="2400" spc="-180">
                <a:latin typeface="Comic Sans MS"/>
                <a:cs typeface="Comic Sans MS"/>
              </a:rPr>
              <a:t> </a:t>
            </a:r>
            <a:r>
              <a:rPr dirty="0" sz="2400">
                <a:latin typeface="Comic Sans MS"/>
                <a:cs typeface="Comic Sans MS"/>
              </a:rPr>
              <a:t>response</a:t>
            </a:r>
            <a:r>
              <a:rPr dirty="0" sz="2400" spc="-180">
                <a:latin typeface="Comic Sans MS"/>
                <a:cs typeface="Comic Sans MS"/>
              </a:rPr>
              <a:t> </a:t>
            </a:r>
            <a:r>
              <a:rPr dirty="0" sz="2400">
                <a:latin typeface="Comic Sans MS"/>
                <a:cs typeface="Comic Sans MS"/>
              </a:rPr>
              <a:t>(IR)</a:t>
            </a:r>
            <a:r>
              <a:rPr dirty="0" sz="2400" spc="90">
                <a:latin typeface="Comic Sans MS"/>
                <a:cs typeface="Comic Sans MS"/>
              </a:rPr>
              <a:t> </a:t>
            </a:r>
            <a:r>
              <a:rPr dirty="0" sz="2400">
                <a:latin typeface="Comic Sans MS"/>
                <a:cs typeface="Comic Sans MS"/>
              </a:rPr>
              <a:t>helps</a:t>
            </a:r>
            <a:r>
              <a:rPr dirty="0" sz="2400" spc="130">
                <a:latin typeface="Comic Sans MS"/>
                <a:cs typeface="Comic Sans MS"/>
              </a:rPr>
              <a:t> </a:t>
            </a:r>
            <a:r>
              <a:rPr dirty="0" sz="2400">
                <a:latin typeface="Comic Sans MS"/>
                <a:cs typeface="Comic Sans MS"/>
              </a:rPr>
              <a:t>to</a:t>
            </a:r>
            <a:r>
              <a:rPr dirty="0" sz="2400" spc="500">
                <a:latin typeface="Comic Sans MS"/>
                <a:cs typeface="Comic Sans MS"/>
              </a:rPr>
              <a:t> </a:t>
            </a:r>
            <a:r>
              <a:rPr dirty="0" sz="2950" spc="-320" b="1">
                <a:latin typeface="Comic Sans MS"/>
                <a:cs typeface="Comic Sans MS"/>
              </a:rPr>
              <a:t>minimize</a:t>
            </a:r>
            <a:r>
              <a:rPr dirty="0" sz="2950" spc="5" b="1">
                <a:latin typeface="Comic Sans MS"/>
                <a:cs typeface="Comic Sans MS"/>
              </a:rPr>
              <a:t> </a:t>
            </a:r>
            <a:r>
              <a:rPr dirty="0" sz="2950" spc="-365" b="1">
                <a:latin typeface="Comic Sans MS"/>
                <a:cs typeface="Comic Sans MS"/>
              </a:rPr>
              <a:t>damage,</a:t>
            </a:r>
            <a:r>
              <a:rPr dirty="0" sz="2950" spc="45" b="1">
                <a:latin typeface="Comic Sans MS"/>
                <a:cs typeface="Comic Sans MS"/>
              </a:rPr>
              <a:t> </a:t>
            </a:r>
            <a:r>
              <a:rPr dirty="0" sz="2950" spc="-355" b="1">
                <a:latin typeface="Comic Sans MS"/>
                <a:cs typeface="Comic Sans MS"/>
              </a:rPr>
              <a:t>reduce</a:t>
            </a:r>
            <a:r>
              <a:rPr dirty="0" sz="2950" spc="35" b="1">
                <a:latin typeface="Comic Sans MS"/>
                <a:cs typeface="Comic Sans MS"/>
              </a:rPr>
              <a:t> </a:t>
            </a:r>
            <a:r>
              <a:rPr dirty="0" sz="2950" spc="-325" b="1">
                <a:latin typeface="Comic Sans MS"/>
                <a:cs typeface="Comic Sans MS"/>
              </a:rPr>
              <a:t>recovery</a:t>
            </a:r>
            <a:r>
              <a:rPr dirty="0" sz="2950" spc="10" b="1">
                <a:latin typeface="Comic Sans MS"/>
                <a:cs typeface="Comic Sans MS"/>
              </a:rPr>
              <a:t> </a:t>
            </a:r>
            <a:r>
              <a:rPr dirty="0" sz="2950" spc="-310" b="1">
                <a:latin typeface="Comic Sans MS"/>
                <a:cs typeface="Comic Sans MS"/>
              </a:rPr>
              <a:t>time/cost,</a:t>
            </a:r>
            <a:r>
              <a:rPr dirty="0" sz="2950" spc="-10" b="1">
                <a:latin typeface="Comic Sans MS"/>
                <a:cs typeface="Comic Sans MS"/>
              </a:rPr>
              <a:t> </a:t>
            </a:r>
            <a:r>
              <a:rPr dirty="0" sz="2950" spc="-434" b="1">
                <a:latin typeface="Comic Sans MS"/>
                <a:cs typeface="Comic Sans MS"/>
              </a:rPr>
              <a:t>and</a:t>
            </a:r>
            <a:r>
              <a:rPr dirty="0" sz="2950" spc="114" b="1">
                <a:latin typeface="Comic Sans MS"/>
                <a:cs typeface="Comic Sans MS"/>
              </a:rPr>
              <a:t> </a:t>
            </a:r>
            <a:r>
              <a:rPr dirty="0" sz="2950" spc="-325" b="1">
                <a:latin typeface="Comic Sans MS"/>
                <a:cs typeface="Comic Sans MS"/>
              </a:rPr>
              <a:t>restore</a:t>
            </a:r>
            <a:r>
              <a:rPr dirty="0" sz="2950" spc="5" b="1">
                <a:latin typeface="Comic Sans MS"/>
                <a:cs typeface="Comic Sans MS"/>
              </a:rPr>
              <a:t> </a:t>
            </a:r>
            <a:r>
              <a:rPr dirty="0" sz="2950" spc="-315" b="1">
                <a:latin typeface="Comic Sans MS"/>
                <a:cs typeface="Comic Sans MS"/>
              </a:rPr>
              <a:t>normal </a:t>
            </a:r>
            <a:r>
              <a:rPr dirty="0" sz="2950" spc="-285" b="1">
                <a:latin typeface="Comic Sans MS"/>
                <a:cs typeface="Comic Sans MS"/>
              </a:rPr>
              <a:t>operations</a:t>
            </a:r>
            <a:r>
              <a:rPr dirty="0" sz="2950" spc="-235" b="1">
                <a:latin typeface="Comic Sans MS"/>
                <a:cs typeface="Comic Sans MS"/>
              </a:rPr>
              <a:t> </a:t>
            </a:r>
            <a:r>
              <a:rPr dirty="0" sz="2950" spc="-300" b="1">
                <a:latin typeface="Comic Sans MS"/>
                <a:cs typeface="Comic Sans MS"/>
              </a:rPr>
              <a:t>after</a:t>
            </a:r>
            <a:r>
              <a:rPr dirty="0" sz="2950" spc="-225" b="1">
                <a:latin typeface="Comic Sans MS"/>
                <a:cs typeface="Comic Sans MS"/>
              </a:rPr>
              <a:t> </a:t>
            </a:r>
            <a:r>
              <a:rPr dirty="0" sz="2950" spc="-315" b="1">
                <a:latin typeface="Comic Sans MS"/>
                <a:cs typeface="Comic Sans MS"/>
              </a:rPr>
              <a:t>a</a:t>
            </a:r>
            <a:r>
              <a:rPr dirty="0" sz="2950" spc="-225" b="1">
                <a:latin typeface="Comic Sans MS"/>
                <a:cs typeface="Comic Sans MS"/>
              </a:rPr>
              <a:t> </a:t>
            </a:r>
            <a:r>
              <a:rPr dirty="0" sz="2950" spc="-275" b="1">
                <a:latin typeface="Comic Sans MS"/>
                <a:cs typeface="Comic Sans MS"/>
              </a:rPr>
              <a:t>security</a:t>
            </a:r>
            <a:r>
              <a:rPr dirty="0" sz="2950" spc="-225" b="1">
                <a:latin typeface="Comic Sans MS"/>
                <a:cs typeface="Comic Sans MS"/>
              </a:rPr>
              <a:t> </a:t>
            </a:r>
            <a:r>
              <a:rPr dirty="0" sz="2950" spc="-295" b="1">
                <a:latin typeface="Comic Sans MS"/>
                <a:cs typeface="Comic Sans MS"/>
              </a:rPr>
              <a:t>event,</a:t>
            </a:r>
            <a:r>
              <a:rPr dirty="0" sz="2950" spc="-229" b="1">
                <a:latin typeface="Comic Sans MS"/>
                <a:cs typeface="Comic Sans MS"/>
              </a:rPr>
              <a:t> </a:t>
            </a:r>
            <a:r>
              <a:rPr dirty="0" sz="2950" spc="-280" b="1">
                <a:latin typeface="Comic Sans MS"/>
                <a:cs typeface="Comic Sans MS"/>
              </a:rPr>
              <a:t>protecting</a:t>
            </a:r>
            <a:r>
              <a:rPr dirty="0" sz="2950" spc="-225" b="1">
                <a:latin typeface="Comic Sans MS"/>
                <a:cs typeface="Comic Sans MS"/>
              </a:rPr>
              <a:t> </a:t>
            </a:r>
            <a:r>
              <a:rPr dirty="0" sz="2950" spc="-285" b="1">
                <a:latin typeface="Comic Sans MS"/>
                <a:cs typeface="Comic Sans MS"/>
              </a:rPr>
              <a:t>assets,</a:t>
            </a:r>
            <a:r>
              <a:rPr dirty="0" sz="2950" spc="-225" b="1">
                <a:latin typeface="Comic Sans MS"/>
                <a:cs typeface="Comic Sans MS"/>
              </a:rPr>
              <a:t> </a:t>
            </a:r>
            <a:r>
              <a:rPr dirty="0" sz="2950" spc="-300" b="1">
                <a:latin typeface="Comic Sans MS"/>
                <a:cs typeface="Comic Sans MS"/>
              </a:rPr>
              <a:t>data,</a:t>
            </a:r>
            <a:r>
              <a:rPr dirty="0" sz="2950" spc="-225" b="1">
                <a:latin typeface="Comic Sans MS"/>
                <a:cs typeface="Comic Sans MS"/>
              </a:rPr>
              <a:t> </a:t>
            </a:r>
            <a:r>
              <a:rPr dirty="0" sz="2950" spc="-325" b="1">
                <a:latin typeface="Comic Sans MS"/>
                <a:cs typeface="Comic Sans MS"/>
              </a:rPr>
              <a:t>and</a:t>
            </a:r>
            <a:r>
              <a:rPr dirty="0" sz="2950" spc="-225" b="1">
                <a:latin typeface="Comic Sans MS"/>
                <a:cs typeface="Comic Sans MS"/>
              </a:rPr>
              <a:t> </a:t>
            </a:r>
            <a:r>
              <a:rPr dirty="0" sz="2950" spc="-290" b="1">
                <a:latin typeface="Comic Sans MS"/>
                <a:cs typeface="Comic Sans MS"/>
              </a:rPr>
              <a:t>reputation.</a:t>
            </a:r>
            <a:endParaRPr sz="2950">
              <a:latin typeface="Comic Sans MS"/>
              <a:cs typeface="Comic Sans MS"/>
            </a:endParaRPr>
          </a:p>
          <a:p>
            <a:pPr algn="just" marL="530225" marR="5080">
              <a:lnSpc>
                <a:spcPct val="111700"/>
              </a:lnSpc>
              <a:spcBef>
                <a:spcPts val="2575"/>
              </a:spcBef>
            </a:pPr>
            <a:r>
              <a:rPr dirty="0" sz="2400" spc="-10">
                <a:latin typeface="Comic Sans MS"/>
                <a:cs typeface="Comic Sans MS"/>
              </a:rPr>
              <a:t>Its</a:t>
            </a:r>
            <a:r>
              <a:rPr dirty="0" sz="2400" spc="75">
                <a:latin typeface="Comic Sans MS"/>
                <a:cs typeface="Comic Sans MS"/>
              </a:rPr>
              <a:t> </a:t>
            </a:r>
            <a:r>
              <a:rPr dirty="0" sz="2950" spc="-300" b="1">
                <a:latin typeface="Comic Sans MS"/>
                <a:cs typeface="Comic Sans MS"/>
              </a:rPr>
              <a:t>purpose</a:t>
            </a:r>
            <a:r>
              <a:rPr dirty="0" sz="2950" spc="-165" b="1">
                <a:latin typeface="Comic Sans MS"/>
                <a:cs typeface="Comic Sans MS"/>
              </a:rPr>
              <a:t> </a:t>
            </a:r>
            <a:r>
              <a:rPr dirty="0" sz="2400" spc="-10">
                <a:latin typeface="Comic Sans MS"/>
                <a:cs typeface="Comic Sans MS"/>
              </a:rPr>
              <a:t>is</a:t>
            </a:r>
            <a:r>
              <a:rPr dirty="0" sz="2400" spc="75">
                <a:latin typeface="Comic Sans MS"/>
                <a:cs typeface="Comic Sans MS"/>
              </a:rPr>
              <a:t> </a:t>
            </a:r>
            <a:r>
              <a:rPr dirty="0" sz="2400" spc="-10">
                <a:latin typeface="Comic Sans MS"/>
                <a:cs typeface="Comic Sans MS"/>
              </a:rPr>
              <a:t>to</a:t>
            </a:r>
            <a:r>
              <a:rPr dirty="0" sz="2400" spc="75">
                <a:latin typeface="Comic Sans MS"/>
                <a:cs typeface="Comic Sans MS"/>
              </a:rPr>
              <a:t> </a:t>
            </a:r>
            <a:r>
              <a:rPr dirty="0" sz="2400" spc="-15">
                <a:latin typeface="Comic Sans MS"/>
                <a:cs typeface="Comic Sans MS"/>
              </a:rPr>
              <a:t>provide</a:t>
            </a:r>
            <a:r>
              <a:rPr dirty="0" sz="2400" spc="390">
                <a:latin typeface="Comic Sans MS"/>
                <a:cs typeface="Comic Sans MS"/>
              </a:rPr>
              <a:t> </a:t>
            </a:r>
            <a:r>
              <a:rPr dirty="0" sz="2950" spc="-315" b="1">
                <a:latin typeface="Comic Sans MS"/>
                <a:cs typeface="Comic Sans MS"/>
              </a:rPr>
              <a:t>a</a:t>
            </a:r>
            <a:r>
              <a:rPr dirty="0" sz="2950" spc="-165" b="1">
                <a:latin typeface="Comic Sans MS"/>
                <a:cs typeface="Comic Sans MS"/>
              </a:rPr>
              <a:t> </a:t>
            </a:r>
            <a:r>
              <a:rPr dirty="0" sz="2950" spc="-290" b="1">
                <a:latin typeface="Comic Sans MS"/>
                <a:cs typeface="Comic Sans MS"/>
              </a:rPr>
              <a:t>structured,</a:t>
            </a:r>
            <a:r>
              <a:rPr dirty="0" sz="2950" spc="-165" b="1">
                <a:latin typeface="Comic Sans MS"/>
                <a:cs typeface="Comic Sans MS"/>
              </a:rPr>
              <a:t> </a:t>
            </a:r>
            <a:r>
              <a:rPr dirty="0" sz="2950" spc="-295" b="1">
                <a:latin typeface="Comic Sans MS"/>
                <a:cs typeface="Comic Sans MS"/>
              </a:rPr>
              <a:t>systematic</a:t>
            </a:r>
            <a:r>
              <a:rPr dirty="0" sz="2950" spc="-165" b="1">
                <a:latin typeface="Comic Sans MS"/>
                <a:cs typeface="Comic Sans MS"/>
              </a:rPr>
              <a:t> </a:t>
            </a:r>
            <a:r>
              <a:rPr dirty="0" sz="2950" spc="-305" b="1">
                <a:latin typeface="Comic Sans MS"/>
                <a:cs typeface="Comic Sans MS"/>
              </a:rPr>
              <a:t>approach</a:t>
            </a:r>
            <a:r>
              <a:rPr dirty="0" sz="2950" spc="-165" b="1">
                <a:latin typeface="Comic Sans MS"/>
                <a:cs typeface="Comic Sans MS"/>
              </a:rPr>
              <a:t> </a:t>
            </a:r>
            <a:r>
              <a:rPr dirty="0" sz="2400" spc="-10">
                <a:latin typeface="Comic Sans MS"/>
                <a:cs typeface="Comic Sans MS"/>
              </a:rPr>
              <a:t>(preparation,</a:t>
            </a:r>
            <a:r>
              <a:rPr dirty="0" sz="2400" spc="75">
                <a:latin typeface="Comic Sans MS"/>
                <a:cs typeface="Comic Sans MS"/>
              </a:rPr>
              <a:t> </a:t>
            </a:r>
            <a:r>
              <a:rPr dirty="0" sz="2400" spc="-15">
                <a:latin typeface="Comic Sans MS"/>
                <a:cs typeface="Comic Sans MS"/>
              </a:rPr>
              <a:t>detection,</a:t>
            </a:r>
            <a:r>
              <a:rPr dirty="0" sz="2400" spc="75">
                <a:latin typeface="Comic Sans MS"/>
                <a:cs typeface="Comic Sans MS"/>
              </a:rPr>
              <a:t> </a:t>
            </a:r>
            <a:r>
              <a:rPr dirty="0" sz="2400" spc="-15">
                <a:latin typeface="Comic Sans MS"/>
                <a:cs typeface="Comic Sans MS"/>
              </a:rPr>
              <a:t>containment,</a:t>
            </a:r>
            <a:r>
              <a:rPr dirty="0" sz="2400">
                <a:latin typeface="Comic Sans MS"/>
                <a:cs typeface="Comic Sans MS"/>
              </a:rPr>
              <a:t> </a:t>
            </a:r>
            <a:r>
              <a:rPr dirty="0" sz="2400" spc="-10">
                <a:latin typeface="Comic Sans MS"/>
                <a:cs typeface="Comic Sans MS"/>
              </a:rPr>
              <a:t>eradication,</a:t>
            </a:r>
            <a:r>
              <a:rPr dirty="0" sz="2400" spc="405">
                <a:latin typeface="Comic Sans MS"/>
                <a:cs typeface="Comic Sans MS"/>
              </a:rPr>
              <a:t> </a:t>
            </a:r>
            <a:r>
              <a:rPr dirty="0" sz="2400" spc="-10">
                <a:latin typeface="Comic Sans MS"/>
                <a:cs typeface="Comic Sans MS"/>
              </a:rPr>
              <a:t>recovery,</a:t>
            </a:r>
            <a:r>
              <a:rPr dirty="0" sz="2400" spc="405">
                <a:latin typeface="Comic Sans MS"/>
                <a:cs typeface="Comic Sans MS"/>
              </a:rPr>
              <a:t> </a:t>
            </a:r>
            <a:r>
              <a:rPr dirty="0" sz="2400" spc="-10">
                <a:latin typeface="Comic Sans MS"/>
                <a:cs typeface="Comic Sans MS"/>
              </a:rPr>
              <a:t>lessons</a:t>
            </a:r>
            <a:r>
              <a:rPr dirty="0" sz="2400" spc="405">
                <a:latin typeface="Comic Sans MS"/>
                <a:cs typeface="Comic Sans MS"/>
              </a:rPr>
              <a:t> </a:t>
            </a:r>
            <a:r>
              <a:rPr dirty="0" sz="2400" spc="-10">
                <a:latin typeface="Comic Sans MS"/>
                <a:cs typeface="Comic Sans MS"/>
              </a:rPr>
              <a:t>learned)</a:t>
            </a:r>
            <a:r>
              <a:rPr dirty="0" sz="2400" spc="405">
                <a:latin typeface="Comic Sans MS"/>
                <a:cs typeface="Comic Sans MS"/>
              </a:rPr>
              <a:t> </a:t>
            </a:r>
            <a:r>
              <a:rPr dirty="0" sz="2400" spc="-10">
                <a:latin typeface="Comic Sans MS"/>
                <a:cs typeface="Comic Sans MS"/>
              </a:rPr>
              <a:t>to</a:t>
            </a:r>
            <a:r>
              <a:rPr dirty="0" sz="2400" spc="405">
                <a:latin typeface="Comic Sans MS"/>
                <a:cs typeface="Comic Sans MS"/>
              </a:rPr>
              <a:t> </a:t>
            </a:r>
            <a:r>
              <a:rPr dirty="0" sz="2400" spc="-15">
                <a:latin typeface="Comic Sans MS"/>
                <a:cs typeface="Comic Sans MS"/>
              </a:rPr>
              <a:t>handle</a:t>
            </a:r>
            <a:r>
              <a:rPr dirty="0" sz="2400" spc="405">
                <a:latin typeface="Comic Sans MS"/>
                <a:cs typeface="Comic Sans MS"/>
              </a:rPr>
              <a:t> </a:t>
            </a:r>
            <a:r>
              <a:rPr dirty="0" sz="2400" spc="-10">
                <a:latin typeface="Comic Sans MS"/>
                <a:cs typeface="Comic Sans MS"/>
              </a:rPr>
              <a:t>threats</a:t>
            </a:r>
            <a:r>
              <a:rPr dirty="0" sz="2400" spc="405">
                <a:latin typeface="Comic Sans MS"/>
                <a:cs typeface="Comic Sans MS"/>
              </a:rPr>
              <a:t> </a:t>
            </a:r>
            <a:r>
              <a:rPr dirty="0" sz="2400" spc="-15">
                <a:latin typeface="Comic Sans MS"/>
                <a:cs typeface="Comic Sans MS"/>
              </a:rPr>
              <a:t>efficiently,</a:t>
            </a:r>
            <a:r>
              <a:rPr dirty="0" sz="2400" spc="405">
                <a:latin typeface="Comic Sans MS"/>
                <a:cs typeface="Comic Sans MS"/>
              </a:rPr>
              <a:t> </a:t>
            </a:r>
            <a:r>
              <a:rPr dirty="0" sz="2400" spc="-15">
                <a:latin typeface="Comic Sans MS"/>
                <a:cs typeface="Comic Sans MS"/>
              </a:rPr>
              <a:t>ensuring</a:t>
            </a:r>
            <a:r>
              <a:rPr dirty="0" sz="2400" spc="405">
                <a:latin typeface="Comic Sans MS"/>
                <a:cs typeface="Comic Sans MS"/>
              </a:rPr>
              <a:t> </a:t>
            </a:r>
            <a:r>
              <a:rPr dirty="0" sz="2400" spc="-15">
                <a:latin typeface="Comic Sans MS"/>
                <a:cs typeface="Comic Sans MS"/>
              </a:rPr>
              <a:t>business</a:t>
            </a:r>
            <a:r>
              <a:rPr dirty="0" sz="2400" spc="405">
                <a:latin typeface="Comic Sans MS"/>
                <a:cs typeface="Comic Sans MS"/>
              </a:rPr>
              <a:t> </a:t>
            </a:r>
            <a:r>
              <a:rPr dirty="0" sz="2400" spc="-15">
                <a:latin typeface="Comic Sans MS"/>
                <a:cs typeface="Comic Sans MS"/>
              </a:rPr>
              <a:t>continuity</a:t>
            </a:r>
            <a:r>
              <a:rPr dirty="0" sz="2400" spc="-10">
                <a:latin typeface="Comic Sans MS"/>
                <a:cs typeface="Comic Sans MS"/>
              </a:rPr>
              <a:t> </a:t>
            </a:r>
            <a:r>
              <a:rPr dirty="0" sz="2400" spc="-15">
                <a:latin typeface="Comic Sans MS"/>
                <a:cs typeface="Comic Sans MS"/>
              </a:rPr>
              <a:t>and</a:t>
            </a:r>
            <a:r>
              <a:rPr dirty="0" sz="2400" spc="-5">
                <a:latin typeface="Comic Sans MS"/>
                <a:cs typeface="Comic Sans MS"/>
              </a:rPr>
              <a:t> </a:t>
            </a:r>
            <a:r>
              <a:rPr dirty="0" sz="2400" spc="-20">
                <a:latin typeface="Comic Sans MS"/>
                <a:cs typeface="Comic Sans MS"/>
              </a:rPr>
              <a:t>building</a:t>
            </a:r>
            <a:r>
              <a:rPr dirty="0" sz="2400" spc="-5">
                <a:latin typeface="Comic Sans MS"/>
                <a:cs typeface="Comic Sans MS"/>
              </a:rPr>
              <a:t> </a:t>
            </a:r>
            <a:r>
              <a:rPr dirty="0" sz="2400" spc="-10">
                <a:latin typeface="Comic Sans MS"/>
                <a:cs typeface="Comic Sans MS"/>
              </a:rPr>
              <a:t>resilience</a:t>
            </a:r>
            <a:r>
              <a:rPr dirty="0" sz="2400" spc="-5">
                <a:latin typeface="Comic Sans MS"/>
                <a:cs typeface="Comic Sans MS"/>
              </a:rPr>
              <a:t> </a:t>
            </a:r>
            <a:r>
              <a:rPr dirty="0" sz="2400" spc="-10">
                <a:latin typeface="Comic Sans MS"/>
                <a:cs typeface="Comic Sans MS"/>
              </a:rPr>
              <a:t>against</a:t>
            </a:r>
            <a:r>
              <a:rPr dirty="0" sz="2400" spc="-5">
                <a:latin typeface="Comic Sans MS"/>
                <a:cs typeface="Comic Sans MS"/>
              </a:rPr>
              <a:t> </a:t>
            </a:r>
            <a:r>
              <a:rPr dirty="0" sz="2400" spc="-15">
                <a:latin typeface="Comic Sans MS"/>
                <a:cs typeface="Comic Sans MS"/>
              </a:rPr>
              <a:t>future</a:t>
            </a:r>
            <a:r>
              <a:rPr dirty="0" sz="2400" spc="-5">
                <a:latin typeface="Comic Sans MS"/>
                <a:cs typeface="Comic Sans MS"/>
              </a:rPr>
              <a:t> </a:t>
            </a:r>
            <a:r>
              <a:rPr dirty="0" sz="2400" spc="-10">
                <a:latin typeface="Comic Sans MS"/>
                <a:cs typeface="Comic Sans MS"/>
              </a:rPr>
              <a:t>attacks.</a:t>
            </a:r>
            <a:endParaRPr sz="2400">
              <a:latin typeface="Comic Sans MS"/>
              <a:cs typeface="Comic Sans MS"/>
            </a:endParaRPr>
          </a:p>
          <a:p>
            <a:pPr algn="just" marL="530225" marR="5080">
              <a:lnSpc>
                <a:spcPct val="101000"/>
              </a:lnSpc>
              <a:spcBef>
                <a:spcPts val="3135"/>
              </a:spcBef>
            </a:pPr>
            <a:r>
              <a:rPr dirty="0" sz="2400">
                <a:latin typeface="Comic Sans MS"/>
                <a:cs typeface="Comic Sans MS"/>
              </a:rPr>
              <a:t>The</a:t>
            </a:r>
            <a:r>
              <a:rPr dirty="0" sz="2400" spc="-190">
                <a:latin typeface="Comic Sans MS"/>
                <a:cs typeface="Comic Sans MS"/>
              </a:rPr>
              <a:t> </a:t>
            </a:r>
            <a:r>
              <a:rPr dirty="0" sz="2950" spc="-340" b="1">
                <a:latin typeface="Comic Sans MS"/>
                <a:cs typeface="Comic Sans MS"/>
              </a:rPr>
              <a:t>core</a:t>
            </a:r>
            <a:r>
              <a:rPr dirty="0" sz="2950" spc="25" b="1">
                <a:latin typeface="Comic Sans MS"/>
                <a:cs typeface="Comic Sans MS"/>
              </a:rPr>
              <a:t> </a:t>
            </a:r>
            <a:r>
              <a:rPr dirty="0" sz="2950" spc="-300" b="1">
                <a:latin typeface="Comic Sans MS"/>
                <a:cs typeface="Comic Sans MS"/>
              </a:rPr>
              <a:t>goal</a:t>
            </a:r>
            <a:r>
              <a:rPr dirty="0" sz="2950" spc="-25" b="1">
                <a:latin typeface="Comic Sans MS"/>
                <a:cs typeface="Comic Sans MS"/>
              </a:rPr>
              <a:t> </a:t>
            </a:r>
            <a:r>
              <a:rPr dirty="0" sz="2400">
                <a:latin typeface="Comic Sans MS"/>
                <a:cs typeface="Comic Sans MS"/>
              </a:rPr>
              <a:t>of</a:t>
            </a:r>
            <a:r>
              <a:rPr dirty="0" sz="2400" spc="150">
                <a:latin typeface="Comic Sans MS"/>
                <a:cs typeface="Comic Sans MS"/>
              </a:rPr>
              <a:t> </a:t>
            </a:r>
            <a:r>
              <a:rPr dirty="0" sz="2400">
                <a:latin typeface="Comic Sans MS"/>
                <a:cs typeface="Comic Sans MS"/>
              </a:rPr>
              <a:t>incident</a:t>
            </a:r>
            <a:r>
              <a:rPr dirty="0" sz="2400" spc="175">
                <a:latin typeface="Comic Sans MS"/>
                <a:cs typeface="Comic Sans MS"/>
              </a:rPr>
              <a:t> </a:t>
            </a:r>
            <a:r>
              <a:rPr dirty="0" sz="2400">
                <a:latin typeface="Comic Sans MS"/>
                <a:cs typeface="Comic Sans MS"/>
              </a:rPr>
              <a:t>response</a:t>
            </a:r>
            <a:r>
              <a:rPr dirty="0" sz="2400" spc="175">
                <a:latin typeface="Comic Sans MS"/>
                <a:cs typeface="Comic Sans MS"/>
              </a:rPr>
              <a:t> </a:t>
            </a:r>
            <a:r>
              <a:rPr dirty="0" sz="2950" spc="-260" b="1">
                <a:latin typeface="Comic Sans MS"/>
                <a:cs typeface="Comic Sans MS"/>
              </a:rPr>
              <a:t>is</a:t>
            </a:r>
            <a:r>
              <a:rPr dirty="0" sz="2950" spc="-35" b="1">
                <a:latin typeface="Comic Sans MS"/>
                <a:cs typeface="Comic Sans MS"/>
              </a:rPr>
              <a:t> </a:t>
            </a:r>
            <a:r>
              <a:rPr dirty="0" sz="2950" spc="-380" b="1">
                <a:latin typeface="Comic Sans MS"/>
                <a:cs typeface="Comic Sans MS"/>
              </a:rPr>
              <a:t>to</a:t>
            </a:r>
            <a:r>
              <a:rPr dirty="0" sz="2950" spc="65" b="1">
                <a:latin typeface="Comic Sans MS"/>
                <a:cs typeface="Comic Sans MS"/>
              </a:rPr>
              <a:t> </a:t>
            </a:r>
            <a:r>
              <a:rPr dirty="0" sz="2950" spc="-290" b="1">
                <a:latin typeface="Comic Sans MS"/>
                <a:cs typeface="Comic Sans MS"/>
              </a:rPr>
              <a:t>systematically</a:t>
            </a:r>
            <a:r>
              <a:rPr dirty="0" sz="2950" spc="-30" b="1">
                <a:latin typeface="Comic Sans MS"/>
                <a:cs typeface="Comic Sans MS"/>
              </a:rPr>
              <a:t> </a:t>
            </a:r>
            <a:r>
              <a:rPr dirty="0" sz="2950" spc="-365" b="1">
                <a:latin typeface="Comic Sans MS"/>
                <a:cs typeface="Comic Sans MS"/>
              </a:rPr>
              <a:t>manage</a:t>
            </a:r>
            <a:r>
              <a:rPr dirty="0" sz="2950" spc="45" b="1">
                <a:latin typeface="Comic Sans MS"/>
                <a:cs typeface="Comic Sans MS"/>
              </a:rPr>
              <a:t> </a:t>
            </a:r>
            <a:r>
              <a:rPr dirty="0" sz="2950" spc="-390" b="1">
                <a:latin typeface="Comic Sans MS"/>
                <a:cs typeface="Comic Sans MS"/>
              </a:rPr>
              <a:t>and</a:t>
            </a:r>
            <a:r>
              <a:rPr dirty="0" sz="2950" spc="70" b="1">
                <a:latin typeface="Comic Sans MS"/>
                <a:cs typeface="Comic Sans MS"/>
              </a:rPr>
              <a:t> </a:t>
            </a:r>
            <a:r>
              <a:rPr dirty="0" sz="2950" spc="-285" b="1">
                <a:latin typeface="Comic Sans MS"/>
                <a:cs typeface="Comic Sans MS"/>
              </a:rPr>
              <a:t>neutralize</a:t>
            </a:r>
            <a:r>
              <a:rPr dirty="0" sz="2950" spc="-30" b="1">
                <a:latin typeface="Comic Sans MS"/>
                <a:cs typeface="Comic Sans MS"/>
              </a:rPr>
              <a:t> </a:t>
            </a:r>
            <a:r>
              <a:rPr dirty="0" sz="2950" spc="-295" b="1">
                <a:latin typeface="Comic Sans MS"/>
                <a:cs typeface="Comic Sans MS"/>
              </a:rPr>
              <a:t>security</a:t>
            </a:r>
            <a:r>
              <a:rPr dirty="0" sz="2950" spc="-25" b="1">
                <a:latin typeface="Comic Sans MS"/>
                <a:cs typeface="Comic Sans MS"/>
              </a:rPr>
              <a:t> </a:t>
            </a:r>
            <a:r>
              <a:rPr dirty="0" sz="2950" spc="-320" b="1">
                <a:latin typeface="Comic Sans MS"/>
                <a:cs typeface="Comic Sans MS"/>
              </a:rPr>
              <a:t>breaches </a:t>
            </a:r>
            <a:r>
              <a:rPr dirty="0" sz="2950" spc="-285" b="1">
                <a:latin typeface="Comic Sans MS"/>
                <a:cs typeface="Comic Sans MS"/>
              </a:rPr>
              <a:t>to</a:t>
            </a:r>
            <a:r>
              <a:rPr dirty="0" sz="2950" spc="220" b="1">
                <a:latin typeface="Comic Sans MS"/>
                <a:cs typeface="Comic Sans MS"/>
              </a:rPr>
              <a:t> </a:t>
            </a:r>
            <a:r>
              <a:rPr dirty="0" sz="2950" spc="-290" b="1">
                <a:latin typeface="Comic Sans MS"/>
                <a:cs typeface="Comic Sans MS"/>
              </a:rPr>
              <a:t>minimize</a:t>
            </a:r>
            <a:r>
              <a:rPr dirty="0" sz="2950" spc="260" b="1">
                <a:latin typeface="Comic Sans MS"/>
                <a:cs typeface="Comic Sans MS"/>
              </a:rPr>
              <a:t> </a:t>
            </a:r>
            <a:r>
              <a:rPr dirty="0" sz="2950" spc="-325" b="1">
                <a:latin typeface="Comic Sans MS"/>
                <a:cs typeface="Comic Sans MS"/>
              </a:rPr>
              <a:t>damage,</a:t>
            </a:r>
            <a:r>
              <a:rPr dirty="0" sz="2950" spc="260" b="1">
                <a:latin typeface="Comic Sans MS"/>
                <a:cs typeface="Comic Sans MS"/>
              </a:rPr>
              <a:t> </a:t>
            </a:r>
            <a:r>
              <a:rPr dirty="0" sz="2950" spc="-305" b="1">
                <a:latin typeface="Comic Sans MS"/>
                <a:cs typeface="Comic Sans MS"/>
              </a:rPr>
              <a:t>reduce</a:t>
            </a:r>
            <a:r>
              <a:rPr dirty="0" sz="2950" spc="260" b="1">
                <a:latin typeface="Comic Sans MS"/>
                <a:cs typeface="Comic Sans MS"/>
              </a:rPr>
              <a:t> </a:t>
            </a:r>
            <a:r>
              <a:rPr dirty="0" sz="2950" spc="-300" b="1">
                <a:latin typeface="Comic Sans MS"/>
                <a:cs typeface="Comic Sans MS"/>
              </a:rPr>
              <a:t>recovery</a:t>
            </a:r>
            <a:r>
              <a:rPr dirty="0" sz="2950" spc="265" b="1">
                <a:latin typeface="Comic Sans MS"/>
                <a:cs typeface="Comic Sans MS"/>
              </a:rPr>
              <a:t> </a:t>
            </a:r>
            <a:r>
              <a:rPr dirty="0" sz="2950" spc="-290" b="1">
                <a:latin typeface="Comic Sans MS"/>
                <a:cs typeface="Comic Sans MS"/>
              </a:rPr>
              <a:t>time,</a:t>
            </a:r>
            <a:r>
              <a:rPr dirty="0" sz="2950" spc="260" b="1">
                <a:latin typeface="Comic Sans MS"/>
                <a:cs typeface="Comic Sans MS"/>
              </a:rPr>
              <a:t> </a:t>
            </a:r>
            <a:r>
              <a:rPr dirty="0" sz="2950" spc="-325" b="1">
                <a:latin typeface="Comic Sans MS"/>
                <a:cs typeface="Comic Sans MS"/>
              </a:rPr>
              <a:t>and</a:t>
            </a:r>
            <a:r>
              <a:rPr dirty="0" sz="2950" spc="260" b="1">
                <a:latin typeface="Comic Sans MS"/>
                <a:cs typeface="Comic Sans MS"/>
              </a:rPr>
              <a:t> </a:t>
            </a:r>
            <a:r>
              <a:rPr dirty="0" sz="2950" spc="-300" b="1">
                <a:latin typeface="Comic Sans MS"/>
                <a:cs typeface="Comic Sans MS"/>
              </a:rPr>
              <a:t>prevent</a:t>
            </a:r>
            <a:r>
              <a:rPr dirty="0" sz="2950" spc="260" b="1">
                <a:latin typeface="Comic Sans MS"/>
                <a:cs typeface="Comic Sans MS"/>
              </a:rPr>
              <a:t> </a:t>
            </a:r>
            <a:r>
              <a:rPr dirty="0" sz="2950" spc="-295" b="1">
                <a:latin typeface="Comic Sans MS"/>
                <a:cs typeface="Comic Sans MS"/>
              </a:rPr>
              <a:t>future</a:t>
            </a:r>
            <a:r>
              <a:rPr dirty="0" sz="2950" spc="265" b="1">
                <a:latin typeface="Comic Sans MS"/>
                <a:cs typeface="Comic Sans MS"/>
              </a:rPr>
              <a:t> </a:t>
            </a:r>
            <a:r>
              <a:rPr dirty="0" sz="2950" spc="-300" b="1">
                <a:latin typeface="Comic Sans MS"/>
                <a:cs typeface="Comic Sans MS"/>
              </a:rPr>
              <a:t>attacks.</a:t>
            </a:r>
            <a:r>
              <a:rPr dirty="0" sz="2950" spc="-25" b="1">
                <a:latin typeface="Comic Sans MS"/>
                <a:cs typeface="Comic Sans MS"/>
              </a:rPr>
              <a:t> </a:t>
            </a:r>
            <a:r>
              <a:rPr dirty="0" sz="2400">
                <a:latin typeface="Comic Sans MS"/>
                <a:cs typeface="Comic Sans MS"/>
              </a:rPr>
              <a:t>It</a:t>
            </a:r>
            <a:r>
              <a:rPr dirty="0" sz="2400" spc="490">
                <a:latin typeface="Comic Sans MS"/>
                <a:cs typeface="Comic Sans MS"/>
              </a:rPr>
              <a:t> </a:t>
            </a:r>
            <a:r>
              <a:rPr dirty="0" sz="2400">
                <a:latin typeface="Comic Sans MS"/>
                <a:cs typeface="Comic Sans MS"/>
              </a:rPr>
              <a:t>ensures</a:t>
            </a:r>
            <a:r>
              <a:rPr dirty="0" sz="2400" spc="484">
                <a:latin typeface="Comic Sans MS"/>
                <a:cs typeface="Comic Sans MS"/>
              </a:rPr>
              <a:t> </a:t>
            </a:r>
            <a:r>
              <a:rPr dirty="0" sz="2400" spc="-10">
                <a:latin typeface="Comic Sans MS"/>
                <a:cs typeface="Comic Sans MS"/>
              </a:rPr>
              <a:t>business </a:t>
            </a:r>
            <a:r>
              <a:rPr dirty="0" sz="2400">
                <a:latin typeface="Comic Sans MS"/>
                <a:cs typeface="Comic Sans MS"/>
              </a:rPr>
              <a:t>continuity</a:t>
            </a:r>
            <a:r>
              <a:rPr dirty="0" sz="2400" spc="-80">
                <a:latin typeface="Comic Sans MS"/>
                <a:cs typeface="Comic Sans MS"/>
              </a:rPr>
              <a:t> </a:t>
            </a:r>
            <a:r>
              <a:rPr dirty="0" sz="2400">
                <a:latin typeface="Comic Sans MS"/>
                <a:cs typeface="Comic Sans MS"/>
              </a:rPr>
              <a:t>and</a:t>
            </a:r>
            <a:r>
              <a:rPr dirty="0" sz="2400" spc="-80">
                <a:latin typeface="Comic Sans MS"/>
                <a:cs typeface="Comic Sans MS"/>
              </a:rPr>
              <a:t> </a:t>
            </a:r>
            <a:r>
              <a:rPr dirty="0" sz="2400">
                <a:latin typeface="Comic Sans MS"/>
                <a:cs typeface="Comic Sans MS"/>
              </a:rPr>
              <a:t>protects</a:t>
            </a:r>
            <a:r>
              <a:rPr dirty="0" sz="2400" spc="-75">
                <a:latin typeface="Comic Sans MS"/>
                <a:cs typeface="Comic Sans MS"/>
              </a:rPr>
              <a:t> </a:t>
            </a:r>
            <a:r>
              <a:rPr dirty="0" sz="2400">
                <a:latin typeface="Comic Sans MS"/>
                <a:cs typeface="Comic Sans MS"/>
              </a:rPr>
              <a:t>an</a:t>
            </a:r>
            <a:r>
              <a:rPr dirty="0" sz="2400" spc="-80">
                <a:latin typeface="Comic Sans MS"/>
                <a:cs typeface="Comic Sans MS"/>
              </a:rPr>
              <a:t> </a:t>
            </a:r>
            <a:r>
              <a:rPr dirty="0" sz="2400">
                <a:latin typeface="Comic Sans MS"/>
                <a:cs typeface="Comic Sans MS"/>
              </a:rPr>
              <a:t>organization's</a:t>
            </a:r>
            <a:r>
              <a:rPr dirty="0" sz="2400" spc="-80">
                <a:latin typeface="Comic Sans MS"/>
                <a:cs typeface="Comic Sans MS"/>
              </a:rPr>
              <a:t> </a:t>
            </a:r>
            <a:r>
              <a:rPr dirty="0" sz="2400">
                <a:latin typeface="Comic Sans MS"/>
                <a:cs typeface="Comic Sans MS"/>
              </a:rPr>
              <a:t>critical</a:t>
            </a:r>
            <a:r>
              <a:rPr dirty="0" sz="2400" spc="-75">
                <a:latin typeface="Comic Sans MS"/>
                <a:cs typeface="Comic Sans MS"/>
              </a:rPr>
              <a:t> </a:t>
            </a:r>
            <a:r>
              <a:rPr dirty="0" sz="2400">
                <a:latin typeface="Comic Sans MS"/>
                <a:cs typeface="Comic Sans MS"/>
              </a:rPr>
              <a:t>assets,</a:t>
            </a:r>
            <a:r>
              <a:rPr dirty="0" sz="2400" spc="-80">
                <a:latin typeface="Comic Sans MS"/>
                <a:cs typeface="Comic Sans MS"/>
              </a:rPr>
              <a:t> </a:t>
            </a:r>
            <a:r>
              <a:rPr dirty="0" sz="2400">
                <a:latin typeface="Comic Sans MS"/>
                <a:cs typeface="Comic Sans MS"/>
              </a:rPr>
              <a:t>reputation,</a:t>
            </a:r>
            <a:r>
              <a:rPr dirty="0" sz="2400" spc="-75">
                <a:latin typeface="Comic Sans MS"/>
                <a:cs typeface="Comic Sans MS"/>
              </a:rPr>
              <a:t> </a:t>
            </a:r>
            <a:r>
              <a:rPr dirty="0" sz="2400">
                <a:latin typeface="Comic Sans MS"/>
                <a:cs typeface="Comic Sans MS"/>
              </a:rPr>
              <a:t>and</a:t>
            </a:r>
            <a:r>
              <a:rPr dirty="0" sz="2400" spc="-80">
                <a:latin typeface="Comic Sans MS"/>
                <a:cs typeface="Comic Sans MS"/>
              </a:rPr>
              <a:t> </a:t>
            </a:r>
            <a:r>
              <a:rPr dirty="0" sz="2400">
                <a:latin typeface="Comic Sans MS"/>
                <a:cs typeface="Comic Sans MS"/>
              </a:rPr>
              <a:t>bottom</a:t>
            </a:r>
            <a:r>
              <a:rPr dirty="0" sz="2400" spc="-80">
                <a:latin typeface="Comic Sans MS"/>
                <a:cs typeface="Comic Sans MS"/>
              </a:rPr>
              <a:t> </a:t>
            </a:r>
            <a:r>
              <a:rPr dirty="0" sz="2400" spc="-10">
                <a:latin typeface="Comic Sans MS"/>
                <a:cs typeface="Comic Sans MS"/>
              </a:rPr>
              <a:t>line.</a:t>
            </a:r>
            <a:endParaRPr sz="2400">
              <a:latin typeface="Comic Sans MS"/>
              <a:cs typeface="Comic Sans MS"/>
            </a:endParaRPr>
          </a:p>
          <a:p>
            <a:pPr marL="530225" marR="11602085" indent="-518159">
              <a:lnSpc>
                <a:spcPct val="114599"/>
              </a:lnSpc>
              <a:spcBef>
                <a:spcPts val="3300"/>
              </a:spcBef>
            </a:pPr>
            <a:r>
              <a:rPr dirty="0" sz="2400">
                <a:latin typeface="Comic Sans MS"/>
                <a:cs typeface="Comic Sans MS"/>
              </a:rPr>
              <a:t>Primary</a:t>
            </a:r>
            <a:r>
              <a:rPr dirty="0" sz="2400" spc="-70">
                <a:latin typeface="Comic Sans MS"/>
                <a:cs typeface="Comic Sans MS"/>
              </a:rPr>
              <a:t> </a:t>
            </a:r>
            <a:r>
              <a:rPr dirty="0" sz="2400" spc="-10">
                <a:latin typeface="Comic Sans MS"/>
                <a:cs typeface="Comic Sans MS"/>
              </a:rPr>
              <a:t>Goals: </a:t>
            </a:r>
            <a:r>
              <a:rPr dirty="0" sz="2400">
                <a:latin typeface="Comic Sans MS"/>
                <a:cs typeface="Comic Sans MS"/>
              </a:rPr>
              <a:t>Minimize</a:t>
            </a:r>
            <a:r>
              <a:rPr dirty="0" sz="2400" spc="-95">
                <a:latin typeface="Comic Sans MS"/>
                <a:cs typeface="Comic Sans MS"/>
              </a:rPr>
              <a:t> </a:t>
            </a:r>
            <a:r>
              <a:rPr dirty="0" sz="2400" spc="-10">
                <a:latin typeface="Comic Sans MS"/>
                <a:cs typeface="Comic Sans MS"/>
              </a:rPr>
              <a:t>Impact </a:t>
            </a:r>
            <a:r>
              <a:rPr dirty="0" sz="2400">
                <a:latin typeface="Comic Sans MS"/>
                <a:cs typeface="Comic Sans MS"/>
              </a:rPr>
              <a:t>Rapid</a:t>
            </a:r>
            <a:r>
              <a:rPr dirty="0" sz="2400" spc="-75">
                <a:latin typeface="Comic Sans MS"/>
                <a:cs typeface="Comic Sans MS"/>
              </a:rPr>
              <a:t> </a:t>
            </a:r>
            <a:r>
              <a:rPr dirty="0" sz="2400" spc="-10">
                <a:latin typeface="Comic Sans MS"/>
                <a:cs typeface="Comic Sans MS"/>
              </a:rPr>
              <a:t>Recovery </a:t>
            </a:r>
            <a:r>
              <a:rPr dirty="0" sz="2400">
                <a:latin typeface="Comic Sans MS"/>
                <a:cs typeface="Comic Sans MS"/>
              </a:rPr>
              <a:t>Business</a:t>
            </a:r>
            <a:r>
              <a:rPr dirty="0" sz="2400" spc="-75">
                <a:latin typeface="Comic Sans MS"/>
                <a:cs typeface="Comic Sans MS"/>
              </a:rPr>
              <a:t> </a:t>
            </a:r>
            <a:r>
              <a:rPr dirty="0" sz="2400" spc="-10">
                <a:latin typeface="Comic Sans MS"/>
                <a:cs typeface="Comic Sans MS"/>
              </a:rPr>
              <a:t>Continuity </a:t>
            </a:r>
            <a:r>
              <a:rPr dirty="0" sz="2400">
                <a:latin typeface="Comic Sans MS"/>
                <a:cs typeface="Comic Sans MS"/>
              </a:rPr>
              <a:t>Cost</a:t>
            </a:r>
            <a:r>
              <a:rPr dirty="0" sz="2400" spc="-50">
                <a:latin typeface="Comic Sans MS"/>
                <a:cs typeface="Comic Sans MS"/>
              </a:rPr>
              <a:t> </a:t>
            </a:r>
            <a:r>
              <a:rPr dirty="0" sz="2400" spc="-10">
                <a:latin typeface="Comic Sans MS"/>
                <a:cs typeface="Comic Sans MS"/>
              </a:rPr>
              <a:t>Reduction</a:t>
            </a:r>
            <a:endParaRPr sz="2400">
              <a:latin typeface="Comic Sans MS"/>
              <a:cs typeface="Comic Sans MS"/>
            </a:endParaRPr>
          </a:p>
          <a:p>
            <a:pPr marL="530225">
              <a:lnSpc>
                <a:spcPct val="100000"/>
              </a:lnSpc>
              <a:spcBef>
                <a:spcPts val="420"/>
              </a:spcBef>
            </a:pPr>
            <a:r>
              <a:rPr dirty="0" sz="2400">
                <a:latin typeface="Comic Sans MS"/>
                <a:cs typeface="Comic Sans MS"/>
              </a:rPr>
              <a:t>Reputation</a:t>
            </a:r>
            <a:r>
              <a:rPr dirty="0" sz="2400" spc="-125">
                <a:latin typeface="Comic Sans MS"/>
                <a:cs typeface="Comic Sans MS"/>
              </a:rPr>
              <a:t> </a:t>
            </a:r>
            <a:r>
              <a:rPr dirty="0" sz="2400" spc="-10">
                <a:latin typeface="Comic Sans MS"/>
                <a:cs typeface="Comic Sans MS"/>
              </a:rPr>
              <a:t>Protection</a:t>
            </a:r>
            <a:endParaRPr sz="2400">
              <a:latin typeface="Comic Sans MS"/>
              <a:cs typeface="Comic Sans MS"/>
            </a:endParaRPr>
          </a:p>
        </p:txBody>
      </p:sp>
      <p:sp>
        <p:nvSpPr>
          <p:cNvPr id="15" name="object 15" descr="$PPTXTitle"/>
          <p:cNvSpPr txBox="1">
            <a:spLocks noGrp="1"/>
          </p:cNvSpPr>
          <p:nvPr>
            <p:ph type="title"/>
          </p:nvPr>
        </p:nvSpPr>
        <p:spPr>
          <a:xfrm>
            <a:off x="1266667" y="798523"/>
            <a:ext cx="7979409" cy="1511300"/>
          </a:xfrm>
          <a:prstGeom prst="rect"/>
        </p:spPr>
        <p:txBody>
          <a:bodyPr wrap="square" lIns="0" tIns="63500" rIns="0" bIns="0" rtlCol="0" vert="horz">
            <a:spAutoFit/>
          </a:bodyPr>
          <a:lstStyle/>
          <a:p>
            <a:pPr marL="12700" marR="5080">
              <a:lnSpc>
                <a:spcPts val="5700"/>
              </a:lnSpc>
              <a:spcBef>
                <a:spcPts val="500"/>
              </a:spcBef>
            </a:pPr>
            <a:r>
              <a:rPr dirty="0" sz="5000" b="0">
                <a:solidFill>
                  <a:srgbClr val="5460A8"/>
                </a:solidFill>
                <a:latin typeface="Comic Sans MS"/>
                <a:cs typeface="Comic Sans MS"/>
              </a:rPr>
              <a:t>GOALS</a:t>
            </a:r>
            <a:r>
              <a:rPr dirty="0" sz="5000" spc="-110" b="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5000" b="0">
                <a:solidFill>
                  <a:srgbClr val="5460A8"/>
                </a:solidFill>
                <a:latin typeface="Comic Sans MS"/>
                <a:cs typeface="Comic Sans MS"/>
              </a:rPr>
              <a:t>AND</a:t>
            </a:r>
            <a:r>
              <a:rPr dirty="0" sz="5000" spc="-110" b="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5000" b="0">
                <a:solidFill>
                  <a:srgbClr val="5460A8"/>
                </a:solidFill>
                <a:latin typeface="Comic Sans MS"/>
                <a:cs typeface="Comic Sans MS"/>
              </a:rPr>
              <a:t>PURPOSE</a:t>
            </a:r>
            <a:r>
              <a:rPr dirty="0" sz="5000" spc="-110" b="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5000" spc="-25" b="0">
                <a:solidFill>
                  <a:srgbClr val="5460A8"/>
                </a:solidFill>
                <a:latin typeface="Comic Sans MS"/>
                <a:cs typeface="Comic Sans MS"/>
              </a:rPr>
              <a:t>OF </a:t>
            </a:r>
            <a:r>
              <a:rPr dirty="0" sz="5000" b="0">
                <a:solidFill>
                  <a:srgbClr val="5460A8"/>
                </a:solidFill>
                <a:latin typeface="Comic Sans MS"/>
                <a:cs typeface="Comic Sans MS"/>
              </a:rPr>
              <a:t>INCIDENT</a:t>
            </a:r>
            <a:r>
              <a:rPr dirty="0" sz="5000" spc="-280" b="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5000" spc="-10" b="0">
                <a:solidFill>
                  <a:srgbClr val="5460A8"/>
                </a:solidFill>
                <a:latin typeface="Comic Sans MS"/>
                <a:cs typeface="Comic Sans MS"/>
              </a:rPr>
              <a:t>RESPONSE</a:t>
            </a:r>
            <a:endParaRPr sz="50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553249" y="0"/>
            <a:ext cx="2734945" cy="10287000"/>
            <a:chOff x="15553249" y="0"/>
            <a:chExt cx="2734945" cy="10287000"/>
          </a:xfrm>
        </p:grpSpPr>
        <p:sp>
          <p:nvSpPr>
            <p:cNvPr id="3" name="object 3"/>
            <p:cNvSpPr/>
            <p:nvPr/>
          </p:nvSpPr>
          <p:spPr>
            <a:xfrm>
              <a:off x="15553249" y="0"/>
              <a:ext cx="2734945" cy="10287000"/>
            </a:xfrm>
            <a:custGeom>
              <a:avLst/>
              <a:gdLst/>
              <a:ahLst/>
              <a:cxnLst/>
              <a:rect l="l" t="t" r="r" b="b"/>
              <a:pathLst>
                <a:path w="2734944" h="10287000">
                  <a:moveTo>
                    <a:pt x="727011" y="10287000"/>
                  </a:moveTo>
                  <a:lnTo>
                    <a:pt x="779927" y="8067176"/>
                  </a:lnTo>
                  <a:lnTo>
                    <a:pt x="455832" y="8264828"/>
                  </a:lnTo>
                  <a:lnTo>
                    <a:pt x="334756" y="8520630"/>
                  </a:lnTo>
                  <a:lnTo>
                    <a:pt x="293648" y="8874393"/>
                  </a:lnTo>
                  <a:lnTo>
                    <a:pt x="0" y="9289203"/>
                  </a:lnTo>
                  <a:lnTo>
                    <a:pt x="103447" y="9752295"/>
                  </a:lnTo>
                  <a:lnTo>
                    <a:pt x="384759" y="10009582"/>
                  </a:lnTo>
                  <a:lnTo>
                    <a:pt x="378146" y="10287000"/>
                  </a:lnTo>
                  <a:lnTo>
                    <a:pt x="727011" y="10287000"/>
                  </a:lnTo>
                  <a:close/>
                </a:path>
                <a:path w="2734944" h="10287000">
                  <a:moveTo>
                    <a:pt x="586809" y="1997404"/>
                  </a:moveTo>
                  <a:lnTo>
                    <a:pt x="614320" y="843315"/>
                  </a:lnTo>
                  <a:lnTo>
                    <a:pt x="336085" y="1580317"/>
                  </a:lnTo>
                  <a:lnTo>
                    <a:pt x="500606" y="1893043"/>
                  </a:lnTo>
                  <a:lnTo>
                    <a:pt x="586809" y="1997404"/>
                  </a:lnTo>
                  <a:close/>
                </a:path>
                <a:path w="2734944" h="10287000">
                  <a:moveTo>
                    <a:pt x="2734752" y="10287000"/>
                  </a:moveTo>
                  <a:lnTo>
                    <a:pt x="2734752" y="0"/>
                  </a:lnTo>
                  <a:lnTo>
                    <a:pt x="557905" y="0"/>
                  </a:lnTo>
                  <a:lnTo>
                    <a:pt x="485748" y="496316"/>
                  </a:lnTo>
                  <a:lnTo>
                    <a:pt x="614320" y="843315"/>
                  </a:lnTo>
                  <a:lnTo>
                    <a:pt x="586809" y="1997404"/>
                  </a:lnTo>
                  <a:lnTo>
                    <a:pt x="838014" y="2301524"/>
                  </a:lnTo>
                  <a:lnTo>
                    <a:pt x="816517" y="3203315"/>
                  </a:lnTo>
                  <a:lnTo>
                    <a:pt x="817621" y="3208532"/>
                  </a:lnTo>
                  <a:lnTo>
                    <a:pt x="783270" y="4649534"/>
                  </a:lnTo>
                  <a:lnTo>
                    <a:pt x="884949" y="4795181"/>
                  </a:lnTo>
                  <a:lnTo>
                    <a:pt x="834878" y="6895682"/>
                  </a:lnTo>
                  <a:lnTo>
                    <a:pt x="860277" y="6974153"/>
                  </a:lnTo>
                  <a:lnTo>
                    <a:pt x="781306" y="10287000"/>
                  </a:lnTo>
                  <a:lnTo>
                    <a:pt x="2734752" y="10287000"/>
                  </a:lnTo>
                  <a:close/>
                </a:path>
                <a:path w="2734944" h="10287000">
                  <a:moveTo>
                    <a:pt x="378146" y="10287000"/>
                  </a:moveTo>
                  <a:lnTo>
                    <a:pt x="384759" y="10009582"/>
                  </a:lnTo>
                  <a:lnTo>
                    <a:pt x="329200" y="10287000"/>
                  </a:lnTo>
                  <a:lnTo>
                    <a:pt x="378146" y="10287000"/>
                  </a:lnTo>
                  <a:close/>
                </a:path>
                <a:path w="2734944" h="10287000">
                  <a:moveTo>
                    <a:pt x="783270" y="4649534"/>
                  </a:moveTo>
                  <a:lnTo>
                    <a:pt x="817621" y="3208532"/>
                  </a:lnTo>
                  <a:lnTo>
                    <a:pt x="782587" y="3554825"/>
                  </a:lnTo>
                  <a:lnTo>
                    <a:pt x="693633" y="3926610"/>
                  </a:lnTo>
                  <a:lnTo>
                    <a:pt x="549494" y="4376921"/>
                  </a:lnTo>
                  <a:lnTo>
                    <a:pt x="783270" y="4649534"/>
                  </a:lnTo>
                  <a:close/>
                </a:path>
                <a:path w="2734944" h="10287000">
                  <a:moveTo>
                    <a:pt x="816517" y="3203315"/>
                  </a:moveTo>
                  <a:lnTo>
                    <a:pt x="838014" y="2301524"/>
                  </a:lnTo>
                  <a:lnTo>
                    <a:pt x="716051" y="2728534"/>
                  </a:lnTo>
                  <a:lnTo>
                    <a:pt x="816517" y="3203315"/>
                  </a:lnTo>
                  <a:close/>
                </a:path>
                <a:path w="2734944" h="10287000">
                  <a:moveTo>
                    <a:pt x="781306" y="10287000"/>
                  </a:moveTo>
                  <a:lnTo>
                    <a:pt x="860277" y="6974153"/>
                  </a:lnTo>
                  <a:lnTo>
                    <a:pt x="639810" y="7256328"/>
                  </a:lnTo>
                  <a:lnTo>
                    <a:pt x="766875" y="7532539"/>
                  </a:lnTo>
                  <a:lnTo>
                    <a:pt x="755982" y="7989517"/>
                  </a:lnTo>
                  <a:lnTo>
                    <a:pt x="779927" y="8067176"/>
                  </a:lnTo>
                  <a:lnTo>
                    <a:pt x="727011" y="10287000"/>
                  </a:lnTo>
                  <a:lnTo>
                    <a:pt x="781306" y="10287000"/>
                  </a:lnTo>
                  <a:close/>
                </a:path>
                <a:path w="2734944" h="10287000">
                  <a:moveTo>
                    <a:pt x="834878" y="6895682"/>
                  </a:moveTo>
                  <a:lnTo>
                    <a:pt x="859097" y="5879677"/>
                  </a:lnTo>
                  <a:lnTo>
                    <a:pt x="734991" y="6200754"/>
                  </a:lnTo>
                  <a:lnTo>
                    <a:pt x="686140" y="6436167"/>
                  </a:lnTo>
                  <a:lnTo>
                    <a:pt x="834878" y="6895682"/>
                  </a:lnTo>
                  <a:close/>
                </a:path>
                <a:path w="2734944" h="10287000">
                  <a:moveTo>
                    <a:pt x="755982" y="7989517"/>
                  </a:moveTo>
                  <a:lnTo>
                    <a:pt x="766875" y="7532539"/>
                  </a:lnTo>
                  <a:lnTo>
                    <a:pt x="680726" y="7745444"/>
                  </a:lnTo>
                  <a:lnTo>
                    <a:pt x="755982" y="7989517"/>
                  </a:lnTo>
                  <a:close/>
                </a:path>
                <a:path w="2734944" h="10287000">
                  <a:moveTo>
                    <a:pt x="859097" y="5879677"/>
                  </a:moveTo>
                  <a:lnTo>
                    <a:pt x="884949" y="4795181"/>
                  </a:lnTo>
                  <a:lnTo>
                    <a:pt x="796082" y="5183920"/>
                  </a:lnTo>
                  <a:lnTo>
                    <a:pt x="808203" y="5541163"/>
                  </a:lnTo>
                  <a:lnTo>
                    <a:pt x="859097" y="58796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5705595" y="0"/>
              <a:ext cx="2582545" cy="10287000"/>
            </a:xfrm>
            <a:custGeom>
              <a:avLst/>
              <a:gdLst/>
              <a:ahLst/>
              <a:cxnLst/>
              <a:rect l="l" t="t" r="r" b="b"/>
              <a:pathLst>
                <a:path w="2582544" h="10287000">
                  <a:moveTo>
                    <a:pt x="324672" y="9633137"/>
                  </a:moveTo>
                  <a:lnTo>
                    <a:pt x="348813" y="8620406"/>
                  </a:lnTo>
                  <a:lnTo>
                    <a:pt x="15010" y="8947047"/>
                  </a:lnTo>
                  <a:lnTo>
                    <a:pt x="0" y="9288167"/>
                  </a:lnTo>
                  <a:lnTo>
                    <a:pt x="324672" y="9633137"/>
                  </a:lnTo>
                  <a:close/>
                </a:path>
                <a:path w="2582544" h="10287000">
                  <a:moveTo>
                    <a:pt x="641724" y="1743619"/>
                  </a:moveTo>
                  <a:lnTo>
                    <a:pt x="669240" y="589323"/>
                  </a:lnTo>
                  <a:lnTo>
                    <a:pt x="391239" y="1326822"/>
                  </a:lnTo>
                  <a:lnTo>
                    <a:pt x="555760" y="1639548"/>
                  </a:lnTo>
                  <a:lnTo>
                    <a:pt x="641724" y="1743619"/>
                  </a:lnTo>
                  <a:close/>
                </a:path>
                <a:path w="2582544" h="10287000">
                  <a:moveTo>
                    <a:pt x="2582406" y="10287000"/>
                  </a:moveTo>
                  <a:lnTo>
                    <a:pt x="2582406" y="0"/>
                  </a:lnTo>
                  <a:lnTo>
                    <a:pt x="440705" y="0"/>
                  </a:lnTo>
                  <a:lnTo>
                    <a:pt x="540914" y="242330"/>
                  </a:lnTo>
                  <a:lnTo>
                    <a:pt x="669240" y="589323"/>
                  </a:lnTo>
                  <a:lnTo>
                    <a:pt x="641724" y="1743619"/>
                  </a:lnTo>
                  <a:lnTo>
                    <a:pt x="893168" y="2048028"/>
                  </a:lnTo>
                  <a:lnTo>
                    <a:pt x="871652" y="2950608"/>
                  </a:lnTo>
                  <a:lnTo>
                    <a:pt x="872757" y="2955773"/>
                  </a:lnTo>
                  <a:lnTo>
                    <a:pt x="838407" y="4396774"/>
                  </a:lnTo>
                  <a:lnTo>
                    <a:pt x="1046695" y="4615225"/>
                  </a:lnTo>
                  <a:lnTo>
                    <a:pt x="911491" y="10287000"/>
                  </a:lnTo>
                  <a:lnTo>
                    <a:pt x="2582406" y="10287000"/>
                  </a:lnTo>
                  <a:close/>
                </a:path>
                <a:path w="2582544" h="10287000">
                  <a:moveTo>
                    <a:pt x="776859" y="10287000"/>
                  </a:moveTo>
                  <a:lnTo>
                    <a:pt x="835823" y="7813453"/>
                  </a:lnTo>
                  <a:lnTo>
                    <a:pt x="513486" y="7885856"/>
                  </a:lnTo>
                  <a:lnTo>
                    <a:pt x="291209" y="8254217"/>
                  </a:lnTo>
                  <a:lnTo>
                    <a:pt x="348813" y="8620406"/>
                  </a:lnTo>
                  <a:lnTo>
                    <a:pt x="324672" y="9633137"/>
                  </a:lnTo>
                  <a:lnTo>
                    <a:pt x="439925" y="9755595"/>
                  </a:lnTo>
                  <a:lnTo>
                    <a:pt x="427257" y="10287000"/>
                  </a:lnTo>
                  <a:lnTo>
                    <a:pt x="776859" y="10287000"/>
                  </a:lnTo>
                  <a:close/>
                </a:path>
                <a:path w="2582544" h="10287000">
                  <a:moveTo>
                    <a:pt x="427257" y="10287000"/>
                  </a:moveTo>
                  <a:lnTo>
                    <a:pt x="439925" y="9755595"/>
                  </a:lnTo>
                  <a:lnTo>
                    <a:pt x="346168" y="10225779"/>
                  </a:lnTo>
                  <a:lnTo>
                    <a:pt x="292986" y="10287000"/>
                  </a:lnTo>
                  <a:lnTo>
                    <a:pt x="427257" y="10287000"/>
                  </a:lnTo>
                  <a:close/>
                </a:path>
                <a:path w="2582544" h="10287000">
                  <a:moveTo>
                    <a:pt x="838407" y="4396774"/>
                  </a:moveTo>
                  <a:lnTo>
                    <a:pt x="872757" y="2955773"/>
                  </a:lnTo>
                  <a:lnTo>
                    <a:pt x="837723" y="3302065"/>
                  </a:lnTo>
                  <a:lnTo>
                    <a:pt x="748775" y="3673605"/>
                  </a:lnTo>
                  <a:lnTo>
                    <a:pt x="604385" y="4124156"/>
                  </a:lnTo>
                  <a:lnTo>
                    <a:pt x="838407" y="4396774"/>
                  </a:lnTo>
                  <a:close/>
                </a:path>
                <a:path w="2582544" h="10287000">
                  <a:moveTo>
                    <a:pt x="889267" y="6643325"/>
                  </a:moveTo>
                  <a:lnTo>
                    <a:pt x="913526" y="5625673"/>
                  </a:lnTo>
                  <a:lnTo>
                    <a:pt x="641146" y="5859443"/>
                  </a:lnTo>
                  <a:lnTo>
                    <a:pt x="740072" y="6182396"/>
                  </a:lnTo>
                  <a:lnTo>
                    <a:pt x="889267" y="6643325"/>
                  </a:lnTo>
                  <a:close/>
                </a:path>
                <a:path w="2582544" h="10287000">
                  <a:moveTo>
                    <a:pt x="871652" y="2950608"/>
                  </a:moveTo>
                  <a:lnTo>
                    <a:pt x="893168" y="2048028"/>
                  </a:lnTo>
                  <a:lnTo>
                    <a:pt x="769965" y="2475500"/>
                  </a:lnTo>
                  <a:lnTo>
                    <a:pt x="871652" y="2950608"/>
                  </a:lnTo>
                  <a:close/>
                </a:path>
                <a:path w="2582544" h="10287000">
                  <a:moveTo>
                    <a:pt x="829189" y="10287000"/>
                  </a:moveTo>
                  <a:lnTo>
                    <a:pt x="914210" y="6720382"/>
                  </a:lnTo>
                  <a:lnTo>
                    <a:pt x="693987" y="7002564"/>
                  </a:lnTo>
                  <a:lnTo>
                    <a:pt x="820801" y="7279014"/>
                  </a:lnTo>
                  <a:lnTo>
                    <a:pt x="810061" y="7729557"/>
                  </a:lnTo>
                  <a:lnTo>
                    <a:pt x="835823" y="7813453"/>
                  </a:lnTo>
                  <a:lnTo>
                    <a:pt x="776859" y="10287000"/>
                  </a:lnTo>
                  <a:lnTo>
                    <a:pt x="829189" y="10287000"/>
                  </a:lnTo>
                  <a:close/>
                </a:path>
                <a:path w="2582544" h="10287000">
                  <a:moveTo>
                    <a:pt x="911491" y="10287000"/>
                  </a:moveTo>
                  <a:lnTo>
                    <a:pt x="1046695" y="4615225"/>
                  </a:lnTo>
                  <a:lnTo>
                    <a:pt x="852230" y="4929956"/>
                  </a:lnTo>
                  <a:lnTo>
                    <a:pt x="757882" y="5435256"/>
                  </a:lnTo>
                  <a:lnTo>
                    <a:pt x="913526" y="5625673"/>
                  </a:lnTo>
                  <a:lnTo>
                    <a:pt x="889267" y="6643325"/>
                  </a:lnTo>
                  <a:lnTo>
                    <a:pt x="914210" y="6720382"/>
                  </a:lnTo>
                  <a:lnTo>
                    <a:pt x="829189" y="10287000"/>
                  </a:lnTo>
                  <a:lnTo>
                    <a:pt x="911491" y="10287000"/>
                  </a:lnTo>
                  <a:close/>
                </a:path>
                <a:path w="2582544" h="10287000">
                  <a:moveTo>
                    <a:pt x="810061" y="7729557"/>
                  </a:moveTo>
                  <a:lnTo>
                    <a:pt x="820801" y="7279014"/>
                  </a:lnTo>
                  <a:lnTo>
                    <a:pt x="736651" y="7490493"/>
                  </a:lnTo>
                  <a:lnTo>
                    <a:pt x="810061" y="772955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6105825" y="0"/>
              <a:ext cx="2182495" cy="10287000"/>
            </a:xfrm>
            <a:custGeom>
              <a:avLst/>
              <a:gdLst/>
              <a:ahLst/>
              <a:cxnLst/>
              <a:rect l="l" t="t" r="r" b="b"/>
              <a:pathLst>
                <a:path w="2182494" h="10287000">
                  <a:moveTo>
                    <a:pt x="324672" y="9642677"/>
                  </a:moveTo>
                  <a:lnTo>
                    <a:pt x="348813" y="8629946"/>
                  </a:lnTo>
                  <a:lnTo>
                    <a:pt x="15010" y="8956588"/>
                  </a:lnTo>
                  <a:lnTo>
                    <a:pt x="0" y="9297708"/>
                  </a:lnTo>
                  <a:lnTo>
                    <a:pt x="324672" y="9642677"/>
                  </a:lnTo>
                  <a:close/>
                </a:path>
                <a:path w="2182494" h="10287000">
                  <a:moveTo>
                    <a:pt x="637861" y="1915198"/>
                  </a:moveTo>
                  <a:lnTo>
                    <a:pt x="669240" y="598864"/>
                  </a:lnTo>
                  <a:lnTo>
                    <a:pt x="530573" y="945880"/>
                  </a:lnTo>
                  <a:lnTo>
                    <a:pt x="435265" y="1196476"/>
                  </a:lnTo>
                  <a:lnTo>
                    <a:pt x="391993" y="1335644"/>
                  </a:lnTo>
                  <a:lnTo>
                    <a:pt x="399696" y="1428313"/>
                  </a:lnTo>
                  <a:lnTo>
                    <a:pt x="440978" y="1774836"/>
                  </a:lnTo>
                  <a:lnTo>
                    <a:pt x="637861" y="1915198"/>
                  </a:lnTo>
                  <a:close/>
                </a:path>
                <a:path w="2182494" h="10287000">
                  <a:moveTo>
                    <a:pt x="2182176" y="10287000"/>
                  </a:moveTo>
                  <a:lnTo>
                    <a:pt x="2182176" y="0"/>
                  </a:lnTo>
                  <a:lnTo>
                    <a:pt x="436956" y="0"/>
                  </a:lnTo>
                  <a:lnTo>
                    <a:pt x="540914" y="251871"/>
                  </a:lnTo>
                  <a:lnTo>
                    <a:pt x="669240" y="598864"/>
                  </a:lnTo>
                  <a:lnTo>
                    <a:pt x="637861" y="1915198"/>
                  </a:lnTo>
                  <a:lnTo>
                    <a:pt x="912289" y="2110843"/>
                  </a:lnTo>
                  <a:lnTo>
                    <a:pt x="872462" y="3781577"/>
                  </a:lnTo>
                  <a:lnTo>
                    <a:pt x="948670" y="3856914"/>
                  </a:lnTo>
                  <a:lnTo>
                    <a:pt x="1005259" y="3910114"/>
                  </a:lnTo>
                  <a:lnTo>
                    <a:pt x="983207" y="4835210"/>
                  </a:lnTo>
                  <a:lnTo>
                    <a:pt x="1008205" y="5012984"/>
                  </a:lnTo>
                  <a:lnTo>
                    <a:pt x="998723" y="5410755"/>
                  </a:lnTo>
                  <a:lnTo>
                    <a:pt x="1073597" y="5567786"/>
                  </a:lnTo>
                  <a:lnTo>
                    <a:pt x="961100" y="10287000"/>
                  </a:lnTo>
                  <a:lnTo>
                    <a:pt x="2182176" y="10287000"/>
                  </a:lnTo>
                  <a:close/>
                </a:path>
                <a:path w="2182494" h="10287000">
                  <a:moveTo>
                    <a:pt x="556220" y="10287000"/>
                  </a:moveTo>
                  <a:lnTo>
                    <a:pt x="617143" y="7731305"/>
                  </a:lnTo>
                  <a:lnTo>
                    <a:pt x="490641" y="8029232"/>
                  </a:lnTo>
                  <a:lnTo>
                    <a:pt x="331754" y="8211906"/>
                  </a:lnTo>
                  <a:lnTo>
                    <a:pt x="348813" y="8629946"/>
                  </a:lnTo>
                  <a:lnTo>
                    <a:pt x="324672" y="9642677"/>
                  </a:lnTo>
                  <a:lnTo>
                    <a:pt x="439925" y="9765135"/>
                  </a:lnTo>
                  <a:lnTo>
                    <a:pt x="427484" y="10287000"/>
                  </a:lnTo>
                  <a:lnTo>
                    <a:pt x="556220" y="10287000"/>
                  </a:lnTo>
                  <a:close/>
                </a:path>
                <a:path w="2182494" h="10287000">
                  <a:moveTo>
                    <a:pt x="427484" y="10287000"/>
                  </a:moveTo>
                  <a:lnTo>
                    <a:pt x="439925" y="9765135"/>
                  </a:lnTo>
                  <a:lnTo>
                    <a:pt x="345431" y="10235302"/>
                  </a:lnTo>
                  <a:lnTo>
                    <a:pt x="300522" y="10287000"/>
                  </a:lnTo>
                  <a:lnTo>
                    <a:pt x="427484" y="10287000"/>
                  </a:lnTo>
                  <a:close/>
                </a:path>
                <a:path w="2182494" h="10287000">
                  <a:moveTo>
                    <a:pt x="872462" y="3781577"/>
                  </a:moveTo>
                  <a:lnTo>
                    <a:pt x="912289" y="2110843"/>
                  </a:lnTo>
                  <a:lnTo>
                    <a:pt x="890007" y="2161026"/>
                  </a:lnTo>
                  <a:lnTo>
                    <a:pt x="841012" y="2275705"/>
                  </a:lnTo>
                  <a:lnTo>
                    <a:pt x="792086" y="2401072"/>
                  </a:lnTo>
                  <a:lnTo>
                    <a:pt x="770006" y="2483320"/>
                  </a:lnTo>
                  <a:lnTo>
                    <a:pt x="768398" y="2517139"/>
                  </a:lnTo>
                  <a:lnTo>
                    <a:pt x="764005" y="2565782"/>
                  </a:lnTo>
                  <a:lnTo>
                    <a:pt x="745193" y="2741357"/>
                  </a:lnTo>
                  <a:lnTo>
                    <a:pt x="740739" y="2789998"/>
                  </a:lnTo>
                  <a:lnTo>
                    <a:pt x="739041" y="2823814"/>
                  </a:lnTo>
                  <a:lnTo>
                    <a:pt x="714338" y="2894216"/>
                  </a:lnTo>
                  <a:lnTo>
                    <a:pt x="659879" y="2993526"/>
                  </a:lnTo>
                  <a:lnTo>
                    <a:pt x="605398" y="3082149"/>
                  </a:lnTo>
                  <a:lnTo>
                    <a:pt x="580631" y="3120489"/>
                  </a:lnTo>
                  <a:lnTo>
                    <a:pt x="615128" y="3386425"/>
                  </a:lnTo>
                  <a:lnTo>
                    <a:pt x="629220" y="3483516"/>
                  </a:lnTo>
                  <a:lnTo>
                    <a:pt x="694476" y="3590539"/>
                  </a:lnTo>
                  <a:lnTo>
                    <a:pt x="823018" y="3732697"/>
                  </a:lnTo>
                  <a:lnTo>
                    <a:pt x="872462" y="3781577"/>
                  </a:lnTo>
                  <a:close/>
                </a:path>
                <a:path w="2182494" h="10287000">
                  <a:moveTo>
                    <a:pt x="653264" y="10287000"/>
                  </a:moveTo>
                  <a:lnTo>
                    <a:pt x="741675" y="6578165"/>
                  </a:lnTo>
                  <a:lnTo>
                    <a:pt x="694952" y="7012864"/>
                  </a:lnTo>
                  <a:lnTo>
                    <a:pt x="584112" y="7292739"/>
                  </a:lnTo>
                  <a:lnTo>
                    <a:pt x="584739" y="7482901"/>
                  </a:lnTo>
                  <a:lnTo>
                    <a:pt x="617143" y="7731305"/>
                  </a:lnTo>
                  <a:lnTo>
                    <a:pt x="556220" y="10287000"/>
                  </a:lnTo>
                  <a:lnTo>
                    <a:pt x="650039" y="10287000"/>
                  </a:lnTo>
                  <a:lnTo>
                    <a:pt x="653264" y="10287000"/>
                  </a:lnTo>
                  <a:close/>
                </a:path>
                <a:path w="2182494" h="10287000">
                  <a:moveTo>
                    <a:pt x="961100" y="10287000"/>
                  </a:moveTo>
                  <a:lnTo>
                    <a:pt x="1073597" y="5567786"/>
                  </a:lnTo>
                  <a:lnTo>
                    <a:pt x="708278" y="6082840"/>
                  </a:lnTo>
                  <a:lnTo>
                    <a:pt x="741675" y="6578165"/>
                  </a:lnTo>
                  <a:lnTo>
                    <a:pt x="653264" y="10287000"/>
                  </a:lnTo>
                  <a:lnTo>
                    <a:pt x="961100" y="10287000"/>
                  </a:lnTo>
                  <a:close/>
                </a:path>
                <a:path w="2182494" h="10287000">
                  <a:moveTo>
                    <a:pt x="983207" y="4835210"/>
                  </a:moveTo>
                  <a:lnTo>
                    <a:pt x="1005259" y="3910114"/>
                  </a:lnTo>
                  <a:lnTo>
                    <a:pt x="863068" y="4340573"/>
                  </a:lnTo>
                  <a:lnTo>
                    <a:pt x="959679" y="4667894"/>
                  </a:lnTo>
                  <a:lnTo>
                    <a:pt x="983207" y="4835210"/>
                  </a:lnTo>
                  <a:close/>
                </a:path>
                <a:path w="2182494" h="10287000">
                  <a:moveTo>
                    <a:pt x="998723" y="5410755"/>
                  </a:moveTo>
                  <a:lnTo>
                    <a:pt x="1008205" y="5012984"/>
                  </a:lnTo>
                  <a:lnTo>
                    <a:pt x="897175" y="5197782"/>
                  </a:lnTo>
                  <a:lnTo>
                    <a:pt x="998723" y="5410755"/>
                  </a:lnTo>
                  <a:close/>
                </a:path>
              </a:pathLst>
            </a:custGeom>
            <a:solidFill>
              <a:srgbClr val="FFD04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016000" y="1825720"/>
            <a:ext cx="12709525" cy="4368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b="0">
                <a:latin typeface="Comic Sans MS"/>
                <a:cs typeface="Comic Sans MS"/>
              </a:rPr>
              <a:t>The</a:t>
            </a:r>
            <a:r>
              <a:rPr dirty="0" sz="2700" spc="-75" b="0">
                <a:latin typeface="Comic Sans MS"/>
                <a:cs typeface="Comic Sans MS"/>
              </a:rPr>
              <a:t> </a:t>
            </a:r>
            <a:r>
              <a:rPr dirty="0" sz="2700" b="0">
                <a:latin typeface="Comic Sans MS"/>
                <a:cs typeface="Comic Sans MS"/>
              </a:rPr>
              <a:t>primary</a:t>
            </a:r>
            <a:r>
              <a:rPr dirty="0" sz="2700" spc="-70" b="0">
                <a:latin typeface="Comic Sans MS"/>
                <a:cs typeface="Comic Sans MS"/>
              </a:rPr>
              <a:t> </a:t>
            </a:r>
            <a:r>
              <a:rPr dirty="0" sz="2700" b="0">
                <a:latin typeface="Comic Sans MS"/>
                <a:cs typeface="Comic Sans MS"/>
              </a:rPr>
              <a:t>purposes</a:t>
            </a:r>
            <a:r>
              <a:rPr dirty="0" sz="2700" spc="-70" b="0">
                <a:latin typeface="Comic Sans MS"/>
                <a:cs typeface="Comic Sans MS"/>
              </a:rPr>
              <a:t> </a:t>
            </a:r>
            <a:r>
              <a:rPr dirty="0" sz="2700" b="0">
                <a:latin typeface="Comic Sans MS"/>
                <a:cs typeface="Comic Sans MS"/>
              </a:rPr>
              <a:t>and</a:t>
            </a:r>
            <a:r>
              <a:rPr dirty="0" sz="2700" spc="-75" b="0">
                <a:latin typeface="Comic Sans MS"/>
                <a:cs typeface="Comic Sans MS"/>
              </a:rPr>
              <a:t> </a:t>
            </a:r>
            <a:r>
              <a:rPr dirty="0" sz="2700" b="0">
                <a:latin typeface="Comic Sans MS"/>
                <a:cs typeface="Comic Sans MS"/>
              </a:rPr>
              <a:t>objectives</a:t>
            </a:r>
            <a:r>
              <a:rPr dirty="0" sz="2700" spc="-70" b="0">
                <a:latin typeface="Comic Sans MS"/>
                <a:cs typeface="Comic Sans MS"/>
              </a:rPr>
              <a:t> </a:t>
            </a:r>
            <a:r>
              <a:rPr dirty="0" sz="2700" b="0">
                <a:latin typeface="Comic Sans MS"/>
                <a:cs typeface="Comic Sans MS"/>
              </a:rPr>
              <a:t>of</a:t>
            </a:r>
            <a:r>
              <a:rPr dirty="0" sz="2700" spc="-70" b="0">
                <a:latin typeface="Comic Sans MS"/>
                <a:cs typeface="Comic Sans MS"/>
              </a:rPr>
              <a:t> </a:t>
            </a:r>
            <a:r>
              <a:rPr dirty="0" sz="2700" b="0">
                <a:latin typeface="Comic Sans MS"/>
                <a:cs typeface="Comic Sans MS"/>
              </a:rPr>
              <a:t>a</a:t>
            </a:r>
            <a:r>
              <a:rPr dirty="0" sz="2700" spc="-75" b="0">
                <a:latin typeface="Comic Sans MS"/>
                <a:cs typeface="Comic Sans MS"/>
              </a:rPr>
              <a:t> </a:t>
            </a:r>
            <a:r>
              <a:rPr dirty="0" sz="2700" b="0">
                <a:latin typeface="Comic Sans MS"/>
                <a:cs typeface="Comic Sans MS"/>
              </a:rPr>
              <a:t>structured</a:t>
            </a:r>
            <a:r>
              <a:rPr dirty="0" sz="2700" spc="-70" b="0">
                <a:latin typeface="Comic Sans MS"/>
                <a:cs typeface="Comic Sans MS"/>
              </a:rPr>
              <a:t> </a:t>
            </a:r>
            <a:r>
              <a:rPr dirty="0" sz="2700" b="0">
                <a:latin typeface="Comic Sans MS"/>
                <a:cs typeface="Comic Sans MS"/>
              </a:rPr>
              <a:t>incident</a:t>
            </a:r>
            <a:r>
              <a:rPr dirty="0" sz="2700" spc="-70" b="0">
                <a:latin typeface="Comic Sans MS"/>
                <a:cs typeface="Comic Sans MS"/>
              </a:rPr>
              <a:t> </a:t>
            </a:r>
            <a:r>
              <a:rPr dirty="0" sz="2700" b="0">
                <a:latin typeface="Comic Sans MS"/>
                <a:cs typeface="Comic Sans MS"/>
              </a:rPr>
              <a:t>response</a:t>
            </a:r>
            <a:r>
              <a:rPr dirty="0" sz="2700" spc="-75" b="0">
                <a:latin typeface="Comic Sans MS"/>
                <a:cs typeface="Comic Sans MS"/>
              </a:rPr>
              <a:t> </a:t>
            </a:r>
            <a:r>
              <a:rPr dirty="0" sz="2700" spc="-10" b="0">
                <a:latin typeface="Comic Sans MS"/>
                <a:cs typeface="Comic Sans MS"/>
              </a:rPr>
              <a:t>include:</a:t>
            </a:r>
            <a:endParaRPr sz="2700">
              <a:latin typeface="Comic Sans MS"/>
              <a:cs typeface="Comic Sans MS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5399" y="2943224"/>
            <a:ext cx="123825" cy="12382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598810" y="2639735"/>
            <a:ext cx="13089255" cy="4385310"/>
          </a:xfrm>
          <a:prstGeom prst="rect">
            <a:avLst/>
          </a:prstGeom>
        </p:spPr>
        <p:txBody>
          <a:bodyPr wrap="square" lIns="0" tIns="25400" rIns="0" bIns="0" rtlCol="0" vert="horz">
            <a:spAutoFit/>
          </a:bodyPr>
          <a:lstStyle/>
          <a:p>
            <a:pPr algn="just" marL="12700" marR="5080">
              <a:lnSpc>
                <a:spcPct val="109800"/>
              </a:lnSpc>
              <a:spcBef>
                <a:spcPts val="200"/>
              </a:spcBef>
            </a:pPr>
            <a:r>
              <a:rPr dirty="0" sz="3300" spc="-320" b="1">
                <a:latin typeface="Comic Sans MS"/>
                <a:cs typeface="Comic Sans MS"/>
              </a:rPr>
              <a:t>Mitigating</a:t>
            </a:r>
            <a:r>
              <a:rPr dirty="0" sz="3300" spc="-40" b="1">
                <a:latin typeface="Comic Sans MS"/>
                <a:cs typeface="Comic Sans MS"/>
              </a:rPr>
              <a:t> </a:t>
            </a:r>
            <a:r>
              <a:rPr dirty="0" sz="3300" spc="-459" b="1">
                <a:latin typeface="Comic Sans MS"/>
                <a:cs typeface="Comic Sans MS"/>
              </a:rPr>
              <a:t>Damage:</a:t>
            </a:r>
            <a:r>
              <a:rPr dirty="0" sz="3300" spc="105" b="1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Rapidly</a:t>
            </a:r>
            <a:r>
              <a:rPr dirty="0" sz="2700" spc="-204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stopping</a:t>
            </a:r>
            <a:r>
              <a:rPr dirty="0" sz="2700" spc="-35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an</a:t>
            </a:r>
            <a:r>
              <a:rPr dirty="0" sz="2700" spc="180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active</a:t>
            </a:r>
            <a:r>
              <a:rPr dirty="0" sz="2700" spc="175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threat</a:t>
            </a:r>
            <a:r>
              <a:rPr dirty="0" sz="2700" spc="175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(such</a:t>
            </a:r>
            <a:r>
              <a:rPr dirty="0" sz="2700" spc="175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as</a:t>
            </a:r>
            <a:r>
              <a:rPr dirty="0" sz="2700" spc="175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isolating</a:t>
            </a:r>
            <a:r>
              <a:rPr dirty="0" sz="2700" spc="175">
                <a:latin typeface="Comic Sans MS"/>
                <a:cs typeface="Comic Sans MS"/>
              </a:rPr>
              <a:t> </a:t>
            </a:r>
            <a:r>
              <a:rPr dirty="0" sz="2700" spc="-10">
                <a:latin typeface="Comic Sans MS"/>
                <a:cs typeface="Comic Sans MS"/>
              </a:rPr>
              <a:t>infected </a:t>
            </a:r>
            <a:r>
              <a:rPr dirty="0" sz="2700">
                <a:latin typeface="Comic Sans MS"/>
                <a:cs typeface="Comic Sans MS"/>
              </a:rPr>
              <a:t>systems)</a:t>
            </a:r>
            <a:r>
              <a:rPr dirty="0" sz="2700" spc="-80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to</a:t>
            </a:r>
            <a:r>
              <a:rPr dirty="0" sz="2700" spc="-75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prevent</a:t>
            </a:r>
            <a:r>
              <a:rPr dirty="0" sz="2700" spc="-75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the</a:t>
            </a:r>
            <a:r>
              <a:rPr dirty="0" sz="2700" spc="-80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compromise</a:t>
            </a:r>
            <a:r>
              <a:rPr dirty="0" sz="2700" spc="-75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from</a:t>
            </a:r>
            <a:r>
              <a:rPr dirty="0" sz="2700" spc="-75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spreading</a:t>
            </a:r>
            <a:r>
              <a:rPr dirty="0" sz="2700" spc="-80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across</a:t>
            </a:r>
            <a:r>
              <a:rPr dirty="0" sz="2700" spc="-75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the</a:t>
            </a:r>
            <a:r>
              <a:rPr dirty="0" sz="2700" spc="-75">
                <a:latin typeface="Comic Sans MS"/>
                <a:cs typeface="Comic Sans MS"/>
              </a:rPr>
              <a:t> </a:t>
            </a:r>
            <a:r>
              <a:rPr dirty="0" sz="2700" spc="-10">
                <a:latin typeface="Comic Sans MS"/>
                <a:cs typeface="Comic Sans MS"/>
              </a:rPr>
              <a:t>network.</a:t>
            </a:r>
            <a:endParaRPr sz="2700">
              <a:latin typeface="Comic Sans MS"/>
              <a:cs typeface="Comic Sans MS"/>
            </a:endParaRPr>
          </a:p>
          <a:p>
            <a:pPr algn="just" marL="12700" marR="5080">
              <a:lnSpc>
                <a:spcPct val="109800"/>
              </a:lnSpc>
              <a:spcBef>
                <a:spcPts val="3270"/>
              </a:spcBef>
            </a:pPr>
            <a:r>
              <a:rPr dirty="0" sz="3300" spc="-315" b="1">
                <a:latin typeface="Comic Sans MS"/>
                <a:cs typeface="Comic Sans MS"/>
              </a:rPr>
              <a:t>Ensuring</a:t>
            </a:r>
            <a:r>
              <a:rPr dirty="0" sz="3300" spc="655" b="1">
                <a:latin typeface="Comic Sans MS"/>
                <a:cs typeface="Comic Sans MS"/>
              </a:rPr>
              <a:t> </a:t>
            </a:r>
            <a:r>
              <a:rPr dirty="0" sz="3300" spc="-315" b="1">
                <a:latin typeface="Comic Sans MS"/>
                <a:cs typeface="Comic Sans MS"/>
              </a:rPr>
              <a:t>Business</a:t>
            </a:r>
            <a:r>
              <a:rPr dirty="0" sz="3300" spc="660" b="1">
                <a:latin typeface="Comic Sans MS"/>
                <a:cs typeface="Comic Sans MS"/>
              </a:rPr>
              <a:t> </a:t>
            </a:r>
            <a:r>
              <a:rPr dirty="0" sz="3300" spc="-300" b="1">
                <a:latin typeface="Comic Sans MS"/>
                <a:cs typeface="Comic Sans MS"/>
              </a:rPr>
              <a:t>Continuity:</a:t>
            </a:r>
            <a:r>
              <a:rPr dirty="0" sz="3300" spc="310" b="1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Restoring</a:t>
            </a:r>
            <a:r>
              <a:rPr dirty="0" sz="2700" spc="60">
                <a:latin typeface="Comic Sans MS"/>
                <a:cs typeface="Comic Sans MS"/>
              </a:rPr>
              <a:t>  </a:t>
            </a:r>
            <a:r>
              <a:rPr dirty="0" sz="2700">
                <a:latin typeface="Comic Sans MS"/>
                <a:cs typeface="Comic Sans MS"/>
              </a:rPr>
              <a:t>compromised</a:t>
            </a:r>
            <a:r>
              <a:rPr dirty="0" sz="2700" spc="65">
                <a:latin typeface="Comic Sans MS"/>
                <a:cs typeface="Comic Sans MS"/>
              </a:rPr>
              <a:t>  </a:t>
            </a:r>
            <a:r>
              <a:rPr dirty="0" sz="2700">
                <a:latin typeface="Comic Sans MS"/>
                <a:cs typeface="Comic Sans MS"/>
              </a:rPr>
              <a:t>systems</a:t>
            </a:r>
            <a:r>
              <a:rPr dirty="0" sz="2700" spc="65">
                <a:latin typeface="Comic Sans MS"/>
                <a:cs typeface="Comic Sans MS"/>
              </a:rPr>
              <a:t>  </a:t>
            </a:r>
            <a:r>
              <a:rPr dirty="0" sz="2700">
                <a:latin typeface="Comic Sans MS"/>
                <a:cs typeface="Comic Sans MS"/>
              </a:rPr>
              <a:t>and</a:t>
            </a:r>
            <a:r>
              <a:rPr dirty="0" sz="2700" spc="60">
                <a:latin typeface="Comic Sans MS"/>
                <a:cs typeface="Comic Sans MS"/>
              </a:rPr>
              <a:t>  </a:t>
            </a:r>
            <a:r>
              <a:rPr dirty="0" sz="2700" spc="-10">
                <a:latin typeface="Comic Sans MS"/>
                <a:cs typeface="Comic Sans MS"/>
              </a:rPr>
              <a:t>resuming </a:t>
            </a:r>
            <a:r>
              <a:rPr dirty="0" sz="2700">
                <a:latin typeface="Comic Sans MS"/>
                <a:cs typeface="Comic Sans MS"/>
              </a:rPr>
              <a:t>normal</a:t>
            </a:r>
            <a:r>
              <a:rPr dirty="0" sz="2700" spc="-85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operations</a:t>
            </a:r>
            <a:r>
              <a:rPr dirty="0" sz="2700" spc="-80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safely</a:t>
            </a:r>
            <a:r>
              <a:rPr dirty="0" sz="2700" spc="-80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and</a:t>
            </a:r>
            <a:r>
              <a:rPr dirty="0" sz="2700" spc="-80">
                <a:latin typeface="Comic Sans MS"/>
                <a:cs typeface="Comic Sans MS"/>
              </a:rPr>
              <a:t> </a:t>
            </a:r>
            <a:r>
              <a:rPr dirty="0" sz="2700" spc="-10">
                <a:latin typeface="Comic Sans MS"/>
                <a:cs typeface="Comic Sans MS"/>
              </a:rPr>
              <a:t>efficiently.</a:t>
            </a:r>
            <a:endParaRPr sz="2700">
              <a:latin typeface="Comic Sans MS"/>
              <a:cs typeface="Comic Sans MS"/>
            </a:endParaRPr>
          </a:p>
          <a:p>
            <a:pPr algn="just" marL="12700" marR="5080">
              <a:lnSpc>
                <a:spcPct val="112799"/>
              </a:lnSpc>
              <a:spcBef>
                <a:spcPts val="3155"/>
              </a:spcBef>
            </a:pPr>
            <a:r>
              <a:rPr dirty="0" sz="3300" spc="-310" b="1">
                <a:latin typeface="Comic Sans MS"/>
                <a:cs typeface="Comic Sans MS"/>
              </a:rPr>
              <a:t>Identifying</a:t>
            </a:r>
            <a:r>
              <a:rPr dirty="0" sz="3300" spc="114" b="1">
                <a:latin typeface="Comic Sans MS"/>
                <a:cs typeface="Comic Sans MS"/>
              </a:rPr>
              <a:t> </a:t>
            </a:r>
            <a:r>
              <a:rPr dirty="0" sz="3300" spc="-345" b="1">
                <a:latin typeface="Comic Sans MS"/>
                <a:cs typeface="Comic Sans MS"/>
              </a:rPr>
              <a:t>Root</a:t>
            </a:r>
            <a:r>
              <a:rPr dirty="0" sz="3300" spc="225" b="1">
                <a:latin typeface="Comic Sans MS"/>
                <a:cs typeface="Comic Sans MS"/>
              </a:rPr>
              <a:t> </a:t>
            </a:r>
            <a:r>
              <a:rPr dirty="0" sz="3300" spc="-340" b="1">
                <a:latin typeface="Comic Sans MS"/>
                <a:cs typeface="Comic Sans MS"/>
              </a:rPr>
              <a:t>Causes:</a:t>
            </a:r>
            <a:r>
              <a:rPr dirty="0" sz="3300" spc="-15" b="1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Conducting</a:t>
            </a:r>
            <a:r>
              <a:rPr dirty="0" sz="2700" spc="500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forensic</a:t>
            </a:r>
            <a:r>
              <a:rPr dirty="0" sz="2700" spc="500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analysis</a:t>
            </a:r>
            <a:r>
              <a:rPr dirty="0" sz="2700" spc="495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to</a:t>
            </a:r>
            <a:r>
              <a:rPr dirty="0" sz="2700" spc="500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understand</a:t>
            </a:r>
            <a:r>
              <a:rPr dirty="0" sz="2700" spc="500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how</a:t>
            </a:r>
            <a:r>
              <a:rPr dirty="0" sz="2700" spc="495">
                <a:latin typeface="Comic Sans MS"/>
                <a:cs typeface="Comic Sans MS"/>
              </a:rPr>
              <a:t> </a:t>
            </a:r>
            <a:r>
              <a:rPr dirty="0" sz="2700" spc="-25">
                <a:latin typeface="Comic Sans MS"/>
                <a:cs typeface="Comic Sans MS"/>
              </a:rPr>
              <a:t>the </a:t>
            </a:r>
            <a:r>
              <a:rPr dirty="0" sz="2700">
                <a:latin typeface="Comic Sans MS"/>
                <a:cs typeface="Comic Sans MS"/>
              </a:rPr>
              <a:t>incident</a:t>
            </a:r>
            <a:r>
              <a:rPr dirty="0" sz="2700" spc="480">
                <a:latin typeface="Comic Sans MS"/>
                <a:cs typeface="Comic Sans MS"/>
              </a:rPr>
              <a:t>  </a:t>
            </a:r>
            <a:r>
              <a:rPr dirty="0" sz="2700">
                <a:latin typeface="Comic Sans MS"/>
                <a:cs typeface="Comic Sans MS"/>
              </a:rPr>
              <a:t>occurred,</a:t>
            </a:r>
            <a:r>
              <a:rPr dirty="0" sz="2700" spc="484">
                <a:latin typeface="Comic Sans MS"/>
                <a:cs typeface="Comic Sans MS"/>
              </a:rPr>
              <a:t>  </a:t>
            </a:r>
            <a:r>
              <a:rPr dirty="0" sz="2700">
                <a:latin typeface="Comic Sans MS"/>
                <a:cs typeface="Comic Sans MS"/>
              </a:rPr>
              <a:t>which</a:t>
            </a:r>
            <a:r>
              <a:rPr dirty="0" sz="2700" spc="484">
                <a:latin typeface="Comic Sans MS"/>
                <a:cs typeface="Comic Sans MS"/>
              </a:rPr>
              <a:t>  </a:t>
            </a:r>
            <a:r>
              <a:rPr dirty="0" sz="2700">
                <a:latin typeface="Comic Sans MS"/>
                <a:cs typeface="Comic Sans MS"/>
              </a:rPr>
              <a:t>prevents</a:t>
            </a:r>
            <a:r>
              <a:rPr dirty="0" sz="2700" spc="484">
                <a:latin typeface="Comic Sans MS"/>
                <a:cs typeface="Comic Sans MS"/>
              </a:rPr>
              <a:t>  </a:t>
            </a:r>
            <a:r>
              <a:rPr dirty="0" sz="2700">
                <a:latin typeface="Comic Sans MS"/>
                <a:cs typeface="Comic Sans MS"/>
              </a:rPr>
              <a:t>attackers</a:t>
            </a:r>
            <a:r>
              <a:rPr dirty="0" sz="2700" spc="484">
                <a:latin typeface="Comic Sans MS"/>
                <a:cs typeface="Comic Sans MS"/>
              </a:rPr>
              <a:t>  </a:t>
            </a:r>
            <a:r>
              <a:rPr dirty="0" sz="2700">
                <a:latin typeface="Comic Sans MS"/>
                <a:cs typeface="Comic Sans MS"/>
              </a:rPr>
              <a:t>from</a:t>
            </a:r>
            <a:r>
              <a:rPr dirty="0" sz="2700" spc="484">
                <a:latin typeface="Comic Sans MS"/>
                <a:cs typeface="Comic Sans MS"/>
              </a:rPr>
              <a:t>  </a:t>
            </a:r>
            <a:r>
              <a:rPr dirty="0" sz="2700">
                <a:latin typeface="Comic Sans MS"/>
                <a:cs typeface="Comic Sans MS"/>
              </a:rPr>
              <a:t>exploiting</a:t>
            </a:r>
            <a:r>
              <a:rPr dirty="0" sz="2700" spc="484">
                <a:latin typeface="Comic Sans MS"/>
                <a:cs typeface="Comic Sans MS"/>
              </a:rPr>
              <a:t>  </a:t>
            </a:r>
            <a:r>
              <a:rPr dirty="0" sz="2700">
                <a:latin typeface="Comic Sans MS"/>
                <a:cs typeface="Comic Sans MS"/>
              </a:rPr>
              <a:t>the</a:t>
            </a:r>
            <a:r>
              <a:rPr dirty="0" sz="2700" spc="484">
                <a:latin typeface="Comic Sans MS"/>
                <a:cs typeface="Comic Sans MS"/>
              </a:rPr>
              <a:t>  </a:t>
            </a:r>
            <a:r>
              <a:rPr dirty="0" sz="2700" spc="-20">
                <a:latin typeface="Comic Sans MS"/>
                <a:cs typeface="Comic Sans MS"/>
              </a:rPr>
              <a:t>same </a:t>
            </a:r>
            <a:r>
              <a:rPr dirty="0" sz="2700">
                <a:latin typeface="Comic Sans MS"/>
                <a:cs typeface="Comic Sans MS"/>
              </a:rPr>
              <a:t>vulnerabilities</a:t>
            </a:r>
            <a:r>
              <a:rPr dirty="0" sz="2700" spc="-140">
                <a:latin typeface="Comic Sans MS"/>
                <a:cs typeface="Comic Sans MS"/>
              </a:rPr>
              <a:t> </a:t>
            </a:r>
            <a:r>
              <a:rPr dirty="0" sz="2700" spc="-10">
                <a:latin typeface="Comic Sans MS"/>
                <a:cs typeface="Comic Sans MS"/>
              </a:rPr>
              <a:t>twice.</a:t>
            </a:r>
            <a:endParaRPr sz="2700">
              <a:latin typeface="Comic Sans MS"/>
              <a:cs typeface="Comic Sans MS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5399" y="4371974"/>
            <a:ext cx="123825" cy="12382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5399" y="5800724"/>
            <a:ext cx="123825" cy="12382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5399" y="7705724"/>
            <a:ext cx="123825" cy="123824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598810" y="7462735"/>
            <a:ext cx="5563870" cy="5308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1673860" algn="l"/>
                <a:tab pos="3902710" algn="l"/>
              </a:tabLst>
            </a:pPr>
            <a:r>
              <a:rPr dirty="0" sz="3300" spc="-360" b="1">
                <a:latin typeface="Comic Sans MS"/>
                <a:cs typeface="Comic Sans MS"/>
              </a:rPr>
              <a:t>Meeting</a:t>
            </a:r>
            <a:r>
              <a:rPr dirty="0" sz="3300" b="1">
                <a:latin typeface="Comic Sans MS"/>
                <a:cs typeface="Comic Sans MS"/>
              </a:rPr>
              <a:t>	</a:t>
            </a:r>
            <a:r>
              <a:rPr dirty="0" sz="3300" spc="-335" b="1">
                <a:latin typeface="Comic Sans MS"/>
                <a:cs typeface="Comic Sans MS"/>
              </a:rPr>
              <a:t>Compliance:</a:t>
            </a:r>
            <a:r>
              <a:rPr dirty="0" sz="3300" b="1">
                <a:latin typeface="Comic Sans MS"/>
                <a:cs typeface="Comic Sans MS"/>
              </a:rPr>
              <a:t>	</a:t>
            </a:r>
            <a:r>
              <a:rPr dirty="0" sz="2700" spc="-10">
                <a:latin typeface="Comic Sans MS"/>
                <a:cs typeface="Comic Sans MS"/>
              </a:rPr>
              <a:t>Satisfying</a:t>
            </a:r>
            <a:endParaRPr sz="2700">
              <a:latin typeface="Comic Sans MS"/>
              <a:cs typeface="Comic Sans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447578" y="7540719"/>
            <a:ext cx="7240270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50620" algn="l"/>
                <a:tab pos="3223260" algn="l"/>
                <a:tab pos="4090035" algn="l"/>
                <a:tab pos="5727065" algn="l"/>
              </a:tabLst>
            </a:pPr>
            <a:r>
              <a:rPr dirty="0" sz="2700" spc="-10">
                <a:latin typeface="Comic Sans MS"/>
                <a:cs typeface="Comic Sans MS"/>
              </a:rPr>
              <a:t>legal,</a:t>
            </a:r>
            <a:r>
              <a:rPr dirty="0" sz="2700">
                <a:latin typeface="Comic Sans MS"/>
                <a:cs typeface="Comic Sans MS"/>
              </a:rPr>
              <a:t>	</a:t>
            </a:r>
            <a:r>
              <a:rPr dirty="0" sz="2700" spc="-10">
                <a:latin typeface="Comic Sans MS"/>
                <a:cs typeface="Comic Sans MS"/>
              </a:rPr>
              <a:t>regulatory,</a:t>
            </a:r>
            <a:r>
              <a:rPr dirty="0" sz="2700">
                <a:latin typeface="Comic Sans MS"/>
                <a:cs typeface="Comic Sans MS"/>
              </a:rPr>
              <a:t>	</a:t>
            </a:r>
            <a:r>
              <a:rPr dirty="0" sz="2700" spc="-25">
                <a:latin typeface="Comic Sans MS"/>
                <a:cs typeface="Comic Sans MS"/>
              </a:rPr>
              <a:t>and</a:t>
            </a:r>
            <a:r>
              <a:rPr dirty="0" sz="2700">
                <a:latin typeface="Comic Sans MS"/>
                <a:cs typeface="Comic Sans MS"/>
              </a:rPr>
              <a:t>	</a:t>
            </a:r>
            <a:r>
              <a:rPr dirty="0" sz="2700" spc="-10">
                <a:latin typeface="Comic Sans MS"/>
                <a:cs typeface="Comic Sans MS"/>
              </a:rPr>
              <a:t>industry</a:t>
            </a:r>
            <a:r>
              <a:rPr dirty="0" sz="2700">
                <a:latin typeface="Comic Sans MS"/>
                <a:cs typeface="Comic Sans MS"/>
              </a:rPr>
              <a:t>	</a:t>
            </a:r>
            <a:r>
              <a:rPr dirty="0" sz="2700" spc="-10">
                <a:latin typeface="Comic Sans MS"/>
                <a:cs typeface="Comic Sans MS"/>
              </a:rPr>
              <a:t>reporting</a:t>
            </a:r>
            <a:endParaRPr sz="2700">
              <a:latin typeface="Comic Sans MS"/>
              <a:cs typeface="Comic Sans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598810" y="8016969"/>
            <a:ext cx="11369040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>
                <a:latin typeface="Comic Sans MS"/>
                <a:cs typeface="Comic Sans MS"/>
              </a:rPr>
              <a:t>requirements</a:t>
            </a:r>
            <a:r>
              <a:rPr dirty="0" sz="2700" spc="-65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(such</a:t>
            </a:r>
            <a:r>
              <a:rPr dirty="0" sz="2700" spc="-65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as</a:t>
            </a:r>
            <a:r>
              <a:rPr dirty="0" sz="2700" spc="-65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GDPR,</a:t>
            </a:r>
            <a:r>
              <a:rPr dirty="0" sz="2700" spc="-60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PCI</a:t>
            </a:r>
            <a:r>
              <a:rPr dirty="0" sz="2700" spc="-65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DSS,</a:t>
            </a:r>
            <a:r>
              <a:rPr dirty="0" sz="2700" spc="-65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or</a:t>
            </a:r>
            <a:r>
              <a:rPr dirty="0" sz="2700" spc="-65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HIPAA)</a:t>
            </a:r>
            <a:r>
              <a:rPr dirty="0" sz="2700" spc="-60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to</a:t>
            </a:r>
            <a:r>
              <a:rPr dirty="0" sz="2700" spc="-65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avoid</a:t>
            </a:r>
            <a:r>
              <a:rPr dirty="0" sz="2700" spc="-65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hefty</a:t>
            </a:r>
            <a:r>
              <a:rPr dirty="0" sz="2700" spc="-65">
                <a:latin typeface="Comic Sans MS"/>
                <a:cs typeface="Comic Sans MS"/>
              </a:rPr>
              <a:t> </a:t>
            </a:r>
            <a:r>
              <a:rPr dirty="0" sz="2700" spc="-10">
                <a:latin typeface="Comic Sans MS"/>
                <a:cs typeface="Comic Sans MS"/>
              </a:rPr>
              <a:t>fines.</a:t>
            </a:r>
            <a:endParaRPr sz="27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553249" y="0"/>
            <a:ext cx="2734945" cy="10287000"/>
            <a:chOff x="15553249" y="0"/>
            <a:chExt cx="2734945" cy="10287000"/>
          </a:xfrm>
        </p:grpSpPr>
        <p:sp>
          <p:nvSpPr>
            <p:cNvPr id="3" name="object 3"/>
            <p:cNvSpPr/>
            <p:nvPr/>
          </p:nvSpPr>
          <p:spPr>
            <a:xfrm>
              <a:off x="15553249" y="0"/>
              <a:ext cx="2734945" cy="10287000"/>
            </a:xfrm>
            <a:custGeom>
              <a:avLst/>
              <a:gdLst/>
              <a:ahLst/>
              <a:cxnLst/>
              <a:rect l="l" t="t" r="r" b="b"/>
              <a:pathLst>
                <a:path w="2734944" h="10287000">
                  <a:moveTo>
                    <a:pt x="727011" y="10287000"/>
                  </a:moveTo>
                  <a:lnTo>
                    <a:pt x="779927" y="8067176"/>
                  </a:lnTo>
                  <a:lnTo>
                    <a:pt x="455832" y="8264828"/>
                  </a:lnTo>
                  <a:lnTo>
                    <a:pt x="334756" y="8520630"/>
                  </a:lnTo>
                  <a:lnTo>
                    <a:pt x="293648" y="8874393"/>
                  </a:lnTo>
                  <a:lnTo>
                    <a:pt x="0" y="9289203"/>
                  </a:lnTo>
                  <a:lnTo>
                    <a:pt x="103447" y="9752295"/>
                  </a:lnTo>
                  <a:lnTo>
                    <a:pt x="384759" y="10009582"/>
                  </a:lnTo>
                  <a:lnTo>
                    <a:pt x="378146" y="10287000"/>
                  </a:lnTo>
                  <a:lnTo>
                    <a:pt x="727011" y="10287000"/>
                  </a:lnTo>
                  <a:close/>
                </a:path>
                <a:path w="2734944" h="10287000">
                  <a:moveTo>
                    <a:pt x="586809" y="1997404"/>
                  </a:moveTo>
                  <a:lnTo>
                    <a:pt x="614320" y="843315"/>
                  </a:lnTo>
                  <a:lnTo>
                    <a:pt x="336085" y="1580317"/>
                  </a:lnTo>
                  <a:lnTo>
                    <a:pt x="500606" y="1893043"/>
                  </a:lnTo>
                  <a:lnTo>
                    <a:pt x="586809" y="1997404"/>
                  </a:lnTo>
                  <a:close/>
                </a:path>
                <a:path w="2734944" h="10287000">
                  <a:moveTo>
                    <a:pt x="2734752" y="10287000"/>
                  </a:moveTo>
                  <a:lnTo>
                    <a:pt x="2734752" y="0"/>
                  </a:lnTo>
                  <a:lnTo>
                    <a:pt x="557905" y="0"/>
                  </a:lnTo>
                  <a:lnTo>
                    <a:pt x="485748" y="496316"/>
                  </a:lnTo>
                  <a:lnTo>
                    <a:pt x="614320" y="843315"/>
                  </a:lnTo>
                  <a:lnTo>
                    <a:pt x="586809" y="1997404"/>
                  </a:lnTo>
                  <a:lnTo>
                    <a:pt x="838014" y="2301524"/>
                  </a:lnTo>
                  <a:lnTo>
                    <a:pt x="816517" y="3203315"/>
                  </a:lnTo>
                  <a:lnTo>
                    <a:pt x="817621" y="3208532"/>
                  </a:lnTo>
                  <a:lnTo>
                    <a:pt x="783270" y="4649534"/>
                  </a:lnTo>
                  <a:lnTo>
                    <a:pt x="884949" y="4795181"/>
                  </a:lnTo>
                  <a:lnTo>
                    <a:pt x="834878" y="6895682"/>
                  </a:lnTo>
                  <a:lnTo>
                    <a:pt x="860277" y="6974153"/>
                  </a:lnTo>
                  <a:lnTo>
                    <a:pt x="781306" y="10287000"/>
                  </a:lnTo>
                  <a:lnTo>
                    <a:pt x="2734752" y="10287000"/>
                  </a:lnTo>
                  <a:close/>
                </a:path>
                <a:path w="2734944" h="10287000">
                  <a:moveTo>
                    <a:pt x="378146" y="10287000"/>
                  </a:moveTo>
                  <a:lnTo>
                    <a:pt x="384759" y="10009582"/>
                  </a:lnTo>
                  <a:lnTo>
                    <a:pt x="329200" y="10287000"/>
                  </a:lnTo>
                  <a:lnTo>
                    <a:pt x="378146" y="10287000"/>
                  </a:lnTo>
                  <a:close/>
                </a:path>
                <a:path w="2734944" h="10287000">
                  <a:moveTo>
                    <a:pt x="783270" y="4649534"/>
                  </a:moveTo>
                  <a:lnTo>
                    <a:pt x="817621" y="3208532"/>
                  </a:lnTo>
                  <a:lnTo>
                    <a:pt x="782587" y="3554825"/>
                  </a:lnTo>
                  <a:lnTo>
                    <a:pt x="693633" y="3926610"/>
                  </a:lnTo>
                  <a:lnTo>
                    <a:pt x="549494" y="4376921"/>
                  </a:lnTo>
                  <a:lnTo>
                    <a:pt x="783270" y="4649534"/>
                  </a:lnTo>
                  <a:close/>
                </a:path>
                <a:path w="2734944" h="10287000">
                  <a:moveTo>
                    <a:pt x="816517" y="3203315"/>
                  </a:moveTo>
                  <a:lnTo>
                    <a:pt x="838014" y="2301524"/>
                  </a:lnTo>
                  <a:lnTo>
                    <a:pt x="716051" y="2728534"/>
                  </a:lnTo>
                  <a:lnTo>
                    <a:pt x="816517" y="3203315"/>
                  </a:lnTo>
                  <a:close/>
                </a:path>
                <a:path w="2734944" h="10287000">
                  <a:moveTo>
                    <a:pt x="781306" y="10287000"/>
                  </a:moveTo>
                  <a:lnTo>
                    <a:pt x="860277" y="6974153"/>
                  </a:lnTo>
                  <a:lnTo>
                    <a:pt x="639810" y="7256328"/>
                  </a:lnTo>
                  <a:lnTo>
                    <a:pt x="766875" y="7532539"/>
                  </a:lnTo>
                  <a:lnTo>
                    <a:pt x="755982" y="7989517"/>
                  </a:lnTo>
                  <a:lnTo>
                    <a:pt x="779927" y="8067176"/>
                  </a:lnTo>
                  <a:lnTo>
                    <a:pt x="727011" y="10287000"/>
                  </a:lnTo>
                  <a:lnTo>
                    <a:pt x="781306" y="10287000"/>
                  </a:lnTo>
                  <a:close/>
                </a:path>
                <a:path w="2734944" h="10287000">
                  <a:moveTo>
                    <a:pt x="834878" y="6895682"/>
                  </a:moveTo>
                  <a:lnTo>
                    <a:pt x="859097" y="5879677"/>
                  </a:lnTo>
                  <a:lnTo>
                    <a:pt x="734991" y="6200754"/>
                  </a:lnTo>
                  <a:lnTo>
                    <a:pt x="686140" y="6436167"/>
                  </a:lnTo>
                  <a:lnTo>
                    <a:pt x="834878" y="6895682"/>
                  </a:lnTo>
                  <a:close/>
                </a:path>
                <a:path w="2734944" h="10287000">
                  <a:moveTo>
                    <a:pt x="755982" y="7989517"/>
                  </a:moveTo>
                  <a:lnTo>
                    <a:pt x="766875" y="7532539"/>
                  </a:lnTo>
                  <a:lnTo>
                    <a:pt x="680726" y="7745444"/>
                  </a:lnTo>
                  <a:lnTo>
                    <a:pt x="755982" y="7989517"/>
                  </a:lnTo>
                  <a:close/>
                </a:path>
                <a:path w="2734944" h="10287000">
                  <a:moveTo>
                    <a:pt x="859097" y="5879677"/>
                  </a:moveTo>
                  <a:lnTo>
                    <a:pt x="884949" y="4795181"/>
                  </a:lnTo>
                  <a:lnTo>
                    <a:pt x="796082" y="5183920"/>
                  </a:lnTo>
                  <a:lnTo>
                    <a:pt x="808203" y="5541163"/>
                  </a:lnTo>
                  <a:lnTo>
                    <a:pt x="859097" y="58796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5705595" y="0"/>
              <a:ext cx="2582545" cy="10287000"/>
            </a:xfrm>
            <a:custGeom>
              <a:avLst/>
              <a:gdLst/>
              <a:ahLst/>
              <a:cxnLst/>
              <a:rect l="l" t="t" r="r" b="b"/>
              <a:pathLst>
                <a:path w="2582544" h="10287000">
                  <a:moveTo>
                    <a:pt x="324672" y="9633137"/>
                  </a:moveTo>
                  <a:lnTo>
                    <a:pt x="348813" y="8620406"/>
                  </a:lnTo>
                  <a:lnTo>
                    <a:pt x="15010" y="8947047"/>
                  </a:lnTo>
                  <a:lnTo>
                    <a:pt x="0" y="9288167"/>
                  </a:lnTo>
                  <a:lnTo>
                    <a:pt x="324672" y="9633137"/>
                  </a:lnTo>
                  <a:close/>
                </a:path>
                <a:path w="2582544" h="10287000">
                  <a:moveTo>
                    <a:pt x="641724" y="1743619"/>
                  </a:moveTo>
                  <a:lnTo>
                    <a:pt x="669240" y="589323"/>
                  </a:lnTo>
                  <a:lnTo>
                    <a:pt x="391239" y="1326822"/>
                  </a:lnTo>
                  <a:lnTo>
                    <a:pt x="555760" y="1639548"/>
                  </a:lnTo>
                  <a:lnTo>
                    <a:pt x="641724" y="1743619"/>
                  </a:lnTo>
                  <a:close/>
                </a:path>
                <a:path w="2582544" h="10287000">
                  <a:moveTo>
                    <a:pt x="2582406" y="10287000"/>
                  </a:moveTo>
                  <a:lnTo>
                    <a:pt x="2582406" y="0"/>
                  </a:lnTo>
                  <a:lnTo>
                    <a:pt x="440705" y="0"/>
                  </a:lnTo>
                  <a:lnTo>
                    <a:pt x="540914" y="242330"/>
                  </a:lnTo>
                  <a:lnTo>
                    <a:pt x="669240" y="589323"/>
                  </a:lnTo>
                  <a:lnTo>
                    <a:pt x="641724" y="1743619"/>
                  </a:lnTo>
                  <a:lnTo>
                    <a:pt x="893168" y="2048028"/>
                  </a:lnTo>
                  <a:lnTo>
                    <a:pt x="871652" y="2950608"/>
                  </a:lnTo>
                  <a:lnTo>
                    <a:pt x="872757" y="2955773"/>
                  </a:lnTo>
                  <a:lnTo>
                    <a:pt x="838407" y="4396774"/>
                  </a:lnTo>
                  <a:lnTo>
                    <a:pt x="1046695" y="4615225"/>
                  </a:lnTo>
                  <a:lnTo>
                    <a:pt x="911491" y="10287000"/>
                  </a:lnTo>
                  <a:lnTo>
                    <a:pt x="2582406" y="10287000"/>
                  </a:lnTo>
                  <a:close/>
                </a:path>
                <a:path w="2582544" h="10287000">
                  <a:moveTo>
                    <a:pt x="776859" y="10287000"/>
                  </a:moveTo>
                  <a:lnTo>
                    <a:pt x="835823" y="7813453"/>
                  </a:lnTo>
                  <a:lnTo>
                    <a:pt x="513486" y="7885856"/>
                  </a:lnTo>
                  <a:lnTo>
                    <a:pt x="291209" y="8254217"/>
                  </a:lnTo>
                  <a:lnTo>
                    <a:pt x="348813" y="8620406"/>
                  </a:lnTo>
                  <a:lnTo>
                    <a:pt x="324672" y="9633137"/>
                  </a:lnTo>
                  <a:lnTo>
                    <a:pt x="439925" y="9755595"/>
                  </a:lnTo>
                  <a:lnTo>
                    <a:pt x="427257" y="10287000"/>
                  </a:lnTo>
                  <a:lnTo>
                    <a:pt x="776859" y="10287000"/>
                  </a:lnTo>
                  <a:close/>
                </a:path>
                <a:path w="2582544" h="10287000">
                  <a:moveTo>
                    <a:pt x="427257" y="10287000"/>
                  </a:moveTo>
                  <a:lnTo>
                    <a:pt x="439925" y="9755595"/>
                  </a:lnTo>
                  <a:lnTo>
                    <a:pt x="346168" y="10225779"/>
                  </a:lnTo>
                  <a:lnTo>
                    <a:pt x="292986" y="10287000"/>
                  </a:lnTo>
                  <a:lnTo>
                    <a:pt x="427257" y="10287000"/>
                  </a:lnTo>
                  <a:close/>
                </a:path>
                <a:path w="2582544" h="10287000">
                  <a:moveTo>
                    <a:pt x="838407" y="4396774"/>
                  </a:moveTo>
                  <a:lnTo>
                    <a:pt x="872757" y="2955773"/>
                  </a:lnTo>
                  <a:lnTo>
                    <a:pt x="837723" y="3302065"/>
                  </a:lnTo>
                  <a:lnTo>
                    <a:pt x="748775" y="3673605"/>
                  </a:lnTo>
                  <a:lnTo>
                    <a:pt x="604385" y="4124156"/>
                  </a:lnTo>
                  <a:lnTo>
                    <a:pt x="838407" y="4396774"/>
                  </a:lnTo>
                  <a:close/>
                </a:path>
                <a:path w="2582544" h="10287000">
                  <a:moveTo>
                    <a:pt x="889267" y="6643325"/>
                  </a:moveTo>
                  <a:lnTo>
                    <a:pt x="913526" y="5625673"/>
                  </a:lnTo>
                  <a:lnTo>
                    <a:pt x="641146" y="5859443"/>
                  </a:lnTo>
                  <a:lnTo>
                    <a:pt x="740072" y="6182396"/>
                  </a:lnTo>
                  <a:lnTo>
                    <a:pt x="889267" y="6643325"/>
                  </a:lnTo>
                  <a:close/>
                </a:path>
                <a:path w="2582544" h="10287000">
                  <a:moveTo>
                    <a:pt x="871652" y="2950608"/>
                  </a:moveTo>
                  <a:lnTo>
                    <a:pt x="893168" y="2048028"/>
                  </a:lnTo>
                  <a:lnTo>
                    <a:pt x="769965" y="2475500"/>
                  </a:lnTo>
                  <a:lnTo>
                    <a:pt x="871652" y="2950608"/>
                  </a:lnTo>
                  <a:close/>
                </a:path>
                <a:path w="2582544" h="10287000">
                  <a:moveTo>
                    <a:pt x="829189" y="10287000"/>
                  </a:moveTo>
                  <a:lnTo>
                    <a:pt x="914210" y="6720382"/>
                  </a:lnTo>
                  <a:lnTo>
                    <a:pt x="693987" y="7002564"/>
                  </a:lnTo>
                  <a:lnTo>
                    <a:pt x="820801" y="7279014"/>
                  </a:lnTo>
                  <a:lnTo>
                    <a:pt x="810061" y="7729557"/>
                  </a:lnTo>
                  <a:lnTo>
                    <a:pt x="835823" y="7813453"/>
                  </a:lnTo>
                  <a:lnTo>
                    <a:pt x="776859" y="10287000"/>
                  </a:lnTo>
                  <a:lnTo>
                    <a:pt x="829189" y="10287000"/>
                  </a:lnTo>
                  <a:close/>
                </a:path>
                <a:path w="2582544" h="10287000">
                  <a:moveTo>
                    <a:pt x="911491" y="10287000"/>
                  </a:moveTo>
                  <a:lnTo>
                    <a:pt x="1046695" y="4615225"/>
                  </a:lnTo>
                  <a:lnTo>
                    <a:pt x="852230" y="4929956"/>
                  </a:lnTo>
                  <a:lnTo>
                    <a:pt x="757882" y="5435256"/>
                  </a:lnTo>
                  <a:lnTo>
                    <a:pt x="913526" y="5625673"/>
                  </a:lnTo>
                  <a:lnTo>
                    <a:pt x="889267" y="6643325"/>
                  </a:lnTo>
                  <a:lnTo>
                    <a:pt x="914210" y="6720382"/>
                  </a:lnTo>
                  <a:lnTo>
                    <a:pt x="829189" y="10287000"/>
                  </a:lnTo>
                  <a:lnTo>
                    <a:pt x="911491" y="10287000"/>
                  </a:lnTo>
                  <a:close/>
                </a:path>
                <a:path w="2582544" h="10287000">
                  <a:moveTo>
                    <a:pt x="810061" y="7729557"/>
                  </a:moveTo>
                  <a:lnTo>
                    <a:pt x="820801" y="7279014"/>
                  </a:lnTo>
                  <a:lnTo>
                    <a:pt x="736651" y="7490493"/>
                  </a:lnTo>
                  <a:lnTo>
                    <a:pt x="810061" y="772955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6105825" y="0"/>
              <a:ext cx="2182495" cy="10287000"/>
            </a:xfrm>
            <a:custGeom>
              <a:avLst/>
              <a:gdLst/>
              <a:ahLst/>
              <a:cxnLst/>
              <a:rect l="l" t="t" r="r" b="b"/>
              <a:pathLst>
                <a:path w="2182494" h="10287000">
                  <a:moveTo>
                    <a:pt x="324672" y="9642677"/>
                  </a:moveTo>
                  <a:lnTo>
                    <a:pt x="348813" y="8629946"/>
                  </a:lnTo>
                  <a:lnTo>
                    <a:pt x="15010" y="8956588"/>
                  </a:lnTo>
                  <a:lnTo>
                    <a:pt x="0" y="9297708"/>
                  </a:lnTo>
                  <a:lnTo>
                    <a:pt x="324672" y="9642677"/>
                  </a:lnTo>
                  <a:close/>
                </a:path>
                <a:path w="2182494" h="10287000">
                  <a:moveTo>
                    <a:pt x="637861" y="1915198"/>
                  </a:moveTo>
                  <a:lnTo>
                    <a:pt x="669240" y="598864"/>
                  </a:lnTo>
                  <a:lnTo>
                    <a:pt x="530573" y="945880"/>
                  </a:lnTo>
                  <a:lnTo>
                    <a:pt x="435265" y="1196476"/>
                  </a:lnTo>
                  <a:lnTo>
                    <a:pt x="391993" y="1335644"/>
                  </a:lnTo>
                  <a:lnTo>
                    <a:pt x="399696" y="1428313"/>
                  </a:lnTo>
                  <a:lnTo>
                    <a:pt x="440978" y="1774836"/>
                  </a:lnTo>
                  <a:lnTo>
                    <a:pt x="637861" y="1915198"/>
                  </a:lnTo>
                  <a:close/>
                </a:path>
                <a:path w="2182494" h="10287000">
                  <a:moveTo>
                    <a:pt x="2182176" y="10287000"/>
                  </a:moveTo>
                  <a:lnTo>
                    <a:pt x="2182176" y="0"/>
                  </a:lnTo>
                  <a:lnTo>
                    <a:pt x="436956" y="0"/>
                  </a:lnTo>
                  <a:lnTo>
                    <a:pt x="540914" y="251871"/>
                  </a:lnTo>
                  <a:lnTo>
                    <a:pt x="669240" y="598864"/>
                  </a:lnTo>
                  <a:lnTo>
                    <a:pt x="637861" y="1915198"/>
                  </a:lnTo>
                  <a:lnTo>
                    <a:pt x="912289" y="2110843"/>
                  </a:lnTo>
                  <a:lnTo>
                    <a:pt x="872462" y="3781577"/>
                  </a:lnTo>
                  <a:lnTo>
                    <a:pt x="948670" y="3856914"/>
                  </a:lnTo>
                  <a:lnTo>
                    <a:pt x="1005259" y="3910114"/>
                  </a:lnTo>
                  <a:lnTo>
                    <a:pt x="983207" y="4835210"/>
                  </a:lnTo>
                  <a:lnTo>
                    <a:pt x="1008205" y="5012984"/>
                  </a:lnTo>
                  <a:lnTo>
                    <a:pt x="998723" y="5410755"/>
                  </a:lnTo>
                  <a:lnTo>
                    <a:pt x="1073597" y="5567786"/>
                  </a:lnTo>
                  <a:lnTo>
                    <a:pt x="961100" y="10287000"/>
                  </a:lnTo>
                  <a:lnTo>
                    <a:pt x="2182176" y="10287000"/>
                  </a:lnTo>
                  <a:close/>
                </a:path>
                <a:path w="2182494" h="10287000">
                  <a:moveTo>
                    <a:pt x="556220" y="10287000"/>
                  </a:moveTo>
                  <a:lnTo>
                    <a:pt x="617143" y="7731305"/>
                  </a:lnTo>
                  <a:lnTo>
                    <a:pt x="490641" y="8029232"/>
                  </a:lnTo>
                  <a:lnTo>
                    <a:pt x="331754" y="8211906"/>
                  </a:lnTo>
                  <a:lnTo>
                    <a:pt x="348813" y="8629946"/>
                  </a:lnTo>
                  <a:lnTo>
                    <a:pt x="324672" y="9642677"/>
                  </a:lnTo>
                  <a:lnTo>
                    <a:pt x="439925" y="9765135"/>
                  </a:lnTo>
                  <a:lnTo>
                    <a:pt x="427484" y="10287000"/>
                  </a:lnTo>
                  <a:lnTo>
                    <a:pt x="556220" y="10287000"/>
                  </a:lnTo>
                  <a:close/>
                </a:path>
                <a:path w="2182494" h="10287000">
                  <a:moveTo>
                    <a:pt x="427484" y="10287000"/>
                  </a:moveTo>
                  <a:lnTo>
                    <a:pt x="439925" y="9765135"/>
                  </a:lnTo>
                  <a:lnTo>
                    <a:pt x="345431" y="10235302"/>
                  </a:lnTo>
                  <a:lnTo>
                    <a:pt x="300522" y="10287000"/>
                  </a:lnTo>
                  <a:lnTo>
                    <a:pt x="427484" y="10287000"/>
                  </a:lnTo>
                  <a:close/>
                </a:path>
                <a:path w="2182494" h="10287000">
                  <a:moveTo>
                    <a:pt x="872462" y="3781577"/>
                  </a:moveTo>
                  <a:lnTo>
                    <a:pt x="912289" y="2110843"/>
                  </a:lnTo>
                  <a:lnTo>
                    <a:pt x="890007" y="2161026"/>
                  </a:lnTo>
                  <a:lnTo>
                    <a:pt x="841012" y="2275705"/>
                  </a:lnTo>
                  <a:lnTo>
                    <a:pt x="792086" y="2401072"/>
                  </a:lnTo>
                  <a:lnTo>
                    <a:pt x="770006" y="2483320"/>
                  </a:lnTo>
                  <a:lnTo>
                    <a:pt x="768398" y="2517139"/>
                  </a:lnTo>
                  <a:lnTo>
                    <a:pt x="764005" y="2565782"/>
                  </a:lnTo>
                  <a:lnTo>
                    <a:pt x="745193" y="2741357"/>
                  </a:lnTo>
                  <a:lnTo>
                    <a:pt x="740739" y="2789998"/>
                  </a:lnTo>
                  <a:lnTo>
                    <a:pt x="739041" y="2823814"/>
                  </a:lnTo>
                  <a:lnTo>
                    <a:pt x="714338" y="2894216"/>
                  </a:lnTo>
                  <a:lnTo>
                    <a:pt x="659879" y="2993526"/>
                  </a:lnTo>
                  <a:lnTo>
                    <a:pt x="605398" y="3082149"/>
                  </a:lnTo>
                  <a:lnTo>
                    <a:pt x="580631" y="3120489"/>
                  </a:lnTo>
                  <a:lnTo>
                    <a:pt x="615128" y="3386425"/>
                  </a:lnTo>
                  <a:lnTo>
                    <a:pt x="629220" y="3483516"/>
                  </a:lnTo>
                  <a:lnTo>
                    <a:pt x="694476" y="3590539"/>
                  </a:lnTo>
                  <a:lnTo>
                    <a:pt x="823018" y="3732697"/>
                  </a:lnTo>
                  <a:lnTo>
                    <a:pt x="872462" y="3781577"/>
                  </a:lnTo>
                  <a:close/>
                </a:path>
                <a:path w="2182494" h="10287000">
                  <a:moveTo>
                    <a:pt x="653264" y="10287000"/>
                  </a:moveTo>
                  <a:lnTo>
                    <a:pt x="741675" y="6578165"/>
                  </a:lnTo>
                  <a:lnTo>
                    <a:pt x="694952" y="7012864"/>
                  </a:lnTo>
                  <a:lnTo>
                    <a:pt x="584112" y="7292739"/>
                  </a:lnTo>
                  <a:lnTo>
                    <a:pt x="584739" y="7482901"/>
                  </a:lnTo>
                  <a:lnTo>
                    <a:pt x="617143" y="7731305"/>
                  </a:lnTo>
                  <a:lnTo>
                    <a:pt x="556220" y="10287000"/>
                  </a:lnTo>
                  <a:lnTo>
                    <a:pt x="650039" y="10287000"/>
                  </a:lnTo>
                  <a:lnTo>
                    <a:pt x="653264" y="10287000"/>
                  </a:lnTo>
                  <a:close/>
                </a:path>
                <a:path w="2182494" h="10287000">
                  <a:moveTo>
                    <a:pt x="961100" y="10287000"/>
                  </a:moveTo>
                  <a:lnTo>
                    <a:pt x="1073597" y="5567786"/>
                  </a:lnTo>
                  <a:lnTo>
                    <a:pt x="708278" y="6082840"/>
                  </a:lnTo>
                  <a:lnTo>
                    <a:pt x="741675" y="6578165"/>
                  </a:lnTo>
                  <a:lnTo>
                    <a:pt x="653264" y="10287000"/>
                  </a:lnTo>
                  <a:lnTo>
                    <a:pt x="961100" y="10287000"/>
                  </a:lnTo>
                  <a:close/>
                </a:path>
                <a:path w="2182494" h="10287000">
                  <a:moveTo>
                    <a:pt x="983207" y="4835210"/>
                  </a:moveTo>
                  <a:lnTo>
                    <a:pt x="1005259" y="3910114"/>
                  </a:lnTo>
                  <a:lnTo>
                    <a:pt x="863068" y="4340573"/>
                  </a:lnTo>
                  <a:lnTo>
                    <a:pt x="959679" y="4667894"/>
                  </a:lnTo>
                  <a:lnTo>
                    <a:pt x="983207" y="4835210"/>
                  </a:lnTo>
                  <a:close/>
                </a:path>
                <a:path w="2182494" h="10287000">
                  <a:moveTo>
                    <a:pt x="998723" y="5410755"/>
                  </a:moveTo>
                  <a:lnTo>
                    <a:pt x="1008205" y="5012984"/>
                  </a:lnTo>
                  <a:lnTo>
                    <a:pt x="897175" y="5197782"/>
                  </a:lnTo>
                  <a:lnTo>
                    <a:pt x="998723" y="5410755"/>
                  </a:lnTo>
                  <a:close/>
                </a:path>
              </a:pathLst>
            </a:custGeom>
            <a:solidFill>
              <a:srgbClr val="FFD04D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5399" y="3528694"/>
            <a:ext cx="114300" cy="11429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5399" y="3985894"/>
            <a:ext cx="114300" cy="11429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5399" y="4443094"/>
            <a:ext cx="114300" cy="11429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5399" y="4900294"/>
            <a:ext cx="114300" cy="11429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5399" y="5357494"/>
            <a:ext cx="114300" cy="11429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5399" y="5814694"/>
            <a:ext cx="114300" cy="11429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5399" y="6271894"/>
            <a:ext cx="114300" cy="114299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5399" y="6729094"/>
            <a:ext cx="114300" cy="114299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1016000" y="1910605"/>
            <a:ext cx="14714855" cy="8284209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3200" spc="-320" b="1">
                <a:latin typeface="Comic Sans MS"/>
                <a:cs typeface="Comic Sans MS"/>
              </a:rPr>
              <a:t>1.</a:t>
            </a:r>
            <a:r>
              <a:rPr dirty="0" sz="3200" spc="-260" b="1">
                <a:latin typeface="Comic Sans MS"/>
                <a:cs typeface="Comic Sans MS"/>
              </a:rPr>
              <a:t> </a:t>
            </a:r>
            <a:r>
              <a:rPr dirty="0" sz="3200" spc="-330" b="1">
                <a:latin typeface="Comic Sans MS"/>
                <a:cs typeface="Comic Sans MS"/>
              </a:rPr>
              <a:t>Communication</a:t>
            </a:r>
            <a:r>
              <a:rPr dirty="0" sz="3200" spc="-254" b="1">
                <a:latin typeface="Comic Sans MS"/>
                <a:cs typeface="Comic Sans MS"/>
              </a:rPr>
              <a:t> </a:t>
            </a:r>
            <a:r>
              <a:rPr dirty="0" sz="3200" spc="-355" b="1">
                <a:latin typeface="Comic Sans MS"/>
                <a:cs typeface="Comic Sans MS"/>
              </a:rPr>
              <a:t>Breakdowns</a:t>
            </a:r>
            <a:endParaRPr sz="3200">
              <a:latin typeface="Comic Sans MS"/>
              <a:cs typeface="Comic Sans MS"/>
            </a:endParaRPr>
          </a:p>
          <a:p>
            <a:pPr marL="573405" marR="3825240" indent="-561340">
              <a:lnSpc>
                <a:spcPct val="115399"/>
              </a:lnSpc>
              <a:spcBef>
                <a:spcPts val="3479"/>
              </a:spcBef>
            </a:pPr>
            <a:r>
              <a:rPr dirty="0" sz="2600">
                <a:latin typeface="Comic Sans MS"/>
                <a:cs typeface="Comic Sans MS"/>
              </a:rPr>
              <a:t>During</a:t>
            </a:r>
            <a:r>
              <a:rPr dirty="0" sz="2600" spc="-5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an</a:t>
            </a:r>
            <a:r>
              <a:rPr dirty="0" sz="2600" spc="-5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incident,</a:t>
            </a:r>
            <a:r>
              <a:rPr dirty="0" sz="2600" spc="-5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multiple</a:t>
            </a:r>
            <a:r>
              <a:rPr dirty="0" sz="2600" spc="-5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teams</a:t>
            </a:r>
            <a:r>
              <a:rPr dirty="0" sz="2600" spc="-5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may</a:t>
            </a:r>
            <a:r>
              <a:rPr dirty="0" sz="2600" spc="-5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need</a:t>
            </a:r>
            <a:r>
              <a:rPr dirty="0" sz="2600" spc="-5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to</a:t>
            </a:r>
            <a:r>
              <a:rPr dirty="0" sz="2600" spc="-5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work</a:t>
            </a:r>
            <a:r>
              <a:rPr dirty="0" sz="2600" spc="-5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together,</a:t>
            </a:r>
            <a:r>
              <a:rPr dirty="0" sz="2600" spc="-5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such</a:t>
            </a:r>
            <a:r>
              <a:rPr dirty="0" sz="2600" spc="-55">
                <a:latin typeface="Comic Sans MS"/>
                <a:cs typeface="Comic Sans MS"/>
              </a:rPr>
              <a:t> </a:t>
            </a:r>
            <a:r>
              <a:rPr dirty="0" sz="2600" spc="-25">
                <a:latin typeface="Comic Sans MS"/>
                <a:cs typeface="Comic Sans MS"/>
              </a:rPr>
              <a:t>as: SOC</a:t>
            </a:r>
            <a:endParaRPr sz="2600">
              <a:latin typeface="Comic Sans MS"/>
              <a:cs typeface="Comic Sans MS"/>
            </a:endParaRPr>
          </a:p>
          <a:p>
            <a:pPr algn="just" marL="573405" marR="10373360">
              <a:lnSpc>
                <a:spcPct val="115399"/>
              </a:lnSpc>
            </a:pPr>
            <a:r>
              <a:rPr dirty="0" sz="2600">
                <a:latin typeface="Comic Sans MS"/>
                <a:cs typeface="Comic Sans MS"/>
              </a:rPr>
              <a:t>Incident</a:t>
            </a:r>
            <a:r>
              <a:rPr dirty="0" sz="2600" spc="-10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Response</a:t>
            </a:r>
            <a:r>
              <a:rPr dirty="0" sz="2600" spc="-105">
                <a:latin typeface="Comic Sans MS"/>
                <a:cs typeface="Comic Sans MS"/>
              </a:rPr>
              <a:t> </a:t>
            </a:r>
            <a:r>
              <a:rPr dirty="0" sz="2600" spc="-20">
                <a:latin typeface="Comic Sans MS"/>
                <a:cs typeface="Comic Sans MS"/>
              </a:rPr>
              <a:t>Team </a:t>
            </a:r>
            <a:r>
              <a:rPr dirty="0" sz="2600">
                <a:latin typeface="Comic Sans MS"/>
                <a:cs typeface="Comic Sans MS"/>
              </a:rPr>
              <a:t>Network</a:t>
            </a:r>
            <a:r>
              <a:rPr dirty="0" sz="2600" spc="-85">
                <a:latin typeface="Comic Sans MS"/>
                <a:cs typeface="Comic Sans MS"/>
              </a:rPr>
              <a:t> </a:t>
            </a:r>
            <a:r>
              <a:rPr dirty="0" sz="2600" spc="-20">
                <a:latin typeface="Comic Sans MS"/>
                <a:cs typeface="Comic Sans MS"/>
              </a:rPr>
              <a:t>Team</a:t>
            </a:r>
            <a:endParaRPr sz="2600">
              <a:latin typeface="Comic Sans MS"/>
              <a:cs typeface="Comic Sans MS"/>
            </a:endParaRPr>
          </a:p>
          <a:p>
            <a:pPr algn="just" marL="573405" marR="10537825">
              <a:lnSpc>
                <a:spcPct val="115399"/>
              </a:lnSpc>
            </a:pPr>
            <a:r>
              <a:rPr dirty="0" sz="2600">
                <a:latin typeface="Comic Sans MS"/>
                <a:cs typeface="Comic Sans MS"/>
              </a:rPr>
              <a:t>System</a:t>
            </a:r>
            <a:r>
              <a:rPr dirty="0" sz="2600" spc="-60">
                <a:latin typeface="Comic Sans MS"/>
                <a:cs typeface="Comic Sans MS"/>
              </a:rPr>
              <a:t> </a:t>
            </a:r>
            <a:r>
              <a:rPr dirty="0" sz="2600" spc="-10">
                <a:latin typeface="Comic Sans MS"/>
                <a:cs typeface="Comic Sans MS"/>
              </a:rPr>
              <a:t>Administrators </a:t>
            </a:r>
            <a:r>
              <a:rPr dirty="0" sz="2600">
                <a:latin typeface="Comic Sans MS"/>
                <a:cs typeface="Comic Sans MS"/>
              </a:rPr>
              <a:t>Digital</a:t>
            </a:r>
            <a:r>
              <a:rPr dirty="0" sz="2600" spc="-7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Forensics</a:t>
            </a:r>
            <a:r>
              <a:rPr dirty="0" sz="2600" spc="-70">
                <a:latin typeface="Comic Sans MS"/>
                <a:cs typeface="Comic Sans MS"/>
              </a:rPr>
              <a:t> </a:t>
            </a:r>
            <a:r>
              <a:rPr dirty="0" sz="2600" spc="-20">
                <a:latin typeface="Comic Sans MS"/>
                <a:cs typeface="Comic Sans MS"/>
              </a:rPr>
              <a:t>Team </a:t>
            </a:r>
            <a:r>
              <a:rPr dirty="0" sz="2600" spc="-10">
                <a:latin typeface="Comic Sans MS"/>
                <a:cs typeface="Comic Sans MS"/>
              </a:rPr>
              <a:t>Management</a:t>
            </a:r>
            <a:endParaRPr sz="2600">
              <a:latin typeface="Comic Sans MS"/>
              <a:cs typeface="Comic Sans MS"/>
            </a:endParaRPr>
          </a:p>
          <a:p>
            <a:pPr algn="just" marL="573405" marR="10922000">
              <a:lnSpc>
                <a:spcPct val="115399"/>
              </a:lnSpc>
            </a:pPr>
            <a:r>
              <a:rPr dirty="0" sz="2600">
                <a:latin typeface="Comic Sans MS"/>
                <a:cs typeface="Comic Sans MS"/>
              </a:rPr>
              <a:t>Legal</a:t>
            </a:r>
            <a:r>
              <a:rPr dirty="0" sz="2600" spc="-4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and</a:t>
            </a:r>
            <a:r>
              <a:rPr dirty="0" sz="2600" spc="-45">
                <a:latin typeface="Comic Sans MS"/>
                <a:cs typeface="Comic Sans MS"/>
              </a:rPr>
              <a:t> </a:t>
            </a:r>
            <a:r>
              <a:rPr dirty="0" sz="2600" spc="-10">
                <a:latin typeface="Comic Sans MS"/>
                <a:cs typeface="Comic Sans MS"/>
              </a:rPr>
              <a:t>Compliance </a:t>
            </a:r>
            <a:r>
              <a:rPr dirty="0" sz="2600">
                <a:latin typeface="Comic Sans MS"/>
                <a:cs typeface="Comic Sans MS"/>
              </a:rPr>
              <a:t>External</a:t>
            </a:r>
            <a:r>
              <a:rPr dirty="0" sz="2600" spc="-120">
                <a:latin typeface="Comic Sans MS"/>
                <a:cs typeface="Comic Sans MS"/>
              </a:rPr>
              <a:t> </a:t>
            </a:r>
            <a:r>
              <a:rPr dirty="0" sz="2600" spc="-10">
                <a:latin typeface="Comic Sans MS"/>
                <a:cs typeface="Comic Sans MS"/>
              </a:rPr>
              <a:t>vendors</a:t>
            </a:r>
            <a:endParaRPr sz="2600">
              <a:latin typeface="Comic Sans MS"/>
              <a:cs typeface="Comic Sans MS"/>
            </a:endParaRPr>
          </a:p>
          <a:p>
            <a:pPr algn="just" marL="12700" marR="5080">
              <a:lnSpc>
                <a:spcPct val="115399"/>
              </a:lnSpc>
            </a:pPr>
            <a:r>
              <a:rPr dirty="0" sz="2600">
                <a:latin typeface="Comic Sans MS"/>
                <a:cs typeface="Comic Sans MS"/>
              </a:rPr>
              <a:t>If</a:t>
            </a:r>
            <a:r>
              <a:rPr dirty="0" sz="2600" spc="13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these</a:t>
            </a:r>
            <a:r>
              <a:rPr dirty="0" sz="2600" spc="13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teams</a:t>
            </a:r>
            <a:r>
              <a:rPr dirty="0" sz="2600" spc="13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communicate</a:t>
            </a:r>
            <a:r>
              <a:rPr dirty="0" sz="2600" spc="13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through</a:t>
            </a:r>
            <a:r>
              <a:rPr dirty="0" sz="2600" spc="13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separate</a:t>
            </a:r>
            <a:r>
              <a:rPr dirty="0" sz="2600" spc="13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channels</a:t>
            </a:r>
            <a:r>
              <a:rPr dirty="0" sz="2600" spc="13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or</a:t>
            </a:r>
            <a:r>
              <a:rPr dirty="0" sz="2600" spc="14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do</a:t>
            </a:r>
            <a:r>
              <a:rPr dirty="0" sz="2600" spc="13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not</a:t>
            </a:r>
            <a:r>
              <a:rPr dirty="0" sz="2600" spc="13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share</a:t>
            </a:r>
            <a:r>
              <a:rPr dirty="0" sz="2600" spc="13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information</a:t>
            </a:r>
            <a:r>
              <a:rPr dirty="0" sz="2600" spc="135">
                <a:latin typeface="Comic Sans MS"/>
                <a:cs typeface="Comic Sans MS"/>
              </a:rPr>
              <a:t> </a:t>
            </a:r>
            <a:r>
              <a:rPr dirty="0" sz="2600" spc="-10">
                <a:latin typeface="Comic Sans MS"/>
                <a:cs typeface="Comic Sans MS"/>
              </a:rPr>
              <a:t>properly, </a:t>
            </a:r>
            <a:r>
              <a:rPr dirty="0" sz="2600">
                <a:latin typeface="Comic Sans MS"/>
                <a:cs typeface="Comic Sans MS"/>
              </a:rPr>
              <a:t>fragmented</a:t>
            </a:r>
            <a:r>
              <a:rPr dirty="0" sz="2600" spc="-9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and</a:t>
            </a:r>
            <a:r>
              <a:rPr dirty="0" sz="2600" spc="-9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conflicting</a:t>
            </a:r>
            <a:r>
              <a:rPr dirty="0" sz="2600" spc="-9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information</a:t>
            </a:r>
            <a:r>
              <a:rPr dirty="0" sz="2600" spc="-9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can</a:t>
            </a:r>
            <a:r>
              <a:rPr dirty="0" sz="2600" spc="-95">
                <a:latin typeface="Comic Sans MS"/>
                <a:cs typeface="Comic Sans MS"/>
              </a:rPr>
              <a:t> </a:t>
            </a:r>
            <a:r>
              <a:rPr dirty="0" sz="2600" spc="-10">
                <a:latin typeface="Comic Sans MS"/>
                <a:cs typeface="Comic Sans MS"/>
              </a:rPr>
              <a:t>arise.</a:t>
            </a:r>
            <a:endParaRPr sz="2600">
              <a:latin typeface="Comic Sans MS"/>
              <a:cs typeface="Comic Sans MS"/>
            </a:endParaRPr>
          </a:p>
          <a:p>
            <a:pPr algn="just" marL="12700" marR="5080">
              <a:lnSpc>
                <a:spcPct val="109400"/>
              </a:lnSpc>
              <a:spcBef>
                <a:spcPts val="3115"/>
              </a:spcBef>
            </a:pPr>
            <a:r>
              <a:rPr dirty="0" sz="3200" spc="-340" b="1">
                <a:latin typeface="Comic Sans MS"/>
                <a:cs typeface="Comic Sans MS"/>
              </a:rPr>
              <a:t>Example:</a:t>
            </a:r>
            <a:r>
              <a:rPr dirty="0" sz="3200" spc="380" b="1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The</a:t>
            </a:r>
            <a:r>
              <a:rPr dirty="0" sz="2600" spc="-65">
                <a:latin typeface="Comic Sans MS"/>
                <a:cs typeface="Comic Sans MS"/>
              </a:rPr>
              <a:t>  </a:t>
            </a:r>
            <a:r>
              <a:rPr dirty="0" sz="2600">
                <a:latin typeface="Comic Sans MS"/>
                <a:cs typeface="Comic Sans MS"/>
              </a:rPr>
              <a:t>SOC</a:t>
            </a:r>
            <a:r>
              <a:rPr dirty="0" sz="2600" spc="-60">
                <a:latin typeface="Comic Sans MS"/>
                <a:cs typeface="Comic Sans MS"/>
              </a:rPr>
              <a:t>  </a:t>
            </a:r>
            <a:r>
              <a:rPr dirty="0" sz="2600">
                <a:latin typeface="Comic Sans MS"/>
                <a:cs typeface="Comic Sans MS"/>
              </a:rPr>
              <a:t>identifies</a:t>
            </a:r>
            <a:r>
              <a:rPr dirty="0" sz="2600" spc="64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a</a:t>
            </a:r>
            <a:r>
              <a:rPr dirty="0" sz="2600" spc="-65">
                <a:latin typeface="Comic Sans MS"/>
                <a:cs typeface="Comic Sans MS"/>
              </a:rPr>
              <a:t>  </a:t>
            </a:r>
            <a:r>
              <a:rPr dirty="0" sz="2600">
                <a:latin typeface="Comic Sans MS"/>
                <a:cs typeface="Comic Sans MS"/>
              </a:rPr>
              <a:t>suspected</a:t>
            </a:r>
            <a:r>
              <a:rPr dirty="0" sz="2600" spc="-65">
                <a:latin typeface="Comic Sans MS"/>
                <a:cs typeface="Comic Sans MS"/>
              </a:rPr>
              <a:t>  </a:t>
            </a:r>
            <a:r>
              <a:rPr dirty="0" sz="2600">
                <a:latin typeface="Comic Sans MS"/>
                <a:cs typeface="Comic Sans MS"/>
              </a:rPr>
              <a:t>attack,</a:t>
            </a:r>
            <a:r>
              <a:rPr dirty="0" sz="2600" spc="-60">
                <a:latin typeface="Comic Sans MS"/>
                <a:cs typeface="Comic Sans MS"/>
              </a:rPr>
              <a:t>  </a:t>
            </a:r>
            <a:r>
              <a:rPr dirty="0" sz="2600">
                <a:latin typeface="Comic Sans MS"/>
                <a:cs typeface="Comic Sans MS"/>
              </a:rPr>
              <a:t>but</a:t>
            </a:r>
            <a:r>
              <a:rPr dirty="0" sz="2600" spc="64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the</a:t>
            </a:r>
            <a:r>
              <a:rPr dirty="0" sz="2600" spc="-65">
                <a:latin typeface="Comic Sans MS"/>
                <a:cs typeface="Comic Sans MS"/>
              </a:rPr>
              <a:t>  </a:t>
            </a:r>
            <a:r>
              <a:rPr dirty="0" sz="2600">
                <a:latin typeface="Comic Sans MS"/>
                <a:cs typeface="Comic Sans MS"/>
              </a:rPr>
              <a:t>network</a:t>
            </a:r>
            <a:r>
              <a:rPr dirty="0" sz="2600" spc="-60">
                <a:latin typeface="Comic Sans MS"/>
                <a:cs typeface="Comic Sans MS"/>
              </a:rPr>
              <a:t>  </a:t>
            </a:r>
            <a:r>
              <a:rPr dirty="0" sz="2600">
                <a:latin typeface="Comic Sans MS"/>
                <a:cs typeface="Comic Sans MS"/>
              </a:rPr>
              <a:t>team</a:t>
            </a:r>
            <a:r>
              <a:rPr dirty="0" sz="2600" spc="64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is</a:t>
            </a:r>
            <a:r>
              <a:rPr dirty="0" sz="2600" spc="-65">
                <a:latin typeface="Comic Sans MS"/>
                <a:cs typeface="Comic Sans MS"/>
              </a:rPr>
              <a:t>  </a:t>
            </a:r>
            <a:r>
              <a:rPr dirty="0" sz="2600">
                <a:latin typeface="Comic Sans MS"/>
                <a:cs typeface="Comic Sans MS"/>
              </a:rPr>
              <a:t>not</a:t>
            </a:r>
            <a:r>
              <a:rPr dirty="0" sz="2600" spc="-65">
                <a:latin typeface="Comic Sans MS"/>
                <a:cs typeface="Comic Sans MS"/>
              </a:rPr>
              <a:t>  </a:t>
            </a:r>
            <a:r>
              <a:rPr dirty="0" sz="2600" spc="-10">
                <a:latin typeface="Comic Sans MS"/>
                <a:cs typeface="Comic Sans MS"/>
              </a:rPr>
              <a:t>informed </a:t>
            </a:r>
            <a:r>
              <a:rPr dirty="0" sz="2600">
                <a:latin typeface="Comic Sans MS"/>
                <a:cs typeface="Comic Sans MS"/>
              </a:rPr>
              <a:t>immediately.</a:t>
            </a:r>
            <a:r>
              <a:rPr dirty="0" sz="2600" spc="-7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As</a:t>
            </a:r>
            <a:r>
              <a:rPr dirty="0" sz="2600" spc="-6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a</a:t>
            </a:r>
            <a:r>
              <a:rPr dirty="0" sz="2600" spc="-6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result,</a:t>
            </a:r>
            <a:r>
              <a:rPr dirty="0" sz="2600" spc="-6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the</a:t>
            </a:r>
            <a:r>
              <a:rPr dirty="0" sz="2600" spc="-6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malicious</a:t>
            </a:r>
            <a:r>
              <a:rPr dirty="0" sz="2600" spc="-7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connection</a:t>
            </a:r>
            <a:r>
              <a:rPr dirty="0" sz="2600" spc="-6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remains</a:t>
            </a:r>
            <a:r>
              <a:rPr dirty="0" sz="2600" spc="-6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active</a:t>
            </a:r>
            <a:r>
              <a:rPr dirty="0" sz="2600" spc="-6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for</a:t>
            </a:r>
            <a:r>
              <a:rPr dirty="0" sz="2600" spc="-6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another</a:t>
            </a:r>
            <a:r>
              <a:rPr dirty="0" sz="2600" spc="-7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30</a:t>
            </a:r>
            <a:r>
              <a:rPr dirty="0" sz="2600" spc="-65">
                <a:latin typeface="Comic Sans MS"/>
                <a:cs typeface="Comic Sans MS"/>
              </a:rPr>
              <a:t> </a:t>
            </a:r>
            <a:r>
              <a:rPr dirty="0" sz="2600" spc="-10">
                <a:latin typeface="Comic Sans MS"/>
                <a:cs typeface="Comic Sans MS"/>
              </a:rPr>
              <a:t>minutes.</a:t>
            </a:r>
            <a:endParaRPr sz="2600">
              <a:latin typeface="Comic Sans MS"/>
              <a:cs typeface="Comic Sans MS"/>
            </a:endParaRPr>
          </a:p>
          <a:p>
            <a:pPr algn="just" marL="12700">
              <a:lnSpc>
                <a:spcPct val="100000"/>
              </a:lnSpc>
              <a:spcBef>
                <a:spcPts val="3479"/>
              </a:spcBef>
            </a:pPr>
            <a:r>
              <a:rPr dirty="0" sz="3200" spc="-430" b="1">
                <a:latin typeface="Comic Sans MS"/>
                <a:cs typeface="Comic Sans MS"/>
              </a:rPr>
              <a:t>IRM</a:t>
            </a:r>
            <a:r>
              <a:rPr dirty="0" sz="3200" spc="-265" b="1">
                <a:latin typeface="Comic Sans MS"/>
                <a:cs typeface="Comic Sans MS"/>
              </a:rPr>
              <a:t> </a:t>
            </a:r>
            <a:r>
              <a:rPr dirty="0" sz="3200" spc="-295" b="1">
                <a:latin typeface="Comic Sans MS"/>
                <a:cs typeface="Comic Sans MS"/>
              </a:rPr>
              <a:t>lesson:</a:t>
            </a:r>
            <a:r>
              <a:rPr dirty="0" sz="3200" spc="-615" b="1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Establish</a:t>
            </a:r>
            <a:r>
              <a:rPr dirty="0" sz="2600" spc="-19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a</a:t>
            </a:r>
            <a:r>
              <a:rPr dirty="0" sz="2600" spc="-5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central</a:t>
            </a:r>
            <a:r>
              <a:rPr dirty="0" sz="2600" spc="-6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communication</a:t>
            </a:r>
            <a:r>
              <a:rPr dirty="0" sz="2600" spc="-5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channel</a:t>
            </a:r>
            <a:r>
              <a:rPr dirty="0" sz="2600" spc="-6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and</a:t>
            </a:r>
            <a:r>
              <a:rPr dirty="0" sz="2600" spc="-5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clear</a:t>
            </a:r>
            <a:r>
              <a:rPr dirty="0" sz="2600" spc="-6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reporting</a:t>
            </a:r>
            <a:r>
              <a:rPr dirty="0" sz="2600" spc="-55">
                <a:latin typeface="Comic Sans MS"/>
                <a:cs typeface="Comic Sans MS"/>
              </a:rPr>
              <a:t> </a:t>
            </a:r>
            <a:r>
              <a:rPr dirty="0" sz="2600" spc="-10">
                <a:latin typeface="Comic Sans MS"/>
                <a:cs typeface="Comic Sans MS"/>
              </a:rPr>
              <a:t>hierarchy.</a:t>
            </a:r>
            <a:endParaRPr sz="2600">
              <a:latin typeface="Comic Sans MS"/>
              <a:cs typeface="Comic Sans MS"/>
            </a:endParaRPr>
          </a:p>
        </p:txBody>
      </p:sp>
      <p:sp>
        <p:nvSpPr>
          <p:cNvPr id="15" name="object 15" descr="$PPTXTitle"/>
          <p:cNvSpPr txBox="1">
            <a:spLocks noGrp="1"/>
          </p:cNvSpPr>
          <p:nvPr>
            <p:ph type="title"/>
          </p:nvPr>
        </p:nvSpPr>
        <p:spPr>
          <a:xfrm>
            <a:off x="1266667" y="798523"/>
            <a:ext cx="12442825" cy="7874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000" b="0">
                <a:solidFill>
                  <a:srgbClr val="5460A8"/>
                </a:solidFill>
                <a:latin typeface="Comic Sans MS"/>
                <a:cs typeface="Comic Sans MS"/>
              </a:rPr>
              <a:t>CHALLENGES</a:t>
            </a:r>
            <a:r>
              <a:rPr dirty="0" sz="5000" spc="-195" b="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5000" b="0">
                <a:solidFill>
                  <a:srgbClr val="5460A8"/>
                </a:solidFill>
                <a:latin typeface="Comic Sans MS"/>
                <a:cs typeface="Comic Sans MS"/>
              </a:rPr>
              <a:t>IN</a:t>
            </a:r>
            <a:r>
              <a:rPr dirty="0" sz="5000" spc="-190" b="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5000" b="0">
                <a:solidFill>
                  <a:srgbClr val="5460A8"/>
                </a:solidFill>
                <a:latin typeface="Comic Sans MS"/>
                <a:cs typeface="Comic Sans MS"/>
              </a:rPr>
              <a:t>INCIDENT</a:t>
            </a:r>
            <a:r>
              <a:rPr dirty="0" sz="5000" spc="-195" b="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5000" spc="-10" b="0">
                <a:solidFill>
                  <a:srgbClr val="5460A8"/>
                </a:solidFill>
                <a:latin typeface="Comic Sans MS"/>
                <a:cs typeface="Comic Sans MS"/>
              </a:rPr>
              <a:t>RESPONSE</a:t>
            </a:r>
            <a:endParaRPr sz="50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553249" y="0"/>
            <a:ext cx="2734945" cy="10287000"/>
            <a:chOff x="15553249" y="0"/>
            <a:chExt cx="2734945" cy="10287000"/>
          </a:xfrm>
        </p:grpSpPr>
        <p:sp>
          <p:nvSpPr>
            <p:cNvPr id="3" name="object 3"/>
            <p:cNvSpPr/>
            <p:nvPr/>
          </p:nvSpPr>
          <p:spPr>
            <a:xfrm>
              <a:off x="15553249" y="0"/>
              <a:ext cx="2734945" cy="10287000"/>
            </a:xfrm>
            <a:custGeom>
              <a:avLst/>
              <a:gdLst/>
              <a:ahLst/>
              <a:cxnLst/>
              <a:rect l="l" t="t" r="r" b="b"/>
              <a:pathLst>
                <a:path w="2734944" h="10287000">
                  <a:moveTo>
                    <a:pt x="727011" y="10287000"/>
                  </a:moveTo>
                  <a:lnTo>
                    <a:pt x="779927" y="8067176"/>
                  </a:lnTo>
                  <a:lnTo>
                    <a:pt x="455832" y="8264828"/>
                  </a:lnTo>
                  <a:lnTo>
                    <a:pt x="334756" y="8520630"/>
                  </a:lnTo>
                  <a:lnTo>
                    <a:pt x="293648" y="8874393"/>
                  </a:lnTo>
                  <a:lnTo>
                    <a:pt x="0" y="9289203"/>
                  </a:lnTo>
                  <a:lnTo>
                    <a:pt x="103447" y="9752295"/>
                  </a:lnTo>
                  <a:lnTo>
                    <a:pt x="384759" y="10009582"/>
                  </a:lnTo>
                  <a:lnTo>
                    <a:pt x="378146" y="10287000"/>
                  </a:lnTo>
                  <a:lnTo>
                    <a:pt x="727011" y="10287000"/>
                  </a:lnTo>
                  <a:close/>
                </a:path>
                <a:path w="2734944" h="10287000">
                  <a:moveTo>
                    <a:pt x="586809" y="1997404"/>
                  </a:moveTo>
                  <a:lnTo>
                    <a:pt x="614320" y="843315"/>
                  </a:lnTo>
                  <a:lnTo>
                    <a:pt x="336085" y="1580317"/>
                  </a:lnTo>
                  <a:lnTo>
                    <a:pt x="500606" y="1893043"/>
                  </a:lnTo>
                  <a:lnTo>
                    <a:pt x="586809" y="1997404"/>
                  </a:lnTo>
                  <a:close/>
                </a:path>
                <a:path w="2734944" h="10287000">
                  <a:moveTo>
                    <a:pt x="2734752" y="10287000"/>
                  </a:moveTo>
                  <a:lnTo>
                    <a:pt x="2734752" y="0"/>
                  </a:lnTo>
                  <a:lnTo>
                    <a:pt x="557905" y="0"/>
                  </a:lnTo>
                  <a:lnTo>
                    <a:pt x="485748" y="496316"/>
                  </a:lnTo>
                  <a:lnTo>
                    <a:pt x="614320" y="843315"/>
                  </a:lnTo>
                  <a:lnTo>
                    <a:pt x="586809" y="1997404"/>
                  </a:lnTo>
                  <a:lnTo>
                    <a:pt x="838014" y="2301524"/>
                  </a:lnTo>
                  <a:lnTo>
                    <a:pt x="816517" y="3203315"/>
                  </a:lnTo>
                  <a:lnTo>
                    <a:pt x="817621" y="3208532"/>
                  </a:lnTo>
                  <a:lnTo>
                    <a:pt x="783270" y="4649534"/>
                  </a:lnTo>
                  <a:lnTo>
                    <a:pt x="884949" y="4795181"/>
                  </a:lnTo>
                  <a:lnTo>
                    <a:pt x="834878" y="6895682"/>
                  </a:lnTo>
                  <a:lnTo>
                    <a:pt x="860277" y="6974153"/>
                  </a:lnTo>
                  <a:lnTo>
                    <a:pt x="781306" y="10287000"/>
                  </a:lnTo>
                  <a:lnTo>
                    <a:pt x="2734752" y="10287000"/>
                  </a:lnTo>
                  <a:close/>
                </a:path>
                <a:path w="2734944" h="10287000">
                  <a:moveTo>
                    <a:pt x="378146" y="10287000"/>
                  </a:moveTo>
                  <a:lnTo>
                    <a:pt x="384759" y="10009582"/>
                  </a:lnTo>
                  <a:lnTo>
                    <a:pt x="329200" y="10287000"/>
                  </a:lnTo>
                  <a:lnTo>
                    <a:pt x="378146" y="10287000"/>
                  </a:lnTo>
                  <a:close/>
                </a:path>
                <a:path w="2734944" h="10287000">
                  <a:moveTo>
                    <a:pt x="783270" y="4649534"/>
                  </a:moveTo>
                  <a:lnTo>
                    <a:pt x="817621" y="3208532"/>
                  </a:lnTo>
                  <a:lnTo>
                    <a:pt x="782587" y="3554825"/>
                  </a:lnTo>
                  <a:lnTo>
                    <a:pt x="693633" y="3926610"/>
                  </a:lnTo>
                  <a:lnTo>
                    <a:pt x="549494" y="4376921"/>
                  </a:lnTo>
                  <a:lnTo>
                    <a:pt x="783270" y="4649534"/>
                  </a:lnTo>
                  <a:close/>
                </a:path>
                <a:path w="2734944" h="10287000">
                  <a:moveTo>
                    <a:pt x="816517" y="3203315"/>
                  </a:moveTo>
                  <a:lnTo>
                    <a:pt x="838014" y="2301524"/>
                  </a:lnTo>
                  <a:lnTo>
                    <a:pt x="716051" y="2728534"/>
                  </a:lnTo>
                  <a:lnTo>
                    <a:pt x="816517" y="3203315"/>
                  </a:lnTo>
                  <a:close/>
                </a:path>
                <a:path w="2734944" h="10287000">
                  <a:moveTo>
                    <a:pt x="781306" y="10287000"/>
                  </a:moveTo>
                  <a:lnTo>
                    <a:pt x="860277" y="6974153"/>
                  </a:lnTo>
                  <a:lnTo>
                    <a:pt x="639810" y="7256328"/>
                  </a:lnTo>
                  <a:lnTo>
                    <a:pt x="766875" y="7532539"/>
                  </a:lnTo>
                  <a:lnTo>
                    <a:pt x="755982" y="7989517"/>
                  </a:lnTo>
                  <a:lnTo>
                    <a:pt x="779927" y="8067176"/>
                  </a:lnTo>
                  <a:lnTo>
                    <a:pt x="727011" y="10287000"/>
                  </a:lnTo>
                  <a:lnTo>
                    <a:pt x="781306" y="10287000"/>
                  </a:lnTo>
                  <a:close/>
                </a:path>
                <a:path w="2734944" h="10287000">
                  <a:moveTo>
                    <a:pt x="834878" y="6895682"/>
                  </a:moveTo>
                  <a:lnTo>
                    <a:pt x="859097" y="5879677"/>
                  </a:lnTo>
                  <a:lnTo>
                    <a:pt x="734991" y="6200754"/>
                  </a:lnTo>
                  <a:lnTo>
                    <a:pt x="686140" y="6436167"/>
                  </a:lnTo>
                  <a:lnTo>
                    <a:pt x="834878" y="6895682"/>
                  </a:lnTo>
                  <a:close/>
                </a:path>
                <a:path w="2734944" h="10287000">
                  <a:moveTo>
                    <a:pt x="755982" y="7989517"/>
                  </a:moveTo>
                  <a:lnTo>
                    <a:pt x="766875" y="7532539"/>
                  </a:lnTo>
                  <a:lnTo>
                    <a:pt x="680726" y="7745444"/>
                  </a:lnTo>
                  <a:lnTo>
                    <a:pt x="755982" y="7989517"/>
                  </a:lnTo>
                  <a:close/>
                </a:path>
                <a:path w="2734944" h="10287000">
                  <a:moveTo>
                    <a:pt x="859097" y="5879677"/>
                  </a:moveTo>
                  <a:lnTo>
                    <a:pt x="884949" y="4795181"/>
                  </a:lnTo>
                  <a:lnTo>
                    <a:pt x="796082" y="5183920"/>
                  </a:lnTo>
                  <a:lnTo>
                    <a:pt x="808203" y="5541163"/>
                  </a:lnTo>
                  <a:lnTo>
                    <a:pt x="859097" y="58796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5705595" y="0"/>
              <a:ext cx="2582545" cy="10287000"/>
            </a:xfrm>
            <a:custGeom>
              <a:avLst/>
              <a:gdLst/>
              <a:ahLst/>
              <a:cxnLst/>
              <a:rect l="l" t="t" r="r" b="b"/>
              <a:pathLst>
                <a:path w="2582544" h="10287000">
                  <a:moveTo>
                    <a:pt x="324672" y="9633137"/>
                  </a:moveTo>
                  <a:lnTo>
                    <a:pt x="348813" y="8620406"/>
                  </a:lnTo>
                  <a:lnTo>
                    <a:pt x="15010" y="8947047"/>
                  </a:lnTo>
                  <a:lnTo>
                    <a:pt x="0" y="9288167"/>
                  </a:lnTo>
                  <a:lnTo>
                    <a:pt x="324672" y="9633137"/>
                  </a:lnTo>
                  <a:close/>
                </a:path>
                <a:path w="2582544" h="10287000">
                  <a:moveTo>
                    <a:pt x="641724" y="1743619"/>
                  </a:moveTo>
                  <a:lnTo>
                    <a:pt x="669240" y="589323"/>
                  </a:lnTo>
                  <a:lnTo>
                    <a:pt x="391239" y="1326822"/>
                  </a:lnTo>
                  <a:lnTo>
                    <a:pt x="555760" y="1639548"/>
                  </a:lnTo>
                  <a:lnTo>
                    <a:pt x="641724" y="1743619"/>
                  </a:lnTo>
                  <a:close/>
                </a:path>
                <a:path w="2582544" h="10287000">
                  <a:moveTo>
                    <a:pt x="2582406" y="10287000"/>
                  </a:moveTo>
                  <a:lnTo>
                    <a:pt x="2582406" y="0"/>
                  </a:lnTo>
                  <a:lnTo>
                    <a:pt x="440705" y="0"/>
                  </a:lnTo>
                  <a:lnTo>
                    <a:pt x="540914" y="242330"/>
                  </a:lnTo>
                  <a:lnTo>
                    <a:pt x="669240" y="589323"/>
                  </a:lnTo>
                  <a:lnTo>
                    <a:pt x="641724" y="1743619"/>
                  </a:lnTo>
                  <a:lnTo>
                    <a:pt x="893168" y="2048028"/>
                  </a:lnTo>
                  <a:lnTo>
                    <a:pt x="871652" y="2950608"/>
                  </a:lnTo>
                  <a:lnTo>
                    <a:pt x="872757" y="2955773"/>
                  </a:lnTo>
                  <a:lnTo>
                    <a:pt x="838407" y="4396774"/>
                  </a:lnTo>
                  <a:lnTo>
                    <a:pt x="1046695" y="4615225"/>
                  </a:lnTo>
                  <a:lnTo>
                    <a:pt x="911491" y="10287000"/>
                  </a:lnTo>
                  <a:lnTo>
                    <a:pt x="2582406" y="10287000"/>
                  </a:lnTo>
                  <a:close/>
                </a:path>
                <a:path w="2582544" h="10287000">
                  <a:moveTo>
                    <a:pt x="776859" y="10287000"/>
                  </a:moveTo>
                  <a:lnTo>
                    <a:pt x="835823" y="7813453"/>
                  </a:lnTo>
                  <a:lnTo>
                    <a:pt x="513486" y="7885856"/>
                  </a:lnTo>
                  <a:lnTo>
                    <a:pt x="291209" y="8254217"/>
                  </a:lnTo>
                  <a:lnTo>
                    <a:pt x="348813" y="8620406"/>
                  </a:lnTo>
                  <a:lnTo>
                    <a:pt x="324672" y="9633137"/>
                  </a:lnTo>
                  <a:lnTo>
                    <a:pt x="439925" y="9755595"/>
                  </a:lnTo>
                  <a:lnTo>
                    <a:pt x="427257" y="10287000"/>
                  </a:lnTo>
                  <a:lnTo>
                    <a:pt x="776859" y="10287000"/>
                  </a:lnTo>
                  <a:close/>
                </a:path>
                <a:path w="2582544" h="10287000">
                  <a:moveTo>
                    <a:pt x="427257" y="10287000"/>
                  </a:moveTo>
                  <a:lnTo>
                    <a:pt x="439925" y="9755595"/>
                  </a:lnTo>
                  <a:lnTo>
                    <a:pt x="346168" y="10225779"/>
                  </a:lnTo>
                  <a:lnTo>
                    <a:pt x="292986" y="10287000"/>
                  </a:lnTo>
                  <a:lnTo>
                    <a:pt x="427257" y="10287000"/>
                  </a:lnTo>
                  <a:close/>
                </a:path>
                <a:path w="2582544" h="10287000">
                  <a:moveTo>
                    <a:pt x="838407" y="4396774"/>
                  </a:moveTo>
                  <a:lnTo>
                    <a:pt x="872757" y="2955773"/>
                  </a:lnTo>
                  <a:lnTo>
                    <a:pt x="837723" y="3302065"/>
                  </a:lnTo>
                  <a:lnTo>
                    <a:pt x="748775" y="3673605"/>
                  </a:lnTo>
                  <a:lnTo>
                    <a:pt x="604385" y="4124156"/>
                  </a:lnTo>
                  <a:lnTo>
                    <a:pt x="838407" y="4396774"/>
                  </a:lnTo>
                  <a:close/>
                </a:path>
                <a:path w="2582544" h="10287000">
                  <a:moveTo>
                    <a:pt x="889267" y="6643325"/>
                  </a:moveTo>
                  <a:lnTo>
                    <a:pt x="913526" y="5625673"/>
                  </a:lnTo>
                  <a:lnTo>
                    <a:pt x="641146" y="5859443"/>
                  </a:lnTo>
                  <a:lnTo>
                    <a:pt x="740072" y="6182396"/>
                  </a:lnTo>
                  <a:lnTo>
                    <a:pt x="889267" y="6643325"/>
                  </a:lnTo>
                  <a:close/>
                </a:path>
                <a:path w="2582544" h="10287000">
                  <a:moveTo>
                    <a:pt x="871652" y="2950608"/>
                  </a:moveTo>
                  <a:lnTo>
                    <a:pt x="893168" y="2048028"/>
                  </a:lnTo>
                  <a:lnTo>
                    <a:pt x="769965" y="2475500"/>
                  </a:lnTo>
                  <a:lnTo>
                    <a:pt x="871652" y="2950608"/>
                  </a:lnTo>
                  <a:close/>
                </a:path>
                <a:path w="2582544" h="10287000">
                  <a:moveTo>
                    <a:pt x="829189" y="10287000"/>
                  </a:moveTo>
                  <a:lnTo>
                    <a:pt x="914210" y="6720382"/>
                  </a:lnTo>
                  <a:lnTo>
                    <a:pt x="693987" y="7002564"/>
                  </a:lnTo>
                  <a:lnTo>
                    <a:pt x="820801" y="7279014"/>
                  </a:lnTo>
                  <a:lnTo>
                    <a:pt x="810061" y="7729557"/>
                  </a:lnTo>
                  <a:lnTo>
                    <a:pt x="835823" y="7813453"/>
                  </a:lnTo>
                  <a:lnTo>
                    <a:pt x="776859" y="10287000"/>
                  </a:lnTo>
                  <a:lnTo>
                    <a:pt x="829189" y="10287000"/>
                  </a:lnTo>
                  <a:close/>
                </a:path>
                <a:path w="2582544" h="10287000">
                  <a:moveTo>
                    <a:pt x="911491" y="10287000"/>
                  </a:moveTo>
                  <a:lnTo>
                    <a:pt x="1046695" y="4615225"/>
                  </a:lnTo>
                  <a:lnTo>
                    <a:pt x="852230" y="4929956"/>
                  </a:lnTo>
                  <a:lnTo>
                    <a:pt x="757882" y="5435256"/>
                  </a:lnTo>
                  <a:lnTo>
                    <a:pt x="913526" y="5625673"/>
                  </a:lnTo>
                  <a:lnTo>
                    <a:pt x="889267" y="6643325"/>
                  </a:lnTo>
                  <a:lnTo>
                    <a:pt x="914210" y="6720382"/>
                  </a:lnTo>
                  <a:lnTo>
                    <a:pt x="829189" y="10287000"/>
                  </a:lnTo>
                  <a:lnTo>
                    <a:pt x="911491" y="10287000"/>
                  </a:lnTo>
                  <a:close/>
                </a:path>
                <a:path w="2582544" h="10287000">
                  <a:moveTo>
                    <a:pt x="810061" y="7729557"/>
                  </a:moveTo>
                  <a:lnTo>
                    <a:pt x="820801" y="7279014"/>
                  </a:lnTo>
                  <a:lnTo>
                    <a:pt x="736651" y="7490493"/>
                  </a:lnTo>
                  <a:lnTo>
                    <a:pt x="810061" y="772955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6105825" y="0"/>
              <a:ext cx="2182495" cy="10287000"/>
            </a:xfrm>
            <a:custGeom>
              <a:avLst/>
              <a:gdLst/>
              <a:ahLst/>
              <a:cxnLst/>
              <a:rect l="l" t="t" r="r" b="b"/>
              <a:pathLst>
                <a:path w="2182494" h="10287000">
                  <a:moveTo>
                    <a:pt x="324672" y="9642677"/>
                  </a:moveTo>
                  <a:lnTo>
                    <a:pt x="348813" y="8629946"/>
                  </a:lnTo>
                  <a:lnTo>
                    <a:pt x="15010" y="8956588"/>
                  </a:lnTo>
                  <a:lnTo>
                    <a:pt x="0" y="9297708"/>
                  </a:lnTo>
                  <a:lnTo>
                    <a:pt x="324672" y="9642677"/>
                  </a:lnTo>
                  <a:close/>
                </a:path>
                <a:path w="2182494" h="10287000">
                  <a:moveTo>
                    <a:pt x="637861" y="1915198"/>
                  </a:moveTo>
                  <a:lnTo>
                    <a:pt x="669240" y="598864"/>
                  </a:lnTo>
                  <a:lnTo>
                    <a:pt x="530573" y="945880"/>
                  </a:lnTo>
                  <a:lnTo>
                    <a:pt x="435265" y="1196476"/>
                  </a:lnTo>
                  <a:lnTo>
                    <a:pt x="391993" y="1335644"/>
                  </a:lnTo>
                  <a:lnTo>
                    <a:pt x="399696" y="1428313"/>
                  </a:lnTo>
                  <a:lnTo>
                    <a:pt x="440978" y="1774836"/>
                  </a:lnTo>
                  <a:lnTo>
                    <a:pt x="637861" y="1915198"/>
                  </a:lnTo>
                  <a:close/>
                </a:path>
                <a:path w="2182494" h="10287000">
                  <a:moveTo>
                    <a:pt x="2182176" y="10287000"/>
                  </a:moveTo>
                  <a:lnTo>
                    <a:pt x="2182176" y="0"/>
                  </a:lnTo>
                  <a:lnTo>
                    <a:pt x="436956" y="0"/>
                  </a:lnTo>
                  <a:lnTo>
                    <a:pt x="540914" y="251871"/>
                  </a:lnTo>
                  <a:lnTo>
                    <a:pt x="669240" y="598864"/>
                  </a:lnTo>
                  <a:lnTo>
                    <a:pt x="637861" y="1915198"/>
                  </a:lnTo>
                  <a:lnTo>
                    <a:pt x="912289" y="2110843"/>
                  </a:lnTo>
                  <a:lnTo>
                    <a:pt x="872462" y="3781577"/>
                  </a:lnTo>
                  <a:lnTo>
                    <a:pt x="948670" y="3856914"/>
                  </a:lnTo>
                  <a:lnTo>
                    <a:pt x="1005259" y="3910114"/>
                  </a:lnTo>
                  <a:lnTo>
                    <a:pt x="983207" y="4835210"/>
                  </a:lnTo>
                  <a:lnTo>
                    <a:pt x="1008205" y="5012984"/>
                  </a:lnTo>
                  <a:lnTo>
                    <a:pt x="998723" y="5410755"/>
                  </a:lnTo>
                  <a:lnTo>
                    <a:pt x="1073597" y="5567786"/>
                  </a:lnTo>
                  <a:lnTo>
                    <a:pt x="961100" y="10287000"/>
                  </a:lnTo>
                  <a:lnTo>
                    <a:pt x="2182176" y="10287000"/>
                  </a:lnTo>
                  <a:close/>
                </a:path>
                <a:path w="2182494" h="10287000">
                  <a:moveTo>
                    <a:pt x="556220" y="10287000"/>
                  </a:moveTo>
                  <a:lnTo>
                    <a:pt x="617143" y="7731305"/>
                  </a:lnTo>
                  <a:lnTo>
                    <a:pt x="490641" y="8029232"/>
                  </a:lnTo>
                  <a:lnTo>
                    <a:pt x="331754" y="8211906"/>
                  </a:lnTo>
                  <a:lnTo>
                    <a:pt x="348813" y="8629946"/>
                  </a:lnTo>
                  <a:lnTo>
                    <a:pt x="324672" y="9642677"/>
                  </a:lnTo>
                  <a:lnTo>
                    <a:pt x="439925" y="9765135"/>
                  </a:lnTo>
                  <a:lnTo>
                    <a:pt x="427484" y="10287000"/>
                  </a:lnTo>
                  <a:lnTo>
                    <a:pt x="556220" y="10287000"/>
                  </a:lnTo>
                  <a:close/>
                </a:path>
                <a:path w="2182494" h="10287000">
                  <a:moveTo>
                    <a:pt x="427484" y="10287000"/>
                  </a:moveTo>
                  <a:lnTo>
                    <a:pt x="439925" y="9765135"/>
                  </a:lnTo>
                  <a:lnTo>
                    <a:pt x="345431" y="10235302"/>
                  </a:lnTo>
                  <a:lnTo>
                    <a:pt x="300522" y="10287000"/>
                  </a:lnTo>
                  <a:lnTo>
                    <a:pt x="427484" y="10287000"/>
                  </a:lnTo>
                  <a:close/>
                </a:path>
                <a:path w="2182494" h="10287000">
                  <a:moveTo>
                    <a:pt x="872462" y="3781577"/>
                  </a:moveTo>
                  <a:lnTo>
                    <a:pt x="912289" y="2110843"/>
                  </a:lnTo>
                  <a:lnTo>
                    <a:pt x="890007" y="2161026"/>
                  </a:lnTo>
                  <a:lnTo>
                    <a:pt x="841012" y="2275705"/>
                  </a:lnTo>
                  <a:lnTo>
                    <a:pt x="792086" y="2401072"/>
                  </a:lnTo>
                  <a:lnTo>
                    <a:pt x="770006" y="2483320"/>
                  </a:lnTo>
                  <a:lnTo>
                    <a:pt x="768398" y="2517139"/>
                  </a:lnTo>
                  <a:lnTo>
                    <a:pt x="764005" y="2565782"/>
                  </a:lnTo>
                  <a:lnTo>
                    <a:pt x="745193" y="2741357"/>
                  </a:lnTo>
                  <a:lnTo>
                    <a:pt x="740739" y="2789998"/>
                  </a:lnTo>
                  <a:lnTo>
                    <a:pt x="739041" y="2823814"/>
                  </a:lnTo>
                  <a:lnTo>
                    <a:pt x="714338" y="2894216"/>
                  </a:lnTo>
                  <a:lnTo>
                    <a:pt x="659879" y="2993526"/>
                  </a:lnTo>
                  <a:lnTo>
                    <a:pt x="605398" y="3082149"/>
                  </a:lnTo>
                  <a:lnTo>
                    <a:pt x="580631" y="3120489"/>
                  </a:lnTo>
                  <a:lnTo>
                    <a:pt x="615128" y="3386425"/>
                  </a:lnTo>
                  <a:lnTo>
                    <a:pt x="629220" y="3483516"/>
                  </a:lnTo>
                  <a:lnTo>
                    <a:pt x="694476" y="3590539"/>
                  </a:lnTo>
                  <a:lnTo>
                    <a:pt x="823018" y="3732697"/>
                  </a:lnTo>
                  <a:lnTo>
                    <a:pt x="872462" y="3781577"/>
                  </a:lnTo>
                  <a:close/>
                </a:path>
                <a:path w="2182494" h="10287000">
                  <a:moveTo>
                    <a:pt x="653264" y="10287000"/>
                  </a:moveTo>
                  <a:lnTo>
                    <a:pt x="741675" y="6578165"/>
                  </a:lnTo>
                  <a:lnTo>
                    <a:pt x="694952" y="7012864"/>
                  </a:lnTo>
                  <a:lnTo>
                    <a:pt x="584112" y="7292739"/>
                  </a:lnTo>
                  <a:lnTo>
                    <a:pt x="584739" y="7482901"/>
                  </a:lnTo>
                  <a:lnTo>
                    <a:pt x="617143" y="7731305"/>
                  </a:lnTo>
                  <a:lnTo>
                    <a:pt x="556220" y="10287000"/>
                  </a:lnTo>
                  <a:lnTo>
                    <a:pt x="650039" y="10287000"/>
                  </a:lnTo>
                  <a:lnTo>
                    <a:pt x="653264" y="10287000"/>
                  </a:lnTo>
                  <a:close/>
                </a:path>
                <a:path w="2182494" h="10287000">
                  <a:moveTo>
                    <a:pt x="961100" y="10287000"/>
                  </a:moveTo>
                  <a:lnTo>
                    <a:pt x="1073597" y="5567786"/>
                  </a:lnTo>
                  <a:lnTo>
                    <a:pt x="708278" y="6082840"/>
                  </a:lnTo>
                  <a:lnTo>
                    <a:pt x="741675" y="6578165"/>
                  </a:lnTo>
                  <a:lnTo>
                    <a:pt x="653264" y="10287000"/>
                  </a:lnTo>
                  <a:lnTo>
                    <a:pt x="961100" y="10287000"/>
                  </a:lnTo>
                  <a:close/>
                </a:path>
                <a:path w="2182494" h="10287000">
                  <a:moveTo>
                    <a:pt x="983207" y="4835210"/>
                  </a:moveTo>
                  <a:lnTo>
                    <a:pt x="1005259" y="3910114"/>
                  </a:lnTo>
                  <a:lnTo>
                    <a:pt x="863068" y="4340573"/>
                  </a:lnTo>
                  <a:lnTo>
                    <a:pt x="959679" y="4667894"/>
                  </a:lnTo>
                  <a:lnTo>
                    <a:pt x="983207" y="4835210"/>
                  </a:lnTo>
                  <a:close/>
                </a:path>
                <a:path w="2182494" h="10287000">
                  <a:moveTo>
                    <a:pt x="998723" y="5410755"/>
                  </a:moveTo>
                  <a:lnTo>
                    <a:pt x="1008205" y="5012984"/>
                  </a:lnTo>
                  <a:lnTo>
                    <a:pt x="897175" y="5197782"/>
                  </a:lnTo>
                  <a:lnTo>
                    <a:pt x="998723" y="5410755"/>
                  </a:lnTo>
                  <a:close/>
                </a:path>
              </a:pathLst>
            </a:custGeom>
            <a:solidFill>
              <a:srgbClr val="FFD04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016000" y="795235"/>
            <a:ext cx="8034655" cy="530860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pc="-330"/>
              <a:t>2.</a:t>
            </a:r>
            <a:r>
              <a:rPr dirty="0" spc="-245"/>
              <a:t> </a:t>
            </a:r>
            <a:r>
              <a:rPr dirty="0" spc="-360"/>
              <a:t>Outdated</a:t>
            </a:r>
            <a:r>
              <a:rPr dirty="0" spc="-245"/>
              <a:t> </a:t>
            </a:r>
            <a:r>
              <a:rPr dirty="0" spc="-320"/>
              <a:t>or</a:t>
            </a:r>
            <a:r>
              <a:rPr dirty="0" spc="-245"/>
              <a:t> </a:t>
            </a:r>
            <a:r>
              <a:rPr dirty="0" spc="-320"/>
              <a:t>Missing</a:t>
            </a:r>
            <a:r>
              <a:rPr dirty="0" spc="-245"/>
              <a:t> </a:t>
            </a:r>
            <a:r>
              <a:rPr dirty="0" spc="-320"/>
              <a:t>Incident</a:t>
            </a:r>
            <a:r>
              <a:rPr dirty="0" spc="-245"/>
              <a:t> </a:t>
            </a:r>
            <a:r>
              <a:rPr dirty="0" spc="-345"/>
              <a:t>Response</a:t>
            </a:r>
            <a:r>
              <a:rPr dirty="0" spc="-245"/>
              <a:t> </a:t>
            </a:r>
            <a:r>
              <a:rPr dirty="0" spc="-310"/>
              <a:t>Plans</a:t>
            </a: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5399" y="3895724"/>
            <a:ext cx="123825" cy="12382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95399" y="4371974"/>
            <a:ext cx="123825" cy="12382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95399" y="4848224"/>
            <a:ext cx="123825" cy="12382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95399" y="5324474"/>
            <a:ext cx="123825" cy="12382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95399" y="5800724"/>
            <a:ext cx="123825" cy="12382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95399" y="6276974"/>
            <a:ext cx="123825" cy="123824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1016000" y="1760835"/>
            <a:ext cx="13903325" cy="7645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5700"/>
              </a:lnSpc>
              <a:spcBef>
                <a:spcPts val="100"/>
              </a:spcBef>
            </a:pPr>
            <a:r>
              <a:rPr dirty="0" sz="2700">
                <a:latin typeface="Comic Sans MS"/>
                <a:cs typeface="Comic Sans MS"/>
              </a:rPr>
              <a:t>An</a:t>
            </a:r>
            <a:r>
              <a:rPr dirty="0" sz="2700" spc="155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organization</a:t>
            </a:r>
            <a:r>
              <a:rPr dirty="0" sz="2700" spc="155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may</a:t>
            </a:r>
            <a:r>
              <a:rPr dirty="0" sz="2700" spc="155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have</a:t>
            </a:r>
            <a:r>
              <a:rPr dirty="0" sz="2700" spc="155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an</a:t>
            </a:r>
            <a:r>
              <a:rPr dirty="0" sz="2700" spc="155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incident</a:t>
            </a:r>
            <a:r>
              <a:rPr dirty="0" sz="2700" spc="155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response</a:t>
            </a:r>
            <a:r>
              <a:rPr dirty="0" sz="2700" spc="155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plan,</a:t>
            </a:r>
            <a:r>
              <a:rPr dirty="0" sz="2700" spc="155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but</a:t>
            </a:r>
            <a:r>
              <a:rPr dirty="0" sz="2700" spc="155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if</a:t>
            </a:r>
            <a:r>
              <a:rPr dirty="0" sz="2700" spc="155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it</a:t>
            </a:r>
            <a:r>
              <a:rPr dirty="0" sz="2700" spc="160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is</a:t>
            </a:r>
            <a:r>
              <a:rPr dirty="0" sz="2700" spc="155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outdated,</a:t>
            </a:r>
            <a:r>
              <a:rPr dirty="0" sz="2700" spc="155">
                <a:latin typeface="Comic Sans MS"/>
                <a:cs typeface="Comic Sans MS"/>
              </a:rPr>
              <a:t> </a:t>
            </a:r>
            <a:r>
              <a:rPr dirty="0" sz="2700" spc="-10">
                <a:latin typeface="Comic Sans MS"/>
                <a:cs typeface="Comic Sans MS"/>
              </a:rPr>
              <a:t>incomplete, </a:t>
            </a:r>
            <a:r>
              <a:rPr dirty="0" sz="2700">
                <a:latin typeface="Comic Sans MS"/>
                <a:cs typeface="Comic Sans MS"/>
              </a:rPr>
              <a:t>or</a:t>
            </a:r>
            <a:r>
              <a:rPr dirty="0" sz="2700" spc="-45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not</a:t>
            </a:r>
            <a:r>
              <a:rPr dirty="0" sz="2700" spc="-45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tested,</a:t>
            </a:r>
            <a:r>
              <a:rPr dirty="0" sz="2700" spc="-45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it</a:t>
            </a:r>
            <a:r>
              <a:rPr dirty="0" sz="2700" spc="-45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may</a:t>
            </a:r>
            <a:r>
              <a:rPr dirty="0" sz="2700" spc="-45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not</a:t>
            </a:r>
            <a:r>
              <a:rPr dirty="0" sz="2700" spc="-40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be</a:t>
            </a:r>
            <a:r>
              <a:rPr dirty="0" sz="2700" spc="-45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useful</a:t>
            </a:r>
            <a:r>
              <a:rPr dirty="0" sz="2700" spc="-45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during</a:t>
            </a:r>
            <a:r>
              <a:rPr dirty="0" sz="2700" spc="-45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a</a:t>
            </a:r>
            <a:r>
              <a:rPr dirty="0" sz="2700" spc="-45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real</a:t>
            </a:r>
            <a:r>
              <a:rPr dirty="0" sz="2700" spc="-45">
                <a:latin typeface="Comic Sans MS"/>
                <a:cs typeface="Comic Sans MS"/>
              </a:rPr>
              <a:t> </a:t>
            </a:r>
            <a:r>
              <a:rPr dirty="0" sz="2700" spc="-10">
                <a:latin typeface="Comic Sans MS"/>
                <a:cs typeface="Comic Sans MS"/>
              </a:rPr>
              <a:t>incident.</a:t>
            </a:r>
            <a:endParaRPr sz="270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  <a:spcBef>
                <a:spcPts val="495"/>
              </a:spcBef>
            </a:pPr>
            <a:endParaRPr sz="27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</a:pPr>
            <a:r>
              <a:rPr dirty="0" sz="2700">
                <a:latin typeface="Comic Sans MS"/>
                <a:cs typeface="Comic Sans MS"/>
              </a:rPr>
              <a:t>Problems</a:t>
            </a:r>
            <a:r>
              <a:rPr dirty="0" sz="2700" spc="-90">
                <a:latin typeface="Comic Sans MS"/>
                <a:cs typeface="Comic Sans MS"/>
              </a:rPr>
              <a:t> </a:t>
            </a:r>
            <a:r>
              <a:rPr dirty="0" sz="2700" spc="-10">
                <a:latin typeface="Comic Sans MS"/>
                <a:cs typeface="Comic Sans MS"/>
              </a:rPr>
              <a:t>include:</a:t>
            </a:r>
            <a:endParaRPr sz="2700">
              <a:latin typeface="Comic Sans MS"/>
              <a:cs typeface="Comic Sans MS"/>
            </a:endParaRPr>
          </a:p>
          <a:p>
            <a:pPr marL="594995" marR="7814309">
              <a:lnSpc>
                <a:spcPct val="115700"/>
              </a:lnSpc>
              <a:spcBef>
                <a:spcPts val="5"/>
              </a:spcBef>
            </a:pPr>
            <a:r>
              <a:rPr dirty="0" sz="2700">
                <a:latin typeface="Comic Sans MS"/>
                <a:cs typeface="Comic Sans MS"/>
              </a:rPr>
              <a:t>No</a:t>
            </a:r>
            <a:r>
              <a:rPr dirty="0" sz="2700" spc="-65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clearly</a:t>
            </a:r>
            <a:r>
              <a:rPr dirty="0" sz="2700" spc="-60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defined</a:t>
            </a:r>
            <a:r>
              <a:rPr dirty="0" sz="2700" spc="-60">
                <a:latin typeface="Comic Sans MS"/>
                <a:cs typeface="Comic Sans MS"/>
              </a:rPr>
              <a:t> </a:t>
            </a:r>
            <a:r>
              <a:rPr dirty="0" sz="2700" spc="-10">
                <a:latin typeface="Comic Sans MS"/>
                <a:cs typeface="Comic Sans MS"/>
              </a:rPr>
              <a:t>responsibilities </a:t>
            </a:r>
            <a:r>
              <a:rPr dirty="0" sz="2700">
                <a:latin typeface="Comic Sans MS"/>
                <a:cs typeface="Comic Sans MS"/>
              </a:rPr>
              <a:t>Missing</a:t>
            </a:r>
            <a:r>
              <a:rPr dirty="0" sz="2700" spc="-110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escalation</a:t>
            </a:r>
            <a:r>
              <a:rPr dirty="0" sz="2700" spc="-105">
                <a:latin typeface="Comic Sans MS"/>
                <a:cs typeface="Comic Sans MS"/>
              </a:rPr>
              <a:t> </a:t>
            </a:r>
            <a:r>
              <a:rPr dirty="0" sz="2700" spc="-10">
                <a:latin typeface="Comic Sans MS"/>
                <a:cs typeface="Comic Sans MS"/>
              </a:rPr>
              <a:t>procedures </a:t>
            </a:r>
            <a:r>
              <a:rPr dirty="0" sz="2700">
                <a:latin typeface="Comic Sans MS"/>
                <a:cs typeface="Comic Sans MS"/>
              </a:rPr>
              <a:t>Outdated</a:t>
            </a:r>
            <a:r>
              <a:rPr dirty="0" sz="2700" spc="-114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contact</a:t>
            </a:r>
            <a:r>
              <a:rPr dirty="0" sz="2700" spc="-114">
                <a:latin typeface="Comic Sans MS"/>
                <a:cs typeface="Comic Sans MS"/>
              </a:rPr>
              <a:t> </a:t>
            </a:r>
            <a:r>
              <a:rPr dirty="0" sz="2700" spc="-10">
                <a:latin typeface="Comic Sans MS"/>
                <a:cs typeface="Comic Sans MS"/>
              </a:rPr>
              <a:t>information</a:t>
            </a:r>
            <a:endParaRPr sz="2700">
              <a:latin typeface="Comic Sans MS"/>
              <a:cs typeface="Comic Sans MS"/>
            </a:endParaRPr>
          </a:p>
          <a:p>
            <a:pPr marL="594995" marR="6885305">
              <a:lnSpc>
                <a:spcPct val="115700"/>
              </a:lnSpc>
            </a:pPr>
            <a:r>
              <a:rPr dirty="0" sz="2700">
                <a:latin typeface="Comic Sans MS"/>
                <a:cs typeface="Comic Sans MS"/>
              </a:rPr>
              <a:t>No</a:t>
            </a:r>
            <a:r>
              <a:rPr dirty="0" sz="2700" spc="-110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documented</a:t>
            </a:r>
            <a:r>
              <a:rPr dirty="0" sz="2700" spc="-105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containment</a:t>
            </a:r>
            <a:r>
              <a:rPr dirty="0" sz="2700" spc="-105">
                <a:latin typeface="Comic Sans MS"/>
                <a:cs typeface="Comic Sans MS"/>
              </a:rPr>
              <a:t> </a:t>
            </a:r>
            <a:r>
              <a:rPr dirty="0" sz="2700" spc="-10">
                <a:latin typeface="Comic Sans MS"/>
                <a:cs typeface="Comic Sans MS"/>
              </a:rPr>
              <a:t>procedures </a:t>
            </a:r>
            <a:r>
              <a:rPr dirty="0" sz="2700">
                <a:latin typeface="Comic Sans MS"/>
                <a:cs typeface="Comic Sans MS"/>
              </a:rPr>
              <a:t>Unclear</a:t>
            </a:r>
            <a:r>
              <a:rPr dirty="0" sz="2700" spc="-60">
                <a:latin typeface="Comic Sans MS"/>
                <a:cs typeface="Comic Sans MS"/>
              </a:rPr>
              <a:t> </a:t>
            </a:r>
            <a:r>
              <a:rPr dirty="0" sz="2700" spc="-20">
                <a:latin typeface="Comic Sans MS"/>
                <a:cs typeface="Comic Sans MS"/>
              </a:rPr>
              <a:t>decision-</a:t>
            </a:r>
            <a:r>
              <a:rPr dirty="0" sz="2700">
                <a:latin typeface="Comic Sans MS"/>
                <a:cs typeface="Comic Sans MS"/>
              </a:rPr>
              <a:t>making</a:t>
            </a:r>
            <a:r>
              <a:rPr dirty="0" sz="2700" spc="-55">
                <a:latin typeface="Comic Sans MS"/>
                <a:cs typeface="Comic Sans MS"/>
              </a:rPr>
              <a:t> </a:t>
            </a:r>
            <a:r>
              <a:rPr dirty="0" sz="2700" spc="-10">
                <a:latin typeface="Comic Sans MS"/>
                <a:cs typeface="Comic Sans MS"/>
              </a:rPr>
              <a:t>authority</a:t>
            </a:r>
            <a:endParaRPr sz="2700">
              <a:latin typeface="Comic Sans MS"/>
              <a:cs typeface="Comic Sans MS"/>
            </a:endParaRPr>
          </a:p>
          <a:p>
            <a:pPr marL="594995">
              <a:lnSpc>
                <a:spcPct val="100000"/>
              </a:lnSpc>
              <a:spcBef>
                <a:spcPts val="509"/>
              </a:spcBef>
            </a:pPr>
            <a:r>
              <a:rPr dirty="0" sz="2700">
                <a:latin typeface="Comic Sans MS"/>
                <a:cs typeface="Comic Sans MS"/>
              </a:rPr>
              <a:t>Failure</a:t>
            </a:r>
            <a:r>
              <a:rPr dirty="0" sz="2700" spc="-70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to</a:t>
            </a:r>
            <a:r>
              <a:rPr dirty="0" sz="2700" spc="-65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account</a:t>
            </a:r>
            <a:r>
              <a:rPr dirty="0" sz="2700" spc="-65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for</a:t>
            </a:r>
            <a:r>
              <a:rPr dirty="0" sz="2700" spc="-65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new</a:t>
            </a:r>
            <a:r>
              <a:rPr dirty="0" sz="2700" spc="-65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technologies</a:t>
            </a:r>
            <a:r>
              <a:rPr dirty="0" sz="2700" spc="-70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such</a:t>
            </a:r>
            <a:r>
              <a:rPr dirty="0" sz="2700" spc="-65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as</a:t>
            </a:r>
            <a:r>
              <a:rPr dirty="0" sz="2700" spc="-65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cloud</a:t>
            </a:r>
            <a:r>
              <a:rPr dirty="0" sz="2700" spc="-65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and</a:t>
            </a:r>
            <a:r>
              <a:rPr dirty="0" sz="2700" spc="-65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remote</a:t>
            </a:r>
            <a:r>
              <a:rPr dirty="0" sz="2700" spc="-70">
                <a:latin typeface="Comic Sans MS"/>
                <a:cs typeface="Comic Sans MS"/>
              </a:rPr>
              <a:t> </a:t>
            </a:r>
            <a:r>
              <a:rPr dirty="0" sz="2700" spc="-20">
                <a:latin typeface="Comic Sans MS"/>
                <a:cs typeface="Comic Sans MS"/>
              </a:rPr>
              <a:t>work</a:t>
            </a:r>
            <a:endParaRPr sz="2700">
              <a:latin typeface="Comic Sans MS"/>
              <a:cs typeface="Comic Sans MS"/>
            </a:endParaRPr>
          </a:p>
          <a:p>
            <a:pPr marL="12700" marR="5080">
              <a:lnSpc>
                <a:spcPct val="109800"/>
              </a:lnSpc>
              <a:spcBef>
                <a:spcPts val="3270"/>
              </a:spcBef>
            </a:pPr>
            <a:r>
              <a:rPr dirty="0" sz="3300" spc="-345" b="1">
                <a:latin typeface="Comic Sans MS"/>
                <a:cs typeface="Comic Sans MS"/>
              </a:rPr>
              <a:t>Example:</a:t>
            </a:r>
            <a:r>
              <a:rPr dirty="0" sz="3300" spc="-405" b="1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A</a:t>
            </a:r>
            <a:r>
              <a:rPr dirty="0" sz="2700" spc="105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ransomware</a:t>
            </a:r>
            <a:r>
              <a:rPr dirty="0" sz="2700" spc="165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attack</a:t>
            </a:r>
            <a:r>
              <a:rPr dirty="0" sz="2700" spc="165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occurs,</a:t>
            </a:r>
            <a:r>
              <a:rPr dirty="0" sz="2700" spc="165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but</a:t>
            </a:r>
            <a:r>
              <a:rPr dirty="0" sz="2700" spc="165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employees</a:t>
            </a:r>
            <a:r>
              <a:rPr dirty="0" sz="2700" spc="165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do</a:t>
            </a:r>
            <a:r>
              <a:rPr dirty="0" sz="2700" spc="165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not</a:t>
            </a:r>
            <a:r>
              <a:rPr dirty="0" sz="2700" spc="165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know</a:t>
            </a:r>
            <a:r>
              <a:rPr dirty="0" sz="2700" spc="165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who</a:t>
            </a:r>
            <a:r>
              <a:rPr dirty="0" sz="2700" spc="165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has</a:t>
            </a:r>
            <a:r>
              <a:rPr dirty="0" sz="2700" spc="165">
                <a:latin typeface="Comic Sans MS"/>
                <a:cs typeface="Comic Sans MS"/>
              </a:rPr>
              <a:t> </a:t>
            </a:r>
            <a:r>
              <a:rPr dirty="0" sz="2700" spc="-10">
                <a:latin typeface="Comic Sans MS"/>
                <a:cs typeface="Comic Sans MS"/>
              </a:rPr>
              <a:t>authority </a:t>
            </a:r>
            <a:r>
              <a:rPr dirty="0" sz="2700">
                <a:latin typeface="Comic Sans MS"/>
                <a:cs typeface="Comic Sans MS"/>
              </a:rPr>
              <a:t>to</a:t>
            </a:r>
            <a:r>
              <a:rPr dirty="0" sz="2700" spc="-75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isolate</a:t>
            </a:r>
            <a:r>
              <a:rPr dirty="0" sz="2700" spc="-70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the</a:t>
            </a:r>
            <a:r>
              <a:rPr dirty="0" sz="2700" spc="-75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affected</a:t>
            </a:r>
            <a:r>
              <a:rPr dirty="0" sz="2700" spc="-70">
                <a:latin typeface="Comic Sans MS"/>
                <a:cs typeface="Comic Sans MS"/>
              </a:rPr>
              <a:t> </a:t>
            </a:r>
            <a:r>
              <a:rPr dirty="0" sz="2700" spc="-10">
                <a:latin typeface="Comic Sans MS"/>
                <a:cs typeface="Comic Sans MS"/>
              </a:rPr>
              <a:t>server.</a:t>
            </a:r>
            <a:endParaRPr sz="2700">
              <a:latin typeface="Comic Sans MS"/>
              <a:cs typeface="Comic Sans MS"/>
            </a:endParaRPr>
          </a:p>
          <a:p>
            <a:pPr marL="12700" marR="5080">
              <a:lnSpc>
                <a:spcPct val="109800"/>
              </a:lnSpc>
              <a:spcBef>
                <a:spcPts val="3275"/>
              </a:spcBef>
            </a:pPr>
            <a:r>
              <a:rPr dirty="0" sz="3300" spc="-440" b="1">
                <a:latin typeface="Comic Sans MS"/>
                <a:cs typeface="Comic Sans MS"/>
              </a:rPr>
              <a:t>IRM</a:t>
            </a:r>
            <a:r>
              <a:rPr dirty="0" sz="3300" spc="-20" b="1">
                <a:latin typeface="Comic Sans MS"/>
                <a:cs typeface="Comic Sans MS"/>
              </a:rPr>
              <a:t> </a:t>
            </a:r>
            <a:r>
              <a:rPr dirty="0" sz="3300" spc="-300" b="1">
                <a:latin typeface="Comic Sans MS"/>
                <a:cs typeface="Comic Sans MS"/>
              </a:rPr>
              <a:t>lesson:</a:t>
            </a:r>
            <a:r>
              <a:rPr dirty="0" sz="3300" spc="-385" b="1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Maintain,</a:t>
            </a:r>
            <a:r>
              <a:rPr dirty="0" sz="2700" spc="60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test,</a:t>
            </a:r>
            <a:r>
              <a:rPr dirty="0" sz="2700" spc="190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and</a:t>
            </a:r>
            <a:r>
              <a:rPr dirty="0" sz="2700" spc="185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regularly</a:t>
            </a:r>
            <a:r>
              <a:rPr dirty="0" sz="2700" spc="190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update</a:t>
            </a:r>
            <a:r>
              <a:rPr dirty="0" sz="2700" spc="185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Incident</a:t>
            </a:r>
            <a:r>
              <a:rPr dirty="0" sz="2700" spc="190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Response</a:t>
            </a:r>
            <a:r>
              <a:rPr dirty="0" sz="2700" spc="185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Plans,</a:t>
            </a:r>
            <a:r>
              <a:rPr dirty="0" sz="2700" spc="190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SOPs,</a:t>
            </a:r>
            <a:r>
              <a:rPr dirty="0" sz="2700" spc="185">
                <a:latin typeface="Comic Sans MS"/>
                <a:cs typeface="Comic Sans MS"/>
              </a:rPr>
              <a:t> </a:t>
            </a:r>
            <a:r>
              <a:rPr dirty="0" sz="2700" spc="-25">
                <a:latin typeface="Comic Sans MS"/>
                <a:cs typeface="Comic Sans MS"/>
              </a:rPr>
              <a:t>and </a:t>
            </a:r>
            <a:r>
              <a:rPr dirty="0" sz="2700" spc="-10">
                <a:latin typeface="Comic Sans MS"/>
                <a:cs typeface="Comic Sans MS"/>
              </a:rPr>
              <a:t>playbooks.</a:t>
            </a:r>
            <a:endParaRPr sz="27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553249" y="0"/>
            <a:ext cx="2734945" cy="10287000"/>
            <a:chOff x="15553249" y="0"/>
            <a:chExt cx="2734945" cy="10287000"/>
          </a:xfrm>
        </p:grpSpPr>
        <p:sp>
          <p:nvSpPr>
            <p:cNvPr id="3" name="object 3"/>
            <p:cNvSpPr/>
            <p:nvPr/>
          </p:nvSpPr>
          <p:spPr>
            <a:xfrm>
              <a:off x="15553249" y="0"/>
              <a:ext cx="2734945" cy="10287000"/>
            </a:xfrm>
            <a:custGeom>
              <a:avLst/>
              <a:gdLst/>
              <a:ahLst/>
              <a:cxnLst/>
              <a:rect l="l" t="t" r="r" b="b"/>
              <a:pathLst>
                <a:path w="2734944" h="10287000">
                  <a:moveTo>
                    <a:pt x="727011" y="10287000"/>
                  </a:moveTo>
                  <a:lnTo>
                    <a:pt x="779927" y="8067176"/>
                  </a:lnTo>
                  <a:lnTo>
                    <a:pt x="455832" y="8264828"/>
                  </a:lnTo>
                  <a:lnTo>
                    <a:pt x="334756" y="8520630"/>
                  </a:lnTo>
                  <a:lnTo>
                    <a:pt x="293648" y="8874393"/>
                  </a:lnTo>
                  <a:lnTo>
                    <a:pt x="0" y="9289203"/>
                  </a:lnTo>
                  <a:lnTo>
                    <a:pt x="103447" y="9752295"/>
                  </a:lnTo>
                  <a:lnTo>
                    <a:pt x="384759" y="10009582"/>
                  </a:lnTo>
                  <a:lnTo>
                    <a:pt x="378146" y="10287000"/>
                  </a:lnTo>
                  <a:lnTo>
                    <a:pt x="727011" y="10287000"/>
                  </a:lnTo>
                  <a:close/>
                </a:path>
                <a:path w="2734944" h="10287000">
                  <a:moveTo>
                    <a:pt x="586809" y="1997404"/>
                  </a:moveTo>
                  <a:lnTo>
                    <a:pt x="614320" y="843315"/>
                  </a:lnTo>
                  <a:lnTo>
                    <a:pt x="336085" y="1580317"/>
                  </a:lnTo>
                  <a:lnTo>
                    <a:pt x="500606" y="1893043"/>
                  </a:lnTo>
                  <a:lnTo>
                    <a:pt x="586809" y="1997404"/>
                  </a:lnTo>
                  <a:close/>
                </a:path>
                <a:path w="2734944" h="10287000">
                  <a:moveTo>
                    <a:pt x="2734752" y="10287000"/>
                  </a:moveTo>
                  <a:lnTo>
                    <a:pt x="2734752" y="0"/>
                  </a:lnTo>
                  <a:lnTo>
                    <a:pt x="557905" y="0"/>
                  </a:lnTo>
                  <a:lnTo>
                    <a:pt x="485748" y="496316"/>
                  </a:lnTo>
                  <a:lnTo>
                    <a:pt x="614320" y="843315"/>
                  </a:lnTo>
                  <a:lnTo>
                    <a:pt x="586809" y="1997404"/>
                  </a:lnTo>
                  <a:lnTo>
                    <a:pt x="838014" y="2301524"/>
                  </a:lnTo>
                  <a:lnTo>
                    <a:pt x="816517" y="3203315"/>
                  </a:lnTo>
                  <a:lnTo>
                    <a:pt x="817621" y="3208532"/>
                  </a:lnTo>
                  <a:lnTo>
                    <a:pt x="783270" y="4649534"/>
                  </a:lnTo>
                  <a:lnTo>
                    <a:pt x="884949" y="4795181"/>
                  </a:lnTo>
                  <a:lnTo>
                    <a:pt x="834878" y="6895682"/>
                  </a:lnTo>
                  <a:lnTo>
                    <a:pt x="860277" y="6974153"/>
                  </a:lnTo>
                  <a:lnTo>
                    <a:pt x="781306" y="10287000"/>
                  </a:lnTo>
                  <a:lnTo>
                    <a:pt x="2734752" y="10287000"/>
                  </a:lnTo>
                  <a:close/>
                </a:path>
                <a:path w="2734944" h="10287000">
                  <a:moveTo>
                    <a:pt x="378146" y="10287000"/>
                  </a:moveTo>
                  <a:lnTo>
                    <a:pt x="384759" y="10009582"/>
                  </a:lnTo>
                  <a:lnTo>
                    <a:pt x="329200" y="10287000"/>
                  </a:lnTo>
                  <a:lnTo>
                    <a:pt x="378146" y="10287000"/>
                  </a:lnTo>
                  <a:close/>
                </a:path>
                <a:path w="2734944" h="10287000">
                  <a:moveTo>
                    <a:pt x="783270" y="4649534"/>
                  </a:moveTo>
                  <a:lnTo>
                    <a:pt x="817621" y="3208532"/>
                  </a:lnTo>
                  <a:lnTo>
                    <a:pt x="782587" y="3554825"/>
                  </a:lnTo>
                  <a:lnTo>
                    <a:pt x="693633" y="3926610"/>
                  </a:lnTo>
                  <a:lnTo>
                    <a:pt x="549494" y="4376921"/>
                  </a:lnTo>
                  <a:lnTo>
                    <a:pt x="783270" y="4649534"/>
                  </a:lnTo>
                  <a:close/>
                </a:path>
                <a:path w="2734944" h="10287000">
                  <a:moveTo>
                    <a:pt x="816517" y="3203315"/>
                  </a:moveTo>
                  <a:lnTo>
                    <a:pt x="838014" y="2301524"/>
                  </a:lnTo>
                  <a:lnTo>
                    <a:pt x="716051" y="2728534"/>
                  </a:lnTo>
                  <a:lnTo>
                    <a:pt x="816517" y="3203315"/>
                  </a:lnTo>
                  <a:close/>
                </a:path>
                <a:path w="2734944" h="10287000">
                  <a:moveTo>
                    <a:pt x="781306" y="10287000"/>
                  </a:moveTo>
                  <a:lnTo>
                    <a:pt x="860277" y="6974153"/>
                  </a:lnTo>
                  <a:lnTo>
                    <a:pt x="639810" y="7256328"/>
                  </a:lnTo>
                  <a:lnTo>
                    <a:pt x="766875" y="7532539"/>
                  </a:lnTo>
                  <a:lnTo>
                    <a:pt x="755982" y="7989517"/>
                  </a:lnTo>
                  <a:lnTo>
                    <a:pt x="779927" y="8067176"/>
                  </a:lnTo>
                  <a:lnTo>
                    <a:pt x="727011" y="10287000"/>
                  </a:lnTo>
                  <a:lnTo>
                    <a:pt x="781306" y="10287000"/>
                  </a:lnTo>
                  <a:close/>
                </a:path>
                <a:path w="2734944" h="10287000">
                  <a:moveTo>
                    <a:pt x="834878" y="6895682"/>
                  </a:moveTo>
                  <a:lnTo>
                    <a:pt x="859097" y="5879677"/>
                  </a:lnTo>
                  <a:lnTo>
                    <a:pt x="734991" y="6200754"/>
                  </a:lnTo>
                  <a:lnTo>
                    <a:pt x="686140" y="6436167"/>
                  </a:lnTo>
                  <a:lnTo>
                    <a:pt x="834878" y="6895682"/>
                  </a:lnTo>
                  <a:close/>
                </a:path>
                <a:path w="2734944" h="10287000">
                  <a:moveTo>
                    <a:pt x="755982" y="7989517"/>
                  </a:moveTo>
                  <a:lnTo>
                    <a:pt x="766875" y="7532539"/>
                  </a:lnTo>
                  <a:lnTo>
                    <a:pt x="680726" y="7745444"/>
                  </a:lnTo>
                  <a:lnTo>
                    <a:pt x="755982" y="7989517"/>
                  </a:lnTo>
                  <a:close/>
                </a:path>
                <a:path w="2734944" h="10287000">
                  <a:moveTo>
                    <a:pt x="859097" y="5879677"/>
                  </a:moveTo>
                  <a:lnTo>
                    <a:pt x="884949" y="4795181"/>
                  </a:lnTo>
                  <a:lnTo>
                    <a:pt x="796082" y="5183920"/>
                  </a:lnTo>
                  <a:lnTo>
                    <a:pt x="808203" y="5541163"/>
                  </a:lnTo>
                  <a:lnTo>
                    <a:pt x="859097" y="58796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5705595" y="0"/>
              <a:ext cx="2582545" cy="10287000"/>
            </a:xfrm>
            <a:custGeom>
              <a:avLst/>
              <a:gdLst/>
              <a:ahLst/>
              <a:cxnLst/>
              <a:rect l="l" t="t" r="r" b="b"/>
              <a:pathLst>
                <a:path w="2582544" h="10287000">
                  <a:moveTo>
                    <a:pt x="324672" y="9633137"/>
                  </a:moveTo>
                  <a:lnTo>
                    <a:pt x="348813" y="8620406"/>
                  </a:lnTo>
                  <a:lnTo>
                    <a:pt x="15010" y="8947047"/>
                  </a:lnTo>
                  <a:lnTo>
                    <a:pt x="0" y="9288167"/>
                  </a:lnTo>
                  <a:lnTo>
                    <a:pt x="324672" y="9633137"/>
                  </a:lnTo>
                  <a:close/>
                </a:path>
                <a:path w="2582544" h="10287000">
                  <a:moveTo>
                    <a:pt x="641724" y="1743619"/>
                  </a:moveTo>
                  <a:lnTo>
                    <a:pt x="669240" y="589323"/>
                  </a:lnTo>
                  <a:lnTo>
                    <a:pt x="391239" y="1326822"/>
                  </a:lnTo>
                  <a:lnTo>
                    <a:pt x="555760" y="1639548"/>
                  </a:lnTo>
                  <a:lnTo>
                    <a:pt x="641724" y="1743619"/>
                  </a:lnTo>
                  <a:close/>
                </a:path>
                <a:path w="2582544" h="10287000">
                  <a:moveTo>
                    <a:pt x="2582406" y="10287000"/>
                  </a:moveTo>
                  <a:lnTo>
                    <a:pt x="2582406" y="0"/>
                  </a:lnTo>
                  <a:lnTo>
                    <a:pt x="440705" y="0"/>
                  </a:lnTo>
                  <a:lnTo>
                    <a:pt x="540914" y="242330"/>
                  </a:lnTo>
                  <a:lnTo>
                    <a:pt x="669240" y="589323"/>
                  </a:lnTo>
                  <a:lnTo>
                    <a:pt x="641724" y="1743619"/>
                  </a:lnTo>
                  <a:lnTo>
                    <a:pt x="893168" y="2048028"/>
                  </a:lnTo>
                  <a:lnTo>
                    <a:pt x="871652" y="2950608"/>
                  </a:lnTo>
                  <a:lnTo>
                    <a:pt x="872757" y="2955773"/>
                  </a:lnTo>
                  <a:lnTo>
                    <a:pt x="838407" y="4396774"/>
                  </a:lnTo>
                  <a:lnTo>
                    <a:pt x="1046695" y="4615225"/>
                  </a:lnTo>
                  <a:lnTo>
                    <a:pt x="911491" y="10287000"/>
                  </a:lnTo>
                  <a:lnTo>
                    <a:pt x="2582406" y="10287000"/>
                  </a:lnTo>
                  <a:close/>
                </a:path>
                <a:path w="2582544" h="10287000">
                  <a:moveTo>
                    <a:pt x="776859" y="10287000"/>
                  </a:moveTo>
                  <a:lnTo>
                    <a:pt x="835823" y="7813453"/>
                  </a:lnTo>
                  <a:lnTo>
                    <a:pt x="513486" y="7885856"/>
                  </a:lnTo>
                  <a:lnTo>
                    <a:pt x="291209" y="8254217"/>
                  </a:lnTo>
                  <a:lnTo>
                    <a:pt x="348813" y="8620406"/>
                  </a:lnTo>
                  <a:lnTo>
                    <a:pt x="324672" y="9633137"/>
                  </a:lnTo>
                  <a:lnTo>
                    <a:pt x="439925" y="9755595"/>
                  </a:lnTo>
                  <a:lnTo>
                    <a:pt x="427257" y="10287000"/>
                  </a:lnTo>
                  <a:lnTo>
                    <a:pt x="776859" y="10287000"/>
                  </a:lnTo>
                  <a:close/>
                </a:path>
                <a:path w="2582544" h="10287000">
                  <a:moveTo>
                    <a:pt x="427257" y="10287000"/>
                  </a:moveTo>
                  <a:lnTo>
                    <a:pt x="439925" y="9755595"/>
                  </a:lnTo>
                  <a:lnTo>
                    <a:pt x="346168" y="10225779"/>
                  </a:lnTo>
                  <a:lnTo>
                    <a:pt x="292986" y="10287000"/>
                  </a:lnTo>
                  <a:lnTo>
                    <a:pt x="427257" y="10287000"/>
                  </a:lnTo>
                  <a:close/>
                </a:path>
                <a:path w="2582544" h="10287000">
                  <a:moveTo>
                    <a:pt x="838407" y="4396774"/>
                  </a:moveTo>
                  <a:lnTo>
                    <a:pt x="872757" y="2955773"/>
                  </a:lnTo>
                  <a:lnTo>
                    <a:pt x="837723" y="3302065"/>
                  </a:lnTo>
                  <a:lnTo>
                    <a:pt x="748775" y="3673605"/>
                  </a:lnTo>
                  <a:lnTo>
                    <a:pt x="604385" y="4124156"/>
                  </a:lnTo>
                  <a:lnTo>
                    <a:pt x="838407" y="4396774"/>
                  </a:lnTo>
                  <a:close/>
                </a:path>
                <a:path w="2582544" h="10287000">
                  <a:moveTo>
                    <a:pt x="889267" y="6643325"/>
                  </a:moveTo>
                  <a:lnTo>
                    <a:pt x="913526" y="5625673"/>
                  </a:lnTo>
                  <a:lnTo>
                    <a:pt x="641146" y="5859443"/>
                  </a:lnTo>
                  <a:lnTo>
                    <a:pt x="740072" y="6182396"/>
                  </a:lnTo>
                  <a:lnTo>
                    <a:pt x="889267" y="6643325"/>
                  </a:lnTo>
                  <a:close/>
                </a:path>
                <a:path w="2582544" h="10287000">
                  <a:moveTo>
                    <a:pt x="871652" y="2950608"/>
                  </a:moveTo>
                  <a:lnTo>
                    <a:pt x="893168" y="2048028"/>
                  </a:lnTo>
                  <a:lnTo>
                    <a:pt x="769965" y="2475500"/>
                  </a:lnTo>
                  <a:lnTo>
                    <a:pt x="871652" y="2950608"/>
                  </a:lnTo>
                  <a:close/>
                </a:path>
                <a:path w="2582544" h="10287000">
                  <a:moveTo>
                    <a:pt x="829189" y="10287000"/>
                  </a:moveTo>
                  <a:lnTo>
                    <a:pt x="914210" y="6720382"/>
                  </a:lnTo>
                  <a:lnTo>
                    <a:pt x="693987" y="7002564"/>
                  </a:lnTo>
                  <a:lnTo>
                    <a:pt x="820801" y="7279014"/>
                  </a:lnTo>
                  <a:lnTo>
                    <a:pt x="810061" y="7729557"/>
                  </a:lnTo>
                  <a:lnTo>
                    <a:pt x="835823" y="7813453"/>
                  </a:lnTo>
                  <a:lnTo>
                    <a:pt x="776859" y="10287000"/>
                  </a:lnTo>
                  <a:lnTo>
                    <a:pt x="829189" y="10287000"/>
                  </a:lnTo>
                  <a:close/>
                </a:path>
                <a:path w="2582544" h="10287000">
                  <a:moveTo>
                    <a:pt x="911491" y="10287000"/>
                  </a:moveTo>
                  <a:lnTo>
                    <a:pt x="1046695" y="4615225"/>
                  </a:lnTo>
                  <a:lnTo>
                    <a:pt x="852230" y="4929956"/>
                  </a:lnTo>
                  <a:lnTo>
                    <a:pt x="757882" y="5435256"/>
                  </a:lnTo>
                  <a:lnTo>
                    <a:pt x="913526" y="5625673"/>
                  </a:lnTo>
                  <a:lnTo>
                    <a:pt x="889267" y="6643325"/>
                  </a:lnTo>
                  <a:lnTo>
                    <a:pt x="914210" y="6720382"/>
                  </a:lnTo>
                  <a:lnTo>
                    <a:pt x="829189" y="10287000"/>
                  </a:lnTo>
                  <a:lnTo>
                    <a:pt x="911491" y="10287000"/>
                  </a:lnTo>
                  <a:close/>
                </a:path>
                <a:path w="2582544" h="10287000">
                  <a:moveTo>
                    <a:pt x="810061" y="7729557"/>
                  </a:moveTo>
                  <a:lnTo>
                    <a:pt x="820801" y="7279014"/>
                  </a:lnTo>
                  <a:lnTo>
                    <a:pt x="736651" y="7490493"/>
                  </a:lnTo>
                  <a:lnTo>
                    <a:pt x="810061" y="772955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6105825" y="0"/>
              <a:ext cx="2182495" cy="10287000"/>
            </a:xfrm>
            <a:custGeom>
              <a:avLst/>
              <a:gdLst/>
              <a:ahLst/>
              <a:cxnLst/>
              <a:rect l="l" t="t" r="r" b="b"/>
              <a:pathLst>
                <a:path w="2182494" h="10287000">
                  <a:moveTo>
                    <a:pt x="324672" y="9642677"/>
                  </a:moveTo>
                  <a:lnTo>
                    <a:pt x="348813" y="8629946"/>
                  </a:lnTo>
                  <a:lnTo>
                    <a:pt x="15010" y="8956588"/>
                  </a:lnTo>
                  <a:lnTo>
                    <a:pt x="0" y="9297708"/>
                  </a:lnTo>
                  <a:lnTo>
                    <a:pt x="324672" y="9642677"/>
                  </a:lnTo>
                  <a:close/>
                </a:path>
                <a:path w="2182494" h="10287000">
                  <a:moveTo>
                    <a:pt x="637861" y="1915198"/>
                  </a:moveTo>
                  <a:lnTo>
                    <a:pt x="669240" y="598864"/>
                  </a:lnTo>
                  <a:lnTo>
                    <a:pt x="530573" y="945880"/>
                  </a:lnTo>
                  <a:lnTo>
                    <a:pt x="435265" y="1196476"/>
                  </a:lnTo>
                  <a:lnTo>
                    <a:pt x="391993" y="1335644"/>
                  </a:lnTo>
                  <a:lnTo>
                    <a:pt x="399696" y="1428313"/>
                  </a:lnTo>
                  <a:lnTo>
                    <a:pt x="440978" y="1774836"/>
                  </a:lnTo>
                  <a:lnTo>
                    <a:pt x="637861" y="1915198"/>
                  </a:lnTo>
                  <a:close/>
                </a:path>
                <a:path w="2182494" h="10287000">
                  <a:moveTo>
                    <a:pt x="2182176" y="10287000"/>
                  </a:moveTo>
                  <a:lnTo>
                    <a:pt x="2182176" y="0"/>
                  </a:lnTo>
                  <a:lnTo>
                    <a:pt x="436956" y="0"/>
                  </a:lnTo>
                  <a:lnTo>
                    <a:pt x="540914" y="251871"/>
                  </a:lnTo>
                  <a:lnTo>
                    <a:pt x="669240" y="598864"/>
                  </a:lnTo>
                  <a:lnTo>
                    <a:pt x="637861" y="1915198"/>
                  </a:lnTo>
                  <a:lnTo>
                    <a:pt x="912289" y="2110843"/>
                  </a:lnTo>
                  <a:lnTo>
                    <a:pt x="872462" y="3781577"/>
                  </a:lnTo>
                  <a:lnTo>
                    <a:pt x="948670" y="3856914"/>
                  </a:lnTo>
                  <a:lnTo>
                    <a:pt x="1005259" y="3910114"/>
                  </a:lnTo>
                  <a:lnTo>
                    <a:pt x="983207" y="4835210"/>
                  </a:lnTo>
                  <a:lnTo>
                    <a:pt x="1008205" y="5012984"/>
                  </a:lnTo>
                  <a:lnTo>
                    <a:pt x="998723" y="5410755"/>
                  </a:lnTo>
                  <a:lnTo>
                    <a:pt x="1073597" y="5567786"/>
                  </a:lnTo>
                  <a:lnTo>
                    <a:pt x="961100" y="10287000"/>
                  </a:lnTo>
                  <a:lnTo>
                    <a:pt x="2182176" y="10287000"/>
                  </a:lnTo>
                  <a:close/>
                </a:path>
                <a:path w="2182494" h="10287000">
                  <a:moveTo>
                    <a:pt x="556220" y="10287000"/>
                  </a:moveTo>
                  <a:lnTo>
                    <a:pt x="617143" y="7731305"/>
                  </a:lnTo>
                  <a:lnTo>
                    <a:pt x="490641" y="8029232"/>
                  </a:lnTo>
                  <a:lnTo>
                    <a:pt x="331754" y="8211906"/>
                  </a:lnTo>
                  <a:lnTo>
                    <a:pt x="348813" y="8629946"/>
                  </a:lnTo>
                  <a:lnTo>
                    <a:pt x="324672" y="9642677"/>
                  </a:lnTo>
                  <a:lnTo>
                    <a:pt x="439925" y="9765135"/>
                  </a:lnTo>
                  <a:lnTo>
                    <a:pt x="427484" y="10287000"/>
                  </a:lnTo>
                  <a:lnTo>
                    <a:pt x="556220" y="10287000"/>
                  </a:lnTo>
                  <a:close/>
                </a:path>
                <a:path w="2182494" h="10287000">
                  <a:moveTo>
                    <a:pt x="427484" y="10287000"/>
                  </a:moveTo>
                  <a:lnTo>
                    <a:pt x="439925" y="9765135"/>
                  </a:lnTo>
                  <a:lnTo>
                    <a:pt x="345431" y="10235302"/>
                  </a:lnTo>
                  <a:lnTo>
                    <a:pt x="300522" y="10287000"/>
                  </a:lnTo>
                  <a:lnTo>
                    <a:pt x="427484" y="10287000"/>
                  </a:lnTo>
                  <a:close/>
                </a:path>
                <a:path w="2182494" h="10287000">
                  <a:moveTo>
                    <a:pt x="872462" y="3781577"/>
                  </a:moveTo>
                  <a:lnTo>
                    <a:pt x="912289" y="2110843"/>
                  </a:lnTo>
                  <a:lnTo>
                    <a:pt x="890007" y="2161026"/>
                  </a:lnTo>
                  <a:lnTo>
                    <a:pt x="841012" y="2275705"/>
                  </a:lnTo>
                  <a:lnTo>
                    <a:pt x="792086" y="2401072"/>
                  </a:lnTo>
                  <a:lnTo>
                    <a:pt x="770006" y="2483320"/>
                  </a:lnTo>
                  <a:lnTo>
                    <a:pt x="768398" y="2517139"/>
                  </a:lnTo>
                  <a:lnTo>
                    <a:pt x="764005" y="2565782"/>
                  </a:lnTo>
                  <a:lnTo>
                    <a:pt x="745193" y="2741357"/>
                  </a:lnTo>
                  <a:lnTo>
                    <a:pt x="740739" y="2789998"/>
                  </a:lnTo>
                  <a:lnTo>
                    <a:pt x="739041" y="2823814"/>
                  </a:lnTo>
                  <a:lnTo>
                    <a:pt x="714338" y="2894216"/>
                  </a:lnTo>
                  <a:lnTo>
                    <a:pt x="659879" y="2993526"/>
                  </a:lnTo>
                  <a:lnTo>
                    <a:pt x="605398" y="3082149"/>
                  </a:lnTo>
                  <a:lnTo>
                    <a:pt x="580631" y="3120489"/>
                  </a:lnTo>
                  <a:lnTo>
                    <a:pt x="615128" y="3386425"/>
                  </a:lnTo>
                  <a:lnTo>
                    <a:pt x="629220" y="3483516"/>
                  </a:lnTo>
                  <a:lnTo>
                    <a:pt x="694476" y="3590539"/>
                  </a:lnTo>
                  <a:lnTo>
                    <a:pt x="823018" y="3732697"/>
                  </a:lnTo>
                  <a:lnTo>
                    <a:pt x="872462" y="3781577"/>
                  </a:lnTo>
                  <a:close/>
                </a:path>
                <a:path w="2182494" h="10287000">
                  <a:moveTo>
                    <a:pt x="653264" y="10287000"/>
                  </a:moveTo>
                  <a:lnTo>
                    <a:pt x="741675" y="6578165"/>
                  </a:lnTo>
                  <a:lnTo>
                    <a:pt x="694952" y="7012864"/>
                  </a:lnTo>
                  <a:lnTo>
                    <a:pt x="584112" y="7292739"/>
                  </a:lnTo>
                  <a:lnTo>
                    <a:pt x="584739" y="7482901"/>
                  </a:lnTo>
                  <a:lnTo>
                    <a:pt x="617143" y="7731305"/>
                  </a:lnTo>
                  <a:lnTo>
                    <a:pt x="556220" y="10287000"/>
                  </a:lnTo>
                  <a:lnTo>
                    <a:pt x="650039" y="10287000"/>
                  </a:lnTo>
                  <a:lnTo>
                    <a:pt x="653264" y="10287000"/>
                  </a:lnTo>
                  <a:close/>
                </a:path>
                <a:path w="2182494" h="10287000">
                  <a:moveTo>
                    <a:pt x="961100" y="10287000"/>
                  </a:moveTo>
                  <a:lnTo>
                    <a:pt x="1073597" y="5567786"/>
                  </a:lnTo>
                  <a:lnTo>
                    <a:pt x="708278" y="6082840"/>
                  </a:lnTo>
                  <a:lnTo>
                    <a:pt x="741675" y="6578165"/>
                  </a:lnTo>
                  <a:lnTo>
                    <a:pt x="653264" y="10287000"/>
                  </a:lnTo>
                  <a:lnTo>
                    <a:pt x="961100" y="10287000"/>
                  </a:lnTo>
                  <a:close/>
                </a:path>
                <a:path w="2182494" h="10287000">
                  <a:moveTo>
                    <a:pt x="983207" y="4835210"/>
                  </a:moveTo>
                  <a:lnTo>
                    <a:pt x="1005259" y="3910114"/>
                  </a:lnTo>
                  <a:lnTo>
                    <a:pt x="863068" y="4340573"/>
                  </a:lnTo>
                  <a:lnTo>
                    <a:pt x="959679" y="4667894"/>
                  </a:lnTo>
                  <a:lnTo>
                    <a:pt x="983207" y="4835210"/>
                  </a:lnTo>
                  <a:close/>
                </a:path>
                <a:path w="2182494" h="10287000">
                  <a:moveTo>
                    <a:pt x="998723" y="5410755"/>
                  </a:moveTo>
                  <a:lnTo>
                    <a:pt x="1008205" y="5012984"/>
                  </a:lnTo>
                  <a:lnTo>
                    <a:pt x="897175" y="5197782"/>
                  </a:lnTo>
                  <a:lnTo>
                    <a:pt x="998723" y="5410755"/>
                  </a:lnTo>
                  <a:close/>
                </a:path>
              </a:pathLst>
            </a:custGeom>
            <a:solidFill>
              <a:srgbClr val="FFD04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016000" y="795235"/>
            <a:ext cx="7190105" cy="530860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pc="-330"/>
              <a:t>3.</a:t>
            </a:r>
            <a:r>
              <a:rPr dirty="0" spc="-250"/>
              <a:t> </a:t>
            </a:r>
            <a:r>
              <a:rPr dirty="0" spc="-320"/>
              <a:t>Alert</a:t>
            </a:r>
            <a:r>
              <a:rPr dirty="0" spc="-245"/>
              <a:t> </a:t>
            </a:r>
            <a:r>
              <a:rPr dirty="0" spc="-320"/>
              <a:t>Fatigue</a:t>
            </a:r>
            <a:r>
              <a:rPr dirty="0" spc="-245"/>
              <a:t> </a:t>
            </a:r>
            <a:r>
              <a:rPr dirty="0" spc="-355"/>
              <a:t>and</a:t>
            </a:r>
            <a:r>
              <a:rPr dirty="0" spc="-250"/>
              <a:t> </a:t>
            </a:r>
            <a:r>
              <a:rPr dirty="0" spc="-335"/>
              <a:t>Information</a:t>
            </a:r>
            <a:r>
              <a:rPr dirty="0" spc="-245"/>
              <a:t> </a:t>
            </a:r>
            <a:r>
              <a:rPr dirty="0" spc="-345"/>
              <a:t>Overload</a:t>
            </a: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5399" y="2466974"/>
            <a:ext cx="123825" cy="12382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5399" y="2943224"/>
            <a:ext cx="123825" cy="12382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5399" y="3419474"/>
            <a:ext cx="123825" cy="12382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5399" y="3895724"/>
            <a:ext cx="123825" cy="12382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95399" y="4371974"/>
            <a:ext cx="123825" cy="12382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95399" y="4848224"/>
            <a:ext cx="123825" cy="123824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95399" y="5324474"/>
            <a:ext cx="123825" cy="123824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95399" y="5800724"/>
            <a:ext cx="123825" cy="123824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95399" y="8181974"/>
            <a:ext cx="123825" cy="123824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1016000" y="1760835"/>
            <a:ext cx="14876780" cy="7661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94995" marR="5090160" indent="-582930">
              <a:lnSpc>
                <a:spcPct val="115700"/>
              </a:lnSpc>
              <a:spcBef>
                <a:spcPts val="100"/>
              </a:spcBef>
            </a:pPr>
            <a:r>
              <a:rPr dirty="0" sz="2700">
                <a:latin typeface="Comic Sans MS"/>
                <a:cs typeface="Comic Sans MS"/>
              </a:rPr>
              <a:t>Modern</a:t>
            </a:r>
            <a:r>
              <a:rPr dirty="0" sz="2700" spc="-85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organizations</a:t>
            </a:r>
            <a:r>
              <a:rPr dirty="0" sz="2700" spc="-85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generate</a:t>
            </a:r>
            <a:r>
              <a:rPr dirty="0" sz="2700" spc="-80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huge</a:t>
            </a:r>
            <a:r>
              <a:rPr dirty="0" sz="2700" spc="-85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numbers</a:t>
            </a:r>
            <a:r>
              <a:rPr dirty="0" sz="2700" spc="-80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of</a:t>
            </a:r>
            <a:r>
              <a:rPr dirty="0" sz="2700" spc="-85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alerts</a:t>
            </a:r>
            <a:r>
              <a:rPr dirty="0" sz="2700" spc="-80">
                <a:latin typeface="Comic Sans MS"/>
                <a:cs typeface="Comic Sans MS"/>
              </a:rPr>
              <a:t> </a:t>
            </a:r>
            <a:r>
              <a:rPr dirty="0" sz="2700" spc="-10">
                <a:latin typeface="Comic Sans MS"/>
                <a:cs typeface="Comic Sans MS"/>
              </a:rPr>
              <a:t>from: </a:t>
            </a:r>
            <a:r>
              <a:rPr dirty="0" sz="2700" spc="-20">
                <a:latin typeface="Comic Sans MS"/>
                <a:cs typeface="Comic Sans MS"/>
              </a:rPr>
              <a:t>SIEM</a:t>
            </a:r>
            <a:endParaRPr sz="2700">
              <a:latin typeface="Comic Sans MS"/>
              <a:cs typeface="Comic Sans MS"/>
            </a:endParaRPr>
          </a:p>
          <a:p>
            <a:pPr marL="594995" marR="12822555">
              <a:lnSpc>
                <a:spcPct val="115700"/>
              </a:lnSpc>
            </a:pPr>
            <a:r>
              <a:rPr dirty="0" sz="2700" spc="-10">
                <a:latin typeface="Comic Sans MS"/>
                <a:cs typeface="Comic Sans MS"/>
              </a:rPr>
              <a:t>IDS/IPS </a:t>
            </a:r>
            <a:r>
              <a:rPr dirty="0" sz="2700" spc="-25">
                <a:latin typeface="Comic Sans MS"/>
                <a:cs typeface="Comic Sans MS"/>
              </a:rPr>
              <a:t>EDR</a:t>
            </a:r>
            <a:endParaRPr sz="2700">
              <a:latin typeface="Comic Sans MS"/>
              <a:cs typeface="Comic Sans MS"/>
            </a:endParaRPr>
          </a:p>
          <a:p>
            <a:pPr marL="594995" marR="12813030">
              <a:lnSpc>
                <a:spcPct val="115700"/>
              </a:lnSpc>
              <a:spcBef>
                <a:spcPts val="5"/>
              </a:spcBef>
            </a:pPr>
            <a:r>
              <a:rPr dirty="0" sz="2700" spc="-10">
                <a:latin typeface="Comic Sans MS"/>
                <a:cs typeface="Comic Sans MS"/>
              </a:rPr>
              <a:t>Firewalls Antivirus</a:t>
            </a:r>
            <a:endParaRPr sz="2700">
              <a:latin typeface="Comic Sans MS"/>
              <a:cs typeface="Comic Sans MS"/>
            </a:endParaRPr>
          </a:p>
          <a:p>
            <a:pPr marL="594995" marR="10494645">
              <a:lnSpc>
                <a:spcPct val="115700"/>
              </a:lnSpc>
            </a:pPr>
            <a:r>
              <a:rPr dirty="0" sz="2700">
                <a:latin typeface="Comic Sans MS"/>
                <a:cs typeface="Comic Sans MS"/>
              </a:rPr>
              <a:t>Email</a:t>
            </a:r>
            <a:r>
              <a:rPr dirty="0" sz="2700" spc="-80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security</a:t>
            </a:r>
            <a:r>
              <a:rPr dirty="0" sz="2700" spc="-85">
                <a:latin typeface="Comic Sans MS"/>
                <a:cs typeface="Comic Sans MS"/>
              </a:rPr>
              <a:t> </a:t>
            </a:r>
            <a:r>
              <a:rPr dirty="0" sz="2700" spc="-10">
                <a:latin typeface="Comic Sans MS"/>
                <a:cs typeface="Comic Sans MS"/>
              </a:rPr>
              <a:t>systems </a:t>
            </a:r>
            <a:r>
              <a:rPr dirty="0" sz="2700">
                <a:latin typeface="Comic Sans MS"/>
                <a:cs typeface="Comic Sans MS"/>
              </a:rPr>
              <a:t>Cloud</a:t>
            </a:r>
            <a:r>
              <a:rPr dirty="0" sz="2700" spc="-60">
                <a:latin typeface="Comic Sans MS"/>
                <a:cs typeface="Comic Sans MS"/>
              </a:rPr>
              <a:t> </a:t>
            </a:r>
            <a:r>
              <a:rPr dirty="0" sz="2700" spc="-10">
                <a:latin typeface="Comic Sans MS"/>
                <a:cs typeface="Comic Sans MS"/>
              </a:rPr>
              <a:t>platforms </a:t>
            </a:r>
            <a:r>
              <a:rPr dirty="0" sz="2700">
                <a:latin typeface="Comic Sans MS"/>
                <a:cs typeface="Comic Sans MS"/>
              </a:rPr>
              <a:t>Authentication</a:t>
            </a:r>
            <a:r>
              <a:rPr dirty="0" sz="2700" spc="-200">
                <a:latin typeface="Comic Sans MS"/>
                <a:cs typeface="Comic Sans MS"/>
              </a:rPr>
              <a:t> </a:t>
            </a:r>
            <a:r>
              <a:rPr dirty="0" sz="2700" spc="-10">
                <a:latin typeface="Comic Sans MS"/>
                <a:cs typeface="Comic Sans MS"/>
              </a:rPr>
              <a:t>systems</a:t>
            </a:r>
            <a:endParaRPr sz="2700">
              <a:latin typeface="Comic Sans MS"/>
              <a:cs typeface="Comic Sans MS"/>
            </a:endParaRPr>
          </a:p>
          <a:p>
            <a:pPr marL="12700" marR="5080">
              <a:lnSpc>
                <a:spcPct val="115700"/>
              </a:lnSpc>
              <a:tabLst>
                <a:tab pos="1596390" algn="l"/>
                <a:tab pos="3098165" algn="l"/>
                <a:tab pos="3921760" algn="l"/>
                <a:tab pos="5292725" algn="l"/>
                <a:tab pos="7104380" algn="l"/>
                <a:tab pos="7662545" algn="l"/>
                <a:tab pos="8911590" algn="l"/>
                <a:tab pos="10199370" algn="l"/>
                <a:tab pos="10661015" algn="l"/>
                <a:tab pos="12216765" algn="l"/>
                <a:tab pos="12762230" algn="l"/>
                <a:tab pos="14688185" algn="l"/>
              </a:tabLst>
            </a:pPr>
            <a:r>
              <a:rPr dirty="0" sz="2700" spc="-10">
                <a:latin typeface="Comic Sans MS"/>
                <a:cs typeface="Comic Sans MS"/>
              </a:rPr>
              <a:t>Security</a:t>
            </a:r>
            <a:r>
              <a:rPr dirty="0" sz="2700">
                <a:latin typeface="Comic Sans MS"/>
                <a:cs typeface="Comic Sans MS"/>
              </a:rPr>
              <a:t>	</a:t>
            </a:r>
            <a:r>
              <a:rPr dirty="0" sz="2700" spc="-10">
                <a:latin typeface="Comic Sans MS"/>
                <a:cs typeface="Comic Sans MS"/>
              </a:rPr>
              <a:t>analysts</a:t>
            </a:r>
            <a:r>
              <a:rPr dirty="0" sz="2700">
                <a:latin typeface="Comic Sans MS"/>
                <a:cs typeface="Comic Sans MS"/>
              </a:rPr>
              <a:t>	</a:t>
            </a:r>
            <a:r>
              <a:rPr dirty="0" sz="2700" spc="-25">
                <a:latin typeface="Comic Sans MS"/>
                <a:cs typeface="Comic Sans MS"/>
              </a:rPr>
              <a:t>may</a:t>
            </a:r>
            <a:r>
              <a:rPr dirty="0" sz="2700">
                <a:latin typeface="Comic Sans MS"/>
                <a:cs typeface="Comic Sans MS"/>
              </a:rPr>
              <a:t>	</a:t>
            </a:r>
            <a:r>
              <a:rPr dirty="0" sz="2700" spc="-10">
                <a:latin typeface="Comic Sans MS"/>
                <a:cs typeface="Comic Sans MS"/>
              </a:rPr>
              <a:t>receive</a:t>
            </a:r>
            <a:r>
              <a:rPr dirty="0" sz="2700">
                <a:latin typeface="Comic Sans MS"/>
                <a:cs typeface="Comic Sans MS"/>
              </a:rPr>
              <a:t>	</a:t>
            </a:r>
            <a:r>
              <a:rPr dirty="0" sz="2700" spc="-10">
                <a:latin typeface="Comic Sans MS"/>
                <a:cs typeface="Comic Sans MS"/>
              </a:rPr>
              <a:t>thousands</a:t>
            </a:r>
            <a:r>
              <a:rPr dirty="0" sz="2700">
                <a:latin typeface="Comic Sans MS"/>
                <a:cs typeface="Comic Sans MS"/>
              </a:rPr>
              <a:t>	</a:t>
            </a:r>
            <a:r>
              <a:rPr dirty="0" sz="2700" spc="-25">
                <a:latin typeface="Comic Sans MS"/>
                <a:cs typeface="Comic Sans MS"/>
              </a:rPr>
              <a:t>of</a:t>
            </a:r>
            <a:r>
              <a:rPr dirty="0" sz="2700">
                <a:latin typeface="Comic Sans MS"/>
                <a:cs typeface="Comic Sans MS"/>
              </a:rPr>
              <a:t>	</a:t>
            </a:r>
            <a:r>
              <a:rPr dirty="0" sz="2700" spc="-10">
                <a:latin typeface="Comic Sans MS"/>
                <a:cs typeface="Comic Sans MS"/>
              </a:rPr>
              <a:t>alerts,</a:t>
            </a:r>
            <a:r>
              <a:rPr dirty="0" sz="2700">
                <a:latin typeface="Comic Sans MS"/>
                <a:cs typeface="Comic Sans MS"/>
              </a:rPr>
              <a:t>	</a:t>
            </a:r>
            <a:r>
              <a:rPr dirty="0" sz="2700" spc="-10">
                <a:latin typeface="Comic Sans MS"/>
                <a:cs typeface="Comic Sans MS"/>
              </a:rPr>
              <a:t>making</a:t>
            </a:r>
            <a:r>
              <a:rPr dirty="0" sz="2700">
                <a:latin typeface="Comic Sans MS"/>
                <a:cs typeface="Comic Sans MS"/>
              </a:rPr>
              <a:t>	</a:t>
            </a:r>
            <a:r>
              <a:rPr dirty="0" sz="2700" spc="-25">
                <a:latin typeface="Comic Sans MS"/>
                <a:cs typeface="Comic Sans MS"/>
              </a:rPr>
              <a:t>it</a:t>
            </a:r>
            <a:r>
              <a:rPr dirty="0" sz="2700">
                <a:latin typeface="Comic Sans MS"/>
                <a:cs typeface="Comic Sans MS"/>
              </a:rPr>
              <a:t>	</a:t>
            </a:r>
            <a:r>
              <a:rPr dirty="0" sz="2700" spc="-10">
                <a:latin typeface="Comic Sans MS"/>
                <a:cs typeface="Comic Sans MS"/>
              </a:rPr>
              <a:t>difficult</a:t>
            </a:r>
            <a:r>
              <a:rPr dirty="0" sz="2700">
                <a:latin typeface="Comic Sans MS"/>
                <a:cs typeface="Comic Sans MS"/>
              </a:rPr>
              <a:t>	</a:t>
            </a:r>
            <a:r>
              <a:rPr dirty="0" sz="2700" spc="-25">
                <a:latin typeface="Comic Sans MS"/>
                <a:cs typeface="Comic Sans MS"/>
              </a:rPr>
              <a:t>to</a:t>
            </a:r>
            <a:r>
              <a:rPr dirty="0" sz="2700">
                <a:latin typeface="Comic Sans MS"/>
                <a:cs typeface="Comic Sans MS"/>
              </a:rPr>
              <a:t>	</a:t>
            </a:r>
            <a:r>
              <a:rPr dirty="0" sz="2700" spc="-10">
                <a:latin typeface="Comic Sans MS"/>
                <a:cs typeface="Comic Sans MS"/>
              </a:rPr>
              <a:t>distinguish</a:t>
            </a:r>
            <a:r>
              <a:rPr dirty="0" sz="2700">
                <a:latin typeface="Comic Sans MS"/>
                <a:cs typeface="Comic Sans MS"/>
              </a:rPr>
              <a:t>	</a:t>
            </a:r>
            <a:r>
              <a:rPr dirty="0" sz="2700" spc="-50">
                <a:latin typeface="Comic Sans MS"/>
                <a:cs typeface="Comic Sans MS"/>
              </a:rPr>
              <a:t>a </a:t>
            </a:r>
            <a:r>
              <a:rPr dirty="0" sz="2700">
                <a:latin typeface="Comic Sans MS"/>
                <a:cs typeface="Comic Sans MS"/>
              </a:rPr>
              <a:t>critical</a:t>
            </a:r>
            <a:r>
              <a:rPr dirty="0" sz="2700" spc="-80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incident</a:t>
            </a:r>
            <a:r>
              <a:rPr dirty="0" sz="2700" spc="-75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from</a:t>
            </a:r>
            <a:r>
              <a:rPr dirty="0" sz="2700" spc="-75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routine</a:t>
            </a:r>
            <a:r>
              <a:rPr dirty="0" sz="2700" spc="-75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or</a:t>
            </a:r>
            <a:r>
              <a:rPr dirty="0" sz="2700" spc="-75">
                <a:latin typeface="Comic Sans MS"/>
                <a:cs typeface="Comic Sans MS"/>
              </a:rPr>
              <a:t> </a:t>
            </a:r>
            <a:r>
              <a:rPr dirty="0" sz="2700" spc="-20">
                <a:latin typeface="Comic Sans MS"/>
                <a:cs typeface="Comic Sans MS"/>
              </a:rPr>
              <a:t>false-</a:t>
            </a:r>
            <a:r>
              <a:rPr dirty="0" sz="2700">
                <a:latin typeface="Comic Sans MS"/>
                <a:cs typeface="Comic Sans MS"/>
              </a:rPr>
              <a:t>positive</a:t>
            </a:r>
            <a:r>
              <a:rPr dirty="0" sz="2700" spc="-75">
                <a:latin typeface="Comic Sans MS"/>
                <a:cs typeface="Comic Sans MS"/>
              </a:rPr>
              <a:t> </a:t>
            </a:r>
            <a:r>
              <a:rPr dirty="0" sz="2700" spc="-10">
                <a:latin typeface="Comic Sans MS"/>
                <a:cs typeface="Comic Sans MS"/>
              </a:rPr>
              <a:t>alerts.</a:t>
            </a:r>
            <a:endParaRPr sz="2700">
              <a:latin typeface="Comic Sans MS"/>
              <a:cs typeface="Comic Sans MS"/>
            </a:endParaRPr>
          </a:p>
          <a:p>
            <a:pPr marL="594995" marR="1054100" indent="-582930">
              <a:lnSpc>
                <a:spcPct val="109800"/>
              </a:lnSpc>
              <a:spcBef>
                <a:spcPts val="3270"/>
              </a:spcBef>
            </a:pPr>
            <a:r>
              <a:rPr dirty="0" sz="3300" spc="-345" b="1">
                <a:latin typeface="Comic Sans MS"/>
                <a:cs typeface="Comic Sans MS"/>
              </a:rPr>
              <a:t>Example:</a:t>
            </a:r>
            <a:r>
              <a:rPr dirty="0" sz="3300" spc="-265" b="1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5,000</a:t>
            </a:r>
            <a:r>
              <a:rPr dirty="0" sz="2700" spc="-120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alerts</a:t>
            </a:r>
            <a:r>
              <a:rPr dirty="0" sz="2700" spc="-50">
                <a:latin typeface="Comic Sans MS"/>
                <a:cs typeface="Comic Sans MS"/>
              </a:rPr>
              <a:t> </a:t>
            </a:r>
            <a:r>
              <a:rPr dirty="0" sz="1250" spc="1435">
                <a:latin typeface="Arial"/>
                <a:cs typeface="Arial"/>
              </a:rPr>
              <a:t>→</a:t>
            </a:r>
            <a:r>
              <a:rPr dirty="0" sz="1250" spc="409">
                <a:latin typeface="Arial"/>
                <a:cs typeface="Arial"/>
              </a:rPr>
              <a:t> </a:t>
            </a:r>
            <a:r>
              <a:rPr dirty="0" sz="2700">
                <a:latin typeface="Comic Sans MS"/>
                <a:cs typeface="Comic Sans MS"/>
              </a:rPr>
              <a:t>4,800</a:t>
            </a:r>
            <a:r>
              <a:rPr dirty="0" sz="2700" spc="-55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low</a:t>
            </a:r>
            <a:r>
              <a:rPr dirty="0" sz="2700" spc="-50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priority</a:t>
            </a:r>
            <a:r>
              <a:rPr dirty="0" sz="2700" spc="-55">
                <a:latin typeface="Comic Sans MS"/>
                <a:cs typeface="Comic Sans MS"/>
              </a:rPr>
              <a:t> </a:t>
            </a:r>
            <a:r>
              <a:rPr dirty="0" sz="1250" spc="1435">
                <a:latin typeface="Arial"/>
                <a:cs typeface="Arial"/>
              </a:rPr>
              <a:t>→</a:t>
            </a:r>
            <a:r>
              <a:rPr dirty="0" sz="1250" spc="415">
                <a:latin typeface="Arial"/>
                <a:cs typeface="Arial"/>
              </a:rPr>
              <a:t> </a:t>
            </a:r>
            <a:r>
              <a:rPr dirty="0" sz="2700">
                <a:latin typeface="Comic Sans MS"/>
                <a:cs typeface="Comic Sans MS"/>
              </a:rPr>
              <a:t>190</a:t>
            </a:r>
            <a:r>
              <a:rPr dirty="0" sz="2700" spc="-55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medium</a:t>
            </a:r>
            <a:r>
              <a:rPr dirty="0" sz="2700" spc="-50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priority</a:t>
            </a:r>
            <a:r>
              <a:rPr dirty="0" sz="2700" spc="-55">
                <a:latin typeface="Comic Sans MS"/>
                <a:cs typeface="Comic Sans MS"/>
              </a:rPr>
              <a:t> </a:t>
            </a:r>
            <a:r>
              <a:rPr dirty="0" sz="1250" spc="1435">
                <a:latin typeface="Arial"/>
                <a:cs typeface="Arial"/>
              </a:rPr>
              <a:t>→</a:t>
            </a:r>
            <a:r>
              <a:rPr dirty="0" sz="1250" spc="409">
                <a:latin typeface="Arial"/>
                <a:cs typeface="Arial"/>
              </a:rPr>
              <a:t> </a:t>
            </a:r>
            <a:r>
              <a:rPr dirty="0" sz="2700">
                <a:latin typeface="Comic Sans MS"/>
                <a:cs typeface="Comic Sans MS"/>
              </a:rPr>
              <a:t>10</a:t>
            </a:r>
            <a:r>
              <a:rPr dirty="0" sz="2700" spc="-50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high</a:t>
            </a:r>
            <a:r>
              <a:rPr dirty="0" sz="2700" spc="-55">
                <a:latin typeface="Comic Sans MS"/>
                <a:cs typeface="Comic Sans MS"/>
              </a:rPr>
              <a:t> </a:t>
            </a:r>
            <a:r>
              <a:rPr dirty="0" sz="2700" spc="-10">
                <a:latin typeface="Comic Sans MS"/>
                <a:cs typeface="Comic Sans MS"/>
              </a:rPr>
              <a:t>priority </a:t>
            </a:r>
            <a:r>
              <a:rPr dirty="0" sz="2700">
                <a:latin typeface="Comic Sans MS"/>
                <a:cs typeface="Comic Sans MS"/>
              </a:rPr>
              <a:t>If</a:t>
            </a:r>
            <a:r>
              <a:rPr dirty="0" sz="2700" spc="-70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analysts</a:t>
            </a:r>
            <a:r>
              <a:rPr dirty="0" sz="2700" spc="-65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are</a:t>
            </a:r>
            <a:r>
              <a:rPr dirty="0" sz="2700" spc="-70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overwhelmed,</a:t>
            </a:r>
            <a:r>
              <a:rPr dirty="0" sz="2700" spc="-65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an</a:t>
            </a:r>
            <a:r>
              <a:rPr dirty="0" sz="2700" spc="-65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important</a:t>
            </a:r>
            <a:r>
              <a:rPr dirty="0" sz="2700" spc="-70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alert</a:t>
            </a:r>
            <a:r>
              <a:rPr dirty="0" sz="2700" spc="-65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may</a:t>
            </a:r>
            <a:r>
              <a:rPr dirty="0" sz="2700" spc="-65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be</a:t>
            </a:r>
            <a:r>
              <a:rPr dirty="0" sz="2700" spc="-70">
                <a:latin typeface="Comic Sans MS"/>
                <a:cs typeface="Comic Sans MS"/>
              </a:rPr>
              <a:t> </a:t>
            </a:r>
            <a:r>
              <a:rPr dirty="0" sz="2700" spc="-10">
                <a:latin typeface="Comic Sans MS"/>
                <a:cs typeface="Comic Sans MS"/>
              </a:rPr>
              <a:t>missed.</a:t>
            </a:r>
            <a:endParaRPr sz="27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3660"/>
              </a:spcBef>
            </a:pPr>
            <a:r>
              <a:rPr dirty="0" sz="3300" spc="-440" b="1">
                <a:latin typeface="Comic Sans MS"/>
                <a:cs typeface="Comic Sans MS"/>
              </a:rPr>
              <a:t>IRM</a:t>
            </a:r>
            <a:r>
              <a:rPr dirty="0" sz="3300" spc="-265" b="1">
                <a:latin typeface="Comic Sans MS"/>
                <a:cs typeface="Comic Sans MS"/>
              </a:rPr>
              <a:t> </a:t>
            </a:r>
            <a:r>
              <a:rPr dirty="0" sz="3300" spc="-300" b="1">
                <a:latin typeface="Comic Sans MS"/>
                <a:cs typeface="Comic Sans MS"/>
              </a:rPr>
              <a:t>lesson:</a:t>
            </a:r>
            <a:r>
              <a:rPr dirty="0" sz="3300" spc="-265" b="1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Use</a:t>
            </a:r>
            <a:r>
              <a:rPr dirty="0" sz="2700" spc="-204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alert</a:t>
            </a:r>
            <a:r>
              <a:rPr dirty="0" sz="2700" spc="-60">
                <a:latin typeface="Comic Sans MS"/>
                <a:cs typeface="Comic Sans MS"/>
              </a:rPr>
              <a:t> </a:t>
            </a:r>
            <a:r>
              <a:rPr dirty="0" sz="2700" spc="-10">
                <a:latin typeface="Comic Sans MS"/>
                <a:cs typeface="Comic Sans MS"/>
              </a:rPr>
              <a:t>prioritization,</a:t>
            </a:r>
            <a:r>
              <a:rPr dirty="0" sz="2700" spc="-60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correlation,</a:t>
            </a:r>
            <a:r>
              <a:rPr dirty="0" sz="2700" spc="-55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threat</a:t>
            </a:r>
            <a:r>
              <a:rPr dirty="0" sz="2700" spc="-60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intelligence,</a:t>
            </a:r>
            <a:r>
              <a:rPr dirty="0" sz="2700" spc="-55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and</a:t>
            </a:r>
            <a:r>
              <a:rPr dirty="0" sz="2700" spc="-55">
                <a:latin typeface="Comic Sans MS"/>
                <a:cs typeface="Comic Sans MS"/>
              </a:rPr>
              <a:t> </a:t>
            </a:r>
            <a:r>
              <a:rPr dirty="0" sz="2700" spc="-10">
                <a:latin typeface="Comic Sans MS"/>
                <a:cs typeface="Comic Sans MS"/>
              </a:rPr>
              <a:t>automation.</a:t>
            </a:r>
            <a:endParaRPr sz="27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553249" y="0"/>
            <a:ext cx="2734945" cy="10287000"/>
            <a:chOff x="15553249" y="0"/>
            <a:chExt cx="2734945" cy="10287000"/>
          </a:xfrm>
        </p:grpSpPr>
        <p:sp>
          <p:nvSpPr>
            <p:cNvPr id="3" name="object 3"/>
            <p:cNvSpPr/>
            <p:nvPr/>
          </p:nvSpPr>
          <p:spPr>
            <a:xfrm>
              <a:off x="15553249" y="0"/>
              <a:ext cx="2734945" cy="10287000"/>
            </a:xfrm>
            <a:custGeom>
              <a:avLst/>
              <a:gdLst/>
              <a:ahLst/>
              <a:cxnLst/>
              <a:rect l="l" t="t" r="r" b="b"/>
              <a:pathLst>
                <a:path w="2734944" h="10287000">
                  <a:moveTo>
                    <a:pt x="727011" y="10287000"/>
                  </a:moveTo>
                  <a:lnTo>
                    <a:pt x="779927" y="8067176"/>
                  </a:lnTo>
                  <a:lnTo>
                    <a:pt x="455832" y="8264828"/>
                  </a:lnTo>
                  <a:lnTo>
                    <a:pt x="334756" y="8520630"/>
                  </a:lnTo>
                  <a:lnTo>
                    <a:pt x="293648" y="8874393"/>
                  </a:lnTo>
                  <a:lnTo>
                    <a:pt x="0" y="9289203"/>
                  </a:lnTo>
                  <a:lnTo>
                    <a:pt x="103447" y="9752295"/>
                  </a:lnTo>
                  <a:lnTo>
                    <a:pt x="384759" y="10009582"/>
                  </a:lnTo>
                  <a:lnTo>
                    <a:pt x="378146" y="10287000"/>
                  </a:lnTo>
                  <a:lnTo>
                    <a:pt x="727011" y="10287000"/>
                  </a:lnTo>
                  <a:close/>
                </a:path>
                <a:path w="2734944" h="10287000">
                  <a:moveTo>
                    <a:pt x="586809" y="1997404"/>
                  </a:moveTo>
                  <a:lnTo>
                    <a:pt x="614320" y="843315"/>
                  </a:lnTo>
                  <a:lnTo>
                    <a:pt x="336085" y="1580317"/>
                  </a:lnTo>
                  <a:lnTo>
                    <a:pt x="500606" y="1893043"/>
                  </a:lnTo>
                  <a:lnTo>
                    <a:pt x="586809" y="1997404"/>
                  </a:lnTo>
                  <a:close/>
                </a:path>
                <a:path w="2734944" h="10287000">
                  <a:moveTo>
                    <a:pt x="2734752" y="10287000"/>
                  </a:moveTo>
                  <a:lnTo>
                    <a:pt x="2734752" y="0"/>
                  </a:lnTo>
                  <a:lnTo>
                    <a:pt x="557905" y="0"/>
                  </a:lnTo>
                  <a:lnTo>
                    <a:pt x="485748" y="496316"/>
                  </a:lnTo>
                  <a:lnTo>
                    <a:pt x="614320" y="843315"/>
                  </a:lnTo>
                  <a:lnTo>
                    <a:pt x="586809" y="1997404"/>
                  </a:lnTo>
                  <a:lnTo>
                    <a:pt x="838014" y="2301524"/>
                  </a:lnTo>
                  <a:lnTo>
                    <a:pt x="816517" y="3203315"/>
                  </a:lnTo>
                  <a:lnTo>
                    <a:pt x="817621" y="3208532"/>
                  </a:lnTo>
                  <a:lnTo>
                    <a:pt x="783270" y="4649534"/>
                  </a:lnTo>
                  <a:lnTo>
                    <a:pt x="884949" y="4795181"/>
                  </a:lnTo>
                  <a:lnTo>
                    <a:pt x="834878" y="6895682"/>
                  </a:lnTo>
                  <a:lnTo>
                    <a:pt x="860277" y="6974153"/>
                  </a:lnTo>
                  <a:lnTo>
                    <a:pt x="781306" y="10287000"/>
                  </a:lnTo>
                  <a:lnTo>
                    <a:pt x="2734752" y="10287000"/>
                  </a:lnTo>
                  <a:close/>
                </a:path>
                <a:path w="2734944" h="10287000">
                  <a:moveTo>
                    <a:pt x="378146" y="10287000"/>
                  </a:moveTo>
                  <a:lnTo>
                    <a:pt x="384759" y="10009582"/>
                  </a:lnTo>
                  <a:lnTo>
                    <a:pt x="329200" y="10287000"/>
                  </a:lnTo>
                  <a:lnTo>
                    <a:pt x="378146" y="10287000"/>
                  </a:lnTo>
                  <a:close/>
                </a:path>
                <a:path w="2734944" h="10287000">
                  <a:moveTo>
                    <a:pt x="783270" y="4649534"/>
                  </a:moveTo>
                  <a:lnTo>
                    <a:pt x="817621" y="3208532"/>
                  </a:lnTo>
                  <a:lnTo>
                    <a:pt x="782587" y="3554825"/>
                  </a:lnTo>
                  <a:lnTo>
                    <a:pt x="693633" y="3926610"/>
                  </a:lnTo>
                  <a:lnTo>
                    <a:pt x="549494" y="4376921"/>
                  </a:lnTo>
                  <a:lnTo>
                    <a:pt x="783270" y="4649534"/>
                  </a:lnTo>
                  <a:close/>
                </a:path>
                <a:path w="2734944" h="10287000">
                  <a:moveTo>
                    <a:pt x="816517" y="3203315"/>
                  </a:moveTo>
                  <a:lnTo>
                    <a:pt x="838014" y="2301524"/>
                  </a:lnTo>
                  <a:lnTo>
                    <a:pt x="716051" y="2728534"/>
                  </a:lnTo>
                  <a:lnTo>
                    <a:pt x="816517" y="3203315"/>
                  </a:lnTo>
                  <a:close/>
                </a:path>
                <a:path w="2734944" h="10287000">
                  <a:moveTo>
                    <a:pt x="781306" y="10287000"/>
                  </a:moveTo>
                  <a:lnTo>
                    <a:pt x="860277" y="6974153"/>
                  </a:lnTo>
                  <a:lnTo>
                    <a:pt x="639810" y="7256328"/>
                  </a:lnTo>
                  <a:lnTo>
                    <a:pt x="766875" y="7532539"/>
                  </a:lnTo>
                  <a:lnTo>
                    <a:pt x="755982" y="7989517"/>
                  </a:lnTo>
                  <a:lnTo>
                    <a:pt x="779927" y="8067176"/>
                  </a:lnTo>
                  <a:lnTo>
                    <a:pt x="727011" y="10287000"/>
                  </a:lnTo>
                  <a:lnTo>
                    <a:pt x="781306" y="10287000"/>
                  </a:lnTo>
                  <a:close/>
                </a:path>
                <a:path w="2734944" h="10287000">
                  <a:moveTo>
                    <a:pt x="834878" y="6895682"/>
                  </a:moveTo>
                  <a:lnTo>
                    <a:pt x="859097" y="5879677"/>
                  </a:lnTo>
                  <a:lnTo>
                    <a:pt x="734991" y="6200754"/>
                  </a:lnTo>
                  <a:lnTo>
                    <a:pt x="686140" y="6436167"/>
                  </a:lnTo>
                  <a:lnTo>
                    <a:pt x="834878" y="6895682"/>
                  </a:lnTo>
                  <a:close/>
                </a:path>
                <a:path w="2734944" h="10287000">
                  <a:moveTo>
                    <a:pt x="755982" y="7989517"/>
                  </a:moveTo>
                  <a:lnTo>
                    <a:pt x="766875" y="7532539"/>
                  </a:lnTo>
                  <a:lnTo>
                    <a:pt x="680726" y="7745444"/>
                  </a:lnTo>
                  <a:lnTo>
                    <a:pt x="755982" y="7989517"/>
                  </a:lnTo>
                  <a:close/>
                </a:path>
                <a:path w="2734944" h="10287000">
                  <a:moveTo>
                    <a:pt x="859097" y="5879677"/>
                  </a:moveTo>
                  <a:lnTo>
                    <a:pt x="884949" y="4795181"/>
                  </a:lnTo>
                  <a:lnTo>
                    <a:pt x="796082" y="5183920"/>
                  </a:lnTo>
                  <a:lnTo>
                    <a:pt x="808203" y="5541163"/>
                  </a:lnTo>
                  <a:lnTo>
                    <a:pt x="859097" y="58796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5705595" y="0"/>
              <a:ext cx="2582545" cy="10287000"/>
            </a:xfrm>
            <a:custGeom>
              <a:avLst/>
              <a:gdLst/>
              <a:ahLst/>
              <a:cxnLst/>
              <a:rect l="l" t="t" r="r" b="b"/>
              <a:pathLst>
                <a:path w="2582544" h="10287000">
                  <a:moveTo>
                    <a:pt x="324672" y="9633137"/>
                  </a:moveTo>
                  <a:lnTo>
                    <a:pt x="348813" y="8620406"/>
                  </a:lnTo>
                  <a:lnTo>
                    <a:pt x="15010" y="8947047"/>
                  </a:lnTo>
                  <a:lnTo>
                    <a:pt x="0" y="9288167"/>
                  </a:lnTo>
                  <a:lnTo>
                    <a:pt x="324672" y="9633137"/>
                  </a:lnTo>
                  <a:close/>
                </a:path>
                <a:path w="2582544" h="10287000">
                  <a:moveTo>
                    <a:pt x="641724" y="1743619"/>
                  </a:moveTo>
                  <a:lnTo>
                    <a:pt x="669240" y="589323"/>
                  </a:lnTo>
                  <a:lnTo>
                    <a:pt x="391239" y="1326822"/>
                  </a:lnTo>
                  <a:lnTo>
                    <a:pt x="555760" y="1639548"/>
                  </a:lnTo>
                  <a:lnTo>
                    <a:pt x="641724" y="1743619"/>
                  </a:lnTo>
                  <a:close/>
                </a:path>
                <a:path w="2582544" h="10287000">
                  <a:moveTo>
                    <a:pt x="2582406" y="10287000"/>
                  </a:moveTo>
                  <a:lnTo>
                    <a:pt x="2582406" y="0"/>
                  </a:lnTo>
                  <a:lnTo>
                    <a:pt x="440705" y="0"/>
                  </a:lnTo>
                  <a:lnTo>
                    <a:pt x="540914" y="242330"/>
                  </a:lnTo>
                  <a:lnTo>
                    <a:pt x="669240" y="589323"/>
                  </a:lnTo>
                  <a:lnTo>
                    <a:pt x="641724" y="1743619"/>
                  </a:lnTo>
                  <a:lnTo>
                    <a:pt x="893168" y="2048028"/>
                  </a:lnTo>
                  <a:lnTo>
                    <a:pt x="871652" y="2950608"/>
                  </a:lnTo>
                  <a:lnTo>
                    <a:pt x="872757" y="2955773"/>
                  </a:lnTo>
                  <a:lnTo>
                    <a:pt x="838407" y="4396774"/>
                  </a:lnTo>
                  <a:lnTo>
                    <a:pt x="1046695" y="4615225"/>
                  </a:lnTo>
                  <a:lnTo>
                    <a:pt x="911491" y="10287000"/>
                  </a:lnTo>
                  <a:lnTo>
                    <a:pt x="2582406" y="10287000"/>
                  </a:lnTo>
                  <a:close/>
                </a:path>
                <a:path w="2582544" h="10287000">
                  <a:moveTo>
                    <a:pt x="776859" y="10287000"/>
                  </a:moveTo>
                  <a:lnTo>
                    <a:pt x="835823" y="7813453"/>
                  </a:lnTo>
                  <a:lnTo>
                    <a:pt x="513486" y="7885856"/>
                  </a:lnTo>
                  <a:lnTo>
                    <a:pt x="291209" y="8254217"/>
                  </a:lnTo>
                  <a:lnTo>
                    <a:pt x="348813" y="8620406"/>
                  </a:lnTo>
                  <a:lnTo>
                    <a:pt x="324672" y="9633137"/>
                  </a:lnTo>
                  <a:lnTo>
                    <a:pt x="439925" y="9755595"/>
                  </a:lnTo>
                  <a:lnTo>
                    <a:pt x="427257" y="10287000"/>
                  </a:lnTo>
                  <a:lnTo>
                    <a:pt x="776859" y="10287000"/>
                  </a:lnTo>
                  <a:close/>
                </a:path>
                <a:path w="2582544" h="10287000">
                  <a:moveTo>
                    <a:pt x="427257" y="10287000"/>
                  </a:moveTo>
                  <a:lnTo>
                    <a:pt x="439925" y="9755595"/>
                  </a:lnTo>
                  <a:lnTo>
                    <a:pt x="346168" y="10225779"/>
                  </a:lnTo>
                  <a:lnTo>
                    <a:pt x="292986" y="10287000"/>
                  </a:lnTo>
                  <a:lnTo>
                    <a:pt x="427257" y="10287000"/>
                  </a:lnTo>
                  <a:close/>
                </a:path>
                <a:path w="2582544" h="10287000">
                  <a:moveTo>
                    <a:pt x="838407" y="4396774"/>
                  </a:moveTo>
                  <a:lnTo>
                    <a:pt x="872757" y="2955773"/>
                  </a:lnTo>
                  <a:lnTo>
                    <a:pt x="837723" y="3302065"/>
                  </a:lnTo>
                  <a:lnTo>
                    <a:pt x="748775" y="3673605"/>
                  </a:lnTo>
                  <a:lnTo>
                    <a:pt x="604385" y="4124156"/>
                  </a:lnTo>
                  <a:lnTo>
                    <a:pt x="838407" y="4396774"/>
                  </a:lnTo>
                  <a:close/>
                </a:path>
                <a:path w="2582544" h="10287000">
                  <a:moveTo>
                    <a:pt x="889267" y="6643325"/>
                  </a:moveTo>
                  <a:lnTo>
                    <a:pt x="913526" y="5625673"/>
                  </a:lnTo>
                  <a:lnTo>
                    <a:pt x="641146" y="5859443"/>
                  </a:lnTo>
                  <a:lnTo>
                    <a:pt x="740072" y="6182396"/>
                  </a:lnTo>
                  <a:lnTo>
                    <a:pt x="889267" y="6643325"/>
                  </a:lnTo>
                  <a:close/>
                </a:path>
                <a:path w="2582544" h="10287000">
                  <a:moveTo>
                    <a:pt x="871652" y="2950608"/>
                  </a:moveTo>
                  <a:lnTo>
                    <a:pt x="893168" y="2048028"/>
                  </a:lnTo>
                  <a:lnTo>
                    <a:pt x="769965" y="2475500"/>
                  </a:lnTo>
                  <a:lnTo>
                    <a:pt x="871652" y="2950608"/>
                  </a:lnTo>
                  <a:close/>
                </a:path>
                <a:path w="2582544" h="10287000">
                  <a:moveTo>
                    <a:pt x="829189" y="10287000"/>
                  </a:moveTo>
                  <a:lnTo>
                    <a:pt x="914210" y="6720382"/>
                  </a:lnTo>
                  <a:lnTo>
                    <a:pt x="693987" y="7002564"/>
                  </a:lnTo>
                  <a:lnTo>
                    <a:pt x="820801" y="7279014"/>
                  </a:lnTo>
                  <a:lnTo>
                    <a:pt x="810061" y="7729557"/>
                  </a:lnTo>
                  <a:lnTo>
                    <a:pt x="835823" y="7813453"/>
                  </a:lnTo>
                  <a:lnTo>
                    <a:pt x="776859" y="10287000"/>
                  </a:lnTo>
                  <a:lnTo>
                    <a:pt x="829189" y="10287000"/>
                  </a:lnTo>
                  <a:close/>
                </a:path>
                <a:path w="2582544" h="10287000">
                  <a:moveTo>
                    <a:pt x="911491" y="10287000"/>
                  </a:moveTo>
                  <a:lnTo>
                    <a:pt x="1046695" y="4615225"/>
                  </a:lnTo>
                  <a:lnTo>
                    <a:pt x="852230" y="4929956"/>
                  </a:lnTo>
                  <a:lnTo>
                    <a:pt x="757882" y="5435256"/>
                  </a:lnTo>
                  <a:lnTo>
                    <a:pt x="913526" y="5625673"/>
                  </a:lnTo>
                  <a:lnTo>
                    <a:pt x="889267" y="6643325"/>
                  </a:lnTo>
                  <a:lnTo>
                    <a:pt x="914210" y="6720382"/>
                  </a:lnTo>
                  <a:lnTo>
                    <a:pt x="829189" y="10287000"/>
                  </a:lnTo>
                  <a:lnTo>
                    <a:pt x="911491" y="10287000"/>
                  </a:lnTo>
                  <a:close/>
                </a:path>
                <a:path w="2582544" h="10287000">
                  <a:moveTo>
                    <a:pt x="810061" y="7729557"/>
                  </a:moveTo>
                  <a:lnTo>
                    <a:pt x="820801" y="7279014"/>
                  </a:lnTo>
                  <a:lnTo>
                    <a:pt x="736651" y="7490493"/>
                  </a:lnTo>
                  <a:lnTo>
                    <a:pt x="810061" y="772955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6105825" y="0"/>
              <a:ext cx="2182495" cy="10287000"/>
            </a:xfrm>
            <a:custGeom>
              <a:avLst/>
              <a:gdLst/>
              <a:ahLst/>
              <a:cxnLst/>
              <a:rect l="l" t="t" r="r" b="b"/>
              <a:pathLst>
                <a:path w="2182494" h="10287000">
                  <a:moveTo>
                    <a:pt x="324672" y="9642677"/>
                  </a:moveTo>
                  <a:lnTo>
                    <a:pt x="348813" y="8629946"/>
                  </a:lnTo>
                  <a:lnTo>
                    <a:pt x="15010" y="8956588"/>
                  </a:lnTo>
                  <a:lnTo>
                    <a:pt x="0" y="9297708"/>
                  </a:lnTo>
                  <a:lnTo>
                    <a:pt x="324672" y="9642677"/>
                  </a:lnTo>
                  <a:close/>
                </a:path>
                <a:path w="2182494" h="10287000">
                  <a:moveTo>
                    <a:pt x="637861" y="1915198"/>
                  </a:moveTo>
                  <a:lnTo>
                    <a:pt x="669240" y="598864"/>
                  </a:lnTo>
                  <a:lnTo>
                    <a:pt x="530573" y="945880"/>
                  </a:lnTo>
                  <a:lnTo>
                    <a:pt x="435265" y="1196476"/>
                  </a:lnTo>
                  <a:lnTo>
                    <a:pt x="391993" y="1335644"/>
                  </a:lnTo>
                  <a:lnTo>
                    <a:pt x="399696" y="1428313"/>
                  </a:lnTo>
                  <a:lnTo>
                    <a:pt x="440978" y="1774836"/>
                  </a:lnTo>
                  <a:lnTo>
                    <a:pt x="637861" y="1915198"/>
                  </a:lnTo>
                  <a:close/>
                </a:path>
                <a:path w="2182494" h="10287000">
                  <a:moveTo>
                    <a:pt x="2182176" y="10287000"/>
                  </a:moveTo>
                  <a:lnTo>
                    <a:pt x="2182176" y="0"/>
                  </a:lnTo>
                  <a:lnTo>
                    <a:pt x="436956" y="0"/>
                  </a:lnTo>
                  <a:lnTo>
                    <a:pt x="540914" y="251871"/>
                  </a:lnTo>
                  <a:lnTo>
                    <a:pt x="669240" y="598864"/>
                  </a:lnTo>
                  <a:lnTo>
                    <a:pt x="637861" y="1915198"/>
                  </a:lnTo>
                  <a:lnTo>
                    <a:pt x="912289" y="2110843"/>
                  </a:lnTo>
                  <a:lnTo>
                    <a:pt x="872462" y="3781577"/>
                  </a:lnTo>
                  <a:lnTo>
                    <a:pt x="948670" y="3856914"/>
                  </a:lnTo>
                  <a:lnTo>
                    <a:pt x="1005259" y="3910114"/>
                  </a:lnTo>
                  <a:lnTo>
                    <a:pt x="983207" y="4835210"/>
                  </a:lnTo>
                  <a:lnTo>
                    <a:pt x="1008205" y="5012984"/>
                  </a:lnTo>
                  <a:lnTo>
                    <a:pt x="998723" y="5410755"/>
                  </a:lnTo>
                  <a:lnTo>
                    <a:pt x="1073597" y="5567786"/>
                  </a:lnTo>
                  <a:lnTo>
                    <a:pt x="961100" y="10287000"/>
                  </a:lnTo>
                  <a:lnTo>
                    <a:pt x="2182176" y="10287000"/>
                  </a:lnTo>
                  <a:close/>
                </a:path>
                <a:path w="2182494" h="10287000">
                  <a:moveTo>
                    <a:pt x="556220" y="10287000"/>
                  </a:moveTo>
                  <a:lnTo>
                    <a:pt x="617143" y="7731305"/>
                  </a:lnTo>
                  <a:lnTo>
                    <a:pt x="490641" y="8029232"/>
                  </a:lnTo>
                  <a:lnTo>
                    <a:pt x="331754" y="8211906"/>
                  </a:lnTo>
                  <a:lnTo>
                    <a:pt x="348813" y="8629946"/>
                  </a:lnTo>
                  <a:lnTo>
                    <a:pt x="324672" y="9642677"/>
                  </a:lnTo>
                  <a:lnTo>
                    <a:pt x="439925" y="9765135"/>
                  </a:lnTo>
                  <a:lnTo>
                    <a:pt x="427484" y="10287000"/>
                  </a:lnTo>
                  <a:lnTo>
                    <a:pt x="556220" y="10287000"/>
                  </a:lnTo>
                  <a:close/>
                </a:path>
                <a:path w="2182494" h="10287000">
                  <a:moveTo>
                    <a:pt x="427484" y="10287000"/>
                  </a:moveTo>
                  <a:lnTo>
                    <a:pt x="439925" y="9765135"/>
                  </a:lnTo>
                  <a:lnTo>
                    <a:pt x="345431" y="10235302"/>
                  </a:lnTo>
                  <a:lnTo>
                    <a:pt x="300522" y="10287000"/>
                  </a:lnTo>
                  <a:lnTo>
                    <a:pt x="427484" y="10287000"/>
                  </a:lnTo>
                  <a:close/>
                </a:path>
                <a:path w="2182494" h="10287000">
                  <a:moveTo>
                    <a:pt x="872462" y="3781577"/>
                  </a:moveTo>
                  <a:lnTo>
                    <a:pt x="912289" y="2110843"/>
                  </a:lnTo>
                  <a:lnTo>
                    <a:pt x="890007" y="2161026"/>
                  </a:lnTo>
                  <a:lnTo>
                    <a:pt x="841012" y="2275705"/>
                  </a:lnTo>
                  <a:lnTo>
                    <a:pt x="792086" y="2401072"/>
                  </a:lnTo>
                  <a:lnTo>
                    <a:pt x="770006" y="2483320"/>
                  </a:lnTo>
                  <a:lnTo>
                    <a:pt x="768398" y="2517139"/>
                  </a:lnTo>
                  <a:lnTo>
                    <a:pt x="764005" y="2565782"/>
                  </a:lnTo>
                  <a:lnTo>
                    <a:pt x="745193" y="2741357"/>
                  </a:lnTo>
                  <a:lnTo>
                    <a:pt x="740739" y="2789998"/>
                  </a:lnTo>
                  <a:lnTo>
                    <a:pt x="739041" y="2823814"/>
                  </a:lnTo>
                  <a:lnTo>
                    <a:pt x="714338" y="2894216"/>
                  </a:lnTo>
                  <a:lnTo>
                    <a:pt x="659879" y="2993526"/>
                  </a:lnTo>
                  <a:lnTo>
                    <a:pt x="605398" y="3082149"/>
                  </a:lnTo>
                  <a:lnTo>
                    <a:pt x="580631" y="3120489"/>
                  </a:lnTo>
                  <a:lnTo>
                    <a:pt x="615128" y="3386425"/>
                  </a:lnTo>
                  <a:lnTo>
                    <a:pt x="629220" y="3483516"/>
                  </a:lnTo>
                  <a:lnTo>
                    <a:pt x="694476" y="3590539"/>
                  </a:lnTo>
                  <a:lnTo>
                    <a:pt x="823018" y="3732697"/>
                  </a:lnTo>
                  <a:lnTo>
                    <a:pt x="872462" y="3781577"/>
                  </a:lnTo>
                  <a:close/>
                </a:path>
                <a:path w="2182494" h="10287000">
                  <a:moveTo>
                    <a:pt x="653264" y="10287000"/>
                  </a:moveTo>
                  <a:lnTo>
                    <a:pt x="741675" y="6578165"/>
                  </a:lnTo>
                  <a:lnTo>
                    <a:pt x="694952" y="7012864"/>
                  </a:lnTo>
                  <a:lnTo>
                    <a:pt x="584112" y="7292739"/>
                  </a:lnTo>
                  <a:lnTo>
                    <a:pt x="584739" y="7482901"/>
                  </a:lnTo>
                  <a:lnTo>
                    <a:pt x="617143" y="7731305"/>
                  </a:lnTo>
                  <a:lnTo>
                    <a:pt x="556220" y="10287000"/>
                  </a:lnTo>
                  <a:lnTo>
                    <a:pt x="650039" y="10287000"/>
                  </a:lnTo>
                  <a:lnTo>
                    <a:pt x="653264" y="10287000"/>
                  </a:lnTo>
                  <a:close/>
                </a:path>
                <a:path w="2182494" h="10287000">
                  <a:moveTo>
                    <a:pt x="961100" y="10287000"/>
                  </a:moveTo>
                  <a:lnTo>
                    <a:pt x="1073597" y="5567786"/>
                  </a:lnTo>
                  <a:lnTo>
                    <a:pt x="708278" y="6082840"/>
                  </a:lnTo>
                  <a:lnTo>
                    <a:pt x="741675" y="6578165"/>
                  </a:lnTo>
                  <a:lnTo>
                    <a:pt x="653264" y="10287000"/>
                  </a:lnTo>
                  <a:lnTo>
                    <a:pt x="961100" y="10287000"/>
                  </a:lnTo>
                  <a:close/>
                </a:path>
                <a:path w="2182494" h="10287000">
                  <a:moveTo>
                    <a:pt x="983207" y="4835210"/>
                  </a:moveTo>
                  <a:lnTo>
                    <a:pt x="1005259" y="3910114"/>
                  </a:lnTo>
                  <a:lnTo>
                    <a:pt x="863068" y="4340573"/>
                  </a:lnTo>
                  <a:lnTo>
                    <a:pt x="959679" y="4667894"/>
                  </a:lnTo>
                  <a:lnTo>
                    <a:pt x="983207" y="4835210"/>
                  </a:lnTo>
                  <a:close/>
                </a:path>
                <a:path w="2182494" h="10287000">
                  <a:moveTo>
                    <a:pt x="998723" y="5410755"/>
                  </a:moveTo>
                  <a:lnTo>
                    <a:pt x="1008205" y="5012984"/>
                  </a:lnTo>
                  <a:lnTo>
                    <a:pt x="897175" y="5197782"/>
                  </a:lnTo>
                  <a:lnTo>
                    <a:pt x="998723" y="5410755"/>
                  </a:lnTo>
                  <a:close/>
                </a:path>
              </a:pathLst>
            </a:custGeom>
            <a:solidFill>
              <a:srgbClr val="FFD04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016000" y="795235"/>
            <a:ext cx="5200650" cy="530860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pc="-330"/>
              <a:t>4.</a:t>
            </a:r>
            <a:r>
              <a:rPr dirty="0" spc="-260"/>
              <a:t> </a:t>
            </a:r>
            <a:r>
              <a:rPr dirty="0" spc="-345"/>
              <a:t>Lack</a:t>
            </a:r>
            <a:r>
              <a:rPr dirty="0" spc="-254"/>
              <a:t> </a:t>
            </a:r>
            <a:r>
              <a:rPr dirty="0" spc="-330"/>
              <a:t>of</a:t>
            </a:r>
            <a:r>
              <a:rPr dirty="0" spc="-254"/>
              <a:t> </a:t>
            </a:r>
            <a:r>
              <a:rPr dirty="0" spc="-335"/>
              <a:t>Real-</a:t>
            </a:r>
            <a:r>
              <a:rPr dirty="0" spc="-370"/>
              <a:t>Time</a:t>
            </a:r>
            <a:r>
              <a:rPr dirty="0" spc="-260"/>
              <a:t> </a:t>
            </a:r>
            <a:r>
              <a:rPr dirty="0" spc="-275"/>
              <a:t>Visibility</a:t>
            </a: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5399" y="2466974"/>
            <a:ext cx="123825" cy="12382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5399" y="2943224"/>
            <a:ext cx="123825" cy="12382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5399" y="3419474"/>
            <a:ext cx="123825" cy="12382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5399" y="3895724"/>
            <a:ext cx="123825" cy="12382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95399" y="4371974"/>
            <a:ext cx="123825" cy="12382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95399" y="4848224"/>
            <a:ext cx="123825" cy="123824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95399" y="5324474"/>
            <a:ext cx="123825" cy="123824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1016000" y="1760835"/>
            <a:ext cx="14428469" cy="7645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94995" marR="9151620" indent="-582930">
              <a:lnSpc>
                <a:spcPct val="115700"/>
              </a:lnSpc>
              <a:spcBef>
                <a:spcPts val="100"/>
              </a:spcBef>
            </a:pPr>
            <a:r>
              <a:rPr dirty="0" sz="2700">
                <a:latin typeface="Comic Sans MS"/>
                <a:cs typeface="Comic Sans MS"/>
              </a:rPr>
              <a:t>Incident</a:t>
            </a:r>
            <a:r>
              <a:rPr dirty="0" sz="2700" spc="-70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managers</a:t>
            </a:r>
            <a:r>
              <a:rPr dirty="0" sz="2700" spc="-70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need</a:t>
            </a:r>
            <a:r>
              <a:rPr dirty="0" sz="2700" spc="-70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to</a:t>
            </a:r>
            <a:r>
              <a:rPr dirty="0" sz="2700" spc="-70">
                <a:latin typeface="Comic Sans MS"/>
                <a:cs typeface="Comic Sans MS"/>
              </a:rPr>
              <a:t> </a:t>
            </a:r>
            <a:r>
              <a:rPr dirty="0" sz="2700" spc="-10">
                <a:latin typeface="Comic Sans MS"/>
                <a:cs typeface="Comic Sans MS"/>
              </a:rPr>
              <a:t>know: </a:t>
            </a:r>
            <a:r>
              <a:rPr dirty="0" sz="2700">
                <a:latin typeface="Comic Sans MS"/>
                <a:cs typeface="Comic Sans MS"/>
              </a:rPr>
              <a:t>What</a:t>
            </a:r>
            <a:r>
              <a:rPr dirty="0" sz="2700" spc="-95">
                <a:latin typeface="Comic Sans MS"/>
                <a:cs typeface="Comic Sans MS"/>
              </a:rPr>
              <a:t> </a:t>
            </a:r>
            <a:r>
              <a:rPr dirty="0" sz="2700" spc="-10">
                <a:latin typeface="Comic Sans MS"/>
                <a:cs typeface="Comic Sans MS"/>
              </a:rPr>
              <a:t>happened?</a:t>
            </a:r>
            <a:endParaRPr sz="2700">
              <a:latin typeface="Comic Sans MS"/>
              <a:cs typeface="Comic Sans MS"/>
            </a:endParaRPr>
          </a:p>
          <a:p>
            <a:pPr marL="594995" marR="9052560">
              <a:lnSpc>
                <a:spcPct val="115700"/>
              </a:lnSpc>
            </a:pPr>
            <a:r>
              <a:rPr dirty="0" sz="2700">
                <a:latin typeface="Comic Sans MS"/>
                <a:cs typeface="Comic Sans MS"/>
              </a:rPr>
              <a:t>Which</a:t>
            </a:r>
            <a:r>
              <a:rPr dirty="0" sz="2700" spc="-75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systems</a:t>
            </a:r>
            <a:r>
              <a:rPr dirty="0" sz="2700" spc="-70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are</a:t>
            </a:r>
            <a:r>
              <a:rPr dirty="0" sz="2700" spc="-75">
                <a:latin typeface="Comic Sans MS"/>
                <a:cs typeface="Comic Sans MS"/>
              </a:rPr>
              <a:t> </a:t>
            </a:r>
            <a:r>
              <a:rPr dirty="0" sz="2700" spc="-10">
                <a:latin typeface="Comic Sans MS"/>
                <a:cs typeface="Comic Sans MS"/>
              </a:rPr>
              <a:t>affected? </a:t>
            </a:r>
            <a:r>
              <a:rPr dirty="0" sz="2700">
                <a:latin typeface="Comic Sans MS"/>
                <a:cs typeface="Comic Sans MS"/>
              </a:rPr>
              <a:t>Who</a:t>
            </a:r>
            <a:r>
              <a:rPr dirty="0" sz="2700" spc="-50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is</a:t>
            </a:r>
            <a:r>
              <a:rPr dirty="0" sz="2700" spc="-45">
                <a:latin typeface="Comic Sans MS"/>
                <a:cs typeface="Comic Sans MS"/>
              </a:rPr>
              <a:t> </a:t>
            </a:r>
            <a:r>
              <a:rPr dirty="0" sz="2700" spc="-10">
                <a:latin typeface="Comic Sans MS"/>
                <a:cs typeface="Comic Sans MS"/>
              </a:rPr>
              <a:t>investigating?</a:t>
            </a:r>
            <a:endParaRPr sz="2700">
              <a:latin typeface="Comic Sans MS"/>
              <a:cs typeface="Comic Sans MS"/>
            </a:endParaRPr>
          </a:p>
          <a:p>
            <a:pPr marL="594995" marR="6038850">
              <a:lnSpc>
                <a:spcPct val="115700"/>
              </a:lnSpc>
              <a:spcBef>
                <a:spcPts val="5"/>
              </a:spcBef>
            </a:pPr>
            <a:r>
              <a:rPr dirty="0" sz="2700">
                <a:latin typeface="Comic Sans MS"/>
                <a:cs typeface="Comic Sans MS"/>
              </a:rPr>
              <a:t>What</a:t>
            </a:r>
            <a:r>
              <a:rPr dirty="0" sz="2700" spc="-80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containment</a:t>
            </a:r>
            <a:r>
              <a:rPr dirty="0" sz="2700" spc="-80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actions</a:t>
            </a:r>
            <a:r>
              <a:rPr dirty="0" sz="2700" spc="-80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have</a:t>
            </a:r>
            <a:r>
              <a:rPr dirty="0" sz="2700" spc="-80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been</a:t>
            </a:r>
            <a:r>
              <a:rPr dirty="0" sz="2700" spc="-80">
                <a:latin typeface="Comic Sans MS"/>
                <a:cs typeface="Comic Sans MS"/>
              </a:rPr>
              <a:t> </a:t>
            </a:r>
            <a:r>
              <a:rPr dirty="0" sz="2700" spc="-10">
                <a:latin typeface="Comic Sans MS"/>
                <a:cs typeface="Comic Sans MS"/>
              </a:rPr>
              <a:t>completed? </a:t>
            </a:r>
            <a:r>
              <a:rPr dirty="0" sz="2700">
                <a:latin typeface="Comic Sans MS"/>
                <a:cs typeface="Comic Sans MS"/>
              </a:rPr>
              <a:t>What</a:t>
            </a:r>
            <a:r>
              <a:rPr dirty="0" sz="2700" spc="-95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remains</a:t>
            </a:r>
            <a:r>
              <a:rPr dirty="0" sz="2700" spc="-90">
                <a:latin typeface="Comic Sans MS"/>
                <a:cs typeface="Comic Sans MS"/>
              </a:rPr>
              <a:t> </a:t>
            </a:r>
            <a:r>
              <a:rPr dirty="0" sz="2700" spc="-10">
                <a:latin typeface="Comic Sans MS"/>
                <a:cs typeface="Comic Sans MS"/>
              </a:rPr>
              <a:t>affected?</a:t>
            </a:r>
            <a:endParaRPr sz="2700">
              <a:latin typeface="Comic Sans MS"/>
              <a:cs typeface="Comic Sans MS"/>
            </a:endParaRPr>
          </a:p>
          <a:p>
            <a:pPr marL="594995" marR="8582025">
              <a:lnSpc>
                <a:spcPct val="115700"/>
              </a:lnSpc>
            </a:pPr>
            <a:r>
              <a:rPr dirty="0" sz="2700">
                <a:latin typeface="Comic Sans MS"/>
                <a:cs typeface="Comic Sans MS"/>
              </a:rPr>
              <a:t>Has</a:t>
            </a:r>
            <a:r>
              <a:rPr dirty="0" sz="2700" spc="-65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the</a:t>
            </a:r>
            <a:r>
              <a:rPr dirty="0" sz="2700" spc="-60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attacker</a:t>
            </a:r>
            <a:r>
              <a:rPr dirty="0" sz="2700" spc="-65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been</a:t>
            </a:r>
            <a:r>
              <a:rPr dirty="0" sz="2700" spc="-60">
                <a:latin typeface="Comic Sans MS"/>
                <a:cs typeface="Comic Sans MS"/>
              </a:rPr>
              <a:t> </a:t>
            </a:r>
            <a:r>
              <a:rPr dirty="0" sz="2700" spc="-10">
                <a:latin typeface="Comic Sans MS"/>
                <a:cs typeface="Comic Sans MS"/>
              </a:rPr>
              <a:t>removed? </a:t>
            </a:r>
            <a:r>
              <a:rPr dirty="0" sz="2700">
                <a:latin typeface="Comic Sans MS"/>
                <a:cs typeface="Comic Sans MS"/>
              </a:rPr>
              <a:t>When</a:t>
            </a:r>
            <a:r>
              <a:rPr dirty="0" sz="2700" spc="-50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will</a:t>
            </a:r>
            <a:r>
              <a:rPr dirty="0" sz="2700" spc="-45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services</a:t>
            </a:r>
            <a:r>
              <a:rPr dirty="0" sz="2700" spc="-50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be</a:t>
            </a:r>
            <a:r>
              <a:rPr dirty="0" sz="2700" spc="-40">
                <a:latin typeface="Comic Sans MS"/>
                <a:cs typeface="Comic Sans MS"/>
              </a:rPr>
              <a:t> </a:t>
            </a:r>
            <a:r>
              <a:rPr dirty="0" sz="2700" spc="-10">
                <a:latin typeface="Comic Sans MS"/>
                <a:cs typeface="Comic Sans MS"/>
              </a:rPr>
              <a:t>restored?</a:t>
            </a:r>
            <a:endParaRPr sz="2700">
              <a:latin typeface="Comic Sans MS"/>
              <a:cs typeface="Comic Sans MS"/>
            </a:endParaRPr>
          </a:p>
          <a:p>
            <a:pPr marL="12700" marR="5080">
              <a:lnSpc>
                <a:spcPct val="115700"/>
              </a:lnSpc>
              <a:tabLst>
                <a:tab pos="533400" algn="l"/>
                <a:tab pos="2545715" algn="l"/>
                <a:tab pos="2967990" algn="l"/>
                <a:tab pos="4591050" algn="l"/>
                <a:tab pos="6091555" algn="l"/>
                <a:tab pos="6525895" algn="l"/>
                <a:tab pos="8928100" algn="l"/>
                <a:tab pos="10168890" algn="l"/>
                <a:tab pos="10673080" algn="l"/>
                <a:tab pos="12092940" algn="l"/>
                <a:tab pos="12963525" algn="l"/>
              </a:tabLst>
            </a:pPr>
            <a:r>
              <a:rPr dirty="0" sz="2700" spc="-25">
                <a:latin typeface="Comic Sans MS"/>
                <a:cs typeface="Comic Sans MS"/>
              </a:rPr>
              <a:t>If</a:t>
            </a:r>
            <a:r>
              <a:rPr dirty="0" sz="2700">
                <a:latin typeface="Comic Sans MS"/>
                <a:cs typeface="Comic Sans MS"/>
              </a:rPr>
              <a:t>	</a:t>
            </a:r>
            <a:r>
              <a:rPr dirty="0" sz="2700" spc="-10">
                <a:latin typeface="Comic Sans MS"/>
                <a:cs typeface="Comic Sans MS"/>
              </a:rPr>
              <a:t>information</a:t>
            </a:r>
            <a:r>
              <a:rPr dirty="0" sz="2700">
                <a:latin typeface="Comic Sans MS"/>
                <a:cs typeface="Comic Sans MS"/>
              </a:rPr>
              <a:t>	</a:t>
            </a:r>
            <a:r>
              <a:rPr dirty="0" sz="2700" spc="-25">
                <a:latin typeface="Comic Sans MS"/>
                <a:cs typeface="Comic Sans MS"/>
              </a:rPr>
              <a:t>is</a:t>
            </a:r>
            <a:r>
              <a:rPr dirty="0" sz="2700">
                <a:latin typeface="Comic Sans MS"/>
                <a:cs typeface="Comic Sans MS"/>
              </a:rPr>
              <a:t>	</a:t>
            </a:r>
            <a:r>
              <a:rPr dirty="0" sz="2700" spc="-10">
                <a:latin typeface="Comic Sans MS"/>
                <a:cs typeface="Comic Sans MS"/>
              </a:rPr>
              <a:t>recorded</a:t>
            </a:r>
            <a:r>
              <a:rPr dirty="0" sz="2700">
                <a:latin typeface="Comic Sans MS"/>
                <a:cs typeface="Comic Sans MS"/>
              </a:rPr>
              <a:t>	</a:t>
            </a:r>
            <a:r>
              <a:rPr dirty="0" sz="2700" spc="-10">
                <a:latin typeface="Comic Sans MS"/>
                <a:cs typeface="Comic Sans MS"/>
              </a:rPr>
              <a:t>manually</a:t>
            </a:r>
            <a:r>
              <a:rPr dirty="0" sz="2700">
                <a:latin typeface="Comic Sans MS"/>
                <a:cs typeface="Comic Sans MS"/>
              </a:rPr>
              <a:t>	</a:t>
            </a:r>
            <a:r>
              <a:rPr dirty="0" sz="2700" spc="-25">
                <a:latin typeface="Comic Sans MS"/>
                <a:cs typeface="Comic Sans MS"/>
              </a:rPr>
              <a:t>in</a:t>
            </a:r>
            <a:r>
              <a:rPr dirty="0" sz="2700">
                <a:latin typeface="Comic Sans MS"/>
                <a:cs typeface="Comic Sans MS"/>
              </a:rPr>
              <a:t>	</a:t>
            </a:r>
            <a:r>
              <a:rPr dirty="0" sz="2700" spc="-10">
                <a:latin typeface="Comic Sans MS"/>
                <a:cs typeface="Comic Sans MS"/>
              </a:rPr>
              <a:t>spreadsheets,</a:t>
            </a:r>
            <a:r>
              <a:rPr dirty="0" sz="2700">
                <a:latin typeface="Comic Sans MS"/>
                <a:cs typeface="Comic Sans MS"/>
              </a:rPr>
              <a:t>	</a:t>
            </a:r>
            <a:r>
              <a:rPr dirty="0" sz="2700" spc="-10">
                <a:latin typeface="Comic Sans MS"/>
                <a:cs typeface="Comic Sans MS"/>
              </a:rPr>
              <a:t>emails,</a:t>
            </a:r>
            <a:r>
              <a:rPr dirty="0" sz="2700">
                <a:latin typeface="Comic Sans MS"/>
                <a:cs typeface="Comic Sans MS"/>
              </a:rPr>
              <a:t>	</a:t>
            </a:r>
            <a:r>
              <a:rPr dirty="0" sz="2700" spc="-25">
                <a:latin typeface="Comic Sans MS"/>
                <a:cs typeface="Comic Sans MS"/>
              </a:rPr>
              <a:t>or</a:t>
            </a:r>
            <a:r>
              <a:rPr dirty="0" sz="2700">
                <a:latin typeface="Comic Sans MS"/>
                <a:cs typeface="Comic Sans MS"/>
              </a:rPr>
              <a:t>	</a:t>
            </a:r>
            <a:r>
              <a:rPr dirty="0" sz="2700" spc="-10">
                <a:latin typeface="Comic Sans MS"/>
                <a:cs typeface="Comic Sans MS"/>
              </a:rPr>
              <a:t>multiple</a:t>
            </a:r>
            <a:r>
              <a:rPr dirty="0" sz="2700">
                <a:latin typeface="Comic Sans MS"/>
                <a:cs typeface="Comic Sans MS"/>
              </a:rPr>
              <a:t>	</a:t>
            </a:r>
            <a:r>
              <a:rPr dirty="0" sz="2700" spc="-20">
                <a:latin typeface="Comic Sans MS"/>
                <a:cs typeface="Comic Sans MS"/>
              </a:rPr>
              <a:t>chat</a:t>
            </a:r>
            <a:r>
              <a:rPr dirty="0" sz="2700">
                <a:latin typeface="Comic Sans MS"/>
                <a:cs typeface="Comic Sans MS"/>
              </a:rPr>
              <a:t>	</a:t>
            </a:r>
            <a:r>
              <a:rPr dirty="0" sz="2700" spc="-10">
                <a:latin typeface="Comic Sans MS"/>
                <a:cs typeface="Comic Sans MS"/>
              </a:rPr>
              <a:t>channels, </a:t>
            </a:r>
            <a:r>
              <a:rPr dirty="0" sz="2700">
                <a:latin typeface="Comic Sans MS"/>
                <a:cs typeface="Comic Sans MS"/>
              </a:rPr>
              <a:t>obtaining</a:t>
            </a:r>
            <a:r>
              <a:rPr dirty="0" sz="2700" spc="-80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an</a:t>
            </a:r>
            <a:r>
              <a:rPr dirty="0" sz="2700" spc="-75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accurate</a:t>
            </a:r>
            <a:r>
              <a:rPr dirty="0" sz="2700" spc="-75">
                <a:latin typeface="Comic Sans MS"/>
                <a:cs typeface="Comic Sans MS"/>
              </a:rPr>
              <a:t> </a:t>
            </a:r>
            <a:r>
              <a:rPr dirty="0" sz="2700" spc="-20">
                <a:latin typeface="Comic Sans MS"/>
                <a:cs typeface="Comic Sans MS"/>
              </a:rPr>
              <a:t>real-</a:t>
            </a:r>
            <a:r>
              <a:rPr dirty="0" sz="2700">
                <a:latin typeface="Comic Sans MS"/>
                <a:cs typeface="Comic Sans MS"/>
              </a:rPr>
              <a:t>time</a:t>
            </a:r>
            <a:r>
              <a:rPr dirty="0" sz="2700" spc="-75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picture</a:t>
            </a:r>
            <a:r>
              <a:rPr dirty="0" sz="2700" spc="-75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becomes</a:t>
            </a:r>
            <a:r>
              <a:rPr dirty="0" sz="2700" spc="-75">
                <a:latin typeface="Comic Sans MS"/>
                <a:cs typeface="Comic Sans MS"/>
              </a:rPr>
              <a:t> </a:t>
            </a:r>
            <a:r>
              <a:rPr dirty="0" sz="2700" spc="-10">
                <a:latin typeface="Comic Sans MS"/>
                <a:cs typeface="Comic Sans MS"/>
              </a:rPr>
              <a:t>difficult.</a:t>
            </a:r>
            <a:endParaRPr sz="2700">
              <a:latin typeface="Comic Sans MS"/>
              <a:cs typeface="Comic Sans MS"/>
            </a:endParaRPr>
          </a:p>
          <a:p>
            <a:pPr marL="12700" marR="5080">
              <a:lnSpc>
                <a:spcPct val="109800"/>
              </a:lnSpc>
              <a:spcBef>
                <a:spcPts val="3270"/>
              </a:spcBef>
            </a:pPr>
            <a:r>
              <a:rPr dirty="0" sz="3300" spc="-345" b="1">
                <a:latin typeface="Comic Sans MS"/>
                <a:cs typeface="Comic Sans MS"/>
              </a:rPr>
              <a:t>Example:</a:t>
            </a:r>
            <a:r>
              <a:rPr dirty="0" sz="3300" spc="-229" b="1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Management</a:t>
            </a:r>
            <a:r>
              <a:rPr dirty="0" sz="2700" spc="280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believes</a:t>
            </a:r>
            <a:r>
              <a:rPr dirty="0" sz="2700" spc="340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that</a:t>
            </a:r>
            <a:r>
              <a:rPr dirty="0" sz="2700" spc="335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the</a:t>
            </a:r>
            <a:r>
              <a:rPr dirty="0" sz="2700" spc="340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incident</a:t>
            </a:r>
            <a:r>
              <a:rPr dirty="0" sz="2700" spc="340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has</a:t>
            </a:r>
            <a:r>
              <a:rPr dirty="0" sz="2700" spc="340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been</a:t>
            </a:r>
            <a:r>
              <a:rPr dirty="0" sz="2700" spc="335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contained,</a:t>
            </a:r>
            <a:r>
              <a:rPr dirty="0" sz="2700" spc="340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while</a:t>
            </a:r>
            <a:r>
              <a:rPr dirty="0" sz="2700" spc="340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the</a:t>
            </a:r>
            <a:r>
              <a:rPr dirty="0" sz="2700" spc="335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SOC</a:t>
            </a:r>
            <a:r>
              <a:rPr dirty="0" sz="2700" spc="340">
                <a:latin typeface="Comic Sans MS"/>
                <a:cs typeface="Comic Sans MS"/>
              </a:rPr>
              <a:t> </a:t>
            </a:r>
            <a:r>
              <a:rPr dirty="0" sz="2700" spc="-25">
                <a:latin typeface="Comic Sans MS"/>
                <a:cs typeface="Comic Sans MS"/>
              </a:rPr>
              <a:t>is </a:t>
            </a:r>
            <a:r>
              <a:rPr dirty="0" sz="2700">
                <a:latin typeface="Comic Sans MS"/>
                <a:cs typeface="Comic Sans MS"/>
              </a:rPr>
              <a:t>still</a:t>
            </a:r>
            <a:r>
              <a:rPr dirty="0" sz="2700" spc="-105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investigating</a:t>
            </a:r>
            <a:r>
              <a:rPr dirty="0" sz="2700" spc="-100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active</a:t>
            </a:r>
            <a:r>
              <a:rPr dirty="0" sz="2700" spc="-100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malicious</a:t>
            </a:r>
            <a:r>
              <a:rPr dirty="0" sz="2700" spc="-100">
                <a:latin typeface="Comic Sans MS"/>
                <a:cs typeface="Comic Sans MS"/>
              </a:rPr>
              <a:t> </a:t>
            </a:r>
            <a:r>
              <a:rPr dirty="0" sz="2700" spc="-10">
                <a:latin typeface="Comic Sans MS"/>
                <a:cs typeface="Comic Sans MS"/>
              </a:rPr>
              <a:t>connections.</a:t>
            </a:r>
            <a:endParaRPr sz="2700">
              <a:latin typeface="Comic Sans MS"/>
              <a:cs typeface="Comic Sans MS"/>
            </a:endParaRPr>
          </a:p>
          <a:p>
            <a:pPr marL="12700" marR="5080">
              <a:lnSpc>
                <a:spcPct val="109800"/>
              </a:lnSpc>
              <a:spcBef>
                <a:spcPts val="3275"/>
              </a:spcBef>
            </a:pPr>
            <a:r>
              <a:rPr dirty="0" sz="3300" spc="-440" b="1">
                <a:latin typeface="Comic Sans MS"/>
                <a:cs typeface="Comic Sans MS"/>
              </a:rPr>
              <a:t>IRM</a:t>
            </a:r>
            <a:r>
              <a:rPr dirty="0" sz="3300" spc="80" b="1">
                <a:latin typeface="Comic Sans MS"/>
                <a:cs typeface="Comic Sans MS"/>
              </a:rPr>
              <a:t> </a:t>
            </a:r>
            <a:r>
              <a:rPr dirty="0" sz="3300" spc="-300" b="1">
                <a:latin typeface="Comic Sans MS"/>
                <a:cs typeface="Comic Sans MS"/>
              </a:rPr>
              <a:t>lesson:</a:t>
            </a:r>
            <a:r>
              <a:rPr dirty="0" sz="3300" spc="-265" b="1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Use</a:t>
            </a:r>
            <a:r>
              <a:rPr dirty="0" sz="2700" spc="145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centralized</a:t>
            </a:r>
            <a:r>
              <a:rPr dirty="0" sz="2700" spc="290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dashboards,</a:t>
            </a:r>
            <a:r>
              <a:rPr dirty="0" sz="2700" spc="290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SIEM/SOAR</a:t>
            </a:r>
            <a:r>
              <a:rPr dirty="0" sz="2700" spc="290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platforms,</a:t>
            </a:r>
            <a:r>
              <a:rPr dirty="0" sz="2700" spc="290">
                <a:latin typeface="Comic Sans MS"/>
                <a:cs typeface="Comic Sans MS"/>
              </a:rPr>
              <a:t> </a:t>
            </a:r>
            <a:r>
              <a:rPr dirty="0" sz="2700" spc="-20">
                <a:latin typeface="Comic Sans MS"/>
                <a:cs typeface="Comic Sans MS"/>
              </a:rPr>
              <a:t>incident-</a:t>
            </a:r>
            <a:r>
              <a:rPr dirty="0" sz="2700" spc="-10">
                <a:latin typeface="Comic Sans MS"/>
                <a:cs typeface="Comic Sans MS"/>
              </a:rPr>
              <a:t>management </a:t>
            </a:r>
            <a:r>
              <a:rPr dirty="0" sz="2700">
                <a:latin typeface="Comic Sans MS"/>
                <a:cs typeface="Comic Sans MS"/>
              </a:rPr>
              <a:t>systems,</a:t>
            </a:r>
            <a:r>
              <a:rPr dirty="0" sz="2700" spc="-55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and</a:t>
            </a:r>
            <a:r>
              <a:rPr dirty="0" sz="2700" spc="-55">
                <a:latin typeface="Comic Sans MS"/>
                <a:cs typeface="Comic Sans MS"/>
              </a:rPr>
              <a:t> </a:t>
            </a:r>
            <a:r>
              <a:rPr dirty="0" sz="2700" spc="-20">
                <a:latin typeface="Comic Sans MS"/>
                <a:cs typeface="Comic Sans MS"/>
              </a:rPr>
              <a:t>real-</a:t>
            </a:r>
            <a:r>
              <a:rPr dirty="0" sz="2700">
                <a:latin typeface="Comic Sans MS"/>
                <a:cs typeface="Comic Sans MS"/>
              </a:rPr>
              <a:t>time</a:t>
            </a:r>
            <a:r>
              <a:rPr dirty="0" sz="2700" spc="-55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status</a:t>
            </a:r>
            <a:r>
              <a:rPr dirty="0" sz="2700" spc="-55">
                <a:latin typeface="Comic Sans MS"/>
                <a:cs typeface="Comic Sans MS"/>
              </a:rPr>
              <a:t> </a:t>
            </a:r>
            <a:r>
              <a:rPr dirty="0" sz="2700" spc="-10">
                <a:latin typeface="Comic Sans MS"/>
                <a:cs typeface="Comic Sans MS"/>
              </a:rPr>
              <a:t>tracking.</a:t>
            </a:r>
            <a:endParaRPr sz="27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553249" y="0"/>
            <a:ext cx="2734945" cy="10287000"/>
            <a:chOff x="15553249" y="0"/>
            <a:chExt cx="2734945" cy="10287000"/>
          </a:xfrm>
        </p:grpSpPr>
        <p:sp>
          <p:nvSpPr>
            <p:cNvPr id="3" name="object 3"/>
            <p:cNvSpPr/>
            <p:nvPr/>
          </p:nvSpPr>
          <p:spPr>
            <a:xfrm>
              <a:off x="15553249" y="0"/>
              <a:ext cx="2734945" cy="10287000"/>
            </a:xfrm>
            <a:custGeom>
              <a:avLst/>
              <a:gdLst/>
              <a:ahLst/>
              <a:cxnLst/>
              <a:rect l="l" t="t" r="r" b="b"/>
              <a:pathLst>
                <a:path w="2734944" h="10287000">
                  <a:moveTo>
                    <a:pt x="727011" y="10287000"/>
                  </a:moveTo>
                  <a:lnTo>
                    <a:pt x="779927" y="8067176"/>
                  </a:lnTo>
                  <a:lnTo>
                    <a:pt x="455832" y="8264828"/>
                  </a:lnTo>
                  <a:lnTo>
                    <a:pt x="334756" y="8520630"/>
                  </a:lnTo>
                  <a:lnTo>
                    <a:pt x="293648" y="8874393"/>
                  </a:lnTo>
                  <a:lnTo>
                    <a:pt x="0" y="9289203"/>
                  </a:lnTo>
                  <a:lnTo>
                    <a:pt x="103447" y="9752295"/>
                  </a:lnTo>
                  <a:lnTo>
                    <a:pt x="384759" y="10009582"/>
                  </a:lnTo>
                  <a:lnTo>
                    <a:pt x="378146" y="10287000"/>
                  </a:lnTo>
                  <a:lnTo>
                    <a:pt x="727011" y="10287000"/>
                  </a:lnTo>
                  <a:close/>
                </a:path>
                <a:path w="2734944" h="10287000">
                  <a:moveTo>
                    <a:pt x="586809" y="1997404"/>
                  </a:moveTo>
                  <a:lnTo>
                    <a:pt x="614320" y="843315"/>
                  </a:lnTo>
                  <a:lnTo>
                    <a:pt x="336085" y="1580317"/>
                  </a:lnTo>
                  <a:lnTo>
                    <a:pt x="500606" y="1893043"/>
                  </a:lnTo>
                  <a:lnTo>
                    <a:pt x="586809" y="1997404"/>
                  </a:lnTo>
                  <a:close/>
                </a:path>
                <a:path w="2734944" h="10287000">
                  <a:moveTo>
                    <a:pt x="2734752" y="10287000"/>
                  </a:moveTo>
                  <a:lnTo>
                    <a:pt x="2734752" y="0"/>
                  </a:lnTo>
                  <a:lnTo>
                    <a:pt x="557905" y="0"/>
                  </a:lnTo>
                  <a:lnTo>
                    <a:pt x="485748" y="496316"/>
                  </a:lnTo>
                  <a:lnTo>
                    <a:pt x="614320" y="843315"/>
                  </a:lnTo>
                  <a:lnTo>
                    <a:pt x="586809" y="1997404"/>
                  </a:lnTo>
                  <a:lnTo>
                    <a:pt x="838014" y="2301524"/>
                  </a:lnTo>
                  <a:lnTo>
                    <a:pt x="816517" y="3203315"/>
                  </a:lnTo>
                  <a:lnTo>
                    <a:pt x="817621" y="3208532"/>
                  </a:lnTo>
                  <a:lnTo>
                    <a:pt x="783270" y="4649534"/>
                  </a:lnTo>
                  <a:lnTo>
                    <a:pt x="884949" y="4795181"/>
                  </a:lnTo>
                  <a:lnTo>
                    <a:pt x="834878" y="6895682"/>
                  </a:lnTo>
                  <a:lnTo>
                    <a:pt x="860277" y="6974153"/>
                  </a:lnTo>
                  <a:lnTo>
                    <a:pt x="781306" y="10287000"/>
                  </a:lnTo>
                  <a:lnTo>
                    <a:pt x="2734752" y="10287000"/>
                  </a:lnTo>
                  <a:close/>
                </a:path>
                <a:path w="2734944" h="10287000">
                  <a:moveTo>
                    <a:pt x="378146" y="10287000"/>
                  </a:moveTo>
                  <a:lnTo>
                    <a:pt x="384759" y="10009582"/>
                  </a:lnTo>
                  <a:lnTo>
                    <a:pt x="329200" y="10287000"/>
                  </a:lnTo>
                  <a:lnTo>
                    <a:pt x="378146" y="10287000"/>
                  </a:lnTo>
                  <a:close/>
                </a:path>
                <a:path w="2734944" h="10287000">
                  <a:moveTo>
                    <a:pt x="783270" y="4649534"/>
                  </a:moveTo>
                  <a:lnTo>
                    <a:pt x="817621" y="3208532"/>
                  </a:lnTo>
                  <a:lnTo>
                    <a:pt x="782587" y="3554825"/>
                  </a:lnTo>
                  <a:lnTo>
                    <a:pt x="693633" y="3926610"/>
                  </a:lnTo>
                  <a:lnTo>
                    <a:pt x="549494" y="4376921"/>
                  </a:lnTo>
                  <a:lnTo>
                    <a:pt x="783270" y="4649534"/>
                  </a:lnTo>
                  <a:close/>
                </a:path>
                <a:path w="2734944" h="10287000">
                  <a:moveTo>
                    <a:pt x="816517" y="3203315"/>
                  </a:moveTo>
                  <a:lnTo>
                    <a:pt x="838014" y="2301524"/>
                  </a:lnTo>
                  <a:lnTo>
                    <a:pt x="716051" y="2728534"/>
                  </a:lnTo>
                  <a:lnTo>
                    <a:pt x="816517" y="3203315"/>
                  </a:lnTo>
                  <a:close/>
                </a:path>
                <a:path w="2734944" h="10287000">
                  <a:moveTo>
                    <a:pt x="781306" y="10287000"/>
                  </a:moveTo>
                  <a:lnTo>
                    <a:pt x="860277" y="6974153"/>
                  </a:lnTo>
                  <a:lnTo>
                    <a:pt x="639810" y="7256328"/>
                  </a:lnTo>
                  <a:lnTo>
                    <a:pt x="766875" y="7532539"/>
                  </a:lnTo>
                  <a:lnTo>
                    <a:pt x="755982" y="7989517"/>
                  </a:lnTo>
                  <a:lnTo>
                    <a:pt x="779927" y="8067176"/>
                  </a:lnTo>
                  <a:lnTo>
                    <a:pt x="727011" y="10287000"/>
                  </a:lnTo>
                  <a:lnTo>
                    <a:pt x="781306" y="10287000"/>
                  </a:lnTo>
                  <a:close/>
                </a:path>
                <a:path w="2734944" h="10287000">
                  <a:moveTo>
                    <a:pt x="834878" y="6895682"/>
                  </a:moveTo>
                  <a:lnTo>
                    <a:pt x="859097" y="5879677"/>
                  </a:lnTo>
                  <a:lnTo>
                    <a:pt x="734991" y="6200754"/>
                  </a:lnTo>
                  <a:lnTo>
                    <a:pt x="686140" y="6436167"/>
                  </a:lnTo>
                  <a:lnTo>
                    <a:pt x="834878" y="6895682"/>
                  </a:lnTo>
                  <a:close/>
                </a:path>
                <a:path w="2734944" h="10287000">
                  <a:moveTo>
                    <a:pt x="755982" y="7989517"/>
                  </a:moveTo>
                  <a:lnTo>
                    <a:pt x="766875" y="7532539"/>
                  </a:lnTo>
                  <a:lnTo>
                    <a:pt x="680726" y="7745444"/>
                  </a:lnTo>
                  <a:lnTo>
                    <a:pt x="755982" y="7989517"/>
                  </a:lnTo>
                  <a:close/>
                </a:path>
                <a:path w="2734944" h="10287000">
                  <a:moveTo>
                    <a:pt x="859097" y="5879677"/>
                  </a:moveTo>
                  <a:lnTo>
                    <a:pt x="884949" y="4795181"/>
                  </a:lnTo>
                  <a:lnTo>
                    <a:pt x="796082" y="5183920"/>
                  </a:lnTo>
                  <a:lnTo>
                    <a:pt x="808203" y="5541163"/>
                  </a:lnTo>
                  <a:lnTo>
                    <a:pt x="859097" y="58796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5705595" y="0"/>
              <a:ext cx="2582545" cy="10287000"/>
            </a:xfrm>
            <a:custGeom>
              <a:avLst/>
              <a:gdLst/>
              <a:ahLst/>
              <a:cxnLst/>
              <a:rect l="l" t="t" r="r" b="b"/>
              <a:pathLst>
                <a:path w="2582544" h="10287000">
                  <a:moveTo>
                    <a:pt x="324672" y="9633137"/>
                  </a:moveTo>
                  <a:lnTo>
                    <a:pt x="348813" y="8620406"/>
                  </a:lnTo>
                  <a:lnTo>
                    <a:pt x="15010" y="8947047"/>
                  </a:lnTo>
                  <a:lnTo>
                    <a:pt x="0" y="9288167"/>
                  </a:lnTo>
                  <a:lnTo>
                    <a:pt x="324672" y="9633137"/>
                  </a:lnTo>
                  <a:close/>
                </a:path>
                <a:path w="2582544" h="10287000">
                  <a:moveTo>
                    <a:pt x="641724" y="1743619"/>
                  </a:moveTo>
                  <a:lnTo>
                    <a:pt x="669240" y="589323"/>
                  </a:lnTo>
                  <a:lnTo>
                    <a:pt x="391239" y="1326822"/>
                  </a:lnTo>
                  <a:lnTo>
                    <a:pt x="555760" y="1639548"/>
                  </a:lnTo>
                  <a:lnTo>
                    <a:pt x="641724" y="1743619"/>
                  </a:lnTo>
                  <a:close/>
                </a:path>
                <a:path w="2582544" h="10287000">
                  <a:moveTo>
                    <a:pt x="2582406" y="10287000"/>
                  </a:moveTo>
                  <a:lnTo>
                    <a:pt x="2582406" y="0"/>
                  </a:lnTo>
                  <a:lnTo>
                    <a:pt x="440705" y="0"/>
                  </a:lnTo>
                  <a:lnTo>
                    <a:pt x="540914" y="242330"/>
                  </a:lnTo>
                  <a:lnTo>
                    <a:pt x="669240" y="589323"/>
                  </a:lnTo>
                  <a:lnTo>
                    <a:pt x="641724" y="1743619"/>
                  </a:lnTo>
                  <a:lnTo>
                    <a:pt x="893168" y="2048028"/>
                  </a:lnTo>
                  <a:lnTo>
                    <a:pt x="871652" y="2950608"/>
                  </a:lnTo>
                  <a:lnTo>
                    <a:pt x="872757" y="2955773"/>
                  </a:lnTo>
                  <a:lnTo>
                    <a:pt x="838407" y="4396774"/>
                  </a:lnTo>
                  <a:lnTo>
                    <a:pt x="1046695" y="4615225"/>
                  </a:lnTo>
                  <a:lnTo>
                    <a:pt x="911491" y="10287000"/>
                  </a:lnTo>
                  <a:lnTo>
                    <a:pt x="2582406" y="10287000"/>
                  </a:lnTo>
                  <a:close/>
                </a:path>
                <a:path w="2582544" h="10287000">
                  <a:moveTo>
                    <a:pt x="776859" y="10287000"/>
                  </a:moveTo>
                  <a:lnTo>
                    <a:pt x="835823" y="7813453"/>
                  </a:lnTo>
                  <a:lnTo>
                    <a:pt x="513486" y="7885856"/>
                  </a:lnTo>
                  <a:lnTo>
                    <a:pt x="291209" y="8254217"/>
                  </a:lnTo>
                  <a:lnTo>
                    <a:pt x="348813" y="8620406"/>
                  </a:lnTo>
                  <a:lnTo>
                    <a:pt x="324672" y="9633137"/>
                  </a:lnTo>
                  <a:lnTo>
                    <a:pt x="439925" y="9755595"/>
                  </a:lnTo>
                  <a:lnTo>
                    <a:pt x="427257" y="10287000"/>
                  </a:lnTo>
                  <a:lnTo>
                    <a:pt x="776859" y="10287000"/>
                  </a:lnTo>
                  <a:close/>
                </a:path>
                <a:path w="2582544" h="10287000">
                  <a:moveTo>
                    <a:pt x="427257" y="10287000"/>
                  </a:moveTo>
                  <a:lnTo>
                    <a:pt x="439925" y="9755595"/>
                  </a:lnTo>
                  <a:lnTo>
                    <a:pt x="346168" y="10225779"/>
                  </a:lnTo>
                  <a:lnTo>
                    <a:pt x="292986" y="10287000"/>
                  </a:lnTo>
                  <a:lnTo>
                    <a:pt x="427257" y="10287000"/>
                  </a:lnTo>
                  <a:close/>
                </a:path>
                <a:path w="2582544" h="10287000">
                  <a:moveTo>
                    <a:pt x="838407" y="4396774"/>
                  </a:moveTo>
                  <a:lnTo>
                    <a:pt x="872757" y="2955773"/>
                  </a:lnTo>
                  <a:lnTo>
                    <a:pt x="837723" y="3302065"/>
                  </a:lnTo>
                  <a:lnTo>
                    <a:pt x="748775" y="3673605"/>
                  </a:lnTo>
                  <a:lnTo>
                    <a:pt x="604385" y="4124156"/>
                  </a:lnTo>
                  <a:lnTo>
                    <a:pt x="838407" y="4396774"/>
                  </a:lnTo>
                  <a:close/>
                </a:path>
                <a:path w="2582544" h="10287000">
                  <a:moveTo>
                    <a:pt x="889267" y="6643325"/>
                  </a:moveTo>
                  <a:lnTo>
                    <a:pt x="913526" y="5625673"/>
                  </a:lnTo>
                  <a:lnTo>
                    <a:pt x="641146" y="5859443"/>
                  </a:lnTo>
                  <a:lnTo>
                    <a:pt x="740072" y="6182396"/>
                  </a:lnTo>
                  <a:lnTo>
                    <a:pt x="889267" y="6643325"/>
                  </a:lnTo>
                  <a:close/>
                </a:path>
                <a:path w="2582544" h="10287000">
                  <a:moveTo>
                    <a:pt x="871652" y="2950608"/>
                  </a:moveTo>
                  <a:lnTo>
                    <a:pt x="893168" y="2048028"/>
                  </a:lnTo>
                  <a:lnTo>
                    <a:pt x="769965" y="2475500"/>
                  </a:lnTo>
                  <a:lnTo>
                    <a:pt x="871652" y="2950608"/>
                  </a:lnTo>
                  <a:close/>
                </a:path>
                <a:path w="2582544" h="10287000">
                  <a:moveTo>
                    <a:pt x="829189" y="10287000"/>
                  </a:moveTo>
                  <a:lnTo>
                    <a:pt x="914210" y="6720382"/>
                  </a:lnTo>
                  <a:lnTo>
                    <a:pt x="693987" y="7002564"/>
                  </a:lnTo>
                  <a:lnTo>
                    <a:pt x="820801" y="7279014"/>
                  </a:lnTo>
                  <a:lnTo>
                    <a:pt x="810061" y="7729557"/>
                  </a:lnTo>
                  <a:lnTo>
                    <a:pt x="835823" y="7813453"/>
                  </a:lnTo>
                  <a:lnTo>
                    <a:pt x="776859" y="10287000"/>
                  </a:lnTo>
                  <a:lnTo>
                    <a:pt x="829189" y="10287000"/>
                  </a:lnTo>
                  <a:close/>
                </a:path>
                <a:path w="2582544" h="10287000">
                  <a:moveTo>
                    <a:pt x="911491" y="10287000"/>
                  </a:moveTo>
                  <a:lnTo>
                    <a:pt x="1046695" y="4615225"/>
                  </a:lnTo>
                  <a:lnTo>
                    <a:pt x="852230" y="4929956"/>
                  </a:lnTo>
                  <a:lnTo>
                    <a:pt x="757882" y="5435256"/>
                  </a:lnTo>
                  <a:lnTo>
                    <a:pt x="913526" y="5625673"/>
                  </a:lnTo>
                  <a:lnTo>
                    <a:pt x="889267" y="6643325"/>
                  </a:lnTo>
                  <a:lnTo>
                    <a:pt x="914210" y="6720382"/>
                  </a:lnTo>
                  <a:lnTo>
                    <a:pt x="829189" y="10287000"/>
                  </a:lnTo>
                  <a:lnTo>
                    <a:pt x="911491" y="10287000"/>
                  </a:lnTo>
                  <a:close/>
                </a:path>
                <a:path w="2582544" h="10287000">
                  <a:moveTo>
                    <a:pt x="810061" y="7729557"/>
                  </a:moveTo>
                  <a:lnTo>
                    <a:pt x="820801" y="7279014"/>
                  </a:lnTo>
                  <a:lnTo>
                    <a:pt x="736651" y="7490493"/>
                  </a:lnTo>
                  <a:lnTo>
                    <a:pt x="810061" y="772955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6105825" y="0"/>
              <a:ext cx="2182495" cy="10287000"/>
            </a:xfrm>
            <a:custGeom>
              <a:avLst/>
              <a:gdLst/>
              <a:ahLst/>
              <a:cxnLst/>
              <a:rect l="l" t="t" r="r" b="b"/>
              <a:pathLst>
                <a:path w="2182494" h="10287000">
                  <a:moveTo>
                    <a:pt x="324672" y="9642677"/>
                  </a:moveTo>
                  <a:lnTo>
                    <a:pt x="348813" y="8629946"/>
                  </a:lnTo>
                  <a:lnTo>
                    <a:pt x="15010" y="8956588"/>
                  </a:lnTo>
                  <a:lnTo>
                    <a:pt x="0" y="9297708"/>
                  </a:lnTo>
                  <a:lnTo>
                    <a:pt x="324672" y="9642677"/>
                  </a:lnTo>
                  <a:close/>
                </a:path>
                <a:path w="2182494" h="10287000">
                  <a:moveTo>
                    <a:pt x="637861" y="1915198"/>
                  </a:moveTo>
                  <a:lnTo>
                    <a:pt x="669240" y="598864"/>
                  </a:lnTo>
                  <a:lnTo>
                    <a:pt x="530573" y="945880"/>
                  </a:lnTo>
                  <a:lnTo>
                    <a:pt x="435265" y="1196476"/>
                  </a:lnTo>
                  <a:lnTo>
                    <a:pt x="391993" y="1335644"/>
                  </a:lnTo>
                  <a:lnTo>
                    <a:pt x="399696" y="1428313"/>
                  </a:lnTo>
                  <a:lnTo>
                    <a:pt x="440978" y="1774836"/>
                  </a:lnTo>
                  <a:lnTo>
                    <a:pt x="637861" y="1915198"/>
                  </a:lnTo>
                  <a:close/>
                </a:path>
                <a:path w="2182494" h="10287000">
                  <a:moveTo>
                    <a:pt x="2182176" y="10287000"/>
                  </a:moveTo>
                  <a:lnTo>
                    <a:pt x="2182176" y="0"/>
                  </a:lnTo>
                  <a:lnTo>
                    <a:pt x="436956" y="0"/>
                  </a:lnTo>
                  <a:lnTo>
                    <a:pt x="540914" y="251871"/>
                  </a:lnTo>
                  <a:lnTo>
                    <a:pt x="669240" y="598864"/>
                  </a:lnTo>
                  <a:lnTo>
                    <a:pt x="637861" y="1915198"/>
                  </a:lnTo>
                  <a:lnTo>
                    <a:pt x="912289" y="2110843"/>
                  </a:lnTo>
                  <a:lnTo>
                    <a:pt x="872462" y="3781577"/>
                  </a:lnTo>
                  <a:lnTo>
                    <a:pt x="948670" y="3856914"/>
                  </a:lnTo>
                  <a:lnTo>
                    <a:pt x="1005259" y="3910114"/>
                  </a:lnTo>
                  <a:lnTo>
                    <a:pt x="983207" y="4835210"/>
                  </a:lnTo>
                  <a:lnTo>
                    <a:pt x="1008205" y="5012984"/>
                  </a:lnTo>
                  <a:lnTo>
                    <a:pt x="998723" y="5410755"/>
                  </a:lnTo>
                  <a:lnTo>
                    <a:pt x="1073597" y="5567786"/>
                  </a:lnTo>
                  <a:lnTo>
                    <a:pt x="961100" y="10287000"/>
                  </a:lnTo>
                  <a:lnTo>
                    <a:pt x="2182176" y="10287000"/>
                  </a:lnTo>
                  <a:close/>
                </a:path>
                <a:path w="2182494" h="10287000">
                  <a:moveTo>
                    <a:pt x="556220" y="10287000"/>
                  </a:moveTo>
                  <a:lnTo>
                    <a:pt x="617143" y="7731305"/>
                  </a:lnTo>
                  <a:lnTo>
                    <a:pt x="490641" y="8029232"/>
                  </a:lnTo>
                  <a:lnTo>
                    <a:pt x="331754" y="8211906"/>
                  </a:lnTo>
                  <a:lnTo>
                    <a:pt x="348813" y="8629946"/>
                  </a:lnTo>
                  <a:lnTo>
                    <a:pt x="324672" y="9642677"/>
                  </a:lnTo>
                  <a:lnTo>
                    <a:pt x="439925" y="9765135"/>
                  </a:lnTo>
                  <a:lnTo>
                    <a:pt x="427484" y="10287000"/>
                  </a:lnTo>
                  <a:lnTo>
                    <a:pt x="556220" y="10287000"/>
                  </a:lnTo>
                  <a:close/>
                </a:path>
                <a:path w="2182494" h="10287000">
                  <a:moveTo>
                    <a:pt x="427484" y="10287000"/>
                  </a:moveTo>
                  <a:lnTo>
                    <a:pt x="439925" y="9765135"/>
                  </a:lnTo>
                  <a:lnTo>
                    <a:pt x="345431" y="10235302"/>
                  </a:lnTo>
                  <a:lnTo>
                    <a:pt x="300522" y="10287000"/>
                  </a:lnTo>
                  <a:lnTo>
                    <a:pt x="427484" y="10287000"/>
                  </a:lnTo>
                  <a:close/>
                </a:path>
                <a:path w="2182494" h="10287000">
                  <a:moveTo>
                    <a:pt x="872462" y="3781577"/>
                  </a:moveTo>
                  <a:lnTo>
                    <a:pt x="912289" y="2110843"/>
                  </a:lnTo>
                  <a:lnTo>
                    <a:pt x="890007" y="2161026"/>
                  </a:lnTo>
                  <a:lnTo>
                    <a:pt x="841012" y="2275705"/>
                  </a:lnTo>
                  <a:lnTo>
                    <a:pt x="792086" y="2401072"/>
                  </a:lnTo>
                  <a:lnTo>
                    <a:pt x="770006" y="2483320"/>
                  </a:lnTo>
                  <a:lnTo>
                    <a:pt x="768398" y="2517139"/>
                  </a:lnTo>
                  <a:lnTo>
                    <a:pt x="764005" y="2565782"/>
                  </a:lnTo>
                  <a:lnTo>
                    <a:pt x="745193" y="2741357"/>
                  </a:lnTo>
                  <a:lnTo>
                    <a:pt x="740739" y="2789998"/>
                  </a:lnTo>
                  <a:lnTo>
                    <a:pt x="739041" y="2823814"/>
                  </a:lnTo>
                  <a:lnTo>
                    <a:pt x="714338" y="2894216"/>
                  </a:lnTo>
                  <a:lnTo>
                    <a:pt x="659879" y="2993526"/>
                  </a:lnTo>
                  <a:lnTo>
                    <a:pt x="605398" y="3082149"/>
                  </a:lnTo>
                  <a:lnTo>
                    <a:pt x="580631" y="3120489"/>
                  </a:lnTo>
                  <a:lnTo>
                    <a:pt x="615128" y="3386425"/>
                  </a:lnTo>
                  <a:lnTo>
                    <a:pt x="629220" y="3483516"/>
                  </a:lnTo>
                  <a:lnTo>
                    <a:pt x="694476" y="3590539"/>
                  </a:lnTo>
                  <a:lnTo>
                    <a:pt x="823018" y="3732697"/>
                  </a:lnTo>
                  <a:lnTo>
                    <a:pt x="872462" y="3781577"/>
                  </a:lnTo>
                  <a:close/>
                </a:path>
                <a:path w="2182494" h="10287000">
                  <a:moveTo>
                    <a:pt x="653264" y="10287000"/>
                  </a:moveTo>
                  <a:lnTo>
                    <a:pt x="741675" y="6578165"/>
                  </a:lnTo>
                  <a:lnTo>
                    <a:pt x="694952" y="7012864"/>
                  </a:lnTo>
                  <a:lnTo>
                    <a:pt x="584112" y="7292739"/>
                  </a:lnTo>
                  <a:lnTo>
                    <a:pt x="584739" y="7482901"/>
                  </a:lnTo>
                  <a:lnTo>
                    <a:pt x="617143" y="7731305"/>
                  </a:lnTo>
                  <a:lnTo>
                    <a:pt x="556220" y="10287000"/>
                  </a:lnTo>
                  <a:lnTo>
                    <a:pt x="650039" y="10287000"/>
                  </a:lnTo>
                  <a:lnTo>
                    <a:pt x="653264" y="10287000"/>
                  </a:lnTo>
                  <a:close/>
                </a:path>
                <a:path w="2182494" h="10287000">
                  <a:moveTo>
                    <a:pt x="961100" y="10287000"/>
                  </a:moveTo>
                  <a:lnTo>
                    <a:pt x="1073597" y="5567786"/>
                  </a:lnTo>
                  <a:lnTo>
                    <a:pt x="708278" y="6082840"/>
                  </a:lnTo>
                  <a:lnTo>
                    <a:pt x="741675" y="6578165"/>
                  </a:lnTo>
                  <a:lnTo>
                    <a:pt x="653264" y="10287000"/>
                  </a:lnTo>
                  <a:lnTo>
                    <a:pt x="961100" y="10287000"/>
                  </a:lnTo>
                  <a:close/>
                </a:path>
                <a:path w="2182494" h="10287000">
                  <a:moveTo>
                    <a:pt x="983207" y="4835210"/>
                  </a:moveTo>
                  <a:lnTo>
                    <a:pt x="1005259" y="3910114"/>
                  </a:lnTo>
                  <a:lnTo>
                    <a:pt x="863068" y="4340573"/>
                  </a:lnTo>
                  <a:lnTo>
                    <a:pt x="959679" y="4667894"/>
                  </a:lnTo>
                  <a:lnTo>
                    <a:pt x="983207" y="4835210"/>
                  </a:lnTo>
                  <a:close/>
                </a:path>
                <a:path w="2182494" h="10287000">
                  <a:moveTo>
                    <a:pt x="998723" y="5410755"/>
                  </a:moveTo>
                  <a:lnTo>
                    <a:pt x="1008205" y="5012984"/>
                  </a:lnTo>
                  <a:lnTo>
                    <a:pt x="897175" y="5197782"/>
                  </a:lnTo>
                  <a:lnTo>
                    <a:pt x="998723" y="5410755"/>
                  </a:lnTo>
                  <a:close/>
                </a:path>
              </a:pathLst>
            </a:custGeom>
            <a:solidFill>
              <a:srgbClr val="FFD04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016000" y="734275"/>
            <a:ext cx="5468620" cy="530860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pc="-330"/>
              <a:t>5.</a:t>
            </a:r>
            <a:r>
              <a:rPr dirty="0" spc="-260"/>
              <a:t> </a:t>
            </a:r>
            <a:r>
              <a:rPr dirty="0" spc="-350"/>
              <a:t>Shortage</a:t>
            </a:r>
            <a:r>
              <a:rPr dirty="0" spc="-260"/>
              <a:t> </a:t>
            </a:r>
            <a:r>
              <a:rPr dirty="0" spc="-330"/>
              <a:t>of</a:t>
            </a:r>
            <a:r>
              <a:rPr dirty="0" spc="-260"/>
              <a:t> </a:t>
            </a:r>
            <a:r>
              <a:rPr dirty="0" spc="-290"/>
              <a:t>Skilled</a:t>
            </a:r>
            <a:r>
              <a:rPr dirty="0" spc="-260"/>
              <a:t> </a:t>
            </a:r>
            <a:r>
              <a:rPr dirty="0" spc="-325"/>
              <a:t>Personnel</a:t>
            </a: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5399" y="2406014"/>
            <a:ext cx="123825" cy="12382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5399" y="2882264"/>
            <a:ext cx="123825" cy="12382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5399" y="3358514"/>
            <a:ext cx="123825" cy="12382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5399" y="3834764"/>
            <a:ext cx="123825" cy="12382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5399" y="4311014"/>
            <a:ext cx="123825" cy="12382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5399" y="4787264"/>
            <a:ext cx="123825" cy="123824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5399" y="5263514"/>
            <a:ext cx="123825" cy="123824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5399" y="5739764"/>
            <a:ext cx="123825" cy="123824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1016000" y="1699875"/>
            <a:ext cx="14784069" cy="81216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94995" marR="5396865" indent="-582930">
              <a:lnSpc>
                <a:spcPct val="115700"/>
              </a:lnSpc>
              <a:spcBef>
                <a:spcPts val="100"/>
              </a:spcBef>
            </a:pPr>
            <a:r>
              <a:rPr dirty="0" sz="2700">
                <a:latin typeface="Comic Sans MS"/>
                <a:cs typeface="Comic Sans MS"/>
              </a:rPr>
              <a:t>Incident</a:t>
            </a:r>
            <a:r>
              <a:rPr dirty="0" sz="2700" spc="-90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response</a:t>
            </a:r>
            <a:r>
              <a:rPr dirty="0" sz="2700" spc="-90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often</a:t>
            </a:r>
            <a:r>
              <a:rPr dirty="0" sz="2700" spc="-90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requires</a:t>
            </a:r>
            <a:r>
              <a:rPr dirty="0" sz="2700" spc="-90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specialized</a:t>
            </a:r>
            <a:r>
              <a:rPr dirty="0" sz="2700" spc="-85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knowledge</a:t>
            </a:r>
            <a:r>
              <a:rPr dirty="0" sz="2700" spc="-90">
                <a:latin typeface="Comic Sans MS"/>
                <a:cs typeface="Comic Sans MS"/>
              </a:rPr>
              <a:t> </a:t>
            </a:r>
            <a:r>
              <a:rPr dirty="0" sz="2700" spc="-25">
                <a:latin typeface="Comic Sans MS"/>
                <a:cs typeface="Comic Sans MS"/>
              </a:rPr>
              <a:t>in: </a:t>
            </a:r>
            <a:r>
              <a:rPr dirty="0" sz="2700">
                <a:latin typeface="Comic Sans MS"/>
                <a:cs typeface="Comic Sans MS"/>
              </a:rPr>
              <a:t>Network</a:t>
            </a:r>
            <a:r>
              <a:rPr dirty="0" sz="2700" spc="-110">
                <a:latin typeface="Comic Sans MS"/>
                <a:cs typeface="Comic Sans MS"/>
              </a:rPr>
              <a:t> </a:t>
            </a:r>
            <a:r>
              <a:rPr dirty="0" sz="2700" spc="-10">
                <a:latin typeface="Comic Sans MS"/>
                <a:cs typeface="Comic Sans MS"/>
              </a:rPr>
              <a:t>security</a:t>
            </a:r>
            <a:endParaRPr sz="2700">
              <a:latin typeface="Comic Sans MS"/>
              <a:cs typeface="Comic Sans MS"/>
            </a:endParaRPr>
          </a:p>
          <a:p>
            <a:pPr marL="594995" marR="11511915">
              <a:lnSpc>
                <a:spcPct val="115700"/>
              </a:lnSpc>
            </a:pPr>
            <a:r>
              <a:rPr dirty="0" sz="2700">
                <a:latin typeface="Comic Sans MS"/>
                <a:cs typeface="Comic Sans MS"/>
              </a:rPr>
              <a:t>Malware</a:t>
            </a:r>
            <a:r>
              <a:rPr dirty="0" sz="2700" spc="-120">
                <a:latin typeface="Comic Sans MS"/>
                <a:cs typeface="Comic Sans MS"/>
              </a:rPr>
              <a:t> </a:t>
            </a:r>
            <a:r>
              <a:rPr dirty="0" sz="2700" spc="-10">
                <a:latin typeface="Comic Sans MS"/>
                <a:cs typeface="Comic Sans MS"/>
              </a:rPr>
              <a:t>analysis </a:t>
            </a:r>
            <a:r>
              <a:rPr dirty="0" sz="2700">
                <a:latin typeface="Comic Sans MS"/>
                <a:cs typeface="Comic Sans MS"/>
              </a:rPr>
              <a:t>Digital</a:t>
            </a:r>
            <a:r>
              <a:rPr dirty="0" sz="2700" spc="-110">
                <a:latin typeface="Comic Sans MS"/>
                <a:cs typeface="Comic Sans MS"/>
              </a:rPr>
              <a:t> </a:t>
            </a:r>
            <a:r>
              <a:rPr dirty="0" sz="2700" spc="-10">
                <a:latin typeface="Comic Sans MS"/>
                <a:cs typeface="Comic Sans MS"/>
              </a:rPr>
              <a:t>forensics </a:t>
            </a:r>
            <a:r>
              <a:rPr dirty="0" sz="2700">
                <a:latin typeface="Comic Sans MS"/>
                <a:cs typeface="Comic Sans MS"/>
              </a:rPr>
              <a:t>Cloud</a:t>
            </a:r>
            <a:r>
              <a:rPr dirty="0" sz="2700" spc="-60">
                <a:latin typeface="Comic Sans MS"/>
                <a:cs typeface="Comic Sans MS"/>
              </a:rPr>
              <a:t> </a:t>
            </a:r>
            <a:r>
              <a:rPr dirty="0" sz="2700" spc="-10">
                <a:latin typeface="Comic Sans MS"/>
                <a:cs typeface="Comic Sans MS"/>
              </a:rPr>
              <a:t>security </a:t>
            </a:r>
            <a:r>
              <a:rPr dirty="0" sz="2700">
                <a:latin typeface="Comic Sans MS"/>
                <a:cs typeface="Comic Sans MS"/>
              </a:rPr>
              <a:t>Threat</a:t>
            </a:r>
            <a:r>
              <a:rPr dirty="0" sz="2700" spc="-95">
                <a:latin typeface="Comic Sans MS"/>
                <a:cs typeface="Comic Sans MS"/>
              </a:rPr>
              <a:t> </a:t>
            </a:r>
            <a:r>
              <a:rPr dirty="0" sz="2700" spc="-10">
                <a:latin typeface="Comic Sans MS"/>
                <a:cs typeface="Comic Sans MS"/>
              </a:rPr>
              <a:t>hunting </a:t>
            </a:r>
            <a:r>
              <a:rPr dirty="0" sz="2700">
                <a:latin typeface="Comic Sans MS"/>
                <a:cs typeface="Comic Sans MS"/>
              </a:rPr>
              <a:t>Log</a:t>
            </a:r>
            <a:r>
              <a:rPr dirty="0" sz="2700" spc="-60">
                <a:latin typeface="Comic Sans MS"/>
                <a:cs typeface="Comic Sans MS"/>
              </a:rPr>
              <a:t> </a:t>
            </a:r>
            <a:r>
              <a:rPr dirty="0" sz="2700" spc="-10">
                <a:latin typeface="Comic Sans MS"/>
                <a:cs typeface="Comic Sans MS"/>
              </a:rPr>
              <a:t>analysis</a:t>
            </a:r>
            <a:endParaRPr sz="2700">
              <a:latin typeface="Comic Sans MS"/>
              <a:cs typeface="Comic Sans MS"/>
            </a:endParaRPr>
          </a:p>
          <a:p>
            <a:pPr marL="594995" marR="10579735">
              <a:lnSpc>
                <a:spcPct val="115700"/>
              </a:lnSpc>
              <a:spcBef>
                <a:spcPts val="5"/>
              </a:spcBef>
            </a:pPr>
            <a:r>
              <a:rPr dirty="0" sz="2700">
                <a:latin typeface="Comic Sans MS"/>
                <a:cs typeface="Comic Sans MS"/>
              </a:rPr>
              <a:t>System</a:t>
            </a:r>
            <a:r>
              <a:rPr dirty="0" sz="2700" spc="-85">
                <a:latin typeface="Comic Sans MS"/>
                <a:cs typeface="Comic Sans MS"/>
              </a:rPr>
              <a:t> </a:t>
            </a:r>
            <a:r>
              <a:rPr dirty="0" sz="2700" spc="-10">
                <a:latin typeface="Comic Sans MS"/>
                <a:cs typeface="Comic Sans MS"/>
              </a:rPr>
              <a:t>administration </a:t>
            </a:r>
            <a:r>
              <a:rPr dirty="0" sz="2700">
                <a:latin typeface="Comic Sans MS"/>
                <a:cs typeface="Comic Sans MS"/>
              </a:rPr>
              <a:t>Incident</a:t>
            </a:r>
            <a:r>
              <a:rPr dirty="0" sz="2700" spc="-95">
                <a:latin typeface="Comic Sans MS"/>
                <a:cs typeface="Comic Sans MS"/>
              </a:rPr>
              <a:t> </a:t>
            </a:r>
            <a:r>
              <a:rPr dirty="0" sz="2700" spc="-10">
                <a:latin typeface="Comic Sans MS"/>
                <a:cs typeface="Comic Sans MS"/>
              </a:rPr>
              <a:t>coordination</a:t>
            </a:r>
            <a:endParaRPr sz="2700">
              <a:latin typeface="Comic Sans MS"/>
              <a:cs typeface="Comic Sans MS"/>
            </a:endParaRPr>
          </a:p>
          <a:p>
            <a:pPr marL="12700" marR="5080">
              <a:lnSpc>
                <a:spcPct val="115700"/>
              </a:lnSpc>
            </a:pPr>
            <a:r>
              <a:rPr dirty="0" sz="2700">
                <a:latin typeface="Comic Sans MS"/>
                <a:cs typeface="Comic Sans MS"/>
              </a:rPr>
              <a:t>Organizations</a:t>
            </a:r>
            <a:r>
              <a:rPr dirty="0" sz="2700" spc="220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may</a:t>
            </a:r>
            <a:r>
              <a:rPr dirty="0" sz="2700" spc="225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not</a:t>
            </a:r>
            <a:r>
              <a:rPr dirty="0" sz="2700" spc="225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have</a:t>
            </a:r>
            <a:r>
              <a:rPr dirty="0" sz="2700" spc="225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enough</a:t>
            </a:r>
            <a:r>
              <a:rPr dirty="0" sz="2700" spc="225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experienced</a:t>
            </a:r>
            <a:r>
              <a:rPr dirty="0" sz="2700" spc="225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personnel</a:t>
            </a:r>
            <a:r>
              <a:rPr dirty="0" sz="2700" spc="225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available</a:t>
            </a:r>
            <a:r>
              <a:rPr dirty="0" sz="2700" spc="225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when</a:t>
            </a:r>
            <a:r>
              <a:rPr dirty="0" sz="2700" spc="225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a</a:t>
            </a:r>
            <a:r>
              <a:rPr dirty="0" sz="2700" spc="225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major</a:t>
            </a:r>
            <a:r>
              <a:rPr dirty="0" sz="2700" spc="225">
                <a:latin typeface="Comic Sans MS"/>
                <a:cs typeface="Comic Sans MS"/>
              </a:rPr>
              <a:t> </a:t>
            </a:r>
            <a:r>
              <a:rPr dirty="0" sz="2700" spc="-10">
                <a:latin typeface="Comic Sans MS"/>
                <a:cs typeface="Comic Sans MS"/>
              </a:rPr>
              <a:t>incident occurs.</a:t>
            </a:r>
            <a:endParaRPr sz="2700">
              <a:latin typeface="Comic Sans MS"/>
              <a:cs typeface="Comic Sans MS"/>
            </a:endParaRPr>
          </a:p>
          <a:p>
            <a:pPr marL="12700" marR="5080">
              <a:lnSpc>
                <a:spcPct val="109800"/>
              </a:lnSpc>
              <a:spcBef>
                <a:spcPts val="3270"/>
              </a:spcBef>
              <a:tabLst>
                <a:tab pos="2135505" algn="l"/>
                <a:tab pos="4198620" algn="l"/>
                <a:tab pos="5401310" algn="l"/>
                <a:tab pos="6893559" algn="l"/>
                <a:tab pos="8387080" algn="l"/>
                <a:tab pos="9881870" algn="l"/>
                <a:tab pos="10593070" algn="l"/>
                <a:tab pos="11308080" algn="l"/>
                <a:tab pos="13430885" algn="l"/>
                <a:tab pos="14138910" algn="l"/>
              </a:tabLst>
            </a:pPr>
            <a:r>
              <a:rPr dirty="0" sz="3300" spc="-345" b="1">
                <a:latin typeface="Comic Sans MS"/>
                <a:cs typeface="Comic Sans MS"/>
              </a:rPr>
              <a:t>Example:</a:t>
            </a:r>
            <a:r>
              <a:rPr dirty="0" sz="3300" spc="280" b="1">
                <a:latin typeface="Comic Sans MS"/>
                <a:cs typeface="Comic Sans MS"/>
              </a:rPr>
              <a:t> </a:t>
            </a:r>
            <a:r>
              <a:rPr dirty="0" sz="2700" spc="-50">
                <a:latin typeface="Comic Sans MS"/>
                <a:cs typeface="Comic Sans MS"/>
              </a:rPr>
              <a:t>A</a:t>
            </a:r>
            <a:r>
              <a:rPr dirty="0" sz="2700">
                <a:latin typeface="Comic Sans MS"/>
                <a:cs typeface="Comic Sans MS"/>
              </a:rPr>
              <a:t>	</a:t>
            </a:r>
            <a:r>
              <a:rPr dirty="0" sz="2700" spc="-10">
                <a:latin typeface="Comic Sans MS"/>
                <a:cs typeface="Comic Sans MS"/>
              </a:rPr>
              <a:t>ransomware</a:t>
            </a:r>
            <a:r>
              <a:rPr dirty="0" sz="2700">
                <a:latin typeface="Comic Sans MS"/>
                <a:cs typeface="Comic Sans MS"/>
              </a:rPr>
              <a:t>	</a:t>
            </a:r>
            <a:r>
              <a:rPr dirty="0" sz="2700" spc="-10">
                <a:latin typeface="Comic Sans MS"/>
                <a:cs typeface="Comic Sans MS"/>
              </a:rPr>
              <a:t>attack</a:t>
            </a:r>
            <a:r>
              <a:rPr dirty="0" sz="2700">
                <a:latin typeface="Comic Sans MS"/>
                <a:cs typeface="Comic Sans MS"/>
              </a:rPr>
              <a:t>	</a:t>
            </a:r>
            <a:r>
              <a:rPr dirty="0" sz="2700" spc="-10">
                <a:latin typeface="Comic Sans MS"/>
                <a:cs typeface="Comic Sans MS"/>
              </a:rPr>
              <a:t>requires</a:t>
            </a:r>
            <a:r>
              <a:rPr dirty="0" sz="2700">
                <a:latin typeface="Comic Sans MS"/>
                <a:cs typeface="Comic Sans MS"/>
              </a:rPr>
              <a:t>	</a:t>
            </a:r>
            <a:r>
              <a:rPr dirty="0" sz="2700" spc="-10">
                <a:latin typeface="Comic Sans MS"/>
                <a:cs typeface="Comic Sans MS"/>
              </a:rPr>
              <a:t>forensic</a:t>
            </a:r>
            <a:r>
              <a:rPr dirty="0" sz="2700">
                <a:latin typeface="Comic Sans MS"/>
                <a:cs typeface="Comic Sans MS"/>
              </a:rPr>
              <a:t>	</a:t>
            </a:r>
            <a:r>
              <a:rPr dirty="0" sz="2700" spc="-10">
                <a:latin typeface="Comic Sans MS"/>
                <a:cs typeface="Comic Sans MS"/>
              </a:rPr>
              <a:t>analysis,</a:t>
            </a:r>
            <a:r>
              <a:rPr dirty="0" sz="2700">
                <a:latin typeface="Comic Sans MS"/>
                <a:cs typeface="Comic Sans MS"/>
              </a:rPr>
              <a:t>	</a:t>
            </a:r>
            <a:r>
              <a:rPr dirty="0" sz="2700" spc="-25">
                <a:latin typeface="Comic Sans MS"/>
                <a:cs typeface="Comic Sans MS"/>
              </a:rPr>
              <a:t>but</a:t>
            </a:r>
            <a:r>
              <a:rPr dirty="0" sz="2700">
                <a:latin typeface="Comic Sans MS"/>
                <a:cs typeface="Comic Sans MS"/>
              </a:rPr>
              <a:t>	</a:t>
            </a:r>
            <a:r>
              <a:rPr dirty="0" sz="2700" spc="-25">
                <a:latin typeface="Comic Sans MS"/>
                <a:cs typeface="Comic Sans MS"/>
              </a:rPr>
              <a:t>the</a:t>
            </a:r>
            <a:r>
              <a:rPr dirty="0" sz="2700">
                <a:latin typeface="Comic Sans MS"/>
                <a:cs typeface="Comic Sans MS"/>
              </a:rPr>
              <a:t>	</a:t>
            </a:r>
            <a:r>
              <a:rPr dirty="0" sz="2700" spc="-10">
                <a:latin typeface="Comic Sans MS"/>
                <a:cs typeface="Comic Sans MS"/>
              </a:rPr>
              <a:t>organization</a:t>
            </a:r>
            <a:r>
              <a:rPr dirty="0" sz="2700">
                <a:latin typeface="Comic Sans MS"/>
                <a:cs typeface="Comic Sans MS"/>
              </a:rPr>
              <a:t>	</a:t>
            </a:r>
            <a:r>
              <a:rPr dirty="0" sz="2700" spc="-25">
                <a:latin typeface="Comic Sans MS"/>
                <a:cs typeface="Comic Sans MS"/>
              </a:rPr>
              <a:t>has</a:t>
            </a:r>
            <a:r>
              <a:rPr dirty="0" sz="2700">
                <a:latin typeface="Comic Sans MS"/>
                <a:cs typeface="Comic Sans MS"/>
              </a:rPr>
              <a:t>	</a:t>
            </a:r>
            <a:r>
              <a:rPr dirty="0" sz="2700" spc="-20">
                <a:latin typeface="Comic Sans MS"/>
                <a:cs typeface="Comic Sans MS"/>
              </a:rPr>
              <a:t>only </a:t>
            </a:r>
            <a:r>
              <a:rPr dirty="0" sz="2700">
                <a:latin typeface="Comic Sans MS"/>
                <a:cs typeface="Comic Sans MS"/>
              </a:rPr>
              <a:t>general</a:t>
            </a:r>
            <a:r>
              <a:rPr dirty="0" sz="2700" spc="-75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IT</a:t>
            </a:r>
            <a:r>
              <a:rPr dirty="0" sz="2700" spc="-70">
                <a:latin typeface="Comic Sans MS"/>
                <a:cs typeface="Comic Sans MS"/>
              </a:rPr>
              <a:t> </a:t>
            </a:r>
            <a:r>
              <a:rPr dirty="0" sz="2700" spc="-10">
                <a:latin typeface="Comic Sans MS"/>
                <a:cs typeface="Comic Sans MS"/>
              </a:rPr>
              <a:t>administrators</a:t>
            </a:r>
            <a:r>
              <a:rPr dirty="0" sz="2700" spc="-70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and</a:t>
            </a:r>
            <a:r>
              <a:rPr dirty="0" sz="2700" spc="-70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no</a:t>
            </a:r>
            <a:r>
              <a:rPr dirty="0" sz="2700" spc="-70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trained</a:t>
            </a:r>
            <a:r>
              <a:rPr dirty="0" sz="2700" spc="-70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digital</a:t>
            </a:r>
            <a:r>
              <a:rPr dirty="0" sz="2700" spc="-70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forensics</a:t>
            </a:r>
            <a:r>
              <a:rPr dirty="0" sz="2700" spc="-70">
                <a:latin typeface="Comic Sans MS"/>
                <a:cs typeface="Comic Sans MS"/>
              </a:rPr>
              <a:t> </a:t>
            </a:r>
            <a:r>
              <a:rPr dirty="0" sz="2700" spc="-10">
                <a:latin typeface="Comic Sans MS"/>
                <a:cs typeface="Comic Sans MS"/>
              </a:rPr>
              <a:t>specialist.</a:t>
            </a:r>
            <a:endParaRPr sz="2700">
              <a:latin typeface="Comic Sans MS"/>
              <a:cs typeface="Comic Sans MS"/>
            </a:endParaRPr>
          </a:p>
          <a:p>
            <a:pPr marL="12700" marR="5080">
              <a:lnSpc>
                <a:spcPct val="109800"/>
              </a:lnSpc>
              <a:spcBef>
                <a:spcPts val="3275"/>
              </a:spcBef>
            </a:pPr>
            <a:r>
              <a:rPr dirty="0" sz="3300" spc="-440" b="1">
                <a:latin typeface="Comic Sans MS"/>
                <a:cs typeface="Comic Sans MS"/>
              </a:rPr>
              <a:t>IRM</a:t>
            </a:r>
            <a:r>
              <a:rPr dirty="0" sz="3300" spc="65" b="1">
                <a:latin typeface="Comic Sans MS"/>
                <a:cs typeface="Comic Sans MS"/>
              </a:rPr>
              <a:t> </a:t>
            </a:r>
            <a:r>
              <a:rPr dirty="0" sz="3300" spc="-300" b="1">
                <a:latin typeface="Comic Sans MS"/>
                <a:cs typeface="Comic Sans MS"/>
              </a:rPr>
              <a:t>lesson: </a:t>
            </a:r>
            <a:r>
              <a:rPr dirty="0" sz="2700">
                <a:latin typeface="Comic Sans MS"/>
                <a:cs typeface="Comic Sans MS"/>
              </a:rPr>
              <a:t>Organizations</a:t>
            </a:r>
            <a:r>
              <a:rPr dirty="0" sz="2700" spc="125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should</a:t>
            </a:r>
            <a:r>
              <a:rPr dirty="0" sz="2700" spc="270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develop</a:t>
            </a:r>
            <a:r>
              <a:rPr dirty="0" sz="2700" spc="265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trained</a:t>
            </a:r>
            <a:r>
              <a:rPr dirty="0" sz="2700" spc="265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incident</a:t>
            </a:r>
            <a:r>
              <a:rPr dirty="0" sz="2700" spc="265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response</a:t>
            </a:r>
            <a:r>
              <a:rPr dirty="0" sz="2700" spc="265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teams,</a:t>
            </a:r>
            <a:r>
              <a:rPr dirty="0" sz="2700" spc="265">
                <a:latin typeface="Comic Sans MS"/>
                <a:cs typeface="Comic Sans MS"/>
              </a:rPr>
              <a:t> </a:t>
            </a:r>
            <a:r>
              <a:rPr dirty="0" sz="2700" spc="-20">
                <a:latin typeface="Comic Sans MS"/>
                <a:cs typeface="Comic Sans MS"/>
              </a:rPr>
              <a:t>cross-</a:t>
            </a:r>
            <a:r>
              <a:rPr dirty="0" sz="2700" spc="-10">
                <a:latin typeface="Comic Sans MS"/>
                <a:cs typeface="Comic Sans MS"/>
              </a:rPr>
              <a:t>training </a:t>
            </a:r>
            <a:r>
              <a:rPr dirty="0" sz="2700">
                <a:latin typeface="Comic Sans MS"/>
                <a:cs typeface="Comic Sans MS"/>
              </a:rPr>
              <a:t>programs,</a:t>
            </a:r>
            <a:r>
              <a:rPr dirty="0" sz="2700" spc="-90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and</a:t>
            </a:r>
            <a:r>
              <a:rPr dirty="0" sz="2700" spc="-90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external</a:t>
            </a:r>
            <a:r>
              <a:rPr dirty="0" sz="2700" spc="-90">
                <a:latin typeface="Comic Sans MS"/>
                <a:cs typeface="Comic Sans MS"/>
              </a:rPr>
              <a:t> </a:t>
            </a:r>
            <a:r>
              <a:rPr dirty="0" sz="2700">
                <a:latin typeface="Comic Sans MS"/>
                <a:cs typeface="Comic Sans MS"/>
              </a:rPr>
              <a:t>support</a:t>
            </a:r>
            <a:r>
              <a:rPr dirty="0" sz="2700" spc="-90">
                <a:latin typeface="Comic Sans MS"/>
                <a:cs typeface="Comic Sans MS"/>
              </a:rPr>
              <a:t> </a:t>
            </a:r>
            <a:r>
              <a:rPr dirty="0" sz="2700" spc="-10">
                <a:latin typeface="Comic Sans MS"/>
                <a:cs typeface="Comic Sans MS"/>
              </a:rPr>
              <a:t>arrangements.</a:t>
            </a:r>
            <a:endParaRPr sz="27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553249" y="0"/>
            <a:ext cx="2734945" cy="10287000"/>
            <a:chOff x="15553249" y="0"/>
            <a:chExt cx="2734945" cy="10287000"/>
          </a:xfrm>
        </p:grpSpPr>
        <p:sp>
          <p:nvSpPr>
            <p:cNvPr id="3" name="object 3"/>
            <p:cNvSpPr/>
            <p:nvPr/>
          </p:nvSpPr>
          <p:spPr>
            <a:xfrm>
              <a:off x="15553249" y="0"/>
              <a:ext cx="2734945" cy="10287000"/>
            </a:xfrm>
            <a:custGeom>
              <a:avLst/>
              <a:gdLst/>
              <a:ahLst/>
              <a:cxnLst/>
              <a:rect l="l" t="t" r="r" b="b"/>
              <a:pathLst>
                <a:path w="2734944" h="10287000">
                  <a:moveTo>
                    <a:pt x="727011" y="10287000"/>
                  </a:moveTo>
                  <a:lnTo>
                    <a:pt x="779927" y="8067176"/>
                  </a:lnTo>
                  <a:lnTo>
                    <a:pt x="455832" y="8264828"/>
                  </a:lnTo>
                  <a:lnTo>
                    <a:pt x="334756" y="8520630"/>
                  </a:lnTo>
                  <a:lnTo>
                    <a:pt x="293648" y="8874393"/>
                  </a:lnTo>
                  <a:lnTo>
                    <a:pt x="0" y="9289203"/>
                  </a:lnTo>
                  <a:lnTo>
                    <a:pt x="103447" y="9752295"/>
                  </a:lnTo>
                  <a:lnTo>
                    <a:pt x="384759" y="10009582"/>
                  </a:lnTo>
                  <a:lnTo>
                    <a:pt x="378146" y="10287000"/>
                  </a:lnTo>
                  <a:lnTo>
                    <a:pt x="727011" y="10287000"/>
                  </a:lnTo>
                  <a:close/>
                </a:path>
                <a:path w="2734944" h="10287000">
                  <a:moveTo>
                    <a:pt x="586809" y="1997404"/>
                  </a:moveTo>
                  <a:lnTo>
                    <a:pt x="614320" y="843315"/>
                  </a:lnTo>
                  <a:lnTo>
                    <a:pt x="336085" y="1580317"/>
                  </a:lnTo>
                  <a:lnTo>
                    <a:pt x="500606" y="1893043"/>
                  </a:lnTo>
                  <a:lnTo>
                    <a:pt x="586809" y="1997404"/>
                  </a:lnTo>
                  <a:close/>
                </a:path>
                <a:path w="2734944" h="10287000">
                  <a:moveTo>
                    <a:pt x="2734752" y="10287000"/>
                  </a:moveTo>
                  <a:lnTo>
                    <a:pt x="2734752" y="0"/>
                  </a:lnTo>
                  <a:lnTo>
                    <a:pt x="557905" y="0"/>
                  </a:lnTo>
                  <a:lnTo>
                    <a:pt x="485748" y="496316"/>
                  </a:lnTo>
                  <a:lnTo>
                    <a:pt x="614320" y="843315"/>
                  </a:lnTo>
                  <a:lnTo>
                    <a:pt x="586809" y="1997404"/>
                  </a:lnTo>
                  <a:lnTo>
                    <a:pt x="838014" y="2301524"/>
                  </a:lnTo>
                  <a:lnTo>
                    <a:pt x="816517" y="3203315"/>
                  </a:lnTo>
                  <a:lnTo>
                    <a:pt x="817621" y="3208532"/>
                  </a:lnTo>
                  <a:lnTo>
                    <a:pt x="783270" y="4649534"/>
                  </a:lnTo>
                  <a:lnTo>
                    <a:pt x="884949" y="4795181"/>
                  </a:lnTo>
                  <a:lnTo>
                    <a:pt x="834878" y="6895682"/>
                  </a:lnTo>
                  <a:lnTo>
                    <a:pt x="860277" y="6974153"/>
                  </a:lnTo>
                  <a:lnTo>
                    <a:pt x="781306" y="10287000"/>
                  </a:lnTo>
                  <a:lnTo>
                    <a:pt x="2734752" y="10287000"/>
                  </a:lnTo>
                  <a:close/>
                </a:path>
                <a:path w="2734944" h="10287000">
                  <a:moveTo>
                    <a:pt x="378146" y="10287000"/>
                  </a:moveTo>
                  <a:lnTo>
                    <a:pt x="384759" y="10009582"/>
                  </a:lnTo>
                  <a:lnTo>
                    <a:pt x="329200" y="10287000"/>
                  </a:lnTo>
                  <a:lnTo>
                    <a:pt x="378146" y="10287000"/>
                  </a:lnTo>
                  <a:close/>
                </a:path>
                <a:path w="2734944" h="10287000">
                  <a:moveTo>
                    <a:pt x="783270" y="4649534"/>
                  </a:moveTo>
                  <a:lnTo>
                    <a:pt x="817621" y="3208532"/>
                  </a:lnTo>
                  <a:lnTo>
                    <a:pt x="782587" y="3554825"/>
                  </a:lnTo>
                  <a:lnTo>
                    <a:pt x="693633" y="3926610"/>
                  </a:lnTo>
                  <a:lnTo>
                    <a:pt x="549494" y="4376921"/>
                  </a:lnTo>
                  <a:lnTo>
                    <a:pt x="783270" y="4649534"/>
                  </a:lnTo>
                  <a:close/>
                </a:path>
                <a:path w="2734944" h="10287000">
                  <a:moveTo>
                    <a:pt x="816517" y="3203315"/>
                  </a:moveTo>
                  <a:lnTo>
                    <a:pt x="838014" y="2301524"/>
                  </a:lnTo>
                  <a:lnTo>
                    <a:pt x="716051" y="2728534"/>
                  </a:lnTo>
                  <a:lnTo>
                    <a:pt x="816517" y="3203315"/>
                  </a:lnTo>
                  <a:close/>
                </a:path>
                <a:path w="2734944" h="10287000">
                  <a:moveTo>
                    <a:pt x="781306" y="10287000"/>
                  </a:moveTo>
                  <a:lnTo>
                    <a:pt x="860277" y="6974153"/>
                  </a:lnTo>
                  <a:lnTo>
                    <a:pt x="639810" y="7256328"/>
                  </a:lnTo>
                  <a:lnTo>
                    <a:pt x="766875" y="7532539"/>
                  </a:lnTo>
                  <a:lnTo>
                    <a:pt x="755982" y="7989517"/>
                  </a:lnTo>
                  <a:lnTo>
                    <a:pt x="779927" y="8067176"/>
                  </a:lnTo>
                  <a:lnTo>
                    <a:pt x="727011" y="10287000"/>
                  </a:lnTo>
                  <a:lnTo>
                    <a:pt x="781306" y="10287000"/>
                  </a:lnTo>
                  <a:close/>
                </a:path>
                <a:path w="2734944" h="10287000">
                  <a:moveTo>
                    <a:pt x="834878" y="6895682"/>
                  </a:moveTo>
                  <a:lnTo>
                    <a:pt x="859097" y="5879677"/>
                  </a:lnTo>
                  <a:lnTo>
                    <a:pt x="734991" y="6200754"/>
                  </a:lnTo>
                  <a:lnTo>
                    <a:pt x="686140" y="6436167"/>
                  </a:lnTo>
                  <a:lnTo>
                    <a:pt x="834878" y="6895682"/>
                  </a:lnTo>
                  <a:close/>
                </a:path>
                <a:path w="2734944" h="10287000">
                  <a:moveTo>
                    <a:pt x="755982" y="7989517"/>
                  </a:moveTo>
                  <a:lnTo>
                    <a:pt x="766875" y="7532539"/>
                  </a:lnTo>
                  <a:lnTo>
                    <a:pt x="680726" y="7745444"/>
                  </a:lnTo>
                  <a:lnTo>
                    <a:pt x="755982" y="7989517"/>
                  </a:lnTo>
                  <a:close/>
                </a:path>
                <a:path w="2734944" h="10287000">
                  <a:moveTo>
                    <a:pt x="859097" y="5879677"/>
                  </a:moveTo>
                  <a:lnTo>
                    <a:pt x="884949" y="4795181"/>
                  </a:lnTo>
                  <a:lnTo>
                    <a:pt x="796082" y="5183920"/>
                  </a:lnTo>
                  <a:lnTo>
                    <a:pt x="808203" y="5541163"/>
                  </a:lnTo>
                  <a:lnTo>
                    <a:pt x="859097" y="58796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5705595" y="0"/>
              <a:ext cx="2582545" cy="10287000"/>
            </a:xfrm>
            <a:custGeom>
              <a:avLst/>
              <a:gdLst/>
              <a:ahLst/>
              <a:cxnLst/>
              <a:rect l="l" t="t" r="r" b="b"/>
              <a:pathLst>
                <a:path w="2582544" h="10287000">
                  <a:moveTo>
                    <a:pt x="324672" y="9633137"/>
                  </a:moveTo>
                  <a:lnTo>
                    <a:pt x="348813" y="8620406"/>
                  </a:lnTo>
                  <a:lnTo>
                    <a:pt x="15010" y="8947047"/>
                  </a:lnTo>
                  <a:lnTo>
                    <a:pt x="0" y="9288167"/>
                  </a:lnTo>
                  <a:lnTo>
                    <a:pt x="324672" y="9633137"/>
                  </a:lnTo>
                  <a:close/>
                </a:path>
                <a:path w="2582544" h="10287000">
                  <a:moveTo>
                    <a:pt x="641724" y="1743619"/>
                  </a:moveTo>
                  <a:lnTo>
                    <a:pt x="669240" y="589323"/>
                  </a:lnTo>
                  <a:lnTo>
                    <a:pt x="391239" y="1326822"/>
                  </a:lnTo>
                  <a:lnTo>
                    <a:pt x="555760" y="1639548"/>
                  </a:lnTo>
                  <a:lnTo>
                    <a:pt x="641724" y="1743619"/>
                  </a:lnTo>
                  <a:close/>
                </a:path>
                <a:path w="2582544" h="10287000">
                  <a:moveTo>
                    <a:pt x="2582406" y="10287000"/>
                  </a:moveTo>
                  <a:lnTo>
                    <a:pt x="2582406" y="0"/>
                  </a:lnTo>
                  <a:lnTo>
                    <a:pt x="440705" y="0"/>
                  </a:lnTo>
                  <a:lnTo>
                    <a:pt x="540914" y="242330"/>
                  </a:lnTo>
                  <a:lnTo>
                    <a:pt x="669240" y="589323"/>
                  </a:lnTo>
                  <a:lnTo>
                    <a:pt x="641724" y="1743619"/>
                  </a:lnTo>
                  <a:lnTo>
                    <a:pt x="893168" y="2048028"/>
                  </a:lnTo>
                  <a:lnTo>
                    <a:pt x="871652" y="2950608"/>
                  </a:lnTo>
                  <a:lnTo>
                    <a:pt x="872757" y="2955773"/>
                  </a:lnTo>
                  <a:lnTo>
                    <a:pt x="838407" y="4396774"/>
                  </a:lnTo>
                  <a:lnTo>
                    <a:pt x="1046695" y="4615225"/>
                  </a:lnTo>
                  <a:lnTo>
                    <a:pt x="911491" y="10287000"/>
                  </a:lnTo>
                  <a:lnTo>
                    <a:pt x="2582406" y="10287000"/>
                  </a:lnTo>
                  <a:close/>
                </a:path>
                <a:path w="2582544" h="10287000">
                  <a:moveTo>
                    <a:pt x="776859" y="10287000"/>
                  </a:moveTo>
                  <a:lnTo>
                    <a:pt x="835823" y="7813453"/>
                  </a:lnTo>
                  <a:lnTo>
                    <a:pt x="513486" y="7885856"/>
                  </a:lnTo>
                  <a:lnTo>
                    <a:pt x="291209" y="8254217"/>
                  </a:lnTo>
                  <a:lnTo>
                    <a:pt x="348813" y="8620406"/>
                  </a:lnTo>
                  <a:lnTo>
                    <a:pt x="324672" y="9633137"/>
                  </a:lnTo>
                  <a:lnTo>
                    <a:pt x="439925" y="9755595"/>
                  </a:lnTo>
                  <a:lnTo>
                    <a:pt x="427257" y="10287000"/>
                  </a:lnTo>
                  <a:lnTo>
                    <a:pt x="776859" y="10287000"/>
                  </a:lnTo>
                  <a:close/>
                </a:path>
                <a:path w="2582544" h="10287000">
                  <a:moveTo>
                    <a:pt x="427257" y="10287000"/>
                  </a:moveTo>
                  <a:lnTo>
                    <a:pt x="439925" y="9755595"/>
                  </a:lnTo>
                  <a:lnTo>
                    <a:pt x="346168" y="10225779"/>
                  </a:lnTo>
                  <a:lnTo>
                    <a:pt x="292986" y="10287000"/>
                  </a:lnTo>
                  <a:lnTo>
                    <a:pt x="427257" y="10287000"/>
                  </a:lnTo>
                  <a:close/>
                </a:path>
                <a:path w="2582544" h="10287000">
                  <a:moveTo>
                    <a:pt x="838407" y="4396774"/>
                  </a:moveTo>
                  <a:lnTo>
                    <a:pt x="872757" y="2955773"/>
                  </a:lnTo>
                  <a:lnTo>
                    <a:pt x="837723" y="3302065"/>
                  </a:lnTo>
                  <a:lnTo>
                    <a:pt x="748775" y="3673605"/>
                  </a:lnTo>
                  <a:lnTo>
                    <a:pt x="604385" y="4124156"/>
                  </a:lnTo>
                  <a:lnTo>
                    <a:pt x="838407" y="4396774"/>
                  </a:lnTo>
                  <a:close/>
                </a:path>
                <a:path w="2582544" h="10287000">
                  <a:moveTo>
                    <a:pt x="889267" y="6643325"/>
                  </a:moveTo>
                  <a:lnTo>
                    <a:pt x="913526" y="5625673"/>
                  </a:lnTo>
                  <a:lnTo>
                    <a:pt x="641146" y="5859443"/>
                  </a:lnTo>
                  <a:lnTo>
                    <a:pt x="740072" y="6182396"/>
                  </a:lnTo>
                  <a:lnTo>
                    <a:pt x="889267" y="6643325"/>
                  </a:lnTo>
                  <a:close/>
                </a:path>
                <a:path w="2582544" h="10287000">
                  <a:moveTo>
                    <a:pt x="871652" y="2950608"/>
                  </a:moveTo>
                  <a:lnTo>
                    <a:pt x="893168" y="2048028"/>
                  </a:lnTo>
                  <a:lnTo>
                    <a:pt x="769965" y="2475500"/>
                  </a:lnTo>
                  <a:lnTo>
                    <a:pt x="871652" y="2950608"/>
                  </a:lnTo>
                  <a:close/>
                </a:path>
                <a:path w="2582544" h="10287000">
                  <a:moveTo>
                    <a:pt x="829189" y="10287000"/>
                  </a:moveTo>
                  <a:lnTo>
                    <a:pt x="914210" y="6720382"/>
                  </a:lnTo>
                  <a:lnTo>
                    <a:pt x="693987" y="7002564"/>
                  </a:lnTo>
                  <a:lnTo>
                    <a:pt x="820801" y="7279014"/>
                  </a:lnTo>
                  <a:lnTo>
                    <a:pt x="810061" y="7729557"/>
                  </a:lnTo>
                  <a:lnTo>
                    <a:pt x="835823" y="7813453"/>
                  </a:lnTo>
                  <a:lnTo>
                    <a:pt x="776859" y="10287000"/>
                  </a:lnTo>
                  <a:lnTo>
                    <a:pt x="829189" y="10287000"/>
                  </a:lnTo>
                  <a:close/>
                </a:path>
                <a:path w="2582544" h="10287000">
                  <a:moveTo>
                    <a:pt x="911491" y="10287000"/>
                  </a:moveTo>
                  <a:lnTo>
                    <a:pt x="1046695" y="4615225"/>
                  </a:lnTo>
                  <a:lnTo>
                    <a:pt x="852230" y="4929956"/>
                  </a:lnTo>
                  <a:lnTo>
                    <a:pt x="757882" y="5435256"/>
                  </a:lnTo>
                  <a:lnTo>
                    <a:pt x="913526" y="5625673"/>
                  </a:lnTo>
                  <a:lnTo>
                    <a:pt x="889267" y="6643325"/>
                  </a:lnTo>
                  <a:lnTo>
                    <a:pt x="914210" y="6720382"/>
                  </a:lnTo>
                  <a:lnTo>
                    <a:pt x="829189" y="10287000"/>
                  </a:lnTo>
                  <a:lnTo>
                    <a:pt x="911491" y="10287000"/>
                  </a:lnTo>
                  <a:close/>
                </a:path>
                <a:path w="2582544" h="10287000">
                  <a:moveTo>
                    <a:pt x="810061" y="7729557"/>
                  </a:moveTo>
                  <a:lnTo>
                    <a:pt x="820801" y="7279014"/>
                  </a:lnTo>
                  <a:lnTo>
                    <a:pt x="736651" y="7490493"/>
                  </a:lnTo>
                  <a:lnTo>
                    <a:pt x="810061" y="772955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6105825" y="0"/>
              <a:ext cx="2182495" cy="10287000"/>
            </a:xfrm>
            <a:custGeom>
              <a:avLst/>
              <a:gdLst/>
              <a:ahLst/>
              <a:cxnLst/>
              <a:rect l="l" t="t" r="r" b="b"/>
              <a:pathLst>
                <a:path w="2182494" h="10287000">
                  <a:moveTo>
                    <a:pt x="324672" y="9642677"/>
                  </a:moveTo>
                  <a:lnTo>
                    <a:pt x="348813" y="8629946"/>
                  </a:lnTo>
                  <a:lnTo>
                    <a:pt x="15010" y="8956588"/>
                  </a:lnTo>
                  <a:lnTo>
                    <a:pt x="0" y="9297708"/>
                  </a:lnTo>
                  <a:lnTo>
                    <a:pt x="324672" y="9642677"/>
                  </a:lnTo>
                  <a:close/>
                </a:path>
                <a:path w="2182494" h="10287000">
                  <a:moveTo>
                    <a:pt x="637861" y="1915198"/>
                  </a:moveTo>
                  <a:lnTo>
                    <a:pt x="669240" y="598864"/>
                  </a:lnTo>
                  <a:lnTo>
                    <a:pt x="530573" y="945880"/>
                  </a:lnTo>
                  <a:lnTo>
                    <a:pt x="435265" y="1196476"/>
                  </a:lnTo>
                  <a:lnTo>
                    <a:pt x="391993" y="1335644"/>
                  </a:lnTo>
                  <a:lnTo>
                    <a:pt x="399696" y="1428313"/>
                  </a:lnTo>
                  <a:lnTo>
                    <a:pt x="440978" y="1774836"/>
                  </a:lnTo>
                  <a:lnTo>
                    <a:pt x="637861" y="1915198"/>
                  </a:lnTo>
                  <a:close/>
                </a:path>
                <a:path w="2182494" h="10287000">
                  <a:moveTo>
                    <a:pt x="2182176" y="10287000"/>
                  </a:moveTo>
                  <a:lnTo>
                    <a:pt x="2182176" y="0"/>
                  </a:lnTo>
                  <a:lnTo>
                    <a:pt x="436956" y="0"/>
                  </a:lnTo>
                  <a:lnTo>
                    <a:pt x="540914" y="251871"/>
                  </a:lnTo>
                  <a:lnTo>
                    <a:pt x="669240" y="598864"/>
                  </a:lnTo>
                  <a:lnTo>
                    <a:pt x="637861" y="1915198"/>
                  </a:lnTo>
                  <a:lnTo>
                    <a:pt x="912289" y="2110843"/>
                  </a:lnTo>
                  <a:lnTo>
                    <a:pt x="872462" y="3781577"/>
                  </a:lnTo>
                  <a:lnTo>
                    <a:pt x="948670" y="3856914"/>
                  </a:lnTo>
                  <a:lnTo>
                    <a:pt x="1005259" y="3910114"/>
                  </a:lnTo>
                  <a:lnTo>
                    <a:pt x="983207" y="4835210"/>
                  </a:lnTo>
                  <a:lnTo>
                    <a:pt x="1008205" y="5012984"/>
                  </a:lnTo>
                  <a:lnTo>
                    <a:pt x="998723" y="5410755"/>
                  </a:lnTo>
                  <a:lnTo>
                    <a:pt x="1073597" y="5567786"/>
                  </a:lnTo>
                  <a:lnTo>
                    <a:pt x="961100" y="10287000"/>
                  </a:lnTo>
                  <a:lnTo>
                    <a:pt x="2182176" y="10287000"/>
                  </a:lnTo>
                  <a:close/>
                </a:path>
                <a:path w="2182494" h="10287000">
                  <a:moveTo>
                    <a:pt x="556220" y="10287000"/>
                  </a:moveTo>
                  <a:lnTo>
                    <a:pt x="617143" y="7731305"/>
                  </a:lnTo>
                  <a:lnTo>
                    <a:pt x="490641" y="8029232"/>
                  </a:lnTo>
                  <a:lnTo>
                    <a:pt x="331754" y="8211906"/>
                  </a:lnTo>
                  <a:lnTo>
                    <a:pt x="348813" y="8629946"/>
                  </a:lnTo>
                  <a:lnTo>
                    <a:pt x="324672" y="9642677"/>
                  </a:lnTo>
                  <a:lnTo>
                    <a:pt x="439925" y="9765135"/>
                  </a:lnTo>
                  <a:lnTo>
                    <a:pt x="427484" y="10287000"/>
                  </a:lnTo>
                  <a:lnTo>
                    <a:pt x="556220" y="10287000"/>
                  </a:lnTo>
                  <a:close/>
                </a:path>
                <a:path w="2182494" h="10287000">
                  <a:moveTo>
                    <a:pt x="427484" y="10287000"/>
                  </a:moveTo>
                  <a:lnTo>
                    <a:pt x="439925" y="9765135"/>
                  </a:lnTo>
                  <a:lnTo>
                    <a:pt x="345431" y="10235302"/>
                  </a:lnTo>
                  <a:lnTo>
                    <a:pt x="300522" y="10287000"/>
                  </a:lnTo>
                  <a:lnTo>
                    <a:pt x="427484" y="10287000"/>
                  </a:lnTo>
                  <a:close/>
                </a:path>
                <a:path w="2182494" h="10287000">
                  <a:moveTo>
                    <a:pt x="872462" y="3781577"/>
                  </a:moveTo>
                  <a:lnTo>
                    <a:pt x="912289" y="2110843"/>
                  </a:lnTo>
                  <a:lnTo>
                    <a:pt x="890007" y="2161026"/>
                  </a:lnTo>
                  <a:lnTo>
                    <a:pt x="841012" y="2275705"/>
                  </a:lnTo>
                  <a:lnTo>
                    <a:pt x="792086" y="2401072"/>
                  </a:lnTo>
                  <a:lnTo>
                    <a:pt x="770006" y="2483320"/>
                  </a:lnTo>
                  <a:lnTo>
                    <a:pt x="768398" y="2517139"/>
                  </a:lnTo>
                  <a:lnTo>
                    <a:pt x="764005" y="2565782"/>
                  </a:lnTo>
                  <a:lnTo>
                    <a:pt x="745193" y="2741357"/>
                  </a:lnTo>
                  <a:lnTo>
                    <a:pt x="740739" y="2789998"/>
                  </a:lnTo>
                  <a:lnTo>
                    <a:pt x="739041" y="2823814"/>
                  </a:lnTo>
                  <a:lnTo>
                    <a:pt x="714338" y="2894216"/>
                  </a:lnTo>
                  <a:lnTo>
                    <a:pt x="659879" y="2993526"/>
                  </a:lnTo>
                  <a:lnTo>
                    <a:pt x="605398" y="3082149"/>
                  </a:lnTo>
                  <a:lnTo>
                    <a:pt x="580631" y="3120489"/>
                  </a:lnTo>
                  <a:lnTo>
                    <a:pt x="615128" y="3386425"/>
                  </a:lnTo>
                  <a:lnTo>
                    <a:pt x="629220" y="3483516"/>
                  </a:lnTo>
                  <a:lnTo>
                    <a:pt x="694476" y="3590539"/>
                  </a:lnTo>
                  <a:lnTo>
                    <a:pt x="823018" y="3732697"/>
                  </a:lnTo>
                  <a:lnTo>
                    <a:pt x="872462" y="3781577"/>
                  </a:lnTo>
                  <a:close/>
                </a:path>
                <a:path w="2182494" h="10287000">
                  <a:moveTo>
                    <a:pt x="653264" y="10287000"/>
                  </a:moveTo>
                  <a:lnTo>
                    <a:pt x="741675" y="6578165"/>
                  </a:lnTo>
                  <a:lnTo>
                    <a:pt x="694952" y="7012864"/>
                  </a:lnTo>
                  <a:lnTo>
                    <a:pt x="584112" y="7292739"/>
                  </a:lnTo>
                  <a:lnTo>
                    <a:pt x="584739" y="7482901"/>
                  </a:lnTo>
                  <a:lnTo>
                    <a:pt x="617143" y="7731305"/>
                  </a:lnTo>
                  <a:lnTo>
                    <a:pt x="556220" y="10287000"/>
                  </a:lnTo>
                  <a:lnTo>
                    <a:pt x="650039" y="10287000"/>
                  </a:lnTo>
                  <a:lnTo>
                    <a:pt x="653264" y="10287000"/>
                  </a:lnTo>
                  <a:close/>
                </a:path>
                <a:path w="2182494" h="10287000">
                  <a:moveTo>
                    <a:pt x="961100" y="10287000"/>
                  </a:moveTo>
                  <a:lnTo>
                    <a:pt x="1073597" y="5567786"/>
                  </a:lnTo>
                  <a:lnTo>
                    <a:pt x="708278" y="6082840"/>
                  </a:lnTo>
                  <a:lnTo>
                    <a:pt x="741675" y="6578165"/>
                  </a:lnTo>
                  <a:lnTo>
                    <a:pt x="653264" y="10287000"/>
                  </a:lnTo>
                  <a:lnTo>
                    <a:pt x="961100" y="10287000"/>
                  </a:lnTo>
                  <a:close/>
                </a:path>
                <a:path w="2182494" h="10287000">
                  <a:moveTo>
                    <a:pt x="983207" y="4835210"/>
                  </a:moveTo>
                  <a:lnTo>
                    <a:pt x="1005259" y="3910114"/>
                  </a:lnTo>
                  <a:lnTo>
                    <a:pt x="863068" y="4340573"/>
                  </a:lnTo>
                  <a:lnTo>
                    <a:pt x="959679" y="4667894"/>
                  </a:lnTo>
                  <a:lnTo>
                    <a:pt x="983207" y="4835210"/>
                  </a:lnTo>
                  <a:close/>
                </a:path>
                <a:path w="2182494" h="10287000">
                  <a:moveTo>
                    <a:pt x="998723" y="5410755"/>
                  </a:moveTo>
                  <a:lnTo>
                    <a:pt x="1008205" y="5012984"/>
                  </a:lnTo>
                  <a:lnTo>
                    <a:pt x="897175" y="5197782"/>
                  </a:lnTo>
                  <a:lnTo>
                    <a:pt x="998723" y="5410755"/>
                  </a:lnTo>
                  <a:close/>
                </a:path>
              </a:pathLst>
            </a:custGeom>
            <a:solidFill>
              <a:srgbClr val="FFD04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016000" y="679660"/>
            <a:ext cx="4512945" cy="511809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3200" spc="-320"/>
              <a:t>6.</a:t>
            </a:r>
            <a:r>
              <a:rPr dirty="0" sz="3200" spc="-254"/>
              <a:t> </a:t>
            </a:r>
            <a:r>
              <a:rPr dirty="0" sz="3200" spc="-365"/>
              <a:t>Heavy</a:t>
            </a:r>
            <a:r>
              <a:rPr dirty="0" sz="3200" spc="-254"/>
              <a:t> </a:t>
            </a:r>
            <a:r>
              <a:rPr dirty="0" sz="3200" spc="-350"/>
              <a:t>Manual</a:t>
            </a:r>
            <a:r>
              <a:rPr dirty="0" sz="3200" spc="-250"/>
              <a:t> </a:t>
            </a:r>
            <a:r>
              <a:rPr dirty="0" sz="3200" spc="-360"/>
              <a:t>Workloads</a:t>
            </a:r>
            <a:endParaRPr sz="3200"/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5399" y="2754949"/>
            <a:ext cx="114300" cy="11429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5399" y="3212149"/>
            <a:ext cx="114300" cy="11429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5399" y="3669349"/>
            <a:ext cx="114300" cy="11429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5399" y="4126549"/>
            <a:ext cx="114300" cy="11429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5399" y="4583749"/>
            <a:ext cx="114300" cy="11429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5399" y="5040949"/>
            <a:ext cx="114300" cy="114299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5399" y="6869749"/>
            <a:ext cx="114300" cy="114299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5399" y="7784149"/>
            <a:ext cx="114300" cy="114299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1016000" y="1608126"/>
            <a:ext cx="14428469" cy="779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4641850">
              <a:lnSpc>
                <a:spcPct val="115399"/>
              </a:lnSpc>
              <a:spcBef>
                <a:spcPts val="100"/>
              </a:spcBef>
            </a:pPr>
            <a:r>
              <a:rPr dirty="0" sz="2600">
                <a:latin typeface="Comic Sans MS"/>
                <a:cs typeface="Comic Sans MS"/>
              </a:rPr>
              <a:t>Manual</a:t>
            </a:r>
            <a:r>
              <a:rPr dirty="0" sz="2600" spc="-7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processes</a:t>
            </a:r>
            <a:r>
              <a:rPr dirty="0" sz="2600" spc="-7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can</a:t>
            </a:r>
            <a:r>
              <a:rPr dirty="0" sz="2600" spc="-7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significantly</a:t>
            </a:r>
            <a:r>
              <a:rPr dirty="0" sz="2600" spc="-6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slow</a:t>
            </a:r>
            <a:r>
              <a:rPr dirty="0" sz="2600" spc="-6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down</a:t>
            </a:r>
            <a:r>
              <a:rPr dirty="0" sz="2600" spc="-7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incident</a:t>
            </a:r>
            <a:r>
              <a:rPr dirty="0" sz="2600" spc="-70">
                <a:latin typeface="Comic Sans MS"/>
                <a:cs typeface="Comic Sans MS"/>
              </a:rPr>
              <a:t> </a:t>
            </a:r>
            <a:r>
              <a:rPr dirty="0" sz="2600" spc="-10">
                <a:latin typeface="Comic Sans MS"/>
                <a:cs typeface="Comic Sans MS"/>
              </a:rPr>
              <a:t>response. </a:t>
            </a:r>
            <a:r>
              <a:rPr dirty="0" sz="2600">
                <a:latin typeface="Comic Sans MS"/>
                <a:cs typeface="Comic Sans MS"/>
              </a:rPr>
              <a:t>Examples</a:t>
            </a:r>
            <a:r>
              <a:rPr dirty="0" sz="2600" spc="-110">
                <a:latin typeface="Comic Sans MS"/>
                <a:cs typeface="Comic Sans MS"/>
              </a:rPr>
              <a:t> </a:t>
            </a:r>
            <a:r>
              <a:rPr dirty="0" sz="2600" spc="-10">
                <a:latin typeface="Comic Sans MS"/>
                <a:cs typeface="Comic Sans MS"/>
              </a:rPr>
              <a:t>include:</a:t>
            </a:r>
            <a:endParaRPr sz="2600">
              <a:latin typeface="Comic Sans MS"/>
              <a:cs typeface="Comic Sans MS"/>
            </a:endParaRPr>
          </a:p>
          <a:p>
            <a:pPr marL="573405" marR="9520555">
              <a:lnSpc>
                <a:spcPct val="115399"/>
              </a:lnSpc>
            </a:pPr>
            <a:r>
              <a:rPr dirty="0" sz="2600">
                <a:latin typeface="Comic Sans MS"/>
                <a:cs typeface="Comic Sans MS"/>
              </a:rPr>
              <a:t>Manually</a:t>
            </a:r>
            <a:r>
              <a:rPr dirty="0" sz="2600" spc="-9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checking</a:t>
            </a:r>
            <a:r>
              <a:rPr dirty="0" sz="2600" spc="-90">
                <a:latin typeface="Comic Sans MS"/>
                <a:cs typeface="Comic Sans MS"/>
              </a:rPr>
              <a:t> </a:t>
            </a:r>
            <a:r>
              <a:rPr dirty="0" sz="2600" spc="-20">
                <a:latin typeface="Comic Sans MS"/>
                <a:cs typeface="Comic Sans MS"/>
              </a:rPr>
              <a:t>logs </a:t>
            </a:r>
            <a:r>
              <a:rPr dirty="0" sz="2600">
                <a:latin typeface="Comic Sans MS"/>
                <a:cs typeface="Comic Sans MS"/>
              </a:rPr>
              <a:t>Manually</a:t>
            </a:r>
            <a:r>
              <a:rPr dirty="0" sz="2600" spc="-8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isolating</a:t>
            </a:r>
            <a:r>
              <a:rPr dirty="0" sz="2600" spc="-80">
                <a:latin typeface="Comic Sans MS"/>
                <a:cs typeface="Comic Sans MS"/>
              </a:rPr>
              <a:t> </a:t>
            </a:r>
            <a:r>
              <a:rPr dirty="0" sz="2600" spc="-10">
                <a:latin typeface="Comic Sans MS"/>
                <a:cs typeface="Comic Sans MS"/>
              </a:rPr>
              <a:t>systems </a:t>
            </a:r>
            <a:r>
              <a:rPr dirty="0" sz="2600">
                <a:latin typeface="Comic Sans MS"/>
                <a:cs typeface="Comic Sans MS"/>
              </a:rPr>
              <a:t>Manually</a:t>
            </a:r>
            <a:r>
              <a:rPr dirty="0" sz="2600" spc="-10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collecting</a:t>
            </a:r>
            <a:r>
              <a:rPr dirty="0" sz="2600" spc="-105">
                <a:latin typeface="Comic Sans MS"/>
                <a:cs typeface="Comic Sans MS"/>
              </a:rPr>
              <a:t> </a:t>
            </a:r>
            <a:r>
              <a:rPr dirty="0" sz="2600" spc="-10">
                <a:latin typeface="Comic Sans MS"/>
                <a:cs typeface="Comic Sans MS"/>
              </a:rPr>
              <a:t>evidence</a:t>
            </a:r>
            <a:endParaRPr sz="2600">
              <a:latin typeface="Comic Sans MS"/>
              <a:cs typeface="Comic Sans MS"/>
            </a:endParaRPr>
          </a:p>
          <a:p>
            <a:pPr marL="573405" marR="8555355">
              <a:lnSpc>
                <a:spcPct val="115399"/>
              </a:lnSpc>
            </a:pPr>
            <a:r>
              <a:rPr dirty="0" sz="2600">
                <a:latin typeface="Comic Sans MS"/>
                <a:cs typeface="Comic Sans MS"/>
              </a:rPr>
              <a:t>Manually</a:t>
            </a:r>
            <a:r>
              <a:rPr dirty="0" sz="2600" spc="-9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creating</a:t>
            </a:r>
            <a:r>
              <a:rPr dirty="0" sz="2600" spc="-9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incident</a:t>
            </a:r>
            <a:r>
              <a:rPr dirty="0" sz="2600" spc="-90">
                <a:latin typeface="Comic Sans MS"/>
                <a:cs typeface="Comic Sans MS"/>
              </a:rPr>
              <a:t> </a:t>
            </a:r>
            <a:r>
              <a:rPr dirty="0" sz="2600" spc="-10">
                <a:latin typeface="Comic Sans MS"/>
                <a:cs typeface="Comic Sans MS"/>
              </a:rPr>
              <a:t>reports </a:t>
            </a:r>
            <a:r>
              <a:rPr dirty="0" sz="2600">
                <a:latin typeface="Comic Sans MS"/>
                <a:cs typeface="Comic Sans MS"/>
              </a:rPr>
              <a:t>Manually</a:t>
            </a:r>
            <a:r>
              <a:rPr dirty="0" sz="2600" spc="-9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notifying</a:t>
            </a:r>
            <a:r>
              <a:rPr dirty="0" sz="2600" spc="-85">
                <a:latin typeface="Comic Sans MS"/>
                <a:cs typeface="Comic Sans MS"/>
              </a:rPr>
              <a:t> </a:t>
            </a:r>
            <a:r>
              <a:rPr dirty="0" sz="2600" spc="-10">
                <a:latin typeface="Comic Sans MS"/>
                <a:cs typeface="Comic Sans MS"/>
              </a:rPr>
              <a:t>stakeholders </a:t>
            </a:r>
            <a:r>
              <a:rPr dirty="0" sz="2600">
                <a:latin typeface="Comic Sans MS"/>
                <a:cs typeface="Comic Sans MS"/>
              </a:rPr>
              <a:t>Manually</a:t>
            </a:r>
            <a:r>
              <a:rPr dirty="0" sz="2600" spc="-11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correlating</a:t>
            </a:r>
            <a:r>
              <a:rPr dirty="0" sz="2600" spc="-110">
                <a:latin typeface="Comic Sans MS"/>
                <a:cs typeface="Comic Sans MS"/>
              </a:rPr>
              <a:t> </a:t>
            </a:r>
            <a:r>
              <a:rPr dirty="0" sz="2600" spc="-10">
                <a:latin typeface="Comic Sans MS"/>
                <a:cs typeface="Comic Sans MS"/>
              </a:rPr>
              <a:t>alerts</a:t>
            </a:r>
            <a:endParaRPr sz="26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dirty="0" sz="2600">
                <a:latin typeface="Comic Sans MS"/>
                <a:cs typeface="Comic Sans MS"/>
              </a:rPr>
              <a:t>This</a:t>
            </a:r>
            <a:r>
              <a:rPr dirty="0" sz="2600" spc="-5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increases</a:t>
            </a:r>
            <a:r>
              <a:rPr dirty="0" sz="2600" spc="-5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the</a:t>
            </a:r>
            <a:r>
              <a:rPr dirty="0" sz="2600" spc="-5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possibility</a:t>
            </a:r>
            <a:r>
              <a:rPr dirty="0" sz="2600" spc="-5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of</a:t>
            </a:r>
            <a:r>
              <a:rPr dirty="0" sz="2600" spc="-5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human</a:t>
            </a:r>
            <a:r>
              <a:rPr dirty="0" sz="2600" spc="-5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error</a:t>
            </a:r>
            <a:r>
              <a:rPr dirty="0" sz="2600" spc="-5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and</a:t>
            </a:r>
            <a:r>
              <a:rPr dirty="0" sz="2600" spc="-5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delays</a:t>
            </a:r>
            <a:r>
              <a:rPr dirty="0" sz="2600" spc="-50">
                <a:latin typeface="Comic Sans MS"/>
                <a:cs typeface="Comic Sans MS"/>
              </a:rPr>
              <a:t> </a:t>
            </a:r>
            <a:r>
              <a:rPr dirty="0" sz="2600" spc="-10">
                <a:latin typeface="Comic Sans MS"/>
                <a:cs typeface="Comic Sans MS"/>
              </a:rPr>
              <a:t>containment.</a:t>
            </a:r>
            <a:endParaRPr sz="26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3479"/>
              </a:spcBef>
            </a:pPr>
            <a:r>
              <a:rPr dirty="0" sz="3200" spc="-350" b="1">
                <a:latin typeface="Comic Sans MS"/>
                <a:cs typeface="Comic Sans MS"/>
              </a:rPr>
              <a:t>Example:</a:t>
            </a:r>
            <a:endParaRPr sz="3200">
              <a:latin typeface="Comic Sans MS"/>
              <a:cs typeface="Comic Sans MS"/>
            </a:endParaRPr>
          </a:p>
          <a:p>
            <a:pPr marL="573405" marR="5080">
              <a:lnSpc>
                <a:spcPts val="3600"/>
              </a:lnSpc>
              <a:spcBef>
                <a:spcPts val="80"/>
              </a:spcBef>
              <a:tabLst>
                <a:tab pos="1830705" algn="l"/>
                <a:tab pos="3302000" algn="l"/>
                <a:tab pos="4321810" algn="l"/>
                <a:tab pos="4844415" algn="l"/>
                <a:tab pos="6198235" algn="l"/>
                <a:tab pos="7440930" algn="l"/>
                <a:tab pos="7963534" algn="l"/>
                <a:tab pos="8976360" algn="l"/>
                <a:tab pos="10553700" algn="l"/>
                <a:tab pos="11098530" algn="l"/>
                <a:tab pos="11621135" algn="l"/>
                <a:tab pos="13169265" algn="l"/>
              </a:tabLst>
            </a:pPr>
            <a:r>
              <a:rPr dirty="0" sz="2600" spc="-10">
                <a:latin typeface="Comic Sans MS"/>
                <a:cs typeface="Comic Sans MS"/>
              </a:rPr>
              <a:t>Manual</a:t>
            </a:r>
            <a:r>
              <a:rPr dirty="0" sz="2600">
                <a:latin typeface="Comic Sans MS"/>
                <a:cs typeface="Comic Sans MS"/>
              </a:rPr>
              <a:t>	</a:t>
            </a:r>
            <a:r>
              <a:rPr dirty="0" sz="2600" spc="-10">
                <a:latin typeface="Comic Sans MS"/>
                <a:cs typeface="Comic Sans MS"/>
              </a:rPr>
              <a:t>process:</a:t>
            </a:r>
            <a:r>
              <a:rPr dirty="0" sz="2600">
                <a:latin typeface="Comic Sans MS"/>
                <a:cs typeface="Comic Sans MS"/>
              </a:rPr>
              <a:t>	</a:t>
            </a:r>
            <a:r>
              <a:rPr dirty="0" sz="2600" spc="-10">
                <a:latin typeface="Comic Sans MS"/>
                <a:cs typeface="Comic Sans MS"/>
              </a:rPr>
              <a:t>Alert</a:t>
            </a:r>
            <a:r>
              <a:rPr dirty="0" sz="2600">
                <a:latin typeface="Comic Sans MS"/>
                <a:cs typeface="Comic Sans MS"/>
              </a:rPr>
              <a:t>	</a:t>
            </a:r>
            <a:r>
              <a:rPr dirty="0" sz="1200" spc="1340">
                <a:latin typeface="Arial"/>
                <a:cs typeface="Arial"/>
              </a:rPr>
              <a:t>→</a:t>
            </a:r>
            <a:r>
              <a:rPr dirty="0" sz="1200">
                <a:latin typeface="Arial"/>
                <a:cs typeface="Arial"/>
              </a:rPr>
              <a:t>	</a:t>
            </a:r>
            <a:r>
              <a:rPr dirty="0" sz="2600" spc="-10">
                <a:latin typeface="Comic Sans MS"/>
                <a:cs typeface="Comic Sans MS"/>
              </a:rPr>
              <a:t>Analyst</a:t>
            </a:r>
            <a:r>
              <a:rPr dirty="0" sz="2600">
                <a:latin typeface="Comic Sans MS"/>
                <a:cs typeface="Comic Sans MS"/>
              </a:rPr>
              <a:t>	</a:t>
            </a:r>
            <a:r>
              <a:rPr dirty="0" sz="2600" spc="-10">
                <a:latin typeface="Comic Sans MS"/>
                <a:cs typeface="Comic Sans MS"/>
              </a:rPr>
              <a:t>checks</a:t>
            </a:r>
            <a:r>
              <a:rPr dirty="0" sz="2600">
                <a:latin typeface="Comic Sans MS"/>
                <a:cs typeface="Comic Sans MS"/>
              </a:rPr>
              <a:t>	</a:t>
            </a:r>
            <a:r>
              <a:rPr dirty="0" sz="1200" spc="1340">
                <a:latin typeface="Arial"/>
                <a:cs typeface="Arial"/>
              </a:rPr>
              <a:t>→</a:t>
            </a:r>
            <a:r>
              <a:rPr dirty="0" sz="1200">
                <a:latin typeface="Arial"/>
                <a:cs typeface="Arial"/>
              </a:rPr>
              <a:t>	</a:t>
            </a:r>
            <a:r>
              <a:rPr dirty="0" sz="2600" spc="-10">
                <a:latin typeface="Comic Sans MS"/>
                <a:cs typeface="Comic Sans MS"/>
              </a:rPr>
              <a:t>Finds</a:t>
            </a:r>
            <a:r>
              <a:rPr dirty="0" sz="2600">
                <a:latin typeface="Comic Sans MS"/>
                <a:cs typeface="Comic Sans MS"/>
              </a:rPr>
              <a:t>	</a:t>
            </a:r>
            <a:r>
              <a:rPr dirty="0" sz="2600" spc="-10">
                <a:latin typeface="Comic Sans MS"/>
                <a:cs typeface="Comic Sans MS"/>
              </a:rPr>
              <a:t>affected</a:t>
            </a:r>
            <a:r>
              <a:rPr dirty="0" sz="2600">
                <a:latin typeface="Comic Sans MS"/>
                <a:cs typeface="Comic Sans MS"/>
              </a:rPr>
              <a:t>	</a:t>
            </a:r>
            <a:r>
              <a:rPr dirty="0" sz="2600" spc="-25">
                <a:latin typeface="Comic Sans MS"/>
                <a:cs typeface="Comic Sans MS"/>
              </a:rPr>
              <a:t>IP</a:t>
            </a:r>
            <a:r>
              <a:rPr dirty="0" sz="2600">
                <a:latin typeface="Comic Sans MS"/>
                <a:cs typeface="Comic Sans MS"/>
              </a:rPr>
              <a:t>	</a:t>
            </a:r>
            <a:r>
              <a:rPr dirty="0" sz="1200" spc="1340">
                <a:latin typeface="Arial"/>
                <a:cs typeface="Arial"/>
              </a:rPr>
              <a:t>→</a:t>
            </a:r>
            <a:r>
              <a:rPr dirty="0" sz="1200">
                <a:latin typeface="Arial"/>
                <a:cs typeface="Arial"/>
              </a:rPr>
              <a:t>	</a:t>
            </a:r>
            <a:r>
              <a:rPr dirty="0" sz="2600" spc="-10">
                <a:latin typeface="Comic Sans MS"/>
                <a:cs typeface="Comic Sans MS"/>
              </a:rPr>
              <a:t>Contacts</a:t>
            </a:r>
            <a:r>
              <a:rPr dirty="0" sz="2600">
                <a:latin typeface="Comic Sans MS"/>
                <a:cs typeface="Comic Sans MS"/>
              </a:rPr>
              <a:t>	</a:t>
            </a:r>
            <a:r>
              <a:rPr dirty="0" sz="2600" spc="-10">
                <a:latin typeface="Comic Sans MS"/>
                <a:cs typeface="Comic Sans MS"/>
              </a:rPr>
              <a:t>network </a:t>
            </a:r>
            <a:r>
              <a:rPr dirty="0" sz="2600" spc="265">
                <a:latin typeface="Comic Sans MS"/>
                <a:cs typeface="Comic Sans MS"/>
              </a:rPr>
              <a:t>team</a:t>
            </a:r>
            <a:r>
              <a:rPr dirty="0" sz="1200" spc="265">
                <a:latin typeface="Arial"/>
                <a:cs typeface="Arial"/>
              </a:rPr>
              <a:t>→</a:t>
            </a:r>
            <a:r>
              <a:rPr dirty="0" sz="1200" spc="390">
                <a:latin typeface="Arial"/>
                <a:cs typeface="Arial"/>
              </a:rPr>
              <a:t> </a:t>
            </a:r>
            <a:r>
              <a:rPr dirty="0" sz="2600">
                <a:latin typeface="Comic Sans MS"/>
                <a:cs typeface="Comic Sans MS"/>
              </a:rPr>
              <a:t>Network</a:t>
            </a:r>
            <a:r>
              <a:rPr dirty="0" sz="2600" spc="-5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team</a:t>
            </a:r>
            <a:r>
              <a:rPr dirty="0" sz="2600" spc="-5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verifies</a:t>
            </a:r>
            <a:r>
              <a:rPr dirty="0" sz="2600" spc="-50">
                <a:latin typeface="Comic Sans MS"/>
                <a:cs typeface="Comic Sans MS"/>
              </a:rPr>
              <a:t> </a:t>
            </a:r>
            <a:r>
              <a:rPr dirty="0" sz="1200" spc="1390">
                <a:latin typeface="Arial"/>
                <a:cs typeface="Arial"/>
              </a:rPr>
              <a:t>→</a:t>
            </a:r>
            <a:r>
              <a:rPr dirty="0" sz="1200" spc="395">
                <a:latin typeface="Arial"/>
                <a:cs typeface="Arial"/>
              </a:rPr>
              <a:t> </a:t>
            </a:r>
            <a:r>
              <a:rPr dirty="0" sz="2600">
                <a:latin typeface="Comic Sans MS"/>
                <a:cs typeface="Comic Sans MS"/>
              </a:rPr>
              <a:t>Firewall</a:t>
            </a:r>
            <a:r>
              <a:rPr dirty="0" sz="2600" spc="-5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rule</a:t>
            </a:r>
            <a:r>
              <a:rPr dirty="0" sz="2600" spc="-5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created</a:t>
            </a:r>
            <a:r>
              <a:rPr dirty="0" sz="2600" spc="-50">
                <a:latin typeface="Comic Sans MS"/>
                <a:cs typeface="Comic Sans MS"/>
              </a:rPr>
              <a:t> </a:t>
            </a:r>
            <a:r>
              <a:rPr dirty="0" sz="1200" spc="1390">
                <a:latin typeface="Arial"/>
                <a:cs typeface="Arial"/>
              </a:rPr>
              <a:t>→</a:t>
            </a:r>
            <a:r>
              <a:rPr dirty="0" sz="1200" spc="390">
                <a:latin typeface="Arial"/>
                <a:cs typeface="Arial"/>
              </a:rPr>
              <a:t> </a:t>
            </a:r>
            <a:r>
              <a:rPr dirty="0" sz="2600">
                <a:latin typeface="Comic Sans MS"/>
                <a:cs typeface="Comic Sans MS"/>
              </a:rPr>
              <a:t>System</a:t>
            </a:r>
            <a:r>
              <a:rPr dirty="0" sz="2600" spc="-50">
                <a:latin typeface="Comic Sans MS"/>
                <a:cs typeface="Comic Sans MS"/>
              </a:rPr>
              <a:t> </a:t>
            </a:r>
            <a:r>
              <a:rPr dirty="0" sz="2600" spc="-10">
                <a:latin typeface="Comic Sans MS"/>
                <a:cs typeface="Comic Sans MS"/>
              </a:rPr>
              <a:t>isolated</a:t>
            </a:r>
            <a:endParaRPr sz="2600">
              <a:latin typeface="Comic Sans MS"/>
              <a:cs typeface="Comic Sans MS"/>
            </a:endParaRPr>
          </a:p>
          <a:p>
            <a:pPr marL="573405">
              <a:lnSpc>
                <a:spcPct val="100000"/>
              </a:lnSpc>
              <a:spcBef>
                <a:spcPts val="280"/>
              </a:spcBef>
            </a:pPr>
            <a:r>
              <a:rPr dirty="0" sz="2600">
                <a:latin typeface="Comic Sans MS"/>
                <a:cs typeface="Comic Sans MS"/>
              </a:rPr>
              <a:t>Automated</a:t>
            </a:r>
            <a:r>
              <a:rPr dirty="0" sz="2600" spc="-6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process:</a:t>
            </a:r>
            <a:r>
              <a:rPr dirty="0" sz="2600" spc="-6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Alert</a:t>
            </a:r>
            <a:r>
              <a:rPr dirty="0" sz="2600" spc="-55">
                <a:latin typeface="Comic Sans MS"/>
                <a:cs typeface="Comic Sans MS"/>
              </a:rPr>
              <a:t> </a:t>
            </a:r>
            <a:r>
              <a:rPr dirty="0" sz="1200" spc="1390">
                <a:latin typeface="Arial"/>
                <a:cs typeface="Arial"/>
              </a:rPr>
              <a:t>→</a:t>
            </a:r>
            <a:r>
              <a:rPr dirty="0" sz="1200" spc="385">
                <a:latin typeface="Arial"/>
                <a:cs typeface="Arial"/>
              </a:rPr>
              <a:t> </a:t>
            </a:r>
            <a:r>
              <a:rPr dirty="0" sz="2600">
                <a:latin typeface="Comic Sans MS"/>
                <a:cs typeface="Comic Sans MS"/>
              </a:rPr>
              <a:t>Detection</a:t>
            </a:r>
            <a:r>
              <a:rPr dirty="0" sz="2600" spc="-55">
                <a:latin typeface="Comic Sans MS"/>
                <a:cs typeface="Comic Sans MS"/>
              </a:rPr>
              <a:t> </a:t>
            </a:r>
            <a:r>
              <a:rPr dirty="0" sz="1200" spc="1390">
                <a:latin typeface="Arial"/>
                <a:cs typeface="Arial"/>
              </a:rPr>
              <a:t>→</a:t>
            </a:r>
            <a:r>
              <a:rPr dirty="0" sz="1200" spc="385">
                <a:latin typeface="Arial"/>
                <a:cs typeface="Arial"/>
              </a:rPr>
              <a:t> </a:t>
            </a:r>
            <a:r>
              <a:rPr dirty="0" sz="2600">
                <a:latin typeface="Comic Sans MS"/>
                <a:cs typeface="Comic Sans MS"/>
              </a:rPr>
              <a:t>Correlation</a:t>
            </a:r>
            <a:r>
              <a:rPr dirty="0" sz="2600" spc="-60">
                <a:latin typeface="Comic Sans MS"/>
                <a:cs typeface="Comic Sans MS"/>
              </a:rPr>
              <a:t> </a:t>
            </a:r>
            <a:r>
              <a:rPr dirty="0" sz="1200" spc="1390">
                <a:latin typeface="Arial"/>
                <a:cs typeface="Arial"/>
              </a:rPr>
              <a:t>→</a:t>
            </a:r>
            <a:r>
              <a:rPr dirty="0" sz="1200" spc="390">
                <a:latin typeface="Arial"/>
                <a:cs typeface="Arial"/>
              </a:rPr>
              <a:t> </a:t>
            </a:r>
            <a:r>
              <a:rPr dirty="0" sz="2600">
                <a:latin typeface="Comic Sans MS"/>
                <a:cs typeface="Comic Sans MS"/>
              </a:rPr>
              <a:t>Automated</a:t>
            </a:r>
            <a:r>
              <a:rPr dirty="0" sz="2600" spc="-60">
                <a:latin typeface="Comic Sans MS"/>
                <a:cs typeface="Comic Sans MS"/>
              </a:rPr>
              <a:t> </a:t>
            </a:r>
            <a:r>
              <a:rPr dirty="0" sz="2600" spc="-10">
                <a:latin typeface="Comic Sans MS"/>
                <a:cs typeface="Comic Sans MS"/>
              </a:rPr>
              <a:t>isolation</a:t>
            </a:r>
            <a:endParaRPr sz="2600">
              <a:latin typeface="Comic Sans MS"/>
              <a:cs typeface="Comic Sans MS"/>
            </a:endParaRPr>
          </a:p>
          <a:p>
            <a:pPr marL="12700" marR="5080">
              <a:lnSpc>
                <a:spcPct val="109400"/>
              </a:lnSpc>
              <a:spcBef>
                <a:spcPts val="3120"/>
              </a:spcBef>
              <a:tabLst>
                <a:tab pos="3799840" algn="l"/>
                <a:tab pos="5490845" algn="l"/>
                <a:tab pos="6182995" algn="l"/>
                <a:tab pos="8519160" algn="l"/>
                <a:tab pos="10105390" algn="l"/>
                <a:tab pos="11698605" algn="l"/>
                <a:tab pos="13642340" algn="l"/>
              </a:tabLst>
            </a:pPr>
            <a:r>
              <a:rPr dirty="0" sz="3200" spc="-430" b="1">
                <a:latin typeface="Comic Sans MS"/>
                <a:cs typeface="Comic Sans MS"/>
              </a:rPr>
              <a:t>IRM</a:t>
            </a:r>
            <a:r>
              <a:rPr dirty="0" sz="3200" spc="215" b="1">
                <a:latin typeface="Comic Sans MS"/>
                <a:cs typeface="Comic Sans MS"/>
              </a:rPr>
              <a:t> </a:t>
            </a:r>
            <a:r>
              <a:rPr dirty="0" sz="3200" spc="-295" b="1">
                <a:latin typeface="Comic Sans MS"/>
                <a:cs typeface="Comic Sans MS"/>
              </a:rPr>
              <a:t>lesson:</a:t>
            </a:r>
            <a:r>
              <a:rPr dirty="0" sz="3200" spc="-140" b="1">
                <a:latin typeface="Comic Sans MS"/>
                <a:cs typeface="Comic Sans MS"/>
              </a:rPr>
              <a:t> </a:t>
            </a:r>
            <a:r>
              <a:rPr dirty="0" sz="2600" spc="-10">
                <a:latin typeface="Comic Sans MS"/>
                <a:cs typeface="Comic Sans MS"/>
              </a:rPr>
              <a:t>Automate</a:t>
            </a:r>
            <a:r>
              <a:rPr dirty="0" sz="2600">
                <a:latin typeface="Comic Sans MS"/>
                <a:cs typeface="Comic Sans MS"/>
              </a:rPr>
              <a:t>	</a:t>
            </a:r>
            <a:r>
              <a:rPr dirty="0" sz="2600" spc="-10">
                <a:latin typeface="Comic Sans MS"/>
                <a:cs typeface="Comic Sans MS"/>
              </a:rPr>
              <a:t>repetitive</a:t>
            </a:r>
            <a:r>
              <a:rPr dirty="0" sz="2600">
                <a:latin typeface="Comic Sans MS"/>
                <a:cs typeface="Comic Sans MS"/>
              </a:rPr>
              <a:t>	</a:t>
            </a:r>
            <a:r>
              <a:rPr dirty="0" sz="2600" spc="-25">
                <a:latin typeface="Comic Sans MS"/>
                <a:cs typeface="Comic Sans MS"/>
              </a:rPr>
              <a:t>and</a:t>
            </a:r>
            <a:r>
              <a:rPr dirty="0" sz="2600">
                <a:latin typeface="Comic Sans MS"/>
                <a:cs typeface="Comic Sans MS"/>
              </a:rPr>
              <a:t>	</a:t>
            </a:r>
            <a:r>
              <a:rPr dirty="0" sz="2600" spc="-20">
                <a:latin typeface="Comic Sans MS"/>
                <a:cs typeface="Comic Sans MS"/>
              </a:rPr>
              <a:t>time-</a:t>
            </a:r>
            <a:r>
              <a:rPr dirty="0" sz="2600" spc="-10">
                <a:latin typeface="Comic Sans MS"/>
                <a:cs typeface="Comic Sans MS"/>
              </a:rPr>
              <a:t>sensitive</a:t>
            </a:r>
            <a:r>
              <a:rPr dirty="0" sz="2600">
                <a:latin typeface="Comic Sans MS"/>
                <a:cs typeface="Comic Sans MS"/>
              </a:rPr>
              <a:t>	</a:t>
            </a:r>
            <a:r>
              <a:rPr dirty="0" sz="2600" spc="-10">
                <a:latin typeface="Comic Sans MS"/>
                <a:cs typeface="Comic Sans MS"/>
              </a:rPr>
              <a:t>activities</a:t>
            </a:r>
            <a:r>
              <a:rPr dirty="0" sz="2600">
                <a:latin typeface="Comic Sans MS"/>
                <a:cs typeface="Comic Sans MS"/>
              </a:rPr>
              <a:t>	</a:t>
            </a:r>
            <a:r>
              <a:rPr dirty="0" sz="2600" spc="-10">
                <a:latin typeface="Comic Sans MS"/>
                <a:cs typeface="Comic Sans MS"/>
              </a:rPr>
              <a:t>wherever</a:t>
            </a:r>
            <a:r>
              <a:rPr dirty="0" sz="2600">
                <a:latin typeface="Comic Sans MS"/>
                <a:cs typeface="Comic Sans MS"/>
              </a:rPr>
              <a:t>	</a:t>
            </a:r>
            <a:r>
              <a:rPr dirty="0" sz="2600" spc="-10">
                <a:latin typeface="Comic Sans MS"/>
                <a:cs typeface="Comic Sans MS"/>
              </a:rPr>
              <a:t>appropriate</a:t>
            </a:r>
            <a:r>
              <a:rPr dirty="0" sz="2600">
                <a:latin typeface="Comic Sans MS"/>
                <a:cs typeface="Comic Sans MS"/>
              </a:rPr>
              <a:t>	</a:t>
            </a:r>
            <a:r>
              <a:rPr dirty="0" sz="2600" spc="-20">
                <a:latin typeface="Comic Sans MS"/>
                <a:cs typeface="Comic Sans MS"/>
              </a:rPr>
              <a:t>using </a:t>
            </a:r>
            <a:r>
              <a:rPr dirty="0" sz="2600">
                <a:latin typeface="Comic Sans MS"/>
                <a:cs typeface="Comic Sans MS"/>
              </a:rPr>
              <a:t>SIEM,</a:t>
            </a:r>
            <a:r>
              <a:rPr dirty="0" sz="2600" spc="-6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SOAR,</a:t>
            </a:r>
            <a:r>
              <a:rPr dirty="0" sz="2600" spc="-6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EDR,</a:t>
            </a:r>
            <a:r>
              <a:rPr dirty="0" sz="2600" spc="-6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scripts,</a:t>
            </a:r>
            <a:r>
              <a:rPr dirty="0" sz="2600" spc="-65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and</a:t>
            </a:r>
            <a:r>
              <a:rPr dirty="0" sz="2600" spc="-60">
                <a:latin typeface="Comic Sans MS"/>
                <a:cs typeface="Comic Sans MS"/>
              </a:rPr>
              <a:t> </a:t>
            </a:r>
            <a:r>
              <a:rPr dirty="0" sz="2600">
                <a:latin typeface="Comic Sans MS"/>
                <a:cs typeface="Comic Sans MS"/>
              </a:rPr>
              <a:t>automated</a:t>
            </a:r>
            <a:r>
              <a:rPr dirty="0" sz="2600" spc="-65">
                <a:latin typeface="Comic Sans MS"/>
                <a:cs typeface="Comic Sans MS"/>
              </a:rPr>
              <a:t> </a:t>
            </a:r>
            <a:r>
              <a:rPr dirty="0" sz="2600" spc="-10">
                <a:latin typeface="Comic Sans MS"/>
                <a:cs typeface="Comic Sans MS"/>
              </a:rPr>
              <a:t>workflows.</a:t>
            </a:r>
            <a:endParaRPr sz="26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8038465" cy="10287000"/>
            <a:chOff x="0" y="0"/>
            <a:chExt cx="8038465" cy="102870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8038465" cy="10287000"/>
            </a:xfrm>
            <a:custGeom>
              <a:avLst/>
              <a:gdLst/>
              <a:ahLst/>
              <a:cxnLst/>
              <a:rect l="l" t="t" r="r" b="b"/>
              <a:pathLst>
                <a:path w="8038465" h="10287000">
                  <a:moveTo>
                    <a:pt x="7214878" y="10287000"/>
                  </a:moveTo>
                  <a:lnTo>
                    <a:pt x="7285409" y="7328219"/>
                  </a:lnTo>
                  <a:lnTo>
                    <a:pt x="7599718" y="7541090"/>
                  </a:lnTo>
                  <a:lnTo>
                    <a:pt x="7708468" y="7802370"/>
                  </a:lnTo>
                  <a:lnTo>
                    <a:pt x="7732673" y="8157691"/>
                  </a:lnTo>
                  <a:lnTo>
                    <a:pt x="8006222" y="8586022"/>
                  </a:lnTo>
                  <a:lnTo>
                    <a:pt x="7880827" y="9043658"/>
                  </a:lnTo>
                  <a:lnTo>
                    <a:pt x="7587575" y="9287249"/>
                  </a:lnTo>
                  <a:lnTo>
                    <a:pt x="7563743" y="10287000"/>
                  </a:lnTo>
                  <a:lnTo>
                    <a:pt x="7214878" y="10287000"/>
                  </a:lnTo>
                  <a:close/>
                </a:path>
                <a:path w="8038465" h="10287000">
                  <a:moveTo>
                    <a:pt x="7563743" y="10287000"/>
                  </a:moveTo>
                  <a:lnTo>
                    <a:pt x="7587575" y="9287249"/>
                  </a:lnTo>
                  <a:lnTo>
                    <a:pt x="7659301" y="9761868"/>
                  </a:lnTo>
                  <a:lnTo>
                    <a:pt x="7839357" y="9989717"/>
                  </a:lnTo>
                  <a:lnTo>
                    <a:pt x="7826355" y="10287000"/>
                  </a:lnTo>
                  <a:lnTo>
                    <a:pt x="7563743" y="10287000"/>
                  </a:lnTo>
                  <a:close/>
                </a:path>
                <a:path w="8038465" h="10287000">
                  <a:moveTo>
                    <a:pt x="7767526" y="1274543"/>
                  </a:moveTo>
                  <a:lnTo>
                    <a:pt x="7795037" y="120455"/>
                  </a:lnTo>
                  <a:lnTo>
                    <a:pt x="8037839" y="869878"/>
                  </a:lnTo>
                  <a:lnTo>
                    <a:pt x="7858604" y="1174409"/>
                  </a:lnTo>
                  <a:lnTo>
                    <a:pt x="7767526" y="1274543"/>
                  </a:lnTo>
                  <a:close/>
                </a:path>
                <a:path w="8038465" h="10287000">
                  <a:moveTo>
                    <a:pt x="0" y="0"/>
                  </a:moveTo>
                  <a:lnTo>
                    <a:pt x="7846322" y="0"/>
                  </a:lnTo>
                  <a:lnTo>
                    <a:pt x="7795037" y="120455"/>
                  </a:lnTo>
                  <a:lnTo>
                    <a:pt x="7767526" y="1274543"/>
                  </a:lnTo>
                  <a:lnTo>
                    <a:pt x="7502115" y="1566348"/>
                  </a:lnTo>
                  <a:lnTo>
                    <a:pt x="7480618" y="2468139"/>
                  </a:lnTo>
                  <a:lnTo>
                    <a:pt x="7479267" y="2473298"/>
                  </a:lnTo>
                  <a:lnTo>
                    <a:pt x="7444917" y="3914300"/>
                  </a:lnTo>
                  <a:lnTo>
                    <a:pt x="7336413" y="4054937"/>
                  </a:lnTo>
                  <a:lnTo>
                    <a:pt x="7286341" y="6155437"/>
                  </a:lnTo>
                  <a:lnTo>
                    <a:pt x="7257231" y="6232609"/>
                  </a:lnTo>
                  <a:lnTo>
                    <a:pt x="7160583" y="10287000"/>
                  </a:lnTo>
                  <a:lnTo>
                    <a:pt x="0" y="10287000"/>
                  </a:lnTo>
                  <a:lnTo>
                    <a:pt x="0" y="0"/>
                  </a:lnTo>
                  <a:close/>
                </a:path>
                <a:path w="8038465" h="10287000">
                  <a:moveTo>
                    <a:pt x="7444917" y="3914300"/>
                  </a:moveTo>
                  <a:lnTo>
                    <a:pt x="7479267" y="2473298"/>
                  </a:lnTo>
                  <a:lnTo>
                    <a:pt x="7497761" y="2820867"/>
                  </a:lnTo>
                  <a:lnTo>
                    <a:pt x="7568899" y="3196468"/>
                  </a:lnTo>
                  <a:lnTo>
                    <a:pt x="7691417" y="3653136"/>
                  </a:lnTo>
                  <a:lnTo>
                    <a:pt x="7444917" y="3914300"/>
                  </a:lnTo>
                  <a:close/>
                </a:path>
                <a:path w="8038465" h="10287000">
                  <a:moveTo>
                    <a:pt x="7480618" y="2468139"/>
                  </a:moveTo>
                  <a:lnTo>
                    <a:pt x="7502115" y="1566348"/>
                  </a:lnTo>
                  <a:lnTo>
                    <a:pt x="7603594" y="1998685"/>
                  </a:lnTo>
                  <a:lnTo>
                    <a:pt x="7480618" y="2468139"/>
                  </a:lnTo>
                  <a:close/>
                </a:path>
                <a:path w="8038465" h="10287000">
                  <a:moveTo>
                    <a:pt x="7160583" y="10287000"/>
                  </a:moveTo>
                  <a:lnTo>
                    <a:pt x="7257231" y="6232609"/>
                  </a:lnTo>
                  <a:lnTo>
                    <a:pt x="7464003" y="6524969"/>
                  </a:lnTo>
                  <a:lnTo>
                    <a:pt x="7323921" y="6794811"/>
                  </a:lnTo>
                  <a:lnTo>
                    <a:pt x="7313028" y="7251789"/>
                  </a:lnTo>
                  <a:lnTo>
                    <a:pt x="7285409" y="7328219"/>
                  </a:lnTo>
                  <a:lnTo>
                    <a:pt x="7214878" y="10287000"/>
                  </a:lnTo>
                  <a:lnTo>
                    <a:pt x="7160583" y="10287000"/>
                  </a:lnTo>
                  <a:close/>
                </a:path>
                <a:path w="8038465" h="10287000">
                  <a:moveTo>
                    <a:pt x="7286341" y="6155437"/>
                  </a:moveTo>
                  <a:lnTo>
                    <a:pt x="7310561" y="5139433"/>
                  </a:lnTo>
                  <a:lnTo>
                    <a:pt x="7419227" y="5466059"/>
                  </a:lnTo>
                  <a:lnTo>
                    <a:pt x="7456806" y="5703532"/>
                  </a:lnTo>
                  <a:lnTo>
                    <a:pt x="7286341" y="6155437"/>
                  </a:lnTo>
                  <a:close/>
                </a:path>
                <a:path w="8038465" h="10287000">
                  <a:moveTo>
                    <a:pt x="7313028" y="7251789"/>
                  </a:moveTo>
                  <a:lnTo>
                    <a:pt x="7323921" y="6794811"/>
                  </a:lnTo>
                  <a:lnTo>
                    <a:pt x="7399828" y="7011580"/>
                  </a:lnTo>
                  <a:lnTo>
                    <a:pt x="7313028" y="7251789"/>
                  </a:lnTo>
                  <a:close/>
                </a:path>
                <a:path w="8038465" h="10287000">
                  <a:moveTo>
                    <a:pt x="7310561" y="5139433"/>
                  </a:moveTo>
                  <a:lnTo>
                    <a:pt x="7336413" y="4054937"/>
                  </a:lnTo>
                  <a:lnTo>
                    <a:pt x="7406656" y="4447468"/>
                  </a:lnTo>
                  <a:lnTo>
                    <a:pt x="7377527" y="4803728"/>
                  </a:lnTo>
                  <a:lnTo>
                    <a:pt x="7310561" y="5139433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7855584" cy="10287000"/>
            </a:xfrm>
            <a:custGeom>
              <a:avLst/>
              <a:gdLst/>
              <a:ahLst/>
              <a:cxnLst/>
              <a:rect l="l" t="t" r="r" b="b"/>
              <a:pathLst>
                <a:path w="7855584" h="10287000">
                  <a:moveTo>
                    <a:pt x="7513358" y="8906835"/>
                  </a:moveTo>
                  <a:lnTo>
                    <a:pt x="7537499" y="7894104"/>
                  </a:lnTo>
                  <a:lnTo>
                    <a:pt x="7855359" y="8236279"/>
                  </a:lnTo>
                  <a:lnTo>
                    <a:pt x="7854099" y="8577728"/>
                  </a:lnTo>
                  <a:lnTo>
                    <a:pt x="7513358" y="8906835"/>
                  </a:lnTo>
                  <a:close/>
                </a:path>
                <a:path w="7855584" h="10287000">
                  <a:moveTo>
                    <a:pt x="7362286" y="10287000"/>
                  </a:moveTo>
                  <a:lnTo>
                    <a:pt x="7392401" y="9023662"/>
                  </a:lnTo>
                  <a:lnTo>
                    <a:pt x="7463647" y="9497779"/>
                  </a:lnTo>
                  <a:lnTo>
                    <a:pt x="7643453" y="9725868"/>
                  </a:lnTo>
                  <a:lnTo>
                    <a:pt x="7649466" y="10256899"/>
                  </a:lnTo>
                  <a:lnTo>
                    <a:pt x="7635295" y="10287000"/>
                  </a:lnTo>
                  <a:lnTo>
                    <a:pt x="7362286" y="10287000"/>
                  </a:lnTo>
                  <a:close/>
                </a:path>
                <a:path w="7855584" h="10287000">
                  <a:moveTo>
                    <a:pt x="0" y="0"/>
                  </a:moveTo>
                  <a:lnTo>
                    <a:pt x="7646400" y="0"/>
                  </a:lnTo>
                  <a:lnTo>
                    <a:pt x="7842653" y="606783"/>
                  </a:lnTo>
                  <a:lnTo>
                    <a:pt x="7663418" y="911314"/>
                  </a:lnTo>
                  <a:lnTo>
                    <a:pt x="7306930" y="1303254"/>
                  </a:lnTo>
                  <a:lnTo>
                    <a:pt x="7285414" y="2205834"/>
                  </a:lnTo>
                  <a:lnTo>
                    <a:pt x="7284064" y="2210939"/>
                  </a:lnTo>
                  <a:lnTo>
                    <a:pt x="7249713" y="3651941"/>
                  </a:lnTo>
                  <a:lnTo>
                    <a:pt x="7031253" y="3860219"/>
                  </a:lnTo>
                  <a:lnTo>
                    <a:pt x="6878051" y="10287000"/>
                  </a:lnTo>
                  <a:lnTo>
                    <a:pt x="0" y="10287000"/>
                  </a:lnTo>
                  <a:lnTo>
                    <a:pt x="0" y="0"/>
                  </a:lnTo>
                  <a:close/>
                </a:path>
                <a:path w="7855584" h="10287000">
                  <a:moveTo>
                    <a:pt x="7012684" y="10287000"/>
                  </a:moveTo>
                  <a:lnTo>
                    <a:pt x="7089493" y="7064862"/>
                  </a:lnTo>
                  <a:lnTo>
                    <a:pt x="7408015" y="7152542"/>
                  </a:lnTo>
                  <a:lnTo>
                    <a:pt x="7612487" y="7531076"/>
                  </a:lnTo>
                  <a:lnTo>
                    <a:pt x="7537499" y="7894104"/>
                  </a:lnTo>
                  <a:lnTo>
                    <a:pt x="7513358" y="8906835"/>
                  </a:lnTo>
                  <a:lnTo>
                    <a:pt x="7392401" y="9023662"/>
                  </a:lnTo>
                  <a:lnTo>
                    <a:pt x="7362286" y="10287000"/>
                  </a:lnTo>
                  <a:lnTo>
                    <a:pt x="7012684" y="10287000"/>
                  </a:lnTo>
                  <a:close/>
                </a:path>
                <a:path w="7855584" h="10287000">
                  <a:moveTo>
                    <a:pt x="7249713" y="3651941"/>
                  </a:moveTo>
                  <a:lnTo>
                    <a:pt x="7284064" y="2210939"/>
                  </a:lnTo>
                  <a:lnTo>
                    <a:pt x="7302558" y="2558508"/>
                  </a:lnTo>
                  <a:lnTo>
                    <a:pt x="7373702" y="2933864"/>
                  </a:lnTo>
                  <a:lnTo>
                    <a:pt x="7496459" y="3390783"/>
                  </a:lnTo>
                  <a:lnTo>
                    <a:pt x="7249713" y="3651941"/>
                  </a:lnTo>
                  <a:close/>
                </a:path>
                <a:path w="7855584" h="10287000">
                  <a:moveTo>
                    <a:pt x="7091865" y="5893517"/>
                  </a:moveTo>
                  <a:lnTo>
                    <a:pt x="7116124" y="4875865"/>
                  </a:lnTo>
                  <a:lnTo>
                    <a:pt x="7377056" y="5122348"/>
                  </a:lnTo>
                  <a:lnTo>
                    <a:pt x="7262854" y="5440220"/>
                  </a:lnTo>
                  <a:lnTo>
                    <a:pt x="7091865" y="5893517"/>
                  </a:lnTo>
                  <a:close/>
                </a:path>
                <a:path w="7855584" h="10287000">
                  <a:moveTo>
                    <a:pt x="7285414" y="2205834"/>
                  </a:moveTo>
                  <a:lnTo>
                    <a:pt x="7306930" y="1303254"/>
                  </a:lnTo>
                  <a:lnTo>
                    <a:pt x="7409624" y="1736110"/>
                  </a:lnTo>
                  <a:lnTo>
                    <a:pt x="7285414" y="2205834"/>
                  </a:lnTo>
                  <a:close/>
                </a:path>
                <a:path w="7855584" h="10287000">
                  <a:moveTo>
                    <a:pt x="6960354" y="10287000"/>
                  </a:moveTo>
                  <a:lnTo>
                    <a:pt x="7063279" y="5969298"/>
                  </a:lnTo>
                  <a:lnTo>
                    <a:pt x="7269806" y="6261652"/>
                  </a:lnTo>
                  <a:lnTo>
                    <a:pt x="7129963" y="6531746"/>
                  </a:lnTo>
                  <a:lnTo>
                    <a:pt x="7119223" y="6982289"/>
                  </a:lnTo>
                  <a:lnTo>
                    <a:pt x="7089493" y="7064862"/>
                  </a:lnTo>
                  <a:lnTo>
                    <a:pt x="7012684" y="10287000"/>
                  </a:lnTo>
                  <a:lnTo>
                    <a:pt x="6960354" y="10287000"/>
                  </a:lnTo>
                  <a:close/>
                </a:path>
                <a:path w="7855584" h="10287000">
                  <a:moveTo>
                    <a:pt x="6878051" y="10287000"/>
                  </a:moveTo>
                  <a:lnTo>
                    <a:pt x="7031253" y="3860219"/>
                  </a:lnTo>
                  <a:lnTo>
                    <a:pt x="7210500" y="4183859"/>
                  </a:lnTo>
                  <a:lnTo>
                    <a:pt x="7280664" y="4693080"/>
                  </a:lnTo>
                  <a:lnTo>
                    <a:pt x="7116124" y="4875865"/>
                  </a:lnTo>
                  <a:lnTo>
                    <a:pt x="7091865" y="5893517"/>
                  </a:lnTo>
                  <a:lnTo>
                    <a:pt x="7063279" y="5969298"/>
                  </a:lnTo>
                  <a:lnTo>
                    <a:pt x="6960354" y="10287000"/>
                  </a:lnTo>
                  <a:lnTo>
                    <a:pt x="6878051" y="10287000"/>
                  </a:lnTo>
                  <a:close/>
                </a:path>
                <a:path w="7855584" h="10287000">
                  <a:moveTo>
                    <a:pt x="7119223" y="6982289"/>
                  </a:moveTo>
                  <a:lnTo>
                    <a:pt x="7129963" y="6531746"/>
                  </a:lnTo>
                  <a:lnTo>
                    <a:pt x="7203941" y="6746994"/>
                  </a:lnTo>
                  <a:lnTo>
                    <a:pt x="7119223" y="69822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7455534" cy="10287000"/>
            </a:xfrm>
            <a:custGeom>
              <a:avLst/>
              <a:gdLst/>
              <a:ahLst/>
              <a:cxnLst/>
              <a:rect l="l" t="t" r="r" b="b"/>
              <a:pathLst>
                <a:path w="7455534" h="10287000">
                  <a:moveTo>
                    <a:pt x="7113128" y="8897294"/>
                  </a:moveTo>
                  <a:lnTo>
                    <a:pt x="7137269" y="7884563"/>
                  </a:lnTo>
                  <a:lnTo>
                    <a:pt x="7455129" y="8226739"/>
                  </a:lnTo>
                  <a:lnTo>
                    <a:pt x="7453869" y="8568187"/>
                  </a:lnTo>
                  <a:lnTo>
                    <a:pt x="7113128" y="8897294"/>
                  </a:lnTo>
                  <a:close/>
                </a:path>
                <a:path w="7455534" h="10287000">
                  <a:moveTo>
                    <a:pt x="6961828" y="10287000"/>
                  </a:moveTo>
                  <a:lnTo>
                    <a:pt x="6992171" y="9014121"/>
                  </a:lnTo>
                  <a:lnTo>
                    <a:pt x="7064154" y="9488256"/>
                  </a:lnTo>
                  <a:lnTo>
                    <a:pt x="7243959" y="9716345"/>
                  </a:lnTo>
                  <a:lnTo>
                    <a:pt x="7249218" y="10248094"/>
                  </a:lnTo>
                  <a:lnTo>
                    <a:pt x="7230870" y="10287000"/>
                  </a:lnTo>
                  <a:lnTo>
                    <a:pt x="6961828" y="10287000"/>
                  </a:lnTo>
                  <a:close/>
                </a:path>
                <a:path w="7455534" h="10287000">
                  <a:moveTo>
                    <a:pt x="0" y="0"/>
                  </a:moveTo>
                  <a:lnTo>
                    <a:pt x="7253029" y="0"/>
                  </a:lnTo>
                  <a:lnTo>
                    <a:pt x="7321853" y="200564"/>
                  </a:lnTo>
                  <a:lnTo>
                    <a:pt x="7405113" y="455417"/>
                  </a:lnTo>
                  <a:lnTo>
                    <a:pt x="7441704" y="596488"/>
                  </a:lnTo>
                  <a:lnTo>
                    <a:pt x="7429594" y="688685"/>
                  </a:lnTo>
                  <a:lnTo>
                    <a:pt x="7371847" y="1032847"/>
                  </a:lnTo>
                  <a:lnTo>
                    <a:pt x="6885061" y="1346015"/>
                  </a:lnTo>
                  <a:lnTo>
                    <a:pt x="6845235" y="3016749"/>
                  </a:lnTo>
                  <a:lnTo>
                    <a:pt x="6765524" y="3088369"/>
                  </a:lnTo>
                  <a:lnTo>
                    <a:pt x="6706464" y="3138813"/>
                  </a:lnTo>
                  <a:lnTo>
                    <a:pt x="6684412" y="4063909"/>
                  </a:lnTo>
                  <a:lnTo>
                    <a:pt x="6650971" y="4240290"/>
                  </a:lnTo>
                  <a:lnTo>
                    <a:pt x="6641489" y="4638061"/>
                  </a:lnTo>
                  <a:lnTo>
                    <a:pt x="6559218" y="4791346"/>
                  </a:lnTo>
                  <a:lnTo>
                    <a:pt x="6428212" y="10287000"/>
                  </a:lnTo>
                  <a:lnTo>
                    <a:pt x="0" y="10287000"/>
                  </a:lnTo>
                  <a:lnTo>
                    <a:pt x="0" y="0"/>
                  </a:lnTo>
                  <a:close/>
                </a:path>
                <a:path w="7455534" h="10287000">
                  <a:moveTo>
                    <a:pt x="6833092" y="10287000"/>
                  </a:moveTo>
                  <a:lnTo>
                    <a:pt x="6912064" y="6974157"/>
                  </a:lnTo>
                  <a:lnTo>
                    <a:pt x="7024226" y="7277773"/>
                  </a:lnTo>
                  <a:lnTo>
                    <a:pt x="7174229" y="7467810"/>
                  </a:lnTo>
                  <a:lnTo>
                    <a:pt x="7137269" y="7884563"/>
                  </a:lnTo>
                  <a:lnTo>
                    <a:pt x="7113128" y="8897294"/>
                  </a:lnTo>
                  <a:lnTo>
                    <a:pt x="6992171" y="9014121"/>
                  </a:lnTo>
                  <a:lnTo>
                    <a:pt x="6961828" y="10287000"/>
                  </a:lnTo>
                  <a:lnTo>
                    <a:pt x="6833092" y="10287000"/>
                  </a:lnTo>
                  <a:close/>
                </a:path>
                <a:path w="7455534" h="10287000">
                  <a:moveTo>
                    <a:pt x="6845235" y="3016749"/>
                  </a:moveTo>
                  <a:lnTo>
                    <a:pt x="6885061" y="1346015"/>
                  </a:lnTo>
                  <a:lnTo>
                    <a:pt x="6904927" y="1397204"/>
                  </a:lnTo>
                  <a:lnTo>
                    <a:pt x="6948402" y="1514087"/>
                  </a:lnTo>
                  <a:lnTo>
                    <a:pt x="6991300" y="1641643"/>
                  </a:lnTo>
                  <a:lnTo>
                    <a:pt x="7009435" y="1724849"/>
                  </a:lnTo>
                  <a:lnTo>
                    <a:pt x="7009429" y="1758706"/>
                  </a:lnTo>
                  <a:lnTo>
                    <a:pt x="7011500" y="1807503"/>
                  </a:lnTo>
                  <a:lnTo>
                    <a:pt x="7021925" y="1983775"/>
                  </a:lnTo>
                  <a:lnTo>
                    <a:pt x="7024056" y="2032573"/>
                  </a:lnTo>
                  <a:lnTo>
                    <a:pt x="7024140" y="2066432"/>
                  </a:lnTo>
                  <a:lnTo>
                    <a:pt x="7045461" y="2137930"/>
                  </a:lnTo>
                  <a:lnTo>
                    <a:pt x="7095126" y="2239723"/>
                  </a:lnTo>
                  <a:lnTo>
                    <a:pt x="7145322" y="2330841"/>
                  </a:lnTo>
                  <a:lnTo>
                    <a:pt x="7168235" y="2370318"/>
                  </a:lnTo>
                  <a:lnTo>
                    <a:pt x="7121105" y="2634308"/>
                  </a:lnTo>
                  <a:lnTo>
                    <a:pt x="7102403" y="2730617"/>
                  </a:lnTo>
                  <a:lnTo>
                    <a:pt x="7032121" y="2834410"/>
                  </a:lnTo>
                  <a:lnTo>
                    <a:pt x="6896952" y="2970281"/>
                  </a:lnTo>
                  <a:lnTo>
                    <a:pt x="6845235" y="3016749"/>
                  </a:lnTo>
                  <a:close/>
                </a:path>
                <a:path w="7455534" h="10287000">
                  <a:moveTo>
                    <a:pt x="6736049" y="10287000"/>
                  </a:moveTo>
                  <a:lnTo>
                    <a:pt x="6842619" y="5816392"/>
                  </a:lnTo>
                  <a:lnTo>
                    <a:pt x="6868576" y="6252824"/>
                  </a:lnTo>
                  <a:lnTo>
                    <a:pt x="6965954" y="6537663"/>
                  </a:lnTo>
                  <a:lnTo>
                    <a:pt x="6956268" y="6727578"/>
                  </a:lnTo>
                  <a:lnTo>
                    <a:pt x="6912064" y="6974157"/>
                  </a:lnTo>
                  <a:lnTo>
                    <a:pt x="6833092" y="10287000"/>
                  </a:lnTo>
                  <a:lnTo>
                    <a:pt x="6739273" y="10287000"/>
                  </a:lnTo>
                  <a:lnTo>
                    <a:pt x="6736049" y="10287000"/>
                  </a:lnTo>
                  <a:close/>
                </a:path>
                <a:path w="7455534" h="10287000">
                  <a:moveTo>
                    <a:pt x="6428212" y="10287000"/>
                  </a:moveTo>
                  <a:lnTo>
                    <a:pt x="6559218" y="4791346"/>
                  </a:lnTo>
                  <a:lnTo>
                    <a:pt x="6899580" y="5323222"/>
                  </a:lnTo>
                  <a:lnTo>
                    <a:pt x="6842619" y="5816392"/>
                  </a:lnTo>
                  <a:lnTo>
                    <a:pt x="6736049" y="10287000"/>
                  </a:lnTo>
                  <a:lnTo>
                    <a:pt x="6428212" y="10287000"/>
                  </a:lnTo>
                  <a:close/>
                </a:path>
                <a:path w="7455534" h="10287000">
                  <a:moveTo>
                    <a:pt x="6684412" y="4063909"/>
                  </a:moveTo>
                  <a:lnTo>
                    <a:pt x="6706464" y="3138813"/>
                  </a:lnTo>
                  <a:lnTo>
                    <a:pt x="6827983" y="3575558"/>
                  </a:lnTo>
                  <a:lnTo>
                    <a:pt x="6715885" y="3897903"/>
                  </a:lnTo>
                  <a:lnTo>
                    <a:pt x="6684412" y="4063909"/>
                  </a:lnTo>
                  <a:close/>
                </a:path>
                <a:path w="7455534" h="10287000">
                  <a:moveTo>
                    <a:pt x="6641489" y="4638061"/>
                  </a:moveTo>
                  <a:lnTo>
                    <a:pt x="6650971" y="4240290"/>
                  </a:lnTo>
                  <a:lnTo>
                    <a:pt x="6753070" y="4430168"/>
                  </a:lnTo>
                  <a:lnTo>
                    <a:pt x="6641489" y="4638061"/>
                  </a:lnTo>
                  <a:close/>
                </a:path>
              </a:pathLst>
            </a:custGeom>
            <a:solidFill>
              <a:srgbClr val="FFD04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/>
          <p:nvPr/>
        </p:nvSpPr>
        <p:spPr>
          <a:xfrm>
            <a:off x="16304437" y="8039115"/>
            <a:ext cx="1983739" cy="641350"/>
          </a:xfrm>
          <a:custGeom>
            <a:avLst/>
            <a:gdLst/>
            <a:ahLst/>
            <a:cxnLst/>
            <a:rect l="l" t="t" r="r" b="b"/>
            <a:pathLst>
              <a:path w="1983740" h="641350">
                <a:moveTo>
                  <a:pt x="326292" y="641161"/>
                </a:moveTo>
                <a:lnTo>
                  <a:pt x="271224" y="636784"/>
                </a:lnTo>
                <a:lnTo>
                  <a:pt x="221091" y="623891"/>
                </a:lnTo>
                <a:lnTo>
                  <a:pt x="176502" y="601934"/>
                </a:lnTo>
                <a:lnTo>
                  <a:pt x="137007" y="571732"/>
                </a:lnTo>
                <a:lnTo>
                  <a:pt x="102160" y="534102"/>
                </a:lnTo>
                <a:lnTo>
                  <a:pt x="70386" y="487632"/>
                </a:lnTo>
                <a:lnTo>
                  <a:pt x="45866" y="438031"/>
                </a:lnTo>
                <a:lnTo>
                  <a:pt x="27920" y="385591"/>
                </a:lnTo>
                <a:lnTo>
                  <a:pt x="15865" y="330603"/>
                </a:lnTo>
                <a:lnTo>
                  <a:pt x="13908" y="321904"/>
                </a:lnTo>
                <a:lnTo>
                  <a:pt x="11250" y="313282"/>
                </a:lnTo>
                <a:lnTo>
                  <a:pt x="8048" y="304816"/>
                </a:lnTo>
                <a:lnTo>
                  <a:pt x="4456" y="296583"/>
                </a:lnTo>
                <a:lnTo>
                  <a:pt x="0" y="276847"/>
                </a:lnTo>
                <a:lnTo>
                  <a:pt x="13178" y="238620"/>
                </a:lnTo>
                <a:lnTo>
                  <a:pt x="54786" y="216148"/>
                </a:lnTo>
                <a:lnTo>
                  <a:pt x="100731" y="206645"/>
                </a:lnTo>
                <a:lnTo>
                  <a:pt x="114788" y="210807"/>
                </a:lnTo>
                <a:lnTo>
                  <a:pt x="124762" y="221814"/>
                </a:lnTo>
                <a:lnTo>
                  <a:pt x="132032" y="240367"/>
                </a:lnTo>
                <a:lnTo>
                  <a:pt x="135850" y="255961"/>
                </a:lnTo>
                <a:lnTo>
                  <a:pt x="139085" y="271768"/>
                </a:lnTo>
                <a:lnTo>
                  <a:pt x="142475" y="287537"/>
                </a:lnTo>
                <a:lnTo>
                  <a:pt x="155067" y="328069"/>
                </a:lnTo>
                <a:lnTo>
                  <a:pt x="173160" y="377634"/>
                </a:lnTo>
                <a:lnTo>
                  <a:pt x="212859" y="444170"/>
                </a:lnTo>
                <a:lnTo>
                  <a:pt x="249365" y="468032"/>
                </a:lnTo>
                <a:lnTo>
                  <a:pt x="290888" y="476492"/>
                </a:lnTo>
                <a:lnTo>
                  <a:pt x="335115" y="472699"/>
                </a:lnTo>
                <a:lnTo>
                  <a:pt x="392083" y="455845"/>
                </a:lnTo>
                <a:lnTo>
                  <a:pt x="446095" y="430589"/>
                </a:lnTo>
                <a:lnTo>
                  <a:pt x="492144" y="401803"/>
                </a:lnTo>
                <a:lnTo>
                  <a:pt x="534239" y="368576"/>
                </a:lnTo>
                <a:lnTo>
                  <a:pt x="572810" y="331446"/>
                </a:lnTo>
                <a:lnTo>
                  <a:pt x="608283" y="290951"/>
                </a:lnTo>
                <a:lnTo>
                  <a:pt x="641089" y="247627"/>
                </a:lnTo>
                <a:lnTo>
                  <a:pt x="667304" y="211199"/>
                </a:lnTo>
                <a:lnTo>
                  <a:pt x="693830" y="174946"/>
                </a:lnTo>
                <a:lnTo>
                  <a:pt x="720434" y="138731"/>
                </a:lnTo>
                <a:lnTo>
                  <a:pt x="746883" y="102419"/>
                </a:lnTo>
                <a:lnTo>
                  <a:pt x="754412" y="94222"/>
                </a:lnTo>
                <a:lnTo>
                  <a:pt x="762934" y="89273"/>
                </a:lnTo>
                <a:lnTo>
                  <a:pt x="772816" y="87163"/>
                </a:lnTo>
                <a:lnTo>
                  <a:pt x="784430" y="87484"/>
                </a:lnTo>
                <a:lnTo>
                  <a:pt x="816544" y="90446"/>
                </a:lnTo>
                <a:lnTo>
                  <a:pt x="880928" y="94893"/>
                </a:lnTo>
                <a:lnTo>
                  <a:pt x="934593" y="102410"/>
                </a:lnTo>
                <a:lnTo>
                  <a:pt x="959301" y="148471"/>
                </a:lnTo>
                <a:lnTo>
                  <a:pt x="964656" y="180676"/>
                </a:lnTo>
                <a:lnTo>
                  <a:pt x="971021" y="212726"/>
                </a:lnTo>
                <a:lnTo>
                  <a:pt x="988343" y="275424"/>
                </a:lnTo>
                <a:lnTo>
                  <a:pt x="1022933" y="339912"/>
                </a:lnTo>
                <a:lnTo>
                  <a:pt x="1074638" y="393043"/>
                </a:lnTo>
                <a:lnTo>
                  <a:pt x="1109497" y="415728"/>
                </a:lnTo>
                <a:lnTo>
                  <a:pt x="1146282" y="428281"/>
                </a:lnTo>
                <a:lnTo>
                  <a:pt x="1185051" y="430994"/>
                </a:lnTo>
                <a:lnTo>
                  <a:pt x="1225861" y="424159"/>
                </a:lnTo>
                <a:lnTo>
                  <a:pt x="1275549" y="406354"/>
                </a:lnTo>
                <a:lnTo>
                  <a:pt x="1321854" y="382541"/>
                </a:lnTo>
                <a:lnTo>
                  <a:pt x="1365591" y="354177"/>
                </a:lnTo>
                <a:lnTo>
                  <a:pt x="1407578" y="322721"/>
                </a:lnTo>
                <a:lnTo>
                  <a:pt x="1445830" y="290978"/>
                </a:lnTo>
                <a:lnTo>
                  <a:pt x="1482295" y="257485"/>
                </a:lnTo>
                <a:lnTo>
                  <a:pt x="1517158" y="222424"/>
                </a:lnTo>
                <a:lnTo>
                  <a:pt x="1550604" y="185979"/>
                </a:lnTo>
                <a:lnTo>
                  <a:pt x="1582817" y="148337"/>
                </a:lnTo>
                <a:lnTo>
                  <a:pt x="1613981" y="109680"/>
                </a:lnTo>
                <a:lnTo>
                  <a:pt x="1631636" y="87630"/>
                </a:lnTo>
                <a:lnTo>
                  <a:pt x="1649427" y="65677"/>
                </a:lnTo>
                <a:lnTo>
                  <a:pt x="1685340" y="22140"/>
                </a:lnTo>
                <a:lnTo>
                  <a:pt x="1731256" y="0"/>
                </a:lnTo>
                <a:lnTo>
                  <a:pt x="1750684" y="5130"/>
                </a:lnTo>
                <a:lnTo>
                  <a:pt x="1778688" y="15658"/>
                </a:lnTo>
                <a:lnTo>
                  <a:pt x="1792690" y="20825"/>
                </a:lnTo>
                <a:lnTo>
                  <a:pt x="1806692" y="25874"/>
                </a:lnTo>
                <a:lnTo>
                  <a:pt x="1827851" y="34033"/>
                </a:lnTo>
                <a:lnTo>
                  <a:pt x="1838275" y="42132"/>
                </a:lnTo>
                <a:lnTo>
                  <a:pt x="1840998" y="55016"/>
                </a:lnTo>
                <a:lnTo>
                  <a:pt x="1839053" y="77527"/>
                </a:lnTo>
                <a:lnTo>
                  <a:pt x="1836940" y="115913"/>
                </a:lnTo>
                <a:lnTo>
                  <a:pt x="1838794" y="154513"/>
                </a:lnTo>
                <a:lnTo>
                  <a:pt x="1843837" y="192841"/>
                </a:lnTo>
                <a:lnTo>
                  <a:pt x="1851292" y="230410"/>
                </a:lnTo>
                <a:lnTo>
                  <a:pt x="1868452" y="280320"/>
                </a:lnTo>
                <a:lnTo>
                  <a:pt x="1893599" y="317820"/>
                </a:lnTo>
                <a:lnTo>
                  <a:pt x="1925371" y="343658"/>
                </a:lnTo>
                <a:lnTo>
                  <a:pt x="1962409" y="358580"/>
                </a:lnTo>
                <a:lnTo>
                  <a:pt x="1983563" y="361036"/>
                </a:lnTo>
                <a:lnTo>
                  <a:pt x="1983563" y="538506"/>
                </a:lnTo>
                <a:lnTo>
                  <a:pt x="1911865" y="518336"/>
                </a:lnTo>
                <a:lnTo>
                  <a:pt x="1875702" y="497683"/>
                </a:lnTo>
                <a:lnTo>
                  <a:pt x="1841465" y="474618"/>
                </a:lnTo>
                <a:lnTo>
                  <a:pt x="1809444" y="448675"/>
                </a:lnTo>
                <a:lnTo>
                  <a:pt x="1779933" y="419387"/>
                </a:lnTo>
                <a:lnTo>
                  <a:pt x="1750434" y="382577"/>
                </a:lnTo>
                <a:lnTo>
                  <a:pt x="1727062" y="343024"/>
                </a:lnTo>
                <a:lnTo>
                  <a:pt x="1710885" y="300165"/>
                </a:lnTo>
                <a:lnTo>
                  <a:pt x="1702973" y="253436"/>
                </a:lnTo>
                <a:lnTo>
                  <a:pt x="1702107" y="246004"/>
                </a:lnTo>
                <a:lnTo>
                  <a:pt x="1700872" y="238630"/>
                </a:lnTo>
                <a:lnTo>
                  <a:pt x="1697579" y="221905"/>
                </a:lnTo>
                <a:lnTo>
                  <a:pt x="1695920" y="220038"/>
                </a:lnTo>
                <a:lnTo>
                  <a:pt x="1694260" y="217134"/>
                </a:lnTo>
                <a:lnTo>
                  <a:pt x="1521231" y="391465"/>
                </a:lnTo>
                <a:lnTo>
                  <a:pt x="1486821" y="426026"/>
                </a:lnTo>
                <a:lnTo>
                  <a:pt x="1453015" y="458889"/>
                </a:lnTo>
                <a:lnTo>
                  <a:pt x="1418004" y="490139"/>
                </a:lnTo>
                <a:lnTo>
                  <a:pt x="1381330" y="519209"/>
                </a:lnTo>
                <a:lnTo>
                  <a:pt x="1342535" y="545531"/>
                </a:lnTo>
                <a:lnTo>
                  <a:pt x="1301162" y="568537"/>
                </a:lnTo>
                <a:lnTo>
                  <a:pt x="1262912" y="583560"/>
                </a:lnTo>
                <a:lnTo>
                  <a:pt x="1223865" y="591640"/>
                </a:lnTo>
                <a:lnTo>
                  <a:pt x="1184156" y="593303"/>
                </a:lnTo>
                <a:lnTo>
                  <a:pt x="1143923" y="589073"/>
                </a:lnTo>
                <a:lnTo>
                  <a:pt x="1094387" y="577456"/>
                </a:lnTo>
                <a:lnTo>
                  <a:pt x="1048147" y="560370"/>
                </a:lnTo>
                <a:lnTo>
                  <a:pt x="1005353" y="537706"/>
                </a:lnTo>
                <a:lnTo>
                  <a:pt x="966155" y="509355"/>
                </a:lnTo>
                <a:lnTo>
                  <a:pt x="930702" y="475207"/>
                </a:lnTo>
                <a:lnTo>
                  <a:pt x="899144" y="435153"/>
                </a:lnTo>
                <a:lnTo>
                  <a:pt x="877580" y="402539"/>
                </a:lnTo>
                <a:lnTo>
                  <a:pt x="856696" y="369187"/>
                </a:lnTo>
                <a:lnTo>
                  <a:pt x="835930" y="335212"/>
                </a:lnTo>
                <a:lnTo>
                  <a:pt x="814716" y="300732"/>
                </a:lnTo>
                <a:lnTo>
                  <a:pt x="802814" y="315609"/>
                </a:lnTo>
                <a:lnTo>
                  <a:pt x="765253" y="364032"/>
                </a:lnTo>
                <a:lnTo>
                  <a:pt x="730657" y="406150"/>
                </a:lnTo>
                <a:lnTo>
                  <a:pt x="694505" y="446769"/>
                </a:lnTo>
                <a:lnTo>
                  <a:pt x="656347" y="485453"/>
                </a:lnTo>
                <a:lnTo>
                  <a:pt x="615735" y="521763"/>
                </a:lnTo>
                <a:lnTo>
                  <a:pt x="572219" y="555260"/>
                </a:lnTo>
                <a:lnTo>
                  <a:pt x="526399" y="584679"/>
                </a:lnTo>
                <a:lnTo>
                  <a:pt x="479063" y="608619"/>
                </a:lnTo>
                <a:lnTo>
                  <a:pt x="430045" y="626438"/>
                </a:lnTo>
                <a:lnTo>
                  <a:pt x="379177" y="637499"/>
                </a:lnTo>
                <a:lnTo>
                  <a:pt x="326292" y="641161"/>
                </a:lnTo>
                <a:close/>
              </a:path>
            </a:pathLst>
          </a:custGeom>
          <a:solidFill>
            <a:srgbClr val="5460A8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215381"/>
            <a:ext cx="7375108" cy="9071618"/>
          </a:xfrm>
          <a:prstGeom prst="rect">
            <a:avLst/>
          </a:prstGeom>
        </p:spPr>
      </p:pic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8935270" y="3900523"/>
            <a:ext cx="6252845" cy="125984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100" b="0">
                <a:solidFill>
                  <a:srgbClr val="5460A8"/>
                </a:solidFill>
                <a:latin typeface="Comic Sans MS"/>
                <a:cs typeface="Comic Sans MS"/>
              </a:rPr>
              <a:t>THANK</a:t>
            </a:r>
            <a:r>
              <a:rPr dirty="0" sz="8100" spc="-200" b="0">
                <a:solidFill>
                  <a:srgbClr val="5460A8"/>
                </a:solidFill>
                <a:latin typeface="Comic Sans MS"/>
                <a:cs typeface="Comic Sans MS"/>
              </a:rPr>
              <a:t> </a:t>
            </a:r>
            <a:r>
              <a:rPr dirty="0" sz="8100" spc="-25" b="0">
                <a:solidFill>
                  <a:srgbClr val="5460A8"/>
                </a:solidFill>
                <a:latin typeface="Comic Sans MS"/>
                <a:cs typeface="Comic Sans MS"/>
              </a:rPr>
              <a:t>YOU</a:t>
            </a:r>
            <a:endParaRPr sz="81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ANOUSKA DUTTA</dc:creator>
  <cp:keywords>DAHRUeLaEZs,BAEHFa6AXis</cp:keywords>
  <dc:title>UNIT I Foundations of Incident Response Management</dc:title>
  <dcterms:created xsi:type="dcterms:W3CDTF">2026-08-29T06:42:09Z</dcterms:created>
  <dcterms:modified xsi:type="dcterms:W3CDTF">2026-08-29T06:42:09Z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2026-08-20T00:00:00Z</vt:filetime>
  </property>
  <property fmtid="{D5CDD505-2E9C-101B-9397-08002B2CF9AE}" pid="3" name="Creator">
    <vt:lpwstr>Canva</vt:lpwstr>
  </property>
  <property fmtid="{D5CDD505-2E9C-101B-9397-08002B2CF9AE}" pid="4" name="LastSaved">
    <vt:filetime>2026-08-29T00:00:00Z</vt:filetime>
  </property>
  <property fmtid="{D5CDD505-2E9C-101B-9397-08002B2CF9AE}" pid="5" name="Producer">
    <vt:lpwstr>Canva</vt:lpwstr>
  </property>
  <property fmtid="{D5CDD505-2E9C-101B-9397-08002B2CF9AE}" pid="6" name="containsAiGeneratedContent">
    <vt:lpwstr>Yes</vt:lpwstr>
  </property>
</Properties>
</file>